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jpg" ContentType="image/jpeg"/>
  <Default Extension="png" ContentType="image/png"/>
  <Default Extension="webp" ContentType="image/webp"/>
  <Default Extension="svg" ContentType="image/svg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GT" dirty="0"/>
              <a:t>Presentación para clientes nuevos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con.png"/><Relationship Id="rId4" Type="http://schemas.openxmlformats.org/officeDocument/2006/relationships/image" Target="../media/small.jpe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3" Type="http://schemas.openxmlformats.org/officeDocument/2006/relationships/image" Target="../media/image1_copia.jpeg"/><Relationship Id="rId4" Type="http://schemas.openxmlformats.org/officeDocument/2006/relationships/image" Target="../media/image4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2_peque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GT" dirty="0"/>
              <a:t>Bufete Méndez &amp; Asociados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Asesoría legal para personas y empresas</a:t>
            </a:r>
          </a:p>
          <a:p>
            <a:r>
              <a:rPr lang="es-GT" dirty="0"/>
              <a:t>Su caso en buenas manos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1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Áreas de práctica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Derecho laboral: despidos, contratos y prestaciones</a:t>
            </a:r>
          </a:p>
          <a:p>
            <a:r>
              <a:rPr lang="es-GT" dirty="0"/>
              <a:t>Derecho civil: sucesiones y arrendamientos</a:t>
            </a:r>
          </a:p>
          <a:p>
            <a:r>
              <a:rPr lang="es-GT" dirty="0"/>
              <a:t>Derecho mercantil: constitución de sociedades</a:t>
            </a:r>
          </a:p>
          <a:p>
            <a:r>
              <a:rPr lang="es-GT" dirty="0"/>
              <a:t>Derecho penal: defensa en audiencias</a:t>
            </a:r>
          </a:p>
        </p:txBody>
      </p:sp>
      <p:graphicFrame>
        <p:nvGraphicFramePr>
          <p:cNvPr id="4" name="Tabla"/>
          <p:cNvGraphicFramePr>
            <a:graphicFrameLocks noGrp="1"/>
          </p:cNvGraphicFramePr>
          <p:nvPr/>
        </p:nvGraphicFramePr>
        <p:xfrm>
          <a:off x="600000" y="3600000"/>
          <a:ext cx="9000000" cy="1500000"/>
        </p:xfrm>
        <a:graphic>
          <a:graphicData uri="http://schemas.openxmlformats.org/drawingml/2006/table">
            <a:tbl>
              <a:tblPr firstRow="1"/>
              <a:tblGrid>
                <a:gridCol w="3000000"/>
                <a:gridCol w="3000000"/>
              </a:tblGrid>
              <a:tr h="370840">
                <a:tc>
                  <a:txBody>
                    <a:bodyPr/>
                    <a:lstStyle/>
                    <a:p>
                      <a:r>
                        <a:rPr lang="es-GT" dirty="0"/>
                        <a:t>Servicio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Descripción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GT" dirty="0"/>
                        <a:t>Laboral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Contratos y reclamos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s-GT" dirty="0"/>
                        <a:t>Mercantil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GT" dirty="0"/>
                        <a:t>Sociedades anónimas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2</a:t>
            </a:fld>
          </a:p>
        </p:txBody>
      </p:sp>
      <p:pic>
        <p:nvPicPr>
          <p:cNvPr id="6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  <p:pic>
        <p:nvPicPr>
          <p:cNvPr id="7" name="Imagen 3" descr="f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  <p:pic>
        <p:nvPicPr>
          <p:cNvPr id="8" name="Imagen 4" descr="f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Quiénes somos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Somos un bufete con atención personalizada.</a:t>
            </a:r>
          </a:p>
          <a:p>
            <a:r>
              <a:rPr lang="es-GT" dirty="0"/>
              <a:t>Atendemos en español e inglés.</a:t>
            </a:r>
          </a:p>
        </p:txBody>
      </p:sp>
      <p:grpSp>
        <p:nvGrpSpPr>
          <p:cNvPr id="5" name="Grupo"/>
          <p:cNvGrpSpPr/>
          <p:nvPr/>
        </p:nvGrpSpPr>
        <p:grpSpPr/>
        <p:sp>
          <p:nvSpPr>
            <p:cNvPr id="4" name="G"/>
            <p:cNvSpPr txBox="1"/>
            <p:nvPr/>
          </p:nvSpPr>
          <p:spPr/>
          <p:txBody>
            <a:bodyPr/>
            <a:lstStyle/>
            <a:p>
              <a:r>
                <a:rPr lang="es-GT" dirty="0"/>
                <a:t>Equipo de abogados y asistentes</a:t>
              </a:r>
            </a:p>
          </p:txBody>
        </p:sp>
      </p:grpSp>
      <p:sp>
        <p:nvSpPr>
          <p:cNvPr id="6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3</a:t>
            </a:fld>
          </a:p>
        </p:txBody>
      </p:sp>
      <p:pic>
        <p:nvPicPr>
          <p:cNvPr id="7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  <p:pic>
        <p:nvPicPr>
          <p:cNvPr id="8" name="Imagen 3" descr="f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  <p:pic>
        <p:nvPicPr>
          <p:cNvPr id="9" name="Imagen 4" descr="f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Contacto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Teléfono: 2345-6789</a:t>
            </a:r>
          </a:p>
          <a:p>
            <a:r>
              <a:rPr lang="es-GT" dirty="0"/>
              <a:t>WhatsApp: +502 5555-1234</a:t>
            </a:r>
          </a:p>
          <a:p>
            <a:r>
              <a:rPr lang="es-GT" dirty="0"/>
              <a:t>Correo: info@mendezasociados.gt</a:t>
            </a:r>
          </a:p>
          <a:p>
            <a:r>
              <a:rPr lang="es-GT" dirty="0"/>
              <a:t>Dirección: 6a avenida 12-34, zona 1, Ciudad de Guatemala</a:t>
            </a:r>
          </a:p>
          <a:p>
            <a:r>
              <a:rPr lang="es-GT" dirty="0"/>
              <a:t>Horario: Lunes a viernes de 8:00 a 17:00</a:t>
            </a:r>
          </a:p>
          <a:p>
            <a:r>
              <a:rPr lang="es-GT" dirty="0"/>
              <a:t>Facebook: https://www.facebook.com/mendezasociados</a:t>
            </a:r>
          </a:p>
        </p:txBody>
      </p:sp>
      <p:sp>
        <p:nvSpPr>
          <p:cNvPr id="4" name="Num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GT"/>
              <a:t>4</a:t>
            </a:fld>
          </a:p>
        </p:txBody>
      </p:sp>
      <p:pic>
        <p:nvPicPr>
          <p:cNvPr id="5" name="Imagen 2" descr="f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  <p:pic>
        <p:nvPicPr>
          <p:cNvPr id="6" name="Imagen 3" descr="f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  <p:pic>
        <p:nvPicPr>
          <p:cNvPr id="7" name="Imagen 4" descr="f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000" y="500000"/>
            <a:ext cx="4000000" cy="30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Presentación</dc:title>
  <dc:creator>Servicom pruebas</dc:creator>
  <dcterms:created xsi:type="dcterms:W3CDTF">2026-01-01T00:00:00Z</dcterms:created>
</cp:coreProperties>
</file>