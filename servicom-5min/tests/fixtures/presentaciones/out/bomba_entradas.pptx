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/>
</p:presentation>
</file>

<file path=ppt/media/f0.txt>
</file>

<file path=ppt/media/f1.txt>
</file>

<file path=ppt/media/f2.txt>
</file>

<file path=ppt/media/f3.txt>
</file>

<file path=ppt/media/f4.txt>
</file>

<file path=ppt/media/f5.txt>
</file>

<file path=ppt/media/f6.txt>
</file>

<file path=ppt/media/f7.txt>
</file>

<file path=ppt/media/f8.txt>
</file>

<file path=ppt/media/f9.txt>
</file>

<file path=ppt/media/f10.txt>
</file>

<file path=ppt/media/f11.txt>
</file>

<file path=ppt/media/f12.txt>
</file>

<file path=ppt/media/f13.txt>
</file>

<file path=ppt/media/f14.txt>
</file>

<file path=ppt/media/f15.txt>
</file>

<file path=ppt/media/f16.txt>
</file>

<file path=ppt/media/f17.txt>
</file>

<file path=ppt/media/f18.txt>
</file>

<file path=ppt/media/f19.txt>
</file>

<file path=ppt/media/f20.txt>
</file>

<file path=ppt/media/f21.txt>
</file>

<file path=ppt/media/f22.txt>
</file>

<file path=ppt/media/f23.txt>
</file>

<file path=ppt/media/f24.txt>
</file>

<file path=ppt/media/f25.txt>
</file>

<file path=ppt/media/f26.txt>
</file>

<file path=ppt/media/f27.txt>
</file>

<file path=ppt/media/f28.txt>
</file>

<file path=ppt/media/f29.txt>
</file>

<file path=ppt/media/f30.txt>
</file>

<file path=ppt/media/f31.txt>
</file>

<file path=ppt/media/f32.txt>
</file>

<file path=ppt/media/f33.txt>
</file>

<file path=ppt/media/f34.txt>
</file>

<file path=ppt/media/f35.txt>
</file>

<file path=ppt/media/f36.txt>
</file>

<file path=ppt/media/f37.txt>
</file>

<file path=ppt/media/f38.txt>
</file>

<file path=ppt/media/f39.txt>
</file>

<file path=ppt/media/f40.txt>
</file>

<file path=ppt/media/f41.txt>
</file>

<file path=ppt/media/f42.txt>
</file>

<file path=ppt/media/f43.txt>
</file>

<file path=ppt/media/f44.txt>
</file>

<file path=ppt/media/f45.txt>
</file>

<file path=ppt/media/f46.txt>
</file>

<file path=ppt/media/f47.txt>
</file>

<file path=ppt/media/f48.txt>
</file>

<file path=ppt/media/f49.txt>
</file>

<file path=ppt/media/f50.txt>
</file>

<file path=ppt/media/f51.txt>
</file>

<file path=ppt/media/f52.txt>
</file>

<file path=ppt/media/f53.txt>
</file>

<file path=ppt/media/f54.txt>
</file>

<file path=ppt/media/f55.txt>
</file>

<file path=ppt/media/f56.txt>
</file>

<file path=ppt/media/f57.txt>
</file>

<file path=ppt/media/f58.txt>
</file>

<file path=ppt/media/f59.txt>
</file>

<file path=ppt/media/f60.txt>
</file>

<file path=ppt/media/f61.txt>
</file>

<file path=ppt/media/f62.txt>
</file>

<file path=ppt/media/f63.txt>
</file>

<file path=ppt/media/f64.txt>
</file>

<file path=ppt/media/f65.txt>
</file>

<file path=ppt/media/f66.txt>
</file>

<file path=ppt/media/f67.txt>
</file>

<file path=ppt/media/f68.txt>
</file>

<file path=ppt/media/f69.txt>
</file>

<file path=ppt/media/f70.txt>
</file>

<file path=ppt/media/f71.txt>
</file>

<file path=ppt/media/f72.txt>
</file>

<file path=ppt/media/f73.txt>
</file>

<file path=ppt/media/f74.txt>
</file>

<file path=ppt/media/f75.txt>
</file>

<file path=ppt/media/f76.txt>
</file>

<file path=ppt/media/f77.txt>
</file>

<file path=ppt/media/f78.txt>
</file>

<file path=ppt/media/f79.txt>
</file>

<file path=ppt/media/f80.txt>
</file>

<file path=ppt/media/f81.txt>
</file>

<file path=ppt/media/f82.txt>
</file>

<file path=ppt/media/f83.txt>
</file>

<file path=ppt/media/f84.txt>
</file>

<file path=ppt/media/f85.txt>
</file>

<file path=ppt/media/f86.txt>
</file>

<file path=ppt/media/f87.txt>
</file>

<file path=ppt/media/f88.txt>
</file>

<file path=ppt/media/f89.txt>
</file>

<file path=ppt/media/f90.txt>
</file>

<file path=ppt/media/f91.txt>
</file>

<file path=ppt/media/f92.txt>
</file>

<file path=ppt/media/f93.txt>
</file>

<file path=ppt/media/f94.txt>
</file>

<file path=ppt/media/f95.txt>
</file>

<file path=ppt/media/f96.txt>
</file>

<file path=ppt/media/f97.txt>
</file>

<file path=ppt/media/f98.txt>
</file>

<file path=ppt/media/f99.txt>
</file>

<file path=ppt/media/f100.txt>
</file>

<file path=ppt/media/f101.txt>
</file>

<file path=ppt/media/f102.txt>
</file>

<file path=ppt/media/f103.txt>
</file>

<file path=ppt/media/f104.txt>
</file>

<file path=ppt/media/f105.txt>
</file>

<file path=ppt/media/f106.txt>
</file>

<file path=ppt/media/f107.txt>
</file>

<file path=ppt/media/f108.txt>
</file>

<file path=ppt/media/f109.txt>
</file>

<file path=ppt/media/f110.txt>
</file>

<file path=ppt/media/f111.txt>
</file>

<file path=ppt/media/f112.txt>
</file>

<file path=ppt/media/f113.txt>
</file>

<file path=ppt/media/f114.txt>
</file>

<file path=ppt/media/f115.txt>
</file>

<file path=ppt/media/f116.txt>
</file>

<file path=ppt/media/f117.txt>
</file>

<file path=ppt/media/f118.txt>
</file>

<file path=ppt/media/f119.txt>
</file>

<file path=ppt/media/f120.txt>
</file>

<file path=ppt/media/f121.txt>
</file>

<file path=ppt/media/f122.txt>
</file>

<file path=ppt/media/f123.txt>
</file>

<file path=ppt/media/f124.txt>
</file>

<file path=ppt/media/f125.txt>
</file>

<file path=ppt/media/f126.txt>
</file>

<file path=ppt/media/f127.txt>
</file>

<file path=ppt/media/f128.txt>
</file>

<file path=ppt/media/f129.txt>
</file>

<file path=ppt/media/f130.txt>
</file>

<file path=ppt/media/f131.txt>
</file>

<file path=ppt/media/f132.txt>
</file>

<file path=ppt/media/f133.txt>
</file>

<file path=ppt/media/f134.txt>
</file>

<file path=ppt/media/f135.txt>
</file>

<file path=ppt/media/f136.txt>
</file>

<file path=ppt/media/f137.txt>
</file>

<file path=ppt/media/f138.txt>
</file>

<file path=ppt/media/f139.txt>
</file>

<file path=ppt/media/f140.txt>
</file>

<file path=ppt/media/f141.txt>
</file>

<file path=ppt/media/f142.txt>
</file>

<file path=ppt/media/f143.txt>
</file>

<file path=ppt/media/f144.txt>
</file>

<file path=ppt/media/f145.txt>
</file>

<file path=ppt/media/f146.txt>
</file>

<file path=ppt/media/f147.txt>
</file>

<file path=ppt/media/f148.txt>
</file>

<file path=ppt/media/f149.txt>
</file>

<file path=ppt/media/f150.txt>
</file>

<file path=ppt/media/f151.txt>
</file>

<file path=ppt/media/f152.txt>
</file>

<file path=ppt/media/f153.txt>
</file>

<file path=ppt/media/f154.txt>
</file>

<file path=ppt/media/f155.txt>
</file>

<file path=ppt/media/f156.txt>
</file>

<file path=ppt/media/f157.txt>
</file>

<file path=ppt/media/f158.txt>
</file>

<file path=ppt/media/f159.txt>
</file>

<file path=ppt/media/f160.txt>
</file>

<file path=ppt/media/f161.txt>
</file>

<file path=ppt/media/f162.txt>
</file>

<file path=ppt/media/f163.txt>
</file>

<file path=ppt/media/f164.txt>
</file>

<file path=ppt/media/f165.txt>
</file>

<file path=ppt/media/f166.txt>
</file>

<file path=ppt/media/f167.txt>
</file>

<file path=ppt/media/f168.txt>
</file>

<file path=ppt/media/f169.txt>
</file>

<file path=ppt/media/f170.txt>
</file>

<file path=ppt/media/f171.txt>
</file>

<file path=ppt/media/f172.txt>
</file>

<file path=ppt/media/f173.txt>
</file>

<file path=ppt/media/f174.txt>
</file>

<file path=ppt/media/f175.txt>
</file>

<file path=ppt/media/f176.txt>
</file>

<file path=ppt/media/f177.txt>
</file>

<file path=ppt/media/f178.txt>
</file>

<file path=ppt/media/f179.txt>
</file>

<file path=ppt/media/f180.txt>
</file>

<file path=ppt/media/f181.txt>
</file>

<file path=ppt/media/f182.txt>
</file>

<file path=ppt/media/f183.txt>
</file>

<file path=ppt/media/f184.txt>
</file>

<file path=ppt/media/f185.txt>
</file>

<file path=ppt/media/f186.txt>
</file>

<file path=ppt/media/f187.txt>
</file>

<file path=ppt/media/f188.txt>
</file>

<file path=ppt/media/f189.txt>
</file>

<file path=ppt/media/f190.txt>
</file>

<file path=ppt/media/f191.txt>
</file>

<file path=ppt/media/f192.txt>
</file>

<file path=ppt/media/f193.txt>
</file>

<file path=ppt/media/f194.txt>
</file>

<file path=ppt/media/f195.txt>
</file>

<file path=ppt/media/f196.txt>
</file>

<file path=ppt/media/f197.txt>
</file>

<file path=ppt/media/f198.txt>
</file>

<file path=ppt/media/f199.txt>
</file>

<file path=ppt/media/f200.txt>
</file>

<file path=ppt/media/f201.txt>
</file>

<file path=ppt/media/f202.txt>
</file>

<file path=ppt/media/f203.txt>
</file>

<file path=ppt/media/f204.txt>
</file>

<file path=ppt/media/f205.txt>
</file>

<file path=ppt/media/f206.txt>
</file>

<file path=ppt/media/f207.txt>
</file>

<file path=ppt/media/f208.txt>
</file>

<file path=ppt/media/f209.txt>
</file>

<file path=ppt/media/f210.txt>
</file>

<file path=ppt/media/f211.txt>
</file>

<file path=ppt/media/f212.txt>
</file>

<file path=ppt/media/f213.txt>
</file>

<file path=ppt/media/f214.txt>
</file>

<file path=ppt/media/f215.txt>
</file>

<file path=ppt/media/f216.txt>
</file>

<file path=ppt/media/f217.txt>
</file>

<file path=ppt/media/f218.txt>
</file>

<file path=ppt/media/f219.txt>
</file>

<file path=ppt/media/f220.txt>
</file>

<file path=ppt/media/f221.txt>
</file>

<file path=ppt/media/f222.txt>
</file>

<file path=ppt/media/f223.txt>
</file>

<file path=ppt/media/f224.txt>
</file>

<file path=ppt/media/f225.txt>
</file>

<file path=ppt/media/f226.txt>
</file>

<file path=ppt/media/f227.txt>
</file>

<file path=ppt/media/f228.txt>
</file>

<file path=ppt/media/f229.txt>
</file>

<file path=ppt/media/f230.txt>
</file>

<file path=ppt/media/f231.txt>
</file>

<file path=ppt/media/f232.txt>
</file>

<file path=ppt/media/f233.txt>
</file>

<file path=ppt/media/f234.txt>
</file>

<file path=ppt/media/f235.txt>
</file>

<file path=ppt/media/f236.txt>
</file>

<file path=ppt/media/f237.txt>
</file>

<file path=ppt/media/f238.txt>
</file>

<file path=ppt/media/f239.txt>
</file>

<file path=ppt/media/f240.txt>
</file>

<file path=ppt/media/f241.txt>
</file>

<file path=ppt/media/f242.txt>
</file>

<file path=ppt/media/f243.txt>
</file>

<file path=ppt/media/f244.txt>
</file>

<file path=ppt/media/f245.txt>
</file>

<file path=ppt/media/f246.txt>
</file>

<file path=ppt/media/f247.txt>
</file>

<file path=ppt/media/f248.txt>
</file>

<file path=ppt/media/f249.txt>
</file>

<file path=ppt/media/f250.txt>
</file>

<file path=ppt/media/f251.txt>
</file>

<file path=ppt/media/f252.txt>
</file>

<file path=ppt/media/f253.txt>
</file>

<file path=ppt/media/f254.txt>
</file>

<file path=ppt/media/f255.txt>
</file>

<file path=ppt/media/f256.txt>
</file>

<file path=ppt/media/f257.txt>
</file>

<file path=ppt/media/f258.txt>
</file>

<file path=ppt/media/f259.txt>
</file>

<file path=ppt/media/f260.txt>
</file>

<file path=ppt/media/f261.txt>
</file>

<file path=ppt/media/f262.txt>
</file>

<file path=ppt/media/f263.txt>
</file>

<file path=ppt/media/f264.txt>
</file>

<file path=ppt/media/f265.txt>
</file>

<file path=ppt/media/f266.txt>
</file>

<file path=ppt/media/f267.txt>
</file>

<file path=ppt/media/f268.txt>
</file>

<file path=ppt/media/f269.txt>
</file>

<file path=ppt/media/f270.txt>
</file>

<file path=ppt/media/f271.txt>
</file>

<file path=ppt/media/f272.txt>
</file>

<file path=ppt/media/f273.txt>
</file>

<file path=ppt/media/f274.txt>
</file>

<file path=ppt/media/f275.txt>
</file>

<file path=ppt/media/f276.txt>
</file>

<file path=ppt/media/f277.txt>
</file>

<file path=ppt/media/f278.txt>
</file>

<file path=ppt/media/f279.txt>
</file>

<file path=ppt/media/f280.txt>
</file>

<file path=ppt/media/f281.txt>
</file>

<file path=ppt/media/f282.txt>
</file>

<file path=ppt/media/f283.txt>
</file>

<file path=ppt/media/f284.txt>
</file>

<file path=ppt/media/f285.txt>
</file>

<file path=ppt/media/f286.txt>
</file>

<file path=ppt/media/f287.txt>
</file>

<file path=ppt/media/f288.txt>
</file>

<file path=ppt/media/f289.txt>
</file>

<file path=ppt/media/f290.txt>
</file>

<file path=ppt/media/f291.txt>
</file>

<file path=ppt/media/f292.txt>
</file>

<file path=ppt/media/f293.txt>
</file>

<file path=ppt/media/f294.txt>
</file>

<file path=ppt/media/f295.txt>
</file>

<file path=ppt/media/f296.txt>
</file>

<file path=ppt/media/f297.txt>
</file>

<file path=ppt/media/f298.txt>
</file>

<file path=ppt/media/f299.txt>
</file>

<file path=ppt/media/f300.txt>
</file>

<file path=ppt/media/f301.txt>
</file>

<file path=ppt/media/f302.txt>
</file>

<file path=ppt/media/f303.txt>
</file>

<file path=ppt/media/f304.txt>
</file>

<file path=ppt/media/f305.txt>
</file>

<file path=ppt/media/f306.txt>
</file>

<file path=ppt/media/f307.txt>
</file>

<file path=ppt/media/f308.txt>
</file>

<file path=ppt/media/f309.txt>
</file>

<file path=ppt/media/f310.txt>
</file>

<file path=ppt/media/f311.txt>
</file>

<file path=ppt/media/f312.txt>
</file>

<file path=ppt/media/f313.txt>
</file>

<file path=ppt/media/f314.txt>
</file>

<file path=ppt/media/f315.txt>
</file>

<file path=ppt/media/f316.txt>
</file>

<file path=ppt/media/f317.txt>
</file>

<file path=ppt/media/f318.txt>
</file>

<file path=ppt/media/f319.txt>
</file>

<file path=ppt/media/f320.txt>
</file>

<file path=ppt/media/f321.txt>
</file>

<file path=ppt/media/f322.txt>
</file>

<file path=ppt/media/f323.txt>
</file>

<file path=ppt/media/f324.txt>
</file>

<file path=ppt/media/f325.txt>
</file>

<file path=ppt/media/f326.txt>
</file>

<file path=ppt/media/f327.txt>
</file>

<file path=ppt/media/f328.txt>
</file>

<file path=ppt/media/f329.txt>
</file>

<file path=ppt/media/f330.txt>
</file>

<file path=ppt/media/f331.txt>
</file>

<file path=ppt/media/f332.txt>
</file>

<file path=ppt/media/f333.txt>
</file>

<file path=ppt/media/f334.txt>
</file>

<file path=ppt/media/f335.txt>
</file>

<file path=ppt/media/f336.txt>
</file>

<file path=ppt/media/f337.txt>
</file>

<file path=ppt/media/f338.txt>
</file>

<file path=ppt/media/f339.txt>
</file>

<file path=ppt/media/f340.txt>
</file>

<file path=ppt/media/f341.txt>
</file>

<file path=ppt/media/f342.txt>
</file>

<file path=ppt/media/f343.txt>
</file>

<file path=ppt/media/f344.txt>
</file>

<file path=ppt/media/f345.txt>
</file>

<file path=ppt/media/f346.txt>
</file>

<file path=ppt/media/f347.txt>
</file>

<file path=ppt/media/f348.txt>
</file>

<file path=ppt/media/f349.txt>
</file>

<file path=ppt/media/f350.txt>
</file>

<file path=ppt/media/f351.txt>
</file>

<file path=ppt/media/f352.txt>
</file>

<file path=ppt/media/f353.txt>
</file>

<file path=ppt/media/f354.txt>
</file>

<file path=ppt/media/f355.txt>
</file>

<file path=ppt/media/f356.txt>
</file>

<file path=ppt/media/f357.txt>
</file>

<file path=ppt/media/f358.txt>
</file>

<file path=ppt/media/f359.txt>
</file>

<file path=ppt/media/f360.txt>
</file>

<file path=ppt/media/f361.txt>
</file>

<file path=ppt/media/f362.txt>
</file>

<file path=ppt/media/f363.txt>
</file>

<file path=ppt/media/f364.txt>
</file>

<file path=ppt/media/f365.txt>
</file>

<file path=ppt/media/f366.txt>
</file>

<file path=ppt/media/f367.txt>
</file>

<file path=ppt/media/f368.txt>
</file>

<file path=ppt/media/f369.txt>
</file>

<file path=ppt/media/f370.txt>
</file>

<file path=ppt/media/f371.txt>
</file>

<file path=ppt/media/f372.txt>
</file>

<file path=ppt/media/f373.txt>
</file>

<file path=ppt/media/f374.txt>
</file>

<file path=ppt/media/f375.txt>
</file>

<file path=ppt/media/f376.txt>
</file>

<file path=ppt/media/f377.txt>
</file>

<file path=ppt/media/f378.txt>
</file>

<file path=ppt/media/f379.txt>
</file>

<file path=ppt/media/f380.txt>
</file>

<file path=ppt/media/f381.txt>
</file>

<file path=ppt/media/f382.txt>
</file>

<file path=ppt/media/f383.txt>
</file>

<file path=ppt/media/f384.txt>
</file>

<file path=ppt/media/f385.txt>
</file>

<file path=ppt/media/f386.txt>
</file>

<file path=ppt/media/f387.txt>
</file>

<file path=ppt/media/f388.txt>
</file>

<file path=ppt/media/f389.txt>
</file>

<file path=ppt/media/f390.txt>
</file>

<file path=ppt/media/f391.txt>
</file>

<file path=ppt/media/f392.txt>
</file>

<file path=ppt/media/f393.txt>
</file>

<file path=ppt/media/f394.txt>
</file>

<file path=ppt/media/f395.txt>
</file>

<file path=ppt/media/f396.txt>
</file>

<file path=ppt/media/f397.txt>
</file>

<file path=ppt/media/f398.txt>
</file>

<file path=ppt/media/f399.txt>
</file>

<file path=ppt/media/f400.txt>
</file>

<file path=ppt/media/f401.txt>
</file>

<file path=ppt/media/f402.txt>
</file>

<file path=ppt/media/f403.txt>
</file>

<file path=ppt/media/f404.txt>
</file>

<file path=ppt/media/f405.txt>
</file>

<file path=ppt/media/f406.txt>
</file>

<file path=ppt/media/f407.txt>
</file>

<file path=ppt/media/f408.txt>
</file>

<file path=ppt/media/f409.txt>
</file>

<file path=ppt/media/f410.txt>
</file>

<file path=ppt/media/f411.txt>
</file>

<file path=ppt/media/f412.txt>
</file>

<file path=ppt/media/f413.txt>
</file>

<file path=ppt/media/f414.txt>
</file>

<file path=ppt/media/f415.txt>
</file>

<file path=ppt/media/f416.txt>
</file>

<file path=ppt/media/f417.txt>
</file>

<file path=ppt/media/f418.txt>
</file>

<file path=ppt/media/f419.txt>
</file>

<file path=ppt/media/f420.txt>
</file>

<file path=ppt/media/f421.txt>
</file>

<file path=ppt/media/f422.txt>
</file>

<file path=ppt/media/f423.txt>
</file>

<file path=ppt/media/f424.txt>
</file>

<file path=ppt/media/f425.txt>
</file>

<file path=ppt/media/f426.txt>
</file>

<file path=ppt/media/f427.txt>
</file>

<file path=ppt/media/f428.txt>
</file>

<file path=ppt/media/f429.txt>
</file>

<file path=ppt/media/f430.txt>
</file>

<file path=ppt/media/f431.txt>
</file>

<file path=ppt/media/f432.txt>
</file>

<file path=ppt/media/f433.txt>
</file>

<file path=ppt/media/f434.txt>
</file>

<file path=ppt/media/f435.txt>
</file>

<file path=ppt/media/f436.txt>
</file>

<file path=ppt/media/f437.txt>
</file>

<file path=ppt/media/f438.txt>
</file>

<file path=ppt/media/f439.txt>
</file>

<file path=ppt/media/f440.txt>
</file>

<file path=ppt/media/f441.txt>
</file>

<file path=ppt/media/f442.txt>
</file>

<file path=ppt/media/f443.txt>
</file>

<file path=ppt/media/f444.txt>
</file>

<file path=ppt/media/f445.txt>
</file>

<file path=ppt/media/f446.txt>
</file>

<file path=ppt/media/f447.txt>
</file>

<file path=ppt/media/f448.txt>
</file>

<file path=ppt/media/f449.txt>
</file>

<file path=ppt/media/f450.txt>
</file>

<file path=ppt/media/f451.txt>
</file>

<file path=ppt/media/f452.txt>
</file>

<file path=ppt/media/f453.txt>
</file>

<file path=ppt/media/f454.txt>
</file>

<file path=ppt/media/f455.txt>
</file>

<file path=ppt/media/f456.txt>
</file>

<file path=ppt/media/f457.txt>
</file>

<file path=ppt/media/f458.txt>
</file>

<file path=ppt/media/f459.txt>
</file>

<file path=ppt/media/f460.txt>
</file>

<file path=ppt/media/f461.txt>
</file>

<file path=ppt/media/f462.txt>
</file>

<file path=ppt/media/f463.txt>
</file>

<file path=ppt/media/f464.txt>
</file>

<file path=ppt/media/f465.txt>
</file>

<file path=ppt/media/f466.txt>
</file>

<file path=ppt/media/f467.txt>
</file>

<file path=ppt/media/f468.txt>
</file>

<file path=ppt/media/f469.txt>
</file>

<file path=ppt/media/f470.txt>
</file>

<file path=ppt/media/f471.txt>
</file>

<file path=ppt/media/f472.txt>
</file>

<file path=ppt/media/f473.txt>
</file>

<file path=ppt/media/f474.txt>
</file>

<file path=ppt/media/f475.txt>
</file>

<file path=ppt/media/f476.txt>
</file>

<file path=ppt/media/f477.txt>
</file>

<file path=ppt/media/f478.txt>
</file>

<file path=ppt/media/f479.txt>
</file>

<file path=ppt/media/f480.txt>
</file>

<file path=ppt/media/f481.txt>
</file>

<file path=ppt/media/f482.txt>
</file>

<file path=ppt/media/f483.txt>
</file>

<file path=ppt/media/f484.txt>
</file>

<file path=ppt/media/f485.txt>
</file>

<file path=ppt/media/f486.txt>
</file>

<file path=ppt/media/f487.txt>
</file>

<file path=ppt/media/f488.txt>
</file>

<file path=ppt/media/f489.txt>
</file>

<file path=ppt/media/f490.txt>
</file>

<file path=ppt/media/f491.txt>
</file>

<file path=ppt/media/f492.txt>
</file>

<file path=ppt/media/f493.txt>
</file>

<file path=ppt/media/f494.txt>
</file>

<file path=ppt/media/f495.txt>
</file>

<file path=ppt/media/f496.txt>
</file>

<file path=ppt/media/f497.txt>
</file>

<file path=ppt/media/f498.txt>
</file>

<file path=ppt/media/f499.txt>
</file>

<file path=ppt/media/f500.txt>
</file>

<file path=ppt/media/f501.txt>
</file>

<file path=ppt/media/f502.txt>
</file>

<file path=ppt/media/f503.txt>
</file>

<file path=ppt/media/f504.txt>
</file>

<file path=ppt/media/f505.txt>
</file>

<file path=ppt/media/f506.txt>
</file>

<file path=ppt/media/f507.txt>
</file>

<file path=ppt/media/f508.txt>
</file>

<file path=ppt/media/f509.txt>
</file>

<file path=ppt/media/f510.txt>
</file>

<file path=ppt/media/f511.txt>
</file>

<file path=ppt/media/f512.txt>
</file>

<file path=ppt/media/f513.txt>
</file>

<file path=ppt/media/f514.txt>
</file>

<file path=ppt/media/f515.txt>
</file>

<file path=ppt/media/f516.txt>
</file>

<file path=ppt/media/f517.txt>
</file>

<file path=ppt/media/f518.txt>
</file>

<file path=ppt/media/f519.txt>
</file>

<file path=ppt/media/f520.txt>
</file>

<file path=ppt/media/f521.txt>
</file>

<file path=ppt/media/f522.txt>
</file>

<file path=ppt/media/f523.txt>
</file>

<file path=ppt/media/f524.txt>
</file>

<file path=ppt/media/f525.txt>
</file>

<file path=ppt/media/f526.txt>
</file>

<file path=ppt/media/f527.txt>
</file>

<file path=ppt/media/f528.txt>
</file>

<file path=ppt/media/f529.txt>
</file>

<file path=ppt/media/f530.txt>
</file>

<file path=ppt/media/f531.txt>
</file>

<file path=ppt/media/f532.txt>
</file>

<file path=ppt/media/f533.txt>
</file>

<file path=ppt/media/f534.txt>
</file>

<file path=ppt/media/f535.txt>
</file>

<file path=ppt/media/f536.txt>
</file>

<file path=ppt/media/f537.txt>
</file>

<file path=ppt/media/f538.txt>
</file>

<file path=ppt/media/f539.txt>
</file>

<file path=ppt/media/f540.txt>
</file>

<file path=ppt/media/f541.txt>
</file>

<file path=ppt/media/f542.txt>
</file>

<file path=ppt/media/f543.txt>
</file>

<file path=ppt/media/f544.txt>
</file>

<file path=ppt/media/f545.txt>
</file>

<file path=ppt/media/f546.txt>
</file>

<file path=ppt/media/f547.txt>
</file>

<file path=ppt/media/f548.txt>
</file>

<file path=ppt/media/f549.txt>
</file>

<file path=ppt/media/f550.txt>
</file>

<file path=ppt/media/f551.txt>
</file>

<file path=ppt/media/f552.txt>
</file>

<file path=ppt/media/f553.txt>
</file>

<file path=ppt/media/f554.txt>
</file>

<file path=ppt/media/f555.txt>
</file>

<file path=ppt/media/f556.txt>
</file>

<file path=ppt/media/f557.txt>
</file>

<file path=ppt/media/f558.txt>
</file>

<file path=ppt/media/f559.txt>
</file>

<file path=ppt/media/f560.txt>
</file>

<file path=ppt/media/f561.txt>
</file>

<file path=ppt/media/f562.txt>
</file>

<file path=ppt/media/f563.txt>
</file>

<file path=ppt/media/f564.txt>
</file>

<file path=ppt/media/f565.txt>
</file>

<file path=ppt/media/f566.txt>
</file>

<file path=ppt/media/f567.txt>
</file>

<file path=ppt/media/f568.txt>
</file>

<file path=ppt/media/f569.txt>
</file>

<file path=ppt/media/f570.txt>
</file>

<file path=ppt/media/f571.txt>
</file>

<file path=ppt/media/f572.txt>
</file>

<file path=ppt/media/f573.txt>
</file>

<file path=ppt/media/f574.txt>
</file>

<file path=ppt/media/f575.txt>
</file>

<file path=ppt/media/f576.txt>
</file>

<file path=ppt/media/f577.txt>
</file>

<file path=ppt/media/f578.txt>
</file>

<file path=ppt/media/f579.txt>
</file>

<file path=ppt/media/f580.txt>
</file>

<file path=ppt/media/f581.txt>
</file>

<file path=ppt/media/f582.txt>
</file>

<file path=ppt/media/f583.txt>
</file>

<file path=ppt/media/f584.txt>
</file>

<file path=ppt/media/f585.txt>
</file>

<file path=ppt/media/f586.txt>
</file>

<file path=ppt/media/f587.txt>
</file>

<file path=ppt/media/f588.txt>
</file>

<file path=ppt/media/f589.txt>
</file>

<file path=ppt/media/f590.txt>
</file>

<file path=ppt/media/f591.txt>
</file>

<file path=ppt/media/f592.txt>
</file>

<file path=ppt/media/f593.txt>
</file>

<file path=ppt/media/f594.txt>
</file>

<file path=ppt/media/f595.txt>
</file>

<file path=ppt/media/f596.txt>
</file>

<file path=ppt/media/f597.txt>
</file>

<file path=ppt/media/f598.txt>
</file>

<file path=ppt/media/f599.txt>
</file>

<file path=ppt/media/f600.txt>
</file>

<file path=ppt/media/f601.txt>
</file>

<file path=ppt/media/f602.txt>
</file>

<file path=ppt/media/f603.txt>
</file>

<file path=ppt/media/f604.txt>
</file>

<file path=ppt/media/f605.txt>
</file>

<file path=ppt/media/f606.txt>
</file>

<file path=ppt/media/f607.txt>
</file>

<file path=ppt/media/f608.txt>
</file>

<file path=ppt/media/f609.txt>
</file>

<file path=ppt/media/f610.txt>
</file>

<file path=ppt/media/f611.txt>
</file>

<file path=ppt/media/f612.txt>
</file>

<file path=ppt/media/f613.txt>
</file>

<file path=ppt/media/f614.txt>
</file>

<file path=ppt/media/f615.txt>
</file>

<file path=ppt/media/f616.txt>
</file>

<file path=ppt/media/f617.txt>
</file>

<file path=ppt/media/f618.txt>
</file>

<file path=ppt/media/f619.txt>
</file>

<file path=ppt/media/f620.txt>
</file>

<file path=ppt/media/f621.txt>
</file>

<file path=ppt/media/f622.txt>
</file>

<file path=ppt/media/f623.txt>
</file>

<file path=ppt/media/f624.txt>
</file>

<file path=ppt/media/f625.txt>
</file>

<file path=ppt/media/f626.txt>
</file>

<file path=ppt/media/f627.txt>
</file>

<file path=ppt/media/f628.txt>
</file>

<file path=ppt/media/f629.txt>
</file>

<file path=ppt/media/f630.txt>
</file>

<file path=ppt/media/f631.txt>
</file>

<file path=ppt/media/f632.txt>
</file>

<file path=ppt/media/f633.txt>
</file>

<file path=ppt/media/f634.txt>
</file>

<file path=ppt/media/f635.txt>
</file>

<file path=ppt/media/f636.txt>
</file>

<file path=ppt/media/f637.txt>
</file>

<file path=ppt/media/f638.txt>
</file>

<file path=ppt/media/f639.txt>
</file>

<file path=ppt/media/f640.txt>
</file>

<file path=ppt/media/f641.txt>
</file>

<file path=ppt/media/f642.txt>
</file>

<file path=ppt/media/f643.txt>
</file>

<file path=ppt/media/f644.txt>
</file>

<file path=ppt/media/f645.txt>
</file>

<file path=ppt/media/f646.txt>
</file>

<file path=ppt/media/f647.txt>
</file>

<file path=ppt/media/f648.txt>
</file>

<file path=ppt/media/f649.txt>
</file>

<file path=ppt/media/f650.txt>
</file>

<file path=ppt/media/f651.txt>
</file>

<file path=ppt/media/f652.txt>
</file>

<file path=ppt/media/f653.txt>
</file>

<file path=ppt/media/f654.txt>
</file>

<file path=ppt/media/f655.txt>
</file>

<file path=ppt/media/f656.txt>
</file>

<file path=ppt/media/f657.txt>
</file>

<file path=ppt/media/f658.txt>
</file>

<file path=ppt/media/f659.txt>
</file>

<file path=ppt/media/f660.txt>
</file>

<file path=ppt/media/f661.txt>
</file>

<file path=ppt/media/f662.txt>
</file>

<file path=ppt/media/f663.txt>
</file>

<file path=ppt/media/f664.txt>
</file>

<file path=ppt/media/f665.txt>
</file>

<file path=ppt/media/f666.txt>
</file>

<file path=ppt/media/f667.txt>
</file>

<file path=ppt/media/f668.txt>
</file>

<file path=ppt/media/f669.txt>
</file>

<file path=ppt/media/f670.txt>
</file>

<file path=ppt/media/f671.txt>
</file>

<file path=ppt/media/f672.txt>
</file>

<file path=ppt/media/f673.txt>
</file>

<file path=ppt/media/f674.txt>
</file>

<file path=ppt/media/f675.txt>
</file>

<file path=ppt/media/f676.txt>
</file>

<file path=ppt/media/f677.txt>
</file>

<file path=ppt/media/f678.txt>
</file>

<file path=ppt/media/f679.txt>
</file>

<file path=ppt/media/f680.txt>
</file>

<file path=ppt/media/f681.txt>
</file>

<file path=ppt/media/f682.txt>
</file>

<file path=ppt/media/f683.txt>
</file>

<file path=ppt/media/f684.txt>
</file>

<file path=ppt/media/f685.txt>
</file>

<file path=ppt/media/f686.txt>
</file>

<file path=ppt/media/f687.txt>
</file>

<file path=ppt/media/f688.txt>
</file>

<file path=ppt/media/f689.txt>
</file>

<file path=ppt/media/f690.txt>
</file>

<file path=ppt/media/f691.txt>
</file>

<file path=ppt/media/f692.txt>
</file>

<file path=ppt/media/f693.txt>
</file>

<file path=ppt/media/f694.txt>
</file>

<file path=ppt/media/f695.txt>
</file>

<file path=ppt/media/f696.txt>
</file>

<file path=ppt/media/f697.txt>
</file>

<file path=ppt/media/f698.txt>
</file>

<file path=ppt/media/f699.txt>
</file>

<file path=ppt/media/f700.txt>
</file>

<file path=ppt/media/f701.txt>
</file>

<file path=ppt/media/f702.txt>
</file>

<file path=ppt/media/f703.txt>
</file>

<file path=ppt/media/f704.txt>
</file>

<file path=ppt/media/f705.txt>
</file>

<file path=ppt/media/f706.txt>
</file>

<file path=ppt/media/f707.txt>
</file>

<file path=ppt/media/f708.txt>
</file>

<file path=ppt/media/f709.txt>
</file>

<file path=ppt/media/f710.txt>
</file>

<file path=ppt/media/f711.txt>
</file>

<file path=ppt/media/f712.txt>
</file>

<file path=ppt/media/f713.txt>
</file>

<file path=ppt/media/f714.txt>
</file>

<file path=ppt/media/f715.txt>
</file>

<file path=ppt/media/f716.txt>
</file>

<file path=ppt/media/f717.txt>
</file>

<file path=ppt/media/f718.txt>
</file>

<file path=ppt/media/f719.txt>
</file>

<file path=ppt/media/f720.txt>
</file>

<file path=ppt/media/f721.txt>
</file>

<file path=ppt/media/f722.txt>
</file>

<file path=ppt/media/f723.txt>
</file>

<file path=ppt/media/f724.txt>
</file>

<file path=ppt/media/f725.txt>
</file>

<file path=ppt/media/f726.txt>
</file>

<file path=ppt/media/f727.txt>
</file>

<file path=ppt/media/f728.txt>
</file>

<file path=ppt/media/f729.txt>
</file>

<file path=ppt/media/f730.txt>
</file>

<file path=ppt/media/f731.txt>
</file>

<file path=ppt/media/f732.txt>
</file>

<file path=ppt/media/f733.txt>
</file>

<file path=ppt/media/f734.txt>
</file>

<file path=ppt/media/f735.txt>
</file>

<file path=ppt/media/f736.txt>
</file>

<file path=ppt/media/f737.txt>
</file>

<file path=ppt/media/f738.txt>
</file>

<file path=ppt/media/f739.txt>
</file>

<file path=ppt/media/f740.txt>
</file>

<file path=ppt/media/f741.txt>
</file>

<file path=ppt/media/f742.txt>
</file>

<file path=ppt/media/f743.txt>
</file>

<file path=ppt/media/f744.txt>
</file>

<file path=ppt/media/f745.txt>
</file>

<file path=ppt/media/f746.txt>
</file>

<file path=ppt/media/f747.txt>
</file>

<file path=ppt/media/f748.txt>
</file>

<file path=ppt/media/f749.txt>
</file>

<file path=ppt/media/f750.txt>
</file>

<file path=ppt/media/f751.txt>
</file>

<file path=ppt/media/f752.txt>
</file>

<file path=ppt/media/f753.txt>
</file>

<file path=ppt/media/f754.txt>
</file>

<file path=ppt/media/f755.txt>
</file>

<file path=ppt/media/f756.txt>
</file>

<file path=ppt/media/f757.txt>
</file>

<file path=ppt/media/f758.txt>
</file>

<file path=ppt/media/f759.txt>
</file>

<file path=ppt/media/f760.txt>
</file>

<file path=ppt/media/f761.txt>
</file>

<file path=ppt/media/f762.txt>
</file>

<file path=ppt/media/f763.txt>
</file>

<file path=ppt/media/f764.txt>
</file>

<file path=ppt/media/f765.txt>
</file>

<file path=ppt/media/f766.txt>
</file>

<file path=ppt/media/f767.txt>
</file>

<file path=ppt/media/f768.txt>
</file>

<file path=ppt/media/f769.txt>
</file>

<file path=ppt/media/f770.txt>
</file>

<file path=ppt/media/f771.txt>
</file>

<file path=ppt/media/f772.txt>
</file>

<file path=ppt/media/f773.txt>
</file>

<file path=ppt/media/f774.txt>
</file>

<file path=ppt/media/f775.txt>
</file>

<file path=ppt/media/f776.txt>
</file>

<file path=ppt/media/f777.txt>
</file>

<file path=ppt/media/f778.txt>
</file>

<file path=ppt/media/f779.txt>
</file>

<file path=ppt/media/f780.txt>
</file>

<file path=ppt/media/f781.txt>
</file>

<file path=ppt/media/f782.txt>
</file>

<file path=ppt/media/f783.txt>
</file>

<file path=ppt/media/f784.txt>
</file>

<file path=ppt/media/f785.txt>
</file>

<file path=ppt/media/f786.txt>
</file>

<file path=ppt/media/f787.txt>
</file>

<file path=ppt/media/f788.txt>
</file>

<file path=ppt/media/f789.txt>
</file>

<file path=ppt/media/f790.txt>
</file>

<file path=ppt/media/f791.txt>
</file>

<file path=ppt/media/f792.txt>
</file>

<file path=ppt/media/f793.txt>
</file>

<file path=ppt/media/f794.txt>
</file>

<file path=ppt/media/f795.txt>
</file>

<file path=ppt/media/f796.txt>
</file>

<file path=ppt/media/f797.txt>
</file>

<file path=ppt/media/f798.txt>
</file>

<file path=ppt/media/f799.txt>
</file>

<file path=ppt/media/f800.txt>
</file>

<file path=ppt/media/f801.txt>
</file>

<file path=ppt/media/f802.txt>
</file>

<file path=ppt/media/f803.txt>
</file>

<file path=ppt/media/f804.txt>
</file>

<file path=ppt/media/f805.txt>
</file>

<file path=ppt/media/f806.txt>
</file>

<file path=ppt/media/f807.txt>
</file>

<file path=ppt/media/f808.txt>
</file>

<file path=ppt/media/f809.txt>
</file>

<file path=ppt/media/f810.txt>
</file>

<file path=ppt/media/f811.txt>
</file>

<file path=ppt/media/f812.txt>
</file>

<file path=ppt/media/f813.txt>
</file>

<file path=ppt/media/f814.txt>
</file>

<file path=ppt/media/f815.txt>
</file>

<file path=ppt/media/f816.txt>
</file>

<file path=ppt/media/f817.txt>
</file>

<file path=ppt/media/f818.txt>
</file>

<file path=ppt/media/f819.txt>
</file>

<file path=ppt/media/f820.txt>
</file>

<file path=ppt/media/f821.txt>
</file>

<file path=ppt/media/f822.txt>
</file>

<file path=ppt/media/f823.txt>
</file>

<file path=ppt/media/f824.txt>
</file>

<file path=ppt/media/f825.txt>
</file>

<file path=ppt/media/f826.txt>
</file>

<file path=ppt/media/f827.txt>
</file>

<file path=ppt/media/f828.txt>
</file>

<file path=ppt/media/f829.txt>
</file>

<file path=ppt/media/f830.txt>
</file>

<file path=ppt/media/f831.txt>
</file>

<file path=ppt/media/f832.txt>
</file>

<file path=ppt/media/f833.txt>
</file>

<file path=ppt/media/f834.txt>
</file>

<file path=ppt/media/f835.txt>
</file>

<file path=ppt/media/f836.txt>
</file>

<file path=ppt/media/f837.txt>
</file>

<file path=ppt/media/f838.txt>
</file>

<file path=ppt/media/f839.txt>
</file>

<file path=ppt/media/f840.txt>
</file>

<file path=ppt/media/f841.txt>
</file>

<file path=ppt/media/f842.txt>
</file>

<file path=ppt/media/f843.txt>
</file>

<file path=ppt/media/f844.txt>
</file>

<file path=ppt/media/f845.txt>
</file>

<file path=ppt/media/f846.txt>
</file>

<file path=ppt/media/f847.txt>
</file>

<file path=ppt/media/f848.txt>
</file>

<file path=ppt/media/f849.txt>
</file>

<file path=ppt/media/f850.txt>
</file>

<file path=ppt/media/f851.txt>
</file>

<file path=ppt/media/f852.txt>
</file>

<file path=ppt/media/f853.txt>
</file>

<file path=ppt/media/f854.txt>
</file>

<file path=ppt/media/f855.txt>
</file>

<file path=ppt/media/f856.txt>
</file>

<file path=ppt/media/f857.txt>
</file>

<file path=ppt/media/f858.txt>
</file>

<file path=ppt/media/f859.txt>
</file>

<file path=ppt/media/f860.txt>
</file>

<file path=ppt/media/f861.txt>
</file>

<file path=ppt/media/f862.txt>
</file>

<file path=ppt/media/f863.txt>
</file>

<file path=ppt/media/f864.txt>
</file>

<file path=ppt/media/f865.txt>
</file>

<file path=ppt/media/f866.txt>
</file>

<file path=ppt/media/f867.txt>
</file>

<file path=ppt/media/f868.txt>
</file>

<file path=ppt/media/f869.txt>
</file>

<file path=ppt/media/f870.txt>
</file>

<file path=ppt/media/f871.txt>
</file>

<file path=ppt/media/f872.txt>
</file>

<file path=ppt/media/f873.txt>
</file>

<file path=ppt/media/f874.txt>
</file>

<file path=ppt/media/f875.txt>
</file>

<file path=ppt/media/f876.txt>
</file>

<file path=ppt/media/f877.txt>
</file>

<file path=ppt/media/f878.txt>
</file>

<file path=ppt/media/f879.txt>
</file>

<file path=ppt/media/f880.txt>
</file>

<file path=ppt/media/f881.txt>
</file>

<file path=ppt/media/f882.txt>
</file>

<file path=ppt/media/f883.txt>
</file>

<file path=ppt/media/f884.txt>
</file>

<file path=ppt/media/f885.txt>
</file>

<file path=ppt/media/f886.txt>
</file>

<file path=ppt/media/f887.txt>
</file>

<file path=ppt/media/f888.txt>
</file>

<file path=ppt/media/f889.txt>
</file>

<file path=ppt/media/f890.txt>
</file>

<file path=ppt/media/f891.txt>
</file>

<file path=ppt/media/f892.txt>
</file>

<file path=ppt/media/f893.txt>
</file>

<file path=ppt/media/f894.txt>
</file>

<file path=ppt/media/f895.txt>
</file>

<file path=ppt/media/f896.txt>
</file>

<file path=ppt/media/f897.txt>
</file>

<file path=ppt/media/f898.txt>
</file>

<file path=ppt/media/f899.txt>
</file>

<file path=ppt/media/f900.txt>
</file>

<file path=ppt/media/f901.txt>
</file>

<file path=ppt/media/f902.txt>
</file>

<file path=ppt/media/f903.txt>
</file>

<file path=ppt/media/f904.txt>
</file>

<file path=ppt/media/f905.txt>
</file>

<file path=ppt/media/f906.txt>
</file>

<file path=ppt/media/f907.txt>
</file>

<file path=ppt/media/f908.txt>
</file>

<file path=ppt/media/f909.txt>
</file>

<file path=ppt/media/f910.txt>
</file>

<file path=ppt/media/f911.txt>
</file>

<file path=ppt/media/f912.txt>
</file>

<file path=ppt/media/f913.txt>
</file>

<file path=ppt/media/f914.txt>
</file>

<file path=ppt/media/f915.txt>
</file>

<file path=ppt/media/f916.txt>
</file>

<file path=ppt/media/f917.txt>
</file>

<file path=ppt/media/f918.txt>
</file>

<file path=ppt/media/f919.txt>
</file>

<file path=ppt/media/f920.txt>
</file>

<file path=ppt/media/f921.txt>
</file>

<file path=ppt/media/f922.txt>
</file>

<file path=ppt/media/f923.txt>
</file>

<file path=ppt/media/f924.txt>
</file>

<file path=ppt/media/f925.txt>
</file>

<file path=ppt/media/f926.txt>
</file>

<file path=ppt/media/f927.txt>
</file>

<file path=ppt/media/f928.txt>
</file>

<file path=ppt/media/f929.txt>
</file>

<file path=ppt/media/f930.txt>
</file>

<file path=ppt/media/f931.txt>
</file>

<file path=ppt/media/f932.txt>
</file>

<file path=ppt/media/f933.txt>
</file>

<file path=ppt/media/f934.txt>
</file>

<file path=ppt/media/f935.txt>
</file>

<file path=ppt/media/f936.txt>
</file>

<file path=ppt/media/f937.txt>
</file>

<file path=ppt/media/f938.txt>
</file>

<file path=ppt/media/f939.txt>
</file>

<file path=ppt/media/f940.txt>
</file>

<file path=ppt/media/f941.txt>
</file>

<file path=ppt/media/f942.txt>
</file>

<file path=ppt/media/f943.txt>
</file>

<file path=ppt/media/f944.txt>
</file>

<file path=ppt/media/f945.txt>
</file>

<file path=ppt/media/f946.txt>
</file>

<file path=ppt/media/f947.txt>
</file>

<file path=ppt/media/f948.txt>
</file>

<file path=ppt/media/f949.txt>
</file>

<file path=ppt/media/f950.txt>
</file>

<file path=ppt/media/f951.txt>
</file>

<file path=ppt/media/f952.txt>
</file>

<file path=ppt/media/f953.txt>
</file>

<file path=ppt/media/f954.txt>
</file>

<file path=ppt/media/f955.txt>
</file>

<file path=ppt/media/f956.txt>
</file>

<file path=ppt/media/f957.txt>
</file>

<file path=ppt/media/f958.txt>
</file>

<file path=ppt/media/f959.txt>
</file>

<file path=ppt/media/f960.txt>
</file>

<file path=ppt/media/f961.txt>
</file>

<file path=ppt/media/f962.txt>
</file>

<file path=ppt/media/f963.txt>
</file>

<file path=ppt/media/f964.txt>
</file>

<file path=ppt/media/f965.txt>
</file>

<file path=ppt/media/f966.txt>
</file>

<file path=ppt/media/f967.txt>
</file>

<file path=ppt/media/f968.txt>
</file>

<file path=ppt/media/f969.txt>
</file>

<file path=ppt/media/f970.txt>
</file>

<file path=ppt/media/f971.txt>
</file>

<file path=ppt/media/f972.txt>
</file>

<file path=ppt/media/f973.txt>
</file>

<file path=ppt/media/f974.txt>
</file>

<file path=ppt/media/f975.txt>
</file>

<file path=ppt/media/f976.txt>
</file>

<file path=ppt/media/f977.txt>
</file>

<file path=ppt/media/f978.txt>
</file>

<file path=ppt/media/f979.txt>
</file>

<file path=ppt/media/f980.txt>
</file>

<file path=ppt/media/f981.txt>
</file>

<file path=ppt/media/f982.txt>
</file>

<file path=ppt/media/f983.txt>
</file>

<file path=ppt/media/f984.txt>
</file>

<file path=ppt/media/f985.txt>
</file>

<file path=ppt/media/f986.txt>
</file>

<file path=ppt/media/f987.txt>
</file>

<file path=ppt/media/f988.txt>
</file>

<file path=ppt/media/f989.txt>
</file>

<file path=ppt/media/f990.txt>
</file>

<file path=ppt/media/f991.txt>
</file>

<file path=ppt/media/f992.txt>
</file>

<file path=ppt/media/f993.txt>
</file>

<file path=ppt/media/f994.txt>
</file>

<file path=ppt/media/f995.txt>
</file>

<file path=ppt/media/f996.txt>
</file>

<file path=ppt/media/f997.txt>
</file>

<file path=ppt/media/f998.txt>
</file>

<file path=ppt/media/f999.txt>
</file>

<file path=ppt/media/f1000.txt>
</file>

<file path=ppt/media/f1001.txt>
</file>

<file path=ppt/media/f1002.txt>
</file>

<file path=ppt/media/f1003.txt>
</file>

<file path=ppt/media/f1004.txt>
</file>

<file path=ppt/media/f1005.txt>
</file>

<file path=ppt/media/f1006.txt>
</file>

<file path=ppt/media/f1007.txt>
</file>

<file path=ppt/media/f1008.txt>
</file>

<file path=ppt/media/f1009.txt>
</file>

<file path=ppt/media/f1010.txt>
</file>

<file path=ppt/media/f1011.txt>
</file>

<file path=ppt/media/f1012.txt>
</file>

<file path=ppt/media/f1013.txt>
</file>

<file path=ppt/media/f1014.txt>
</file>

<file path=ppt/media/f1015.txt>
</file>

<file path=ppt/media/f1016.txt>
</file>

<file path=ppt/media/f1017.txt>
</file>

<file path=ppt/media/f1018.txt>
</file>

<file path=ppt/media/f1019.txt>
</file>

<file path=ppt/media/f1020.txt>
</file>

<file path=ppt/media/f1021.txt>
</file>

<file path=ppt/media/f1022.txt>
</file>

<file path=ppt/media/f1023.txt>
</file>

<file path=ppt/media/f1024.txt>
</file>

<file path=ppt/media/f1025.txt>
</file>

<file path=ppt/media/f1026.txt>
</file>

<file path=ppt/media/f1027.txt>
</file>

<file path=ppt/media/f1028.txt>
</file>

<file path=ppt/media/f1029.txt>
</file>

<file path=ppt/media/f1030.txt>
</file>

<file path=ppt/media/f1031.txt>
</file>

<file path=ppt/media/f1032.txt>
</file>

<file path=ppt/media/f1033.txt>
</file>

<file path=ppt/media/f1034.txt>
</file>

<file path=ppt/media/f1035.txt>
</file>

<file path=ppt/media/f1036.txt>
</file>

<file path=ppt/media/f1037.txt>
</file>

<file path=ppt/media/f1038.txt>
</file>

<file path=ppt/media/f1039.txt>
</file>

<file path=ppt/media/f1040.txt>
</file>

<file path=ppt/media/f1041.txt>
</file>

<file path=ppt/media/f1042.txt>
</file>

<file path=ppt/media/f1043.txt>
</file>

<file path=ppt/media/f1044.txt>
</file>

<file path=ppt/media/f1045.txt>
</file>

<file path=ppt/media/f1046.txt>
</file>

<file path=ppt/media/f1047.txt>
</file>

<file path=ppt/media/f1048.txt>
</file>

<file path=ppt/media/f1049.txt>
</file>

<file path=ppt/media/f1050.txt>
</file>

<file path=ppt/media/f1051.txt>
</file>

<file path=ppt/media/f1052.txt>
</file>

<file path=ppt/media/f1053.txt>
</file>

<file path=ppt/media/f1054.txt>
</file>

<file path=ppt/media/f1055.txt>
</file>

<file path=ppt/media/f1056.txt>
</file>

<file path=ppt/media/f1057.txt>
</file>

<file path=ppt/media/f1058.txt>
</file>

<file path=ppt/media/f1059.txt>
</file>

<file path=ppt/media/f1060.txt>
</file>

<file path=ppt/media/f1061.txt>
</file>

<file path=ppt/media/f1062.txt>
</file>

<file path=ppt/media/f1063.txt>
</file>

<file path=ppt/media/f1064.txt>
</file>

<file path=ppt/media/f1065.txt>
</file>

<file path=ppt/media/f1066.txt>
</file>

<file path=ppt/media/f1067.txt>
</file>

<file path=ppt/media/f1068.txt>
</file>

<file path=ppt/media/f1069.txt>
</file>

<file path=ppt/media/f1070.txt>
</file>

<file path=ppt/media/f1071.txt>
</file>

<file path=ppt/media/f1072.txt>
</file>

<file path=ppt/media/f1073.txt>
</file>

<file path=ppt/media/f1074.txt>
</file>

<file path=ppt/media/f1075.txt>
</file>

<file path=ppt/media/f1076.txt>
</file>

<file path=ppt/media/f1077.txt>
</file>

<file path=ppt/media/f1078.txt>
</file>

<file path=ppt/media/f1079.txt>
</file>

<file path=ppt/media/f1080.txt>
</file>

<file path=ppt/media/f1081.txt>
</file>

<file path=ppt/media/f1082.txt>
</file>

<file path=ppt/media/f1083.txt>
</file>

<file path=ppt/media/f1084.txt>
</file>

<file path=ppt/media/f1085.txt>
</file>

<file path=ppt/media/f1086.txt>
</file>

<file path=ppt/media/f1087.txt>
</file>

<file path=ppt/media/f1088.txt>
</file>

<file path=ppt/media/f1089.txt>
</file>

<file path=ppt/media/f1090.txt>
</file>

<file path=ppt/media/f1091.txt>
</file>

<file path=ppt/media/f1092.txt>
</file>

<file path=ppt/media/f1093.txt>
</file>

<file path=ppt/media/f1094.txt>
</file>

<file path=ppt/media/f1095.txt>
</file>

<file path=ppt/media/f1096.txt>
</file>

<file path=ppt/media/f1097.txt>
</file>

<file path=ppt/media/f1098.txt>
</file>

<file path=ppt/media/f1099.txt>
</file>

<file path=ppt/media/f1100.txt>
</file>

<file path=ppt/media/f1101.txt>
</file>

<file path=ppt/media/f1102.txt>
</file>

<file path=ppt/media/f1103.txt>
</file>

<file path=ppt/media/f1104.txt>
</file>

<file path=ppt/media/f1105.txt>
</file>

<file path=ppt/media/f1106.txt>
</file>

<file path=ppt/media/f1107.txt>
</file>

<file path=ppt/media/f1108.txt>
</file>

<file path=ppt/media/f1109.txt>
</file>

<file path=ppt/media/f1110.txt>
</file>

<file path=ppt/media/f1111.txt>
</file>

<file path=ppt/media/f1112.txt>
</file>

<file path=ppt/media/f1113.txt>
</file>

<file path=ppt/media/f1114.txt>
</file>

<file path=ppt/media/f1115.txt>
</file>

<file path=ppt/media/f1116.txt>
</file>

<file path=ppt/media/f1117.txt>
</file>

<file path=ppt/media/f1118.txt>
</file>

<file path=ppt/media/f1119.txt>
</file>

<file path=ppt/media/f1120.txt>
</file>

<file path=ppt/media/f1121.txt>
</file>

<file path=ppt/media/f1122.txt>
</file>

<file path=ppt/media/f1123.txt>
</file>

<file path=ppt/media/f1124.txt>
</file>

<file path=ppt/media/f1125.txt>
</file>

<file path=ppt/media/f1126.txt>
</file>

<file path=ppt/media/f1127.txt>
</file>

<file path=ppt/media/f1128.txt>
</file>

<file path=ppt/media/f1129.txt>
</file>

<file path=ppt/media/f1130.txt>
</file>

<file path=ppt/media/f1131.txt>
</file>

<file path=ppt/media/f1132.txt>
</file>

<file path=ppt/media/f1133.txt>
</file>

<file path=ppt/media/f1134.txt>
</file>

<file path=ppt/media/f1135.txt>
</file>

<file path=ppt/media/f1136.txt>
</file>

<file path=ppt/media/f1137.txt>
</file>

<file path=ppt/media/f1138.txt>
</file>

<file path=ppt/media/f1139.txt>
</file>

<file path=ppt/media/f1140.txt>
</file>

<file path=ppt/media/f1141.txt>
</file>

<file path=ppt/media/f1142.txt>
</file>

<file path=ppt/media/f1143.txt>
</file>

<file path=ppt/media/f1144.txt>
</file>

<file path=ppt/media/f1145.txt>
</file>

<file path=ppt/media/f1146.txt>
</file>

<file path=ppt/media/f1147.txt>
</file>

<file path=ppt/media/f1148.txt>
</file>

<file path=ppt/media/f1149.txt>
</file>

<file path=ppt/media/f1150.txt>
</file>

<file path=ppt/media/f1151.txt>
</file>

<file path=ppt/media/f1152.txt>
</file>

<file path=ppt/media/f1153.txt>
</file>

<file path=ppt/media/f1154.txt>
</file>

<file path=ppt/media/f1155.txt>
</file>

<file path=ppt/media/f1156.txt>
</file>

<file path=ppt/media/f1157.txt>
</file>

<file path=ppt/media/f1158.txt>
</file>

<file path=ppt/media/f1159.txt>
</file>

<file path=ppt/media/f1160.txt>
</file>

<file path=ppt/media/f1161.txt>
</file>

<file path=ppt/media/f1162.txt>
</file>

<file path=ppt/media/f1163.txt>
</file>

<file path=ppt/media/f1164.txt>
</file>

<file path=ppt/media/f1165.txt>
</file>

<file path=ppt/media/f1166.txt>
</file>

<file path=ppt/media/f1167.txt>
</file>

<file path=ppt/media/f1168.txt>
</file>

<file path=ppt/media/f1169.txt>
</file>

<file path=ppt/media/f1170.txt>
</file>

<file path=ppt/media/f1171.txt>
</file>

<file path=ppt/media/f1172.txt>
</file>

<file path=ppt/media/f1173.txt>
</file>

<file path=ppt/media/f1174.txt>
</file>

<file path=ppt/media/f1175.txt>
</file>

<file path=ppt/media/f1176.txt>
</file>

<file path=ppt/media/f1177.txt>
</file>

<file path=ppt/media/f1178.txt>
</file>

<file path=ppt/media/f1179.txt>
</file>

<file path=ppt/media/f1180.txt>
</file>

<file path=ppt/media/f1181.txt>
</file>

<file path=ppt/media/f1182.txt>
</file>

<file path=ppt/media/f1183.txt>
</file>

<file path=ppt/media/f1184.txt>
</file>

<file path=ppt/media/f1185.txt>
</file>

<file path=ppt/media/f1186.txt>
</file>

<file path=ppt/media/f1187.txt>
</file>

<file path=ppt/media/f1188.txt>
</file>

<file path=ppt/media/f1189.txt>
</file>

<file path=ppt/media/f1190.txt>
</file>

<file path=ppt/media/f1191.txt>
</file>

<file path=ppt/media/f1192.txt>
</file>

<file path=ppt/media/f1193.txt>
</file>

<file path=ppt/media/f1194.txt>
</file>

<file path=ppt/media/f1195.txt>
</file>

<file path=ppt/media/f1196.txt>
</file>

<file path=ppt/media/f1197.txt>
</file>

<file path=ppt/media/f1198.txt>
</file>

<file path=ppt/media/f1199.txt>
</file>

<file path=ppt/media/f1200.txt>
</file>

<file path=ppt/media/f1201.txt>
</file>

<file path=ppt/media/f1202.txt>
</file>

<file path=ppt/media/f1203.txt>
</file>

<file path=ppt/media/f1204.txt>
</file>

<file path=ppt/media/f1205.txt>
</file>

<file path=ppt/media/f1206.txt>
</file>

<file path=ppt/media/f1207.txt>
</file>

<file path=ppt/media/f1208.txt>
</file>

<file path=ppt/media/f1209.txt>
</file>

<file path=ppt/media/f1210.txt>
</file>

<file path=ppt/media/f1211.txt>
</file>

<file path=ppt/media/f1212.txt>
</file>

<file path=ppt/media/f1213.txt>
</file>

<file path=ppt/media/f1214.txt>
</file>

<file path=ppt/media/f1215.txt>
</file>

<file path=ppt/media/f1216.txt>
</file>

<file path=ppt/media/f1217.txt>
</file>

<file path=ppt/media/f1218.txt>
</file>

<file path=ppt/media/f1219.txt>
</file>

<file path=ppt/media/f1220.txt>
</file>

<file path=ppt/media/f1221.txt>
</file>

<file path=ppt/media/f1222.txt>
</file>

<file path=ppt/media/f1223.txt>
</file>

<file path=ppt/media/f1224.txt>
</file>

<file path=ppt/media/f1225.txt>
</file>

<file path=ppt/media/f1226.txt>
</file>

<file path=ppt/media/f1227.txt>
</file>

<file path=ppt/media/f1228.txt>
</file>

<file path=ppt/media/f1229.txt>
</file>

<file path=ppt/media/f1230.txt>
</file>

<file path=ppt/media/f1231.txt>
</file>

<file path=ppt/media/f1232.txt>
</file>

<file path=ppt/media/f1233.txt>
</file>

<file path=ppt/media/f1234.txt>
</file>

<file path=ppt/media/f1235.txt>
</file>

<file path=ppt/media/f1236.txt>
</file>

<file path=ppt/media/f1237.txt>
</file>

<file path=ppt/media/f1238.txt>
</file>

<file path=ppt/media/f1239.txt>
</file>

<file path=ppt/media/f1240.txt>
</file>

<file path=ppt/media/f1241.txt>
</file>

<file path=ppt/media/f1242.txt>
</file>

<file path=ppt/media/f1243.txt>
</file>

<file path=ppt/media/f1244.txt>
</file>

<file path=ppt/media/f1245.txt>
</file>

<file path=ppt/media/f1246.txt>
</file>

<file path=ppt/media/f1247.txt>
</file>

<file path=ppt/media/f1248.txt>
</file>

<file path=ppt/media/f1249.txt>
</file>

<file path=ppt/media/f1250.txt>
</file>

<file path=ppt/media/f1251.txt>
</file>

<file path=ppt/media/f1252.txt>
</file>

<file path=ppt/media/f1253.txt>
</file>

<file path=ppt/media/f1254.txt>
</file>

<file path=ppt/media/f1255.txt>
</file>

<file path=ppt/media/f1256.txt>
</file>

<file path=ppt/media/f1257.txt>
</file>

<file path=ppt/media/f1258.txt>
</file>

<file path=ppt/media/f1259.txt>
</file>

<file path=ppt/media/f1260.txt>
</file>

<file path=ppt/media/f1261.txt>
</file>

<file path=ppt/media/f1262.txt>
</file>

<file path=ppt/media/f1263.txt>
</file>

<file path=ppt/media/f1264.txt>
</file>

<file path=ppt/media/f1265.txt>
</file>

<file path=ppt/media/f1266.txt>
</file>

<file path=ppt/media/f1267.txt>
</file>

<file path=ppt/media/f1268.txt>
</file>

<file path=ppt/media/f1269.txt>
</file>

<file path=ppt/media/f1270.txt>
</file>

<file path=ppt/media/f1271.txt>
</file>

<file path=ppt/media/f1272.txt>
</file>

<file path=ppt/media/f1273.txt>
</file>

<file path=ppt/media/f1274.txt>
</file>

<file path=ppt/media/f1275.txt>
</file>

<file path=ppt/media/f1276.txt>
</file>

<file path=ppt/media/f1277.txt>
</file>

<file path=ppt/media/f1278.txt>
</file>

<file path=ppt/media/f1279.txt>
</file>

<file path=ppt/media/f1280.txt>
</file>

<file path=ppt/media/f1281.txt>
</file>

<file path=ppt/media/f1282.txt>
</file>

<file path=ppt/media/f1283.txt>
</file>

<file path=ppt/media/f1284.txt>
</file>

<file path=ppt/media/f1285.txt>
</file>

<file path=ppt/media/f1286.txt>
</file>

<file path=ppt/media/f1287.txt>
</file>

<file path=ppt/media/f1288.txt>
</file>

<file path=ppt/media/f1289.txt>
</file>

<file path=ppt/media/f1290.txt>
</file>

<file path=ppt/media/f1291.txt>
</file>

<file path=ppt/media/f1292.txt>
</file>

<file path=ppt/media/f1293.txt>
</file>

<file path=ppt/media/f1294.txt>
</file>

<file path=ppt/media/f1295.txt>
</file>

<file path=ppt/media/f1296.txt>
</file>

<file path=ppt/media/f1297.txt>
</file>

<file path=ppt/media/f1298.txt>
</file>

<file path=ppt/media/f1299.txt>
</file>

<file path=ppt/media/f1300.txt>
</file>

<file path=ppt/media/f1301.txt>
</file>

<file path=ppt/media/f1302.txt>
</file>

<file path=ppt/media/f1303.txt>
</file>

<file path=ppt/media/f1304.txt>
</file>

<file path=ppt/media/f1305.txt>
</file>

<file path=ppt/media/f1306.txt>
</file>

<file path=ppt/media/f1307.txt>
</file>

<file path=ppt/media/f1308.txt>
</file>

<file path=ppt/media/f1309.txt>
</file>

<file path=ppt/media/f1310.txt>
</file>

<file path=ppt/media/f1311.txt>
</file>

<file path=ppt/media/f1312.txt>
</file>

<file path=ppt/media/f1313.txt>
</file>

<file path=ppt/media/f1314.txt>
</file>

<file path=ppt/media/f1315.txt>
</file>

<file path=ppt/media/f1316.txt>
</file>

<file path=ppt/media/f1317.txt>
</file>

<file path=ppt/media/f1318.txt>
</file>

<file path=ppt/media/f1319.txt>
</file>

<file path=ppt/media/f1320.txt>
</file>

<file path=ppt/media/f1321.txt>
</file>

<file path=ppt/media/f1322.txt>
</file>

<file path=ppt/media/f1323.txt>
</file>

<file path=ppt/media/f1324.txt>
</file>

<file path=ppt/media/f1325.txt>
</file>

<file path=ppt/media/f1326.txt>
</file>

<file path=ppt/media/f1327.txt>
</file>

<file path=ppt/media/f1328.txt>
</file>

<file path=ppt/media/f1329.txt>
</file>

<file path=ppt/media/f1330.txt>
</file>

<file path=ppt/media/f1331.txt>
</file>

<file path=ppt/media/f1332.txt>
</file>

<file path=ppt/media/f1333.txt>
</file>

<file path=ppt/media/f1334.txt>
</file>

<file path=ppt/media/f1335.txt>
</file>

<file path=ppt/media/f1336.txt>
</file>

<file path=ppt/media/f1337.txt>
</file>

<file path=ppt/media/f1338.txt>
</file>

<file path=ppt/media/f1339.txt>
</file>

<file path=ppt/media/f1340.txt>
</file>

<file path=ppt/media/f1341.txt>
</file>

<file path=ppt/media/f1342.txt>
</file>

<file path=ppt/media/f1343.txt>
</file>

<file path=ppt/media/f1344.txt>
</file>

<file path=ppt/media/f1345.txt>
</file>

<file path=ppt/media/f1346.txt>
</file>

<file path=ppt/media/f1347.txt>
</file>

<file path=ppt/media/f1348.txt>
</file>

<file path=ppt/media/f1349.txt>
</file>

<file path=ppt/media/f1350.txt>
</file>

<file path=ppt/media/f1351.txt>
</file>

<file path=ppt/media/f1352.txt>
</file>

<file path=ppt/media/f1353.txt>
</file>

<file path=ppt/media/f1354.txt>
</file>

<file path=ppt/media/f1355.txt>
</file>

<file path=ppt/media/f1356.txt>
</file>

<file path=ppt/media/f1357.txt>
</file>

<file path=ppt/media/f1358.txt>
</file>

<file path=ppt/media/f1359.txt>
</file>

<file path=ppt/media/f1360.txt>
</file>

<file path=ppt/media/f1361.txt>
</file>

<file path=ppt/media/f1362.txt>
</file>

<file path=ppt/media/f1363.txt>
</file>

<file path=ppt/media/f1364.txt>
</file>

<file path=ppt/media/f1365.txt>
</file>

<file path=ppt/media/f1366.txt>
</file>

<file path=ppt/media/f1367.txt>
</file>

<file path=ppt/media/f1368.txt>
</file>

<file path=ppt/media/f1369.txt>
</file>

<file path=ppt/media/f1370.txt>
</file>

<file path=ppt/media/f1371.txt>
</file>

<file path=ppt/media/f1372.txt>
</file>

<file path=ppt/media/f1373.txt>
</file>

<file path=ppt/media/f1374.txt>
</file>

<file path=ppt/media/f1375.txt>
</file>

<file path=ppt/media/f1376.txt>
</file>

<file path=ppt/media/f1377.txt>
</file>

<file path=ppt/media/f1378.txt>
</file>

<file path=ppt/media/f1379.txt>
</file>

<file path=ppt/media/f1380.txt>
</file>

<file path=ppt/media/f1381.txt>
</file>

<file path=ppt/media/f1382.txt>
</file>

<file path=ppt/media/f1383.txt>
</file>

<file path=ppt/media/f1384.txt>
</file>

<file path=ppt/media/f1385.txt>
</file>

<file path=ppt/media/f1386.txt>
</file>

<file path=ppt/media/f1387.txt>
</file>

<file path=ppt/media/f1388.txt>
</file>

<file path=ppt/media/f1389.txt>
</file>

<file path=ppt/media/f1390.txt>
</file>

<file path=ppt/media/f1391.txt>
</file>

<file path=ppt/media/f1392.txt>
</file>

<file path=ppt/media/f1393.txt>
</file>

<file path=ppt/media/f1394.txt>
</file>

<file path=ppt/media/f1395.txt>
</file>

<file path=ppt/media/f1396.txt>
</file>

<file path=ppt/media/f1397.txt>
</file>

<file path=ppt/media/f1398.txt>
</file>

<file path=ppt/media/f1399.txt>
</file>

<file path=ppt/media/f1400.txt>
</file>

<file path=ppt/media/f1401.txt>
</file>

<file path=ppt/media/f1402.txt>
</file>

<file path=ppt/media/f1403.txt>
</file>

<file path=ppt/media/f1404.txt>
</file>

<file path=ppt/media/f1405.txt>
</file>

<file path=ppt/media/f1406.txt>
</file>

<file path=ppt/media/f1407.txt>
</file>

<file path=ppt/media/f1408.txt>
</file>

<file path=ppt/media/f1409.txt>
</file>

<file path=ppt/media/f1410.txt>
</file>

<file path=ppt/media/f1411.txt>
</file>

<file path=ppt/media/f1412.txt>
</file>

<file path=ppt/media/f1413.txt>
</file>

<file path=ppt/media/f1414.txt>
</file>

<file path=ppt/media/f1415.txt>
</file>

<file path=ppt/media/f1416.txt>
</file>

<file path=ppt/media/f1417.txt>
</file>

<file path=ppt/media/f1418.txt>
</file>

<file path=ppt/media/f1419.txt>
</file>

<file path=ppt/media/f1420.txt>
</file>

<file path=ppt/media/f1421.txt>
</file>

<file path=ppt/media/f1422.txt>
</file>

<file path=ppt/media/f1423.txt>
</file>

<file path=ppt/media/f1424.txt>
</file>

<file path=ppt/media/f1425.txt>
</file>

<file path=ppt/media/f1426.txt>
</file>

<file path=ppt/media/f1427.txt>
</file>

<file path=ppt/media/f1428.txt>
</file>

<file path=ppt/media/f1429.txt>
</file>

<file path=ppt/media/f1430.txt>
</file>

<file path=ppt/media/f1431.txt>
</file>

<file path=ppt/media/f1432.txt>
</file>

<file path=ppt/media/f1433.txt>
</file>

<file path=ppt/media/f1434.txt>
</file>

<file path=ppt/media/f1435.txt>
</file>

<file path=ppt/media/f1436.txt>
</file>

<file path=ppt/media/f1437.txt>
</file>

<file path=ppt/media/f1438.txt>
</file>

<file path=ppt/media/f1439.txt>
</file>

<file path=ppt/media/f1440.txt>
</file>

<file path=ppt/media/f1441.txt>
</file>

<file path=ppt/media/f1442.txt>
</file>

<file path=ppt/media/f1443.txt>
</file>

<file path=ppt/media/f1444.txt>
</file>

<file path=ppt/media/f1445.txt>
</file>

<file path=ppt/media/f1446.txt>
</file>

<file path=ppt/media/f1447.txt>
</file>

<file path=ppt/media/f1448.txt>
</file>

<file path=ppt/media/f1449.txt>
</file>

<file path=ppt/media/f1450.txt>
</file>

<file path=ppt/media/f1451.txt>
</file>

<file path=ppt/media/f1452.txt>
</file>

<file path=ppt/media/f1453.txt>
</file>

<file path=ppt/media/f1454.txt>
</file>

<file path=ppt/media/f1455.txt>
</file>

<file path=ppt/media/f1456.txt>
</file>

<file path=ppt/media/f1457.txt>
</file>

<file path=ppt/media/f1458.txt>
</file>

<file path=ppt/media/f1459.txt>
</file>

<file path=ppt/media/f1460.txt>
</file>

<file path=ppt/media/f1461.txt>
</file>

<file path=ppt/media/f1462.txt>
</file>

<file path=ppt/media/f1463.txt>
</file>

<file path=ppt/media/f1464.txt>
</file>

<file path=ppt/media/f1465.txt>
</file>

<file path=ppt/media/f1466.txt>
</file>

<file path=ppt/media/f1467.txt>
</file>

<file path=ppt/media/f1468.txt>
</file>

<file path=ppt/media/f1469.txt>
</file>

<file path=ppt/media/f1470.txt>
</file>

<file path=ppt/media/f1471.txt>
</file>

<file path=ppt/media/f1472.txt>
</file>

<file path=ppt/media/f1473.txt>
</file>

<file path=ppt/media/f1474.txt>
</file>

<file path=ppt/media/f1475.txt>
</file>

<file path=ppt/media/f1476.txt>
</file>

<file path=ppt/media/f1477.txt>
</file>

<file path=ppt/media/f1478.txt>
</file>

<file path=ppt/media/f1479.txt>
</file>

<file path=ppt/media/f1480.txt>
</file>

<file path=ppt/media/f1481.txt>
</file>

<file path=ppt/media/f1482.txt>
</file>

<file path=ppt/media/f1483.txt>
</file>

<file path=ppt/media/f1484.txt>
</file>

<file path=ppt/media/f1485.txt>
</file>

<file path=ppt/media/f1486.txt>
</file>

<file path=ppt/media/f1487.txt>
</file>

<file path=ppt/media/f1488.txt>
</file>

<file path=ppt/media/f1489.txt>
</file>

<file path=ppt/media/f1490.txt>
</file>

<file path=ppt/media/f1491.txt>
</file>

<file path=ppt/media/f1492.txt>
</file>

<file path=ppt/media/f1493.txt>
</file>

<file path=ppt/media/f1494.txt>
</file>

<file path=ppt/media/f1495.txt>
</file>

<file path=ppt/media/f1496.txt>
</file>

<file path=ppt/media/f1497.txt>
</file>

<file path=ppt/media/f1498.txt>
</file>

<file path=ppt/media/f1499.txt>
</file>

<file path=ppt/media/f1500.txt>
</file>

<file path=ppt/media/f1501.txt>
</file>

<file path=ppt/media/f1502.txt>
</file>

<file path=ppt/media/f1503.txt>
</file>

<file path=ppt/media/f1504.txt>
</file>

<file path=ppt/media/f1505.txt>
</file>

<file path=ppt/media/f1506.txt>
</file>

<file path=ppt/media/f1507.txt>
</file>

<file path=ppt/media/f1508.txt>
</file>

<file path=ppt/media/f1509.txt>
</file>

<file path=ppt/media/f1510.txt>
</file>

<file path=ppt/media/f1511.txt>
</file>

<file path=ppt/media/f1512.txt>
</file>

<file path=ppt/media/f1513.txt>
</file>

<file path=ppt/media/f1514.txt>
</file>

<file path=ppt/media/f1515.txt>
</file>

<file path=ppt/media/f1516.txt>
</file>

<file path=ppt/media/f1517.txt>
</file>

<file path=ppt/media/f1518.txt>
</file>

<file path=ppt/media/f1519.txt>
</file>

<file path=ppt/media/f1520.txt>
</file>

<file path=ppt/media/f1521.txt>
</file>

<file path=ppt/media/f1522.txt>
</file>

<file path=ppt/media/f1523.txt>
</file>

<file path=ppt/media/f1524.txt>
</file>

<file path=ppt/media/f1525.txt>
</file>

<file path=ppt/media/f1526.txt>
</file>

<file path=ppt/media/f1527.txt>
</file>

<file path=ppt/media/f1528.txt>
</file>

<file path=ppt/media/f1529.txt>
</file>

<file path=ppt/media/f1530.txt>
</file>

<file path=ppt/media/f1531.txt>
</file>

<file path=ppt/media/f1532.txt>
</file>

<file path=ppt/media/f1533.txt>
</file>

<file path=ppt/media/f1534.txt>
</file>

<file path=ppt/media/f1535.txt>
</file>

<file path=ppt/media/f1536.txt>
</file>

<file path=ppt/media/f1537.txt>
</file>

<file path=ppt/media/f1538.txt>
</file>

<file path=ppt/media/f1539.txt>
</file>

<file path=ppt/media/f1540.txt>
</file>

<file path=ppt/media/f1541.txt>
</file>

<file path=ppt/media/f1542.txt>
</file>

<file path=ppt/media/f1543.txt>
</file>

<file path=ppt/media/f1544.txt>
</file>

<file path=ppt/media/f1545.txt>
</file>

<file path=ppt/media/f1546.txt>
</file>

<file path=ppt/media/f1547.txt>
</file>

<file path=ppt/media/f1548.txt>
</file>

<file path=ppt/media/f1549.txt>
</file>

<file path=ppt/media/f1550.txt>
</file>

<file path=ppt/media/f1551.txt>
</file>

<file path=ppt/media/f1552.txt>
</file>

<file path=ppt/media/f1553.txt>
</file>

<file path=ppt/media/f1554.txt>
</file>

<file path=ppt/media/f1555.txt>
</file>

<file path=ppt/media/f1556.txt>
</file>

<file path=ppt/media/f1557.txt>
</file>

<file path=ppt/media/f1558.txt>
</file>

<file path=ppt/media/f1559.txt>
</file>

<file path=ppt/media/f1560.txt>
</file>

<file path=ppt/media/f1561.txt>
</file>

<file path=ppt/media/f1562.txt>
</file>

<file path=ppt/media/f1563.txt>
</file>

<file path=ppt/media/f1564.txt>
</file>

<file path=ppt/media/f1565.txt>
</file>

<file path=ppt/media/f1566.txt>
</file>

<file path=ppt/media/f1567.txt>
</file>

<file path=ppt/media/f1568.txt>
</file>

<file path=ppt/media/f1569.txt>
</file>

<file path=ppt/media/f1570.txt>
</file>

<file path=ppt/media/f1571.txt>
</file>

<file path=ppt/media/f1572.txt>
</file>

<file path=ppt/media/f1573.txt>
</file>

<file path=ppt/media/f1574.txt>
</file>

<file path=ppt/media/f1575.txt>
</file>

<file path=ppt/media/f1576.txt>
</file>

<file path=ppt/media/f1577.txt>
</file>

<file path=ppt/media/f1578.txt>
</file>

<file path=ppt/media/f1579.txt>
</file>

<file path=ppt/media/f1580.txt>
</file>

<file path=ppt/media/f1581.txt>
</file>

<file path=ppt/media/f1582.txt>
</file>

<file path=ppt/media/f1583.txt>
</file>

<file path=ppt/media/f1584.txt>
</file>

<file path=ppt/media/f1585.txt>
</file>

<file path=ppt/media/f1586.txt>
</file>

<file path=ppt/media/f1587.txt>
</file>

<file path=ppt/media/f1588.txt>
</file>

<file path=ppt/media/f1589.txt>
</file>

<file path=ppt/media/f1590.txt>
</file>

<file path=ppt/media/f1591.txt>
</file>

<file path=ppt/media/f1592.txt>
</file>

<file path=ppt/media/f1593.txt>
</file>

<file path=ppt/media/f1594.txt>
</file>

<file path=ppt/media/f1595.txt>
</file>

<file path=ppt/media/f1596.txt>
</file>

<file path=ppt/media/f1597.txt>
</file>

<file path=ppt/media/f1598.txt>
</file>

<file path=ppt/media/f1599.txt>
</file>

<file path=ppt/media/f1600.txt>
</file>

<file path=ppt/media/f1601.txt>
</file>

<file path=ppt/media/f1602.txt>
</file>

<file path=ppt/media/f1603.txt>
</file>

<file path=ppt/media/f1604.txt>
</file>

<file path=ppt/media/f1605.txt>
</file>

<file path=ppt/media/f1606.txt>
</file>

<file path=ppt/media/f1607.txt>
</file>

<file path=ppt/media/f1608.txt>
</file>

<file path=ppt/media/f1609.txt>
</file>

<file path=ppt/media/f1610.txt>
</file>

<file path=ppt/media/f1611.txt>
</file>

<file path=ppt/media/f1612.txt>
</file>

<file path=ppt/media/f1613.txt>
</file>

<file path=ppt/media/f1614.txt>
</file>

<file path=ppt/media/f1615.txt>
</file>

<file path=ppt/media/f1616.txt>
</file>

<file path=ppt/media/f1617.txt>
</file>

<file path=ppt/media/f1618.txt>
</file>

<file path=ppt/media/f1619.txt>
</file>

<file path=ppt/media/f1620.txt>
</file>

<file path=ppt/media/f1621.txt>
</file>

<file path=ppt/media/f1622.txt>
</file>

<file path=ppt/media/f1623.txt>
</file>

<file path=ppt/media/f1624.txt>
</file>

<file path=ppt/media/f1625.txt>
</file>

<file path=ppt/media/f1626.txt>
</file>

<file path=ppt/media/f1627.txt>
</file>

<file path=ppt/media/f1628.txt>
</file>

<file path=ppt/media/f1629.txt>
</file>

<file path=ppt/media/f1630.txt>
</file>

<file path=ppt/media/f1631.txt>
</file>

<file path=ppt/media/f1632.txt>
</file>

<file path=ppt/media/f1633.txt>
</file>

<file path=ppt/media/f1634.txt>
</file>

<file path=ppt/media/f1635.txt>
</file>

<file path=ppt/media/f1636.txt>
</file>

<file path=ppt/media/f1637.txt>
</file>

<file path=ppt/media/f1638.txt>
</file>

<file path=ppt/media/f1639.txt>
</file>

<file path=ppt/media/f1640.txt>
</file>

<file path=ppt/media/f1641.txt>
</file>

<file path=ppt/media/f1642.txt>
</file>

<file path=ppt/media/f1643.txt>
</file>

<file path=ppt/media/f1644.txt>
</file>

<file path=ppt/media/f1645.txt>
</file>

<file path=ppt/media/f1646.txt>
</file>

<file path=ppt/media/f1647.txt>
</file>

<file path=ppt/media/f1648.txt>
</file>

<file path=ppt/media/f1649.txt>
</file>

<file path=ppt/media/f1650.txt>
</file>

<file path=ppt/media/f1651.txt>
</file>

<file path=ppt/media/f1652.txt>
</file>

<file path=ppt/media/f1653.txt>
</file>

<file path=ppt/media/f1654.txt>
</file>

<file path=ppt/media/f1655.txt>
</file>

<file path=ppt/media/f1656.txt>
</file>

<file path=ppt/media/f1657.txt>
</file>

<file path=ppt/media/f1658.txt>
</file>

<file path=ppt/media/f1659.txt>
</file>

<file path=ppt/media/f1660.txt>
</file>

<file path=ppt/media/f1661.txt>
</file>

<file path=ppt/media/f1662.txt>
</file>

<file path=ppt/media/f1663.txt>
</file>

<file path=ppt/media/f1664.txt>
</file>

<file path=ppt/media/f1665.txt>
</file>

<file path=ppt/media/f1666.txt>
</file>

<file path=ppt/media/f1667.txt>
</file>

<file path=ppt/media/f1668.txt>
</file>

<file path=ppt/media/f1669.txt>
</file>

<file path=ppt/media/f1670.txt>
</file>

<file path=ppt/media/f1671.txt>
</file>

<file path=ppt/media/f1672.txt>
</file>

<file path=ppt/media/f1673.txt>
</file>

<file path=ppt/media/f1674.txt>
</file>

<file path=ppt/media/f1675.txt>
</file>

<file path=ppt/media/f1676.txt>
</file>

<file path=ppt/media/f1677.txt>
</file>

<file path=ppt/media/f1678.txt>
</file>

<file path=ppt/media/f1679.txt>
</file>

<file path=ppt/media/f1680.txt>
</file>

<file path=ppt/media/f1681.txt>
</file>

<file path=ppt/media/f1682.txt>
</file>

<file path=ppt/media/f1683.txt>
</file>

<file path=ppt/media/f1684.txt>
</file>

<file path=ppt/media/f1685.txt>
</file>

<file path=ppt/media/f1686.txt>
</file>

<file path=ppt/media/f1687.txt>
</file>

<file path=ppt/media/f1688.txt>
</file>

<file path=ppt/media/f1689.txt>
</file>

<file path=ppt/media/f1690.txt>
</file>

<file path=ppt/media/f1691.txt>
</file>

<file path=ppt/media/f1692.txt>
</file>

<file path=ppt/media/f1693.txt>
</file>

<file path=ppt/media/f1694.txt>
</file>

<file path=ppt/media/f1695.txt>
</file>

<file path=ppt/media/f1696.txt>
</file>

<file path=ppt/media/f1697.txt>
</file>

<file path=ppt/media/f1698.txt>
</file>

<file path=ppt/media/f1699.txt>
</file>

<file path=ppt/media/f1700.txt>
</file>

<file path=ppt/media/f1701.txt>
</file>

<file path=ppt/media/f1702.txt>
</file>

<file path=ppt/media/f1703.txt>
</file>

<file path=ppt/media/f1704.txt>
</file>

<file path=ppt/media/f1705.txt>
</file>

<file path=ppt/media/f1706.txt>
</file>

<file path=ppt/media/f1707.txt>
</file>

<file path=ppt/media/f1708.txt>
</file>

<file path=ppt/media/f1709.txt>
</file>

<file path=ppt/media/f1710.txt>
</file>

<file path=ppt/media/f1711.txt>
</file>

<file path=ppt/media/f1712.txt>
</file>

<file path=ppt/media/f1713.txt>
</file>

<file path=ppt/media/f1714.txt>
</file>

<file path=ppt/media/f1715.txt>
</file>

<file path=ppt/media/f1716.txt>
</file>

<file path=ppt/media/f1717.txt>
</file>

<file path=ppt/media/f1718.txt>
</file>

<file path=ppt/media/f1719.txt>
</file>

<file path=ppt/media/f1720.txt>
</file>

<file path=ppt/media/f1721.txt>
</file>

<file path=ppt/media/f1722.txt>
</file>

<file path=ppt/media/f1723.txt>
</file>

<file path=ppt/media/f1724.txt>
</file>

<file path=ppt/media/f1725.txt>
</file>

<file path=ppt/media/f1726.txt>
</file>

<file path=ppt/media/f1727.txt>
</file>

<file path=ppt/media/f1728.txt>
</file>

<file path=ppt/media/f1729.txt>
</file>

<file path=ppt/media/f1730.txt>
</file>

<file path=ppt/media/f1731.txt>
</file>

<file path=ppt/media/f1732.txt>
</file>

<file path=ppt/media/f1733.txt>
</file>

<file path=ppt/media/f1734.txt>
</file>

<file path=ppt/media/f1735.txt>
</file>

<file path=ppt/media/f1736.txt>
</file>

<file path=ppt/media/f1737.txt>
</file>

<file path=ppt/media/f1738.txt>
</file>

<file path=ppt/media/f1739.txt>
</file>

<file path=ppt/media/f1740.txt>
</file>

<file path=ppt/media/f1741.txt>
</file>

<file path=ppt/media/f1742.txt>
</file>

<file path=ppt/media/f1743.txt>
</file>

<file path=ppt/media/f1744.txt>
</file>

<file path=ppt/media/f1745.txt>
</file>

<file path=ppt/media/f1746.txt>
</file>

<file path=ppt/media/f1747.txt>
</file>

<file path=ppt/media/f1748.txt>
</file>

<file path=ppt/media/f1749.txt>
</file>

<file path=ppt/media/f1750.txt>
</file>

<file path=ppt/media/f1751.txt>
</file>

<file path=ppt/media/f1752.txt>
</file>

<file path=ppt/media/f1753.txt>
</file>

<file path=ppt/media/f1754.txt>
</file>

<file path=ppt/media/f1755.txt>
</file>

<file path=ppt/media/f1756.txt>
</file>

<file path=ppt/media/f1757.txt>
</file>

<file path=ppt/media/f1758.txt>
</file>

<file path=ppt/media/f1759.txt>
</file>

<file path=ppt/media/f1760.txt>
</file>

<file path=ppt/media/f1761.txt>
</file>

<file path=ppt/media/f1762.txt>
</file>

<file path=ppt/media/f1763.txt>
</file>

<file path=ppt/media/f1764.txt>
</file>

<file path=ppt/media/f1765.txt>
</file>

<file path=ppt/media/f1766.txt>
</file>

<file path=ppt/media/f1767.txt>
</file>

<file path=ppt/media/f1768.txt>
</file>

<file path=ppt/media/f1769.txt>
</file>

<file path=ppt/media/f1770.txt>
</file>

<file path=ppt/media/f1771.txt>
</file>

<file path=ppt/media/f1772.txt>
</file>

<file path=ppt/media/f1773.txt>
</file>

<file path=ppt/media/f1774.txt>
</file>

<file path=ppt/media/f1775.txt>
</file>

<file path=ppt/media/f1776.txt>
</file>

<file path=ppt/media/f1777.txt>
</file>

<file path=ppt/media/f1778.txt>
</file>

<file path=ppt/media/f1779.txt>
</file>

<file path=ppt/media/f1780.txt>
</file>

<file path=ppt/media/f1781.txt>
</file>

<file path=ppt/media/f1782.txt>
</file>

<file path=ppt/media/f1783.txt>
</file>

<file path=ppt/media/f1784.txt>
</file>

<file path=ppt/media/f1785.txt>
</file>

<file path=ppt/media/f1786.txt>
</file>

<file path=ppt/media/f1787.txt>
</file>

<file path=ppt/media/f1788.txt>
</file>

<file path=ppt/media/f1789.txt>
</file>

<file path=ppt/media/f1790.txt>
</file>

<file path=ppt/media/f1791.txt>
</file>

<file path=ppt/media/f1792.txt>
</file>

<file path=ppt/media/f1793.txt>
</file>

<file path=ppt/media/f1794.txt>
</file>

<file path=ppt/media/f1795.txt>
</file>

<file path=ppt/media/f1796.txt>
</file>

<file path=ppt/media/f1797.txt>
</file>

<file path=ppt/media/f1798.txt>
</file>

<file path=ppt/media/f1799.txt>
</file>

<file path=ppt/media/f1800.txt>
</file>

<file path=ppt/media/f1801.txt>
</file>

<file path=ppt/media/f1802.txt>
</file>

<file path=ppt/media/f1803.txt>
</file>

<file path=ppt/media/f1804.txt>
</file>

<file path=ppt/media/f1805.txt>
</file>

<file path=ppt/media/f1806.txt>
</file>

<file path=ppt/media/f1807.txt>
</file>

<file path=ppt/media/f1808.txt>
</file>

<file path=ppt/media/f1809.txt>
</file>

<file path=ppt/media/f1810.txt>
</file>

<file path=ppt/media/f1811.txt>
</file>

<file path=ppt/media/f1812.txt>
</file>

<file path=ppt/media/f1813.txt>
</file>

<file path=ppt/media/f1814.txt>
</file>

<file path=ppt/media/f1815.txt>
</file>

<file path=ppt/media/f1816.txt>
</file>

<file path=ppt/media/f1817.txt>
</file>

<file path=ppt/media/f1818.txt>
</file>

<file path=ppt/media/f1819.txt>
</file>

<file path=ppt/media/f1820.txt>
</file>

<file path=ppt/media/f1821.txt>
</file>

<file path=ppt/media/f1822.txt>
</file>

<file path=ppt/media/f1823.txt>
</file>

<file path=ppt/media/f1824.txt>
</file>

<file path=ppt/media/f1825.txt>
</file>

<file path=ppt/media/f1826.txt>
</file>

<file path=ppt/media/f1827.txt>
</file>

<file path=ppt/media/f1828.txt>
</file>

<file path=ppt/media/f1829.txt>
</file>

<file path=ppt/media/f1830.txt>
</file>

<file path=ppt/media/f1831.txt>
</file>

<file path=ppt/media/f1832.txt>
</file>

<file path=ppt/media/f1833.txt>
</file>

<file path=ppt/media/f1834.txt>
</file>

<file path=ppt/media/f1835.txt>
</file>

<file path=ppt/media/f1836.txt>
</file>

<file path=ppt/media/f1837.txt>
</file>

<file path=ppt/media/f1838.txt>
</file>

<file path=ppt/media/f1839.txt>
</file>

<file path=ppt/media/f1840.txt>
</file>

<file path=ppt/media/f1841.txt>
</file>

<file path=ppt/media/f1842.txt>
</file>

<file path=ppt/media/f1843.txt>
</file>

<file path=ppt/media/f1844.txt>
</file>

<file path=ppt/media/f1845.txt>
</file>

<file path=ppt/media/f1846.txt>
</file>

<file path=ppt/media/f1847.txt>
</file>

<file path=ppt/media/f1848.txt>
</file>

<file path=ppt/media/f1849.txt>
</file>

<file path=ppt/media/f1850.txt>
</file>

<file path=ppt/media/f1851.txt>
</file>

<file path=ppt/media/f1852.txt>
</file>

<file path=ppt/media/f1853.txt>
</file>

<file path=ppt/media/f1854.txt>
</file>

<file path=ppt/media/f1855.txt>
</file>

<file path=ppt/media/f1856.txt>
</file>

<file path=ppt/media/f1857.txt>
</file>

<file path=ppt/media/f1858.txt>
</file>

<file path=ppt/media/f1859.txt>
</file>

<file path=ppt/media/f1860.txt>
</file>

<file path=ppt/media/f1861.txt>
</file>

<file path=ppt/media/f1862.txt>
</file>

<file path=ppt/media/f1863.txt>
</file>

<file path=ppt/media/f1864.txt>
</file>

<file path=ppt/media/f1865.txt>
</file>

<file path=ppt/media/f1866.txt>
</file>

<file path=ppt/media/f1867.txt>
</file>

<file path=ppt/media/f1868.txt>
</file>

<file path=ppt/media/f1869.txt>
</file>

<file path=ppt/media/f1870.txt>
</file>

<file path=ppt/media/f1871.txt>
</file>

<file path=ppt/media/f1872.txt>
</file>

<file path=ppt/media/f1873.txt>
</file>

<file path=ppt/media/f1874.txt>
</file>

<file path=ppt/media/f1875.txt>
</file>

<file path=ppt/media/f1876.txt>
</file>

<file path=ppt/media/f1877.txt>
</file>

<file path=ppt/media/f1878.txt>
</file>

<file path=ppt/media/f1879.txt>
</file>

<file path=ppt/media/f1880.txt>
</file>

<file path=ppt/media/f1881.txt>
</file>

<file path=ppt/media/f1882.txt>
</file>

<file path=ppt/media/f1883.txt>
</file>

<file path=ppt/media/f1884.txt>
</file>

<file path=ppt/media/f1885.txt>
</file>

<file path=ppt/media/f1886.txt>
</file>

<file path=ppt/media/f1887.txt>
</file>

<file path=ppt/media/f1888.txt>
</file>

<file path=ppt/media/f1889.txt>
</file>

<file path=ppt/media/f1890.txt>
</file>

<file path=ppt/media/f1891.txt>
</file>

<file path=ppt/media/f1892.txt>
</file>

<file path=ppt/media/f1893.txt>
</file>

<file path=ppt/media/f1894.txt>
</file>

<file path=ppt/media/f1895.txt>
</file>

<file path=ppt/media/f1896.txt>
</file>

<file path=ppt/media/f1897.txt>
</file>

<file path=ppt/media/f1898.txt>
</file>

<file path=ppt/media/f1899.txt>
</file>

<file path=ppt/media/f1900.txt>
</file>

<file path=ppt/media/f1901.txt>
</file>

<file path=ppt/media/f1902.txt>
</file>

<file path=ppt/media/f1903.txt>
</file>

<file path=ppt/media/f1904.txt>
</file>

<file path=ppt/media/f1905.txt>
</file>

<file path=ppt/media/f1906.txt>
</file>

<file path=ppt/media/f1907.txt>
</file>

<file path=ppt/media/f1908.txt>
</file>

<file path=ppt/media/f1909.txt>
</file>

<file path=ppt/media/f1910.txt>
</file>

<file path=ppt/media/f1911.txt>
</file>

<file path=ppt/media/f1912.txt>
</file>

<file path=ppt/media/f1913.txt>
</file>

<file path=ppt/media/f1914.txt>
</file>

<file path=ppt/media/f1915.txt>
</file>

<file path=ppt/media/f1916.txt>
</file>

<file path=ppt/media/f1917.txt>
</file>

<file path=ppt/media/f1918.txt>
</file>

<file path=ppt/media/f1919.txt>
</file>

<file path=ppt/media/f1920.txt>
</file>

<file path=ppt/media/f1921.txt>
</file>

<file path=ppt/media/f1922.txt>
</file>

<file path=ppt/media/f1923.txt>
</file>

<file path=ppt/media/f1924.txt>
</file>

<file path=ppt/media/f1925.txt>
</file>

<file path=ppt/media/f1926.txt>
</file>

<file path=ppt/media/f1927.txt>
</file>

<file path=ppt/media/f1928.txt>
</file>

<file path=ppt/media/f1929.txt>
</file>

<file path=ppt/media/f1930.txt>
</file>

<file path=ppt/media/f1931.txt>
</file>

<file path=ppt/media/f1932.txt>
</file>

<file path=ppt/media/f1933.txt>
</file>

<file path=ppt/media/f1934.txt>
</file>

<file path=ppt/media/f1935.txt>
</file>

<file path=ppt/media/f1936.txt>
</file>

<file path=ppt/media/f1937.txt>
</file>

<file path=ppt/media/f1938.txt>
</file>

<file path=ppt/media/f1939.txt>
</file>

<file path=ppt/media/f1940.txt>
</file>

<file path=ppt/media/f1941.txt>
</file>

<file path=ppt/media/f1942.txt>
</file>

<file path=ppt/media/f1943.txt>
</file>

<file path=ppt/media/f1944.txt>
</file>

<file path=ppt/media/f1945.txt>
</file>

<file path=ppt/media/f1946.txt>
</file>

<file path=ppt/media/f1947.txt>
</file>

<file path=ppt/media/f1948.txt>
</file>

<file path=ppt/media/f1949.txt>
</file>

<file path=ppt/media/f1950.txt>
</file>

<file path=ppt/media/f1951.txt>
</file>

<file path=ppt/media/f1952.txt>
</file>

<file path=ppt/media/f1953.txt>
</file>

<file path=ppt/media/f1954.txt>
</file>

<file path=ppt/media/f1955.txt>
</file>

<file path=ppt/media/f1956.txt>
</file>

<file path=ppt/media/f1957.txt>
</file>

<file path=ppt/media/f1958.txt>
</file>

<file path=ppt/media/f1959.txt>
</file>

<file path=ppt/media/f1960.txt>
</file>

<file path=ppt/media/f1961.txt>
</file>

<file path=ppt/media/f1962.txt>
</file>

<file path=ppt/media/f1963.txt>
</file>

<file path=ppt/media/f1964.txt>
</file>

<file path=ppt/media/f1965.txt>
</file>

<file path=ppt/media/f1966.txt>
</file>

<file path=ppt/media/f1967.txt>
</file>

<file path=ppt/media/f1968.txt>
</file>

<file path=ppt/media/f1969.txt>
</file>

<file path=ppt/media/f1970.txt>
</file>

<file path=ppt/media/f1971.txt>
</file>

<file path=ppt/media/f1972.txt>
</file>

<file path=ppt/media/f1973.txt>
</file>

<file path=ppt/media/f1974.txt>
</file>

<file path=ppt/media/f1975.txt>
</file>

<file path=ppt/media/f1976.txt>
</file>

<file path=ppt/media/f1977.txt>
</file>

<file path=ppt/media/f1978.txt>
</file>

<file path=ppt/media/f1979.txt>
</file>

<file path=ppt/media/f1980.txt>
</file>

<file path=ppt/media/f1981.txt>
</file>

<file path=ppt/media/f1982.txt>
</file>

<file path=ppt/media/f1983.txt>
</file>

<file path=ppt/media/f1984.txt>
</file>

<file path=ppt/media/f1985.txt>
</file>

<file path=ppt/media/f1986.txt>
</file>

<file path=ppt/media/f1987.txt>
</file>

<file path=ppt/media/f1988.txt>
</file>

<file path=ppt/media/f1989.txt>
</file>

<file path=ppt/media/f1990.txt>
</file>

<file path=ppt/media/f1991.txt>
</file>

<file path=ppt/media/f1992.txt>
</file>

<file path=ppt/media/f1993.txt>
</file>

<file path=ppt/media/f1994.txt>
</file>

<file path=ppt/media/f1995.txt>
</file>

<file path=ppt/media/f1996.txt>
</file>

<file path=ppt/media/f1997.txt>
</file>

<file path=ppt/media/f1998.txt>
</file>

<file path=ppt/media/f1999.txt>
</file>

<file path=ppt/media/f2000.txt>
</file>

<file path=ppt/media/f2001.txt>
</file>

<file path=ppt/media/f2002.txt>
</file>

<file path=ppt/media/f2003.txt>
</file>

<file path=ppt/media/f2004.txt>
</file>

<file path=ppt/media/f2005.txt>
</file>

<file path=ppt/media/f2006.txt>
</file>

<file path=ppt/media/f2007.txt>
</file>

<file path=ppt/media/f2008.txt>
</file>

<file path=ppt/media/f2009.txt>
</file>

<file path=ppt/media/f2010.txt>
</file>

<file path=ppt/media/f2011.txt>
</file>

<file path=ppt/media/f2012.txt>
</file>

<file path=ppt/media/f2013.txt>
</file>

<file path=ppt/media/f2014.txt>
</file>

<file path=ppt/media/f2015.txt>
</file>

<file path=ppt/media/f2016.txt>
</file>

<file path=ppt/media/f2017.txt>
</file>

<file path=ppt/media/f2018.txt>
</file>

<file path=ppt/media/f2019.txt>
</file>

<file path=ppt/media/f2020.txt>
</file>

<file path=ppt/media/f2021.txt>
</file>

<file path=ppt/media/f2022.txt>
</file>

<file path=ppt/media/f2023.txt>
</file>

<file path=ppt/media/f2024.txt>
</file>

<file path=ppt/media/f2025.txt>
</file>

<file path=ppt/media/f2026.txt>
</file>

<file path=ppt/media/f2027.txt>
</file>

<file path=ppt/media/f2028.txt>
</file>

<file path=ppt/media/f2029.txt>
</file>

<file path=ppt/media/f2030.txt>
</file>

<file path=ppt/media/f2031.txt>
</file>

<file path=ppt/media/f2032.txt>
</file>

<file path=ppt/media/f2033.txt>
</file>

<file path=ppt/media/f2034.txt>
</file>

<file path=ppt/media/f2035.txt>
</file>

<file path=ppt/media/f2036.txt>
</file>

<file path=ppt/media/f2037.txt>
</file>

<file path=ppt/media/f2038.txt>
</file>

<file path=ppt/media/f2039.txt>
</file>

<file path=ppt/media/f2040.txt>
</file>

<file path=ppt/media/f2041.txt>
</file>

<file path=ppt/media/f2042.txt>
</file>

<file path=ppt/media/f2043.txt>
</file>

<file path=ppt/media/f2044.txt>
</file>

<file path=ppt/media/f2045.txt>
</file>

<file path=ppt/media/f2046.txt>
</file>

<file path=ppt/media/f2047.txt>
</file>

<file path=ppt/media/f2048.txt>
</file>

<file path=ppt/media/f2049.txt>
</file>

<file path=ppt/media/f2050.txt>
</file>

<file path=ppt/media/f2051.txt>
</file>

<file path=ppt/media/f2052.txt>
</file>

<file path=ppt/media/f2053.txt>
</file>

<file path=ppt/media/f2054.txt>
</file>

<file path=ppt/media/f2055.txt>
</file>

<file path=ppt/media/f2056.txt>
</file>

<file path=ppt/media/f2057.txt>
</file>

<file path=ppt/media/f2058.txt>
</file>

<file path=ppt/media/f2059.txt>
</file>

<file path=ppt/media/f2060.txt>
</file>

<file path=ppt/media/f2061.txt>
</file>

<file path=ppt/media/f2062.txt>
</file>

<file path=ppt/media/f2063.txt>
</file>

<file path=ppt/media/f2064.txt>
</file>

<file path=ppt/media/f2065.txt>
</file>

<file path=ppt/media/f2066.txt>
</file>

<file path=ppt/media/f2067.txt>
</file>

<file path=ppt/media/f2068.txt>
</file>

<file path=ppt/media/f2069.txt>
</file>

<file path=ppt/media/f2070.txt>
</file>

<file path=ppt/media/f2071.txt>
</file>

<file path=ppt/media/f2072.txt>
</file>

<file path=ppt/media/f2073.txt>
</file>

<file path=ppt/media/f2074.txt>
</file>

<file path=ppt/media/f2075.txt>
</file>

<file path=ppt/media/f2076.txt>
</file>

<file path=ppt/media/f2077.txt>
</file>

<file path=ppt/media/f2078.txt>
</file>

<file path=ppt/media/f2079.txt>
</file>

<file path=ppt/media/f2080.txt>
</file>

<file path=ppt/media/f2081.txt>
</file>

<file path=ppt/media/f2082.txt>
</file>

<file path=ppt/media/f2083.txt>
</file>

<file path=ppt/media/f2084.txt>
</file>

<file path=ppt/media/f2085.txt>
</file>

<file path=ppt/media/f2086.txt>
</file>

<file path=ppt/media/f2087.txt>
</file>

<file path=ppt/media/f2088.txt>
</file>

<file path=ppt/media/f2089.txt>
</file>

<file path=ppt/media/f2090.txt>
</file>

<file path=ppt/media/f2091.txt>
</file>

<file path=ppt/media/f2092.txt>
</file>

<file path=ppt/media/f2093.txt>
</file>

<file path=ppt/media/f2094.txt>
</file>

<file path=ppt/media/f2095.txt>
</file>

<file path=ppt/media/f2096.txt>
</file>

<file path=ppt/media/f2097.txt>
</file>

<file path=ppt/media/f2098.txt>
</file>

<file path=ppt/media/f2099.txt>
</file>

<file path=ppt/media/f2100.txt>
</file>

<file path=ppt/media/f2101.txt>
</file>

<file path=ppt/media/f2102.txt>
</file>

<file path=ppt/media/f2103.txt>
</file>

<file path=ppt/media/f2104.txt>
</file>

<file path=ppt/media/f2105.txt>
</file>

<file path=ppt/media/f2106.txt>
</file>

<file path=ppt/media/f2107.txt>
</file>

<file path=ppt/media/f2108.txt>
</file>

<file path=ppt/media/f2109.txt>
</file>

<file path=ppt/media/f2110.txt>
</file>

<file path=ppt/media/f2111.txt>
</file>

<file path=ppt/media/f2112.txt>
</file>

<file path=ppt/media/f2113.txt>
</file>

<file path=ppt/media/f2114.txt>
</file>

<file path=ppt/media/f2115.txt>
</file>

<file path=ppt/media/f2116.txt>
</file>

<file path=ppt/media/f2117.txt>
</file>

<file path=ppt/media/f2118.txt>
</file>

<file path=ppt/media/f2119.txt>
</file>

<file path=ppt/media/f2120.txt>
</file>

<file path=ppt/media/f2121.txt>
</file>

<file path=ppt/media/f2122.txt>
</file>

<file path=ppt/media/f2123.txt>
</file>

<file path=ppt/media/f2124.txt>
</file>

<file path=ppt/media/f2125.txt>
</file>

<file path=ppt/media/f2126.txt>
</file>

<file path=ppt/media/f2127.txt>
</file>

<file path=ppt/media/f2128.txt>
</file>

<file path=ppt/media/f2129.txt>
</file>

<file path=ppt/media/f2130.txt>
</file>

<file path=ppt/media/f2131.txt>
</file>

<file path=ppt/media/f2132.txt>
</file>

<file path=ppt/media/f2133.txt>
</file>

<file path=ppt/media/f2134.txt>
</file>

<file path=ppt/media/f2135.txt>
</file>

<file path=ppt/media/f2136.txt>
</file>

<file path=ppt/media/f2137.txt>
</file>

<file path=ppt/media/f2138.txt>
</file>

<file path=ppt/media/f2139.txt>
</file>

<file path=ppt/media/f2140.txt>
</file>

<file path=ppt/media/f2141.txt>
</file>

<file path=ppt/media/f2142.txt>
</file>

<file path=ppt/media/f2143.txt>
</file>

<file path=ppt/media/f2144.txt>
</file>

<file path=ppt/media/f2145.txt>
</file>

<file path=ppt/media/f2146.txt>
</file>

<file path=ppt/media/f2147.txt>
</file>

<file path=ppt/media/f2148.txt>
</file>

<file path=ppt/media/f2149.txt>
</file>

<file path=ppt/media/f2150.txt>
</file>

<file path=ppt/media/f2151.txt>
</file>

<file path=ppt/media/f2152.txt>
</file>

<file path=ppt/media/f2153.txt>
</file>

<file path=ppt/media/f2154.txt>
</file>

<file path=ppt/media/f2155.txt>
</file>

<file path=ppt/media/f2156.txt>
</file>

<file path=ppt/media/f2157.txt>
</file>

<file path=ppt/media/f2158.txt>
</file>

<file path=ppt/media/f2159.txt>
</file>

<file path=ppt/media/f2160.txt>
</file>

<file path=ppt/media/f2161.txt>
</file>

<file path=ppt/media/f2162.txt>
</file>

<file path=ppt/media/f2163.txt>
</file>

<file path=ppt/media/f2164.txt>
</file>

<file path=ppt/media/f2165.txt>
</file>

<file path=ppt/media/f2166.txt>
</file>

<file path=ppt/media/f2167.txt>
</file>

<file path=ppt/media/f2168.txt>
</file>

<file path=ppt/media/f2169.txt>
</file>

<file path=ppt/media/f2170.txt>
</file>

<file path=ppt/media/f2171.txt>
</file>

<file path=ppt/media/f2172.txt>
</file>

<file path=ppt/media/f2173.txt>
</file>

<file path=ppt/media/f2174.txt>
</file>

<file path=ppt/media/f2175.txt>
</file>

<file path=ppt/media/f2176.txt>
</file>

<file path=ppt/media/f2177.txt>
</file>

<file path=ppt/media/f2178.txt>
</file>

<file path=ppt/media/f2179.txt>
</file>

<file path=ppt/media/f2180.txt>
</file>

<file path=ppt/media/f2181.txt>
</file>

<file path=ppt/media/f2182.txt>
</file>

<file path=ppt/media/f2183.txt>
</file>

<file path=ppt/media/f2184.txt>
</file>

<file path=ppt/media/f2185.txt>
</file>

<file path=ppt/media/f2186.txt>
</file>

<file path=ppt/media/f2187.txt>
</file>

<file path=ppt/media/f2188.txt>
</file>

<file path=ppt/media/f2189.txt>
</file>

<file path=ppt/media/f2190.txt>
</file>

<file path=ppt/media/f2191.txt>
</file>

<file path=ppt/media/f2192.txt>
</file>

<file path=ppt/media/f2193.txt>
</file>

<file path=ppt/media/f2194.txt>
</file>

<file path=ppt/media/f2195.txt>
</file>

<file path=ppt/media/f2196.txt>
</file>

<file path=ppt/media/f2197.txt>
</file>

<file path=ppt/media/f2198.txt>
</file>

<file path=ppt/media/f2199.txt>
</file>

<file path=ppt/media/f2200.txt>
</file>

<file path=ppt/media/f2201.txt>
</file>

<file path=ppt/media/f2202.txt>
</file>

<file path=ppt/media/f2203.txt>
</file>

<file path=ppt/media/f2204.txt>
</file>

<file path=ppt/media/f2205.txt>
</file>

<file path=ppt/media/f2206.txt>
</file>

<file path=ppt/media/f2207.txt>
</file>

<file path=ppt/media/f2208.txt>
</file>

<file path=ppt/media/f2209.txt>
</file>

<file path=ppt/media/f2210.txt>
</file>

<file path=ppt/media/f2211.txt>
</file>

<file path=ppt/media/f2212.txt>
</file>

<file path=ppt/media/f2213.txt>
</file>

<file path=ppt/media/f2214.txt>
</file>

<file path=ppt/media/f2215.txt>
</file>

<file path=ppt/media/f2216.txt>
</file>

<file path=ppt/media/f2217.txt>
</file>

<file path=ppt/media/f2218.txt>
</file>

<file path=ppt/media/f2219.txt>
</file>

<file path=ppt/media/f2220.txt>
</file>

<file path=ppt/media/f2221.txt>
</file>

<file path=ppt/media/f2222.txt>
</file>

<file path=ppt/media/f2223.txt>
</file>

<file path=ppt/media/f2224.txt>
</file>

<file path=ppt/media/f2225.txt>
</file>

<file path=ppt/media/f2226.txt>
</file>

<file path=ppt/media/f2227.txt>
</file>

<file path=ppt/media/f2228.txt>
</file>

<file path=ppt/media/f2229.txt>
</file>

<file path=ppt/media/f2230.txt>
</file>

<file path=ppt/media/f2231.txt>
</file>

<file path=ppt/media/f2232.txt>
</file>

<file path=ppt/media/f2233.txt>
</file>

<file path=ppt/media/f2234.txt>
</file>

<file path=ppt/media/f2235.txt>
</file>

<file path=ppt/media/f2236.txt>
</file>

<file path=ppt/media/f2237.txt>
</file>

<file path=ppt/media/f2238.txt>
</file>

<file path=ppt/media/f2239.txt>
</file>

<file path=ppt/media/f2240.txt>
</file>

<file path=ppt/media/f2241.txt>
</file>

<file path=ppt/media/f2242.txt>
</file>

<file path=ppt/media/f2243.txt>
</file>

<file path=ppt/media/f2244.txt>
</file>

<file path=ppt/media/f2245.txt>
</file>

<file path=ppt/media/f2246.txt>
</file>

<file path=ppt/media/f2247.txt>
</file>

<file path=ppt/media/f2248.txt>
</file>

<file path=ppt/media/f2249.txt>
</file>

<file path=ppt/media/f2250.txt>
</file>

<file path=ppt/media/f2251.txt>
</file>

<file path=ppt/media/f2252.txt>
</file>

<file path=ppt/media/f2253.txt>
</file>

<file path=ppt/media/f2254.txt>
</file>

<file path=ppt/media/f2255.txt>
</file>

<file path=ppt/media/f2256.txt>
</file>

<file path=ppt/media/f2257.txt>
</file>

<file path=ppt/media/f2258.txt>
</file>

<file path=ppt/media/f2259.txt>
</file>

<file path=ppt/media/f2260.txt>
</file>

<file path=ppt/media/f2261.txt>
</file>

<file path=ppt/media/f2262.txt>
</file>

<file path=ppt/media/f2263.txt>
</file>

<file path=ppt/media/f2264.txt>
</file>

<file path=ppt/media/f2265.txt>
</file>

<file path=ppt/media/f2266.txt>
</file>

<file path=ppt/media/f2267.txt>
</file>

<file path=ppt/media/f2268.txt>
</file>

<file path=ppt/media/f2269.txt>
</file>

<file path=ppt/media/f2270.txt>
</file>

<file path=ppt/media/f2271.txt>
</file>

<file path=ppt/media/f2272.txt>
</file>

<file path=ppt/media/f2273.txt>
</file>

<file path=ppt/media/f2274.txt>
</file>

<file path=ppt/media/f2275.txt>
</file>

<file path=ppt/media/f2276.txt>
</file>

<file path=ppt/media/f2277.txt>
</file>

<file path=ppt/media/f2278.txt>
</file>

<file path=ppt/media/f2279.txt>
</file>

<file path=ppt/media/f2280.txt>
</file>

<file path=ppt/media/f2281.txt>
</file>

<file path=ppt/media/f2282.txt>
</file>

<file path=ppt/media/f2283.txt>
</file>

<file path=ppt/media/f2284.txt>
</file>

<file path=ppt/media/f2285.txt>
</file>

<file path=ppt/media/f2286.txt>
</file>

<file path=ppt/media/f2287.txt>
</file>

<file path=ppt/media/f2288.txt>
</file>

<file path=ppt/media/f2289.txt>
</file>

<file path=ppt/media/f2290.txt>
</file>

<file path=ppt/media/f2291.txt>
</file>

<file path=ppt/media/f2292.txt>
</file>

<file path=ppt/media/f2293.txt>
</file>

<file path=ppt/media/f2294.txt>
</file>

<file path=ppt/media/f2295.txt>
</file>

<file path=ppt/media/f2296.txt>
</file>

<file path=ppt/media/f2297.txt>
</file>

<file path=ppt/media/f2298.txt>
</file>

<file path=ppt/media/f2299.txt>
</file>

<file path=ppt/media/f2300.txt>
</file>

<file path=ppt/media/f2301.txt>
</file>

<file path=ppt/media/f2302.txt>
</file>

<file path=ppt/media/f2303.txt>
</file>

<file path=ppt/media/f2304.txt>
</file>

<file path=ppt/media/f2305.txt>
</file>

<file path=ppt/media/f2306.txt>
</file>

<file path=ppt/media/f2307.txt>
</file>

<file path=ppt/media/f2308.txt>
</file>

<file path=ppt/media/f2309.txt>
</file>

<file path=ppt/media/f2310.txt>
</file>

<file path=ppt/media/f2311.txt>
</file>

<file path=ppt/media/f2312.txt>
</file>

<file path=ppt/media/f2313.txt>
</file>

<file path=ppt/media/f2314.txt>
</file>

<file path=ppt/media/f2315.txt>
</file>

<file path=ppt/media/f2316.txt>
</file>

<file path=ppt/media/f2317.txt>
</file>

<file path=ppt/media/f2318.txt>
</file>

<file path=ppt/media/f2319.txt>
</file>

<file path=ppt/media/f2320.txt>
</file>

<file path=ppt/media/f2321.txt>
</file>

<file path=ppt/media/f2322.txt>
</file>

<file path=ppt/media/f2323.txt>
</file>

<file path=ppt/media/f2324.txt>
</file>

<file path=ppt/media/f2325.txt>
</file>

<file path=ppt/media/f2326.txt>
</file>

<file path=ppt/media/f2327.txt>
</file>

<file path=ppt/media/f2328.txt>
</file>

<file path=ppt/media/f2329.txt>
</file>

<file path=ppt/media/f2330.txt>
</file>

<file path=ppt/media/f2331.txt>
</file>

<file path=ppt/media/f2332.txt>
</file>

<file path=ppt/media/f2333.txt>
</file>

<file path=ppt/media/f2334.txt>
</file>

<file path=ppt/media/f2335.txt>
</file>

<file path=ppt/media/f2336.txt>
</file>

<file path=ppt/media/f2337.txt>
</file>

<file path=ppt/media/f2338.txt>
</file>

<file path=ppt/media/f2339.txt>
</file>

<file path=ppt/media/f2340.txt>
</file>

<file path=ppt/media/f2341.txt>
</file>

<file path=ppt/media/f2342.txt>
</file>

<file path=ppt/media/f2343.txt>
</file>

<file path=ppt/media/f2344.txt>
</file>

<file path=ppt/media/f2345.txt>
</file>

<file path=ppt/media/f2346.txt>
</file>

<file path=ppt/media/f2347.txt>
</file>

<file path=ppt/media/f2348.txt>
</file>

<file path=ppt/media/f2349.txt>
</file>

<file path=ppt/media/f2350.txt>
</file>

<file path=ppt/media/f2351.txt>
</file>

<file path=ppt/media/f2352.txt>
</file>

<file path=ppt/media/f2353.txt>
</file>

<file path=ppt/media/f2354.txt>
</file>

<file path=ppt/media/f2355.txt>
</file>

<file path=ppt/media/f2356.txt>
</file>

<file path=ppt/media/f2357.txt>
</file>

<file path=ppt/media/f2358.txt>
</file>

<file path=ppt/media/f2359.txt>
</file>

<file path=ppt/media/f2360.txt>
</file>

<file path=ppt/media/f2361.txt>
</file>

<file path=ppt/media/f2362.txt>
</file>

<file path=ppt/media/f2363.txt>
</file>

<file path=ppt/media/f2364.txt>
</file>

<file path=ppt/media/f2365.txt>
</file>

<file path=ppt/media/f2366.txt>
</file>

<file path=ppt/media/f2367.txt>
</file>

<file path=ppt/media/f2368.txt>
</file>

<file path=ppt/media/f2369.txt>
</file>

<file path=ppt/media/f2370.txt>
</file>

<file path=ppt/media/f2371.txt>
</file>

<file path=ppt/media/f2372.txt>
</file>

<file path=ppt/media/f2373.txt>
</file>

<file path=ppt/media/f2374.txt>
</file>

<file path=ppt/media/f2375.txt>
</file>

<file path=ppt/media/f2376.txt>
</file>

<file path=ppt/media/f2377.txt>
</file>

<file path=ppt/media/f2378.txt>
</file>

<file path=ppt/media/f2379.txt>
</file>

<file path=ppt/media/f2380.txt>
</file>

<file path=ppt/media/f2381.txt>
</file>

<file path=ppt/media/f2382.txt>
</file>

<file path=ppt/media/f2383.txt>
</file>

<file path=ppt/media/f2384.txt>
</file>

<file path=ppt/media/f2385.txt>
</file>

<file path=ppt/media/f2386.txt>
</file>

<file path=ppt/media/f2387.txt>
</file>

<file path=ppt/media/f2388.txt>
</file>

<file path=ppt/media/f2389.txt>
</file>

<file path=ppt/media/f2390.txt>
</file>

<file path=ppt/media/f2391.txt>
</file>

<file path=ppt/media/f2392.txt>
</file>

<file path=ppt/media/f2393.txt>
</file>

<file path=ppt/media/f2394.txt>
</file>

<file path=ppt/media/f2395.txt>
</file>

<file path=ppt/media/f2396.txt>
</file>

<file path=ppt/media/f2397.txt>
</file>

<file path=ppt/media/f2398.txt>
</file>

<file path=ppt/media/f2399.txt>
</file>

<file path=ppt/media/f2400.txt>
</file>

<file path=ppt/media/f2401.txt>
</file>

<file path=ppt/media/f2402.txt>
</file>

<file path=ppt/media/f2403.txt>
</file>

<file path=ppt/media/f2404.txt>
</file>

<file path=ppt/media/f2405.txt>
</file>

<file path=ppt/media/f2406.txt>
</file>

<file path=ppt/media/f2407.txt>
</file>

<file path=ppt/media/f2408.txt>
</file>

<file path=ppt/media/f2409.txt>
</file>

<file path=ppt/media/f2410.txt>
</file>

<file path=ppt/media/f2411.txt>
</file>

<file path=ppt/media/f2412.txt>
</file>

<file path=ppt/media/f2413.txt>
</file>

<file path=ppt/media/f2414.txt>
</file>

<file path=ppt/media/f2415.txt>
</file>

<file path=ppt/media/f2416.txt>
</file>

<file path=ppt/media/f2417.txt>
</file>

<file path=ppt/media/f2418.txt>
</file>

<file path=ppt/media/f2419.txt>
</file>

<file path=ppt/media/f2420.txt>
</file>

<file path=ppt/media/f2421.txt>
</file>

<file path=ppt/media/f2422.txt>
</file>

<file path=ppt/media/f2423.txt>
</file>

<file path=ppt/media/f2424.txt>
</file>

<file path=ppt/media/f2425.txt>
</file>

<file path=ppt/media/f2426.txt>
</file>

<file path=ppt/media/f2427.txt>
</file>

<file path=ppt/media/f2428.txt>
</file>

<file path=ppt/media/f2429.txt>
</file>

<file path=ppt/media/f2430.txt>
</file>

<file path=ppt/media/f2431.txt>
</file>

<file path=ppt/media/f2432.txt>
</file>

<file path=ppt/media/f2433.txt>
</file>

<file path=ppt/media/f2434.txt>
</file>

<file path=ppt/media/f2435.txt>
</file>

<file path=ppt/media/f2436.txt>
</file>

<file path=ppt/media/f2437.txt>
</file>

<file path=ppt/media/f2438.txt>
</file>

<file path=ppt/media/f2439.txt>
</file>

<file path=ppt/media/f2440.txt>
</file>

<file path=ppt/media/f2441.txt>
</file>

<file path=ppt/media/f2442.txt>
</file>

<file path=ppt/media/f2443.txt>
</file>

<file path=ppt/media/f2444.txt>
</file>

<file path=ppt/media/f2445.txt>
</file>

<file path=ppt/media/f2446.txt>
</file>

<file path=ppt/media/f2447.txt>
</file>

<file path=ppt/media/f2448.txt>
</file>

<file path=ppt/media/f2449.txt>
</file>

<file path=ppt/media/f2450.txt>
</file>

<file path=ppt/media/f2451.txt>
</file>

<file path=ppt/media/f2452.txt>
</file>

<file path=ppt/media/f2453.txt>
</file>

<file path=ppt/media/f2454.txt>
</file>

<file path=ppt/media/f2455.txt>
</file>

<file path=ppt/media/f2456.txt>
</file>

<file path=ppt/media/f2457.txt>
</file>

<file path=ppt/media/f2458.txt>
</file>

<file path=ppt/media/f2459.txt>
</file>

<file path=ppt/media/f2460.txt>
</file>

<file path=ppt/media/f2461.txt>
</file>

<file path=ppt/media/f2462.txt>
</file>

<file path=ppt/media/f2463.txt>
</file>

<file path=ppt/media/f2464.txt>
</file>

<file path=ppt/media/f2465.txt>
</file>

<file path=ppt/media/f2466.txt>
</file>

<file path=ppt/media/f2467.txt>
</file>

<file path=ppt/media/f2468.txt>
</file>

<file path=ppt/media/f2469.txt>
</file>

<file path=ppt/media/f2470.txt>
</file>

<file path=ppt/media/f2471.txt>
</file>

<file path=ppt/media/f2472.txt>
</file>

<file path=ppt/media/f2473.txt>
</file>

<file path=ppt/media/f2474.txt>
</file>

<file path=ppt/media/f2475.txt>
</file>

<file path=ppt/media/f2476.txt>
</file>

<file path=ppt/media/f2477.txt>
</file>

<file path=ppt/media/f2478.txt>
</file>

<file path=ppt/media/f2479.txt>
</file>

<file path=ppt/media/f2480.txt>
</file>

<file path=ppt/media/f2481.txt>
</file>

<file path=ppt/media/f2482.txt>
</file>

<file path=ppt/media/f2483.txt>
</file>

<file path=ppt/media/f2484.txt>
</file>

<file path=ppt/media/f2485.txt>
</file>

<file path=ppt/media/f2486.txt>
</file>

<file path=ppt/media/f2487.txt>
</file>

<file path=ppt/media/f2488.txt>
</file>

<file path=ppt/media/f2489.txt>
</file>

<file path=ppt/media/f2490.txt>
</file>

<file path=ppt/media/f2491.txt>
</file>

<file path=ppt/media/f2492.txt>
</file>

<file path=ppt/media/f2493.txt>
</file>

<file path=ppt/media/f2494.txt>
</file>

<file path=ppt/media/f2495.txt>
</file>

<file path=ppt/media/f2496.txt>
</file>

<file path=ppt/media/f2497.txt>
</file>

<file path=ppt/media/f2498.txt>
</file>

<file path=ppt/media/f2499.txt>
</file>

<file path=ppt/media/f2500.txt>
</file>

<file path=ppt/media/f2501.txt>
</file>

<file path=ppt/media/f2502.txt>
</file>

<file path=ppt/media/f2503.txt>
</file>

<file path=ppt/media/f2504.txt>
</file>

<file path=ppt/media/f2505.txt>
</file>

<file path=ppt/media/f2506.txt>
</file>

<file path=ppt/media/f2507.txt>
</file>

<file path=ppt/media/f2508.txt>
</file>

<file path=ppt/media/f2509.txt>
</file>

<file path=ppt/media/f2510.txt>
</file>

<file path=ppt/media/f2511.txt>
</file>

<file path=ppt/media/f2512.txt>
</file>

<file path=ppt/media/f2513.txt>
</file>

<file path=ppt/media/f2514.txt>
</file>

<file path=ppt/media/f2515.txt>
</file>

<file path=ppt/media/f2516.txt>
</file>

<file path=ppt/media/f2517.txt>
</file>

<file path=ppt/media/f2518.txt>
</file>

<file path=ppt/media/f2519.txt>
</file>

<file path=ppt/media/f2520.txt>
</file>

<file path=ppt/media/f2521.txt>
</file>

<file path=ppt/media/f2522.txt>
</file>

<file path=ppt/media/f2523.txt>
</file>

<file path=ppt/media/f2524.txt>
</file>

<file path=ppt/media/f2525.txt>
</file>

<file path=ppt/media/f2526.txt>
</file>

<file path=ppt/media/f2527.txt>
</file>

<file path=ppt/media/f2528.txt>
</file>

<file path=ppt/media/f2529.txt>
</file>

<file path=ppt/media/f2530.txt>
</file>

<file path=ppt/media/f2531.txt>
</file>

<file path=ppt/media/f2532.txt>
</file>

<file path=ppt/media/f2533.txt>
</file>

<file path=ppt/media/f2534.txt>
</file>

<file path=ppt/media/f2535.txt>
</file>

<file path=ppt/media/f2536.txt>
</file>

<file path=ppt/media/f2537.txt>
</file>

<file path=ppt/media/f2538.txt>
</file>

<file path=ppt/media/f2539.txt>
</file>

<file path=ppt/media/f2540.txt>
</file>

<file path=ppt/media/f2541.txt>
</file>

<file path=ppt/media/f2542.txt>
</file>

<file path=ppt/media/f2543.txt>
</file>

<file path=ppt/media/f2544.txt>
</file>

<file path=ppt/media/f2545.txt>
</file>

<file path=ppt/media/f2546.txt>
</file>

<file path=ppt/media/f2547.txt>
</file>

<file path=ppt/media/f2548.txt>
</file>

<file path=ppt/media/f2549.txt>
</file>

<file path=ppt/media/f2550.txt>
</file>

<file path=ppt/media/f2551.txt>
</file>

<file path=ppt/media/f2552.txt>
</file>

<file path=ppt/media/f2553.txt>
</file>

<file path=ppt/media/f2554.txt>
</file>

<file path=ppt/media/f2555.txt>
</file>

<file path=ppt/media/f2556.txt>
</file>

<file path=ppt/media/f2557.txt>
</file>

<file path=ppt/media/f2558.txt>
</file>

<file path=ppt/media/f2559.txt>
</file>

<file path=ppt/media/f2560.txt>
</file>

<file path=ppt/media/f2561.txt>
</file>

<file path=ppt/media/f2562.txt>
</file>

<file path=ppt/media/f2563.txt>
</file>

<file path=ppt/media/f2564.txt>
</file>

<file path=ppt/media/f2565.txt>
</file>

<file path=ppt/media/f2566.txt>
</file>

<file path=ppt/media/f2567.txt>
</file>

<file path=ppt/media/f2568.txt>
</file>

<file path=ppt/media/f2569.txt>
</file>

<file path=ppt/media/f2570.txt>
</file>

<file path=ppt/media/f2571.txt>
</file>

<file path=ppt/media/f2572.txt>
</file>

<file path=ppt/media/f2573.txt>
</file>

<file path=ppt/media/f2574.txt>
</file>

<file path=ppt/media/f2575.txt>
</file>

<file path=ppt/media/f2576.txt>
</file>

<file path=ppt/media/f2577.txt>
</file>

<file path=ppt/media/f2578.txt>
</file>

<file path=ppt/media/f2579.txt>
</file>

<file path=ppt/media/f2580.txt>
</file>

<file path=ppt/media/f2581.txt>
</file>

<file path=ppt/media/f2582.txt>
</file>

<file path=ppt/media/f2583.txt>
</file>

<file path=ppt/media/f2584.txt>
</file>

<file path=ppt/media/f2585.txt>
</file>

<file path=ppt/media/f2586.txt>
</file>

<file path=ppt/media/f2587.txt>
</file>

<file path=ppt/media/f2588.txt>
</file>

<file path=ppt/media/f2589.txt>
</file>

<file path=ppt/media/f2590.txt>
</file>

<file path=ppt/media/f2591.txt>
</file>

<file path=ppt/media/f2592.txt>
</file>

<file path=ppt/media/f2593.txt>
</file>

<file path=ppt/media/f2594.txt>
</file>

<file path=ppt/media/f2595.txt>
</file>

<file path=ppt/media/f2596.txt>
</file>

<file path=ppt/media/f2597.txt>
</file>

<file path=ppt/media/f2598.txt>
</file>

<file path=ppt/media/f2599.txt>
</file>

<file path=ppt/media/f2600.txt>
</file>

<file path=ppt/media/f2601.txt>
</file>

<file path=ppt/media/f2602.txt>
</file>

<file path=ppt/media/f2603.txt>
</file>

<file path=ppt/media/f2604.txt>
</file>

<file path=ppt/media/f2605.txt>
</file>

<file path=ppt/media/f2606.txt>
</file>

<file path=ppt/media/f2607.txt>
</file>

<file path=ppt/media/f2608.txt>
</file>

<file path=ppt/media/f2609.txt>
</file>

<file path=ppt/media/f2610.txt>
</file>

<file path=ppt/media/f2611.txt>
</file>

<file path=ppt/media/f2612.txt>
</file>

<file path=ppt/media/f2613.txt>
</file>

<file path=ppt/media/f2614.txt>
</file>

<file path=ppt/media/f2615.txt>
</file>

<file path=ppt/media/f2616.txt>
</file>

<file path=ppt/media/f2617.txt>
</file>

<file path=ppt/media/f2618.txt>
</file>

<file path=ppt/media/f2619.txt>
</file>

<file path=ppt/media/f2620.txt>
</file>

<file path=ppt/media/f2621.txt>
</file>

<file path=ppt/media/f2622.txt>
</file>

<file path=ppt/media/f2623.txt>
</file>

<file path=ppt/media/f2624.txt>
</file>

<file path=ppt/media/f2625.txt>
</file>

<file path=ppt/media/f2626.txt>
</file>

<file path=ppt/media/f2627.txt>
</file>

<file path=ppt/media/f2628.txt>
</file>

<file path=ppt/media/f2629.txt>
</file>

<file path=ppt/media/f2630.txt>
</file>

<file path=ppt/media/f2631.txt>
</file>

<file path=ppt/media/f2632.txt>
</file>

<file path=ppt/media/f2633.txt>
</file>

<file path=ppt/media/f2634.txt>
</file>

<file path=ppt/media/f2635.txt>
</file>

<file path=ppt/media/f2636.txt>
</file>

<file path=ppt/media/f2637.txt>
</file>

<file path=ppt/media/f2638.txt>
</file>

<file path=ppt/media/f2639.txt>
</file>

<file path=ppt/media/f2640.txt>
</file>

<file path=ppt/media/f2641.txt>
</file>

<file path=ppt/media/f2642.txt>
</file>

<file path=ppt/media/f2643.txt>
</file>

<file path=ppt/media/f2644.txt>
</file>

<file path=ppt/media/f2645.txt>
</file>

<file path=ppt/media/f2646.txt>
</file>

<file path=ppt/media/f2647.txt>
</file>

<file path=ppt/media/f2648.txt>
</file>

<file path=ppt/media/f2649.txt>
</file>

<file path=ppt/media/f2650.txt>
</file>

<file path=ppt/media/f2651.txt>
</file>

<file path=ppt/media/f2652.txt>
</file>

<file path=ppt/media/f2653.txt>
</file>

<file path=ppt/media/f2654.txt>
</file>

<file path=ppt/media/f2655.txt>
</file>

<file path=ppt/media/f2656.txt>
</file>

<file path=ppt/media/f2657.txt>
</file>

<file path=ppt/media/f2658.txt>
</file>

<file path=ppt/media/f2659.txt>
</file>

<file path=ppt/media/f2660.txt>
</file>

<file path=ppt/media/f2661.txt>
</file>

<file path=ppt/media/f2662.txt>
</file>

<file path=ppt/media/f2663.txt>
</file>

<file path=ppt/media/f2664.txt>
</file>

<file path=ppt/media/f2665.txt>
</file>

<file path=ppt/media/f2666.txt>
</file>

<file path=ppt/media/f2667.txt>
</file>

<file path=ppt/media/f2668.txt>
</file>

<file path=ppt/media/f2669.txt>
</file>

<file path=ppt/media/f2670.txt>
</file>

<file path=ppt/media/f2671.txt>
</file>

<file path=ppt/media/f2672.txt>
</file>

<file path=ppt/media/f2673.txt>
</file>

<file path=ppt/media/f2674.txt>
</file>

<file path=ppt/media/f2675.txt>
</file>

<file path=ppt/media/f2676.txt>
</file>

<file path=ppt/media/f2677.txt>
</file>

<file path=ppt/media/f2678.txt>
</file>

<file path=ppt/media/f2679.txt>
</file>

<file path=ppt/media/f2680.txt>
</file>

<file path=ppt/media/f2681.txt>
</file>

<file path=ppt/media/f2682.txt>
</file>

<file path=ppt/media/f2683.txt>
</file>

<file path=ppt/media/f2684.txt>
</file>

<file path=ppt/media/f2685.txt>
</file>

<file path=ppt/media/f2686.txt>
</file>

<file path=ppt/media/f2687.txt>
</file>

<file path=ppt/media/f2688.txt>
</file>

<file path=ppt/media/f2689.txt>
</file>

<file path=ppt/media/f2690.txt>
</file>

<file path=ppt/media/f2691.txt>
</file>

<file path=ppt/media/f2692.txt>
</file>

<file path=ppt/media/f2693.txt>
</file>

<file path=ppt/media/f2694.txt>
</file>

<file path=ppt/media/f2695.txt>
</file>

<file path=ppt/media/f2696.txt>
</file>

<file path=ppt/media/f2697.txt>
</file>

<file path=ppt/media/f2698.txt>
</file>

<file path=ppt/media/f2699.txt>
</file>

<file path=ppt/media/f2700.txt>
</file>

<file path=ppt/media/f2701.txt>
</file>

<file path=ppt/media/f2702.txt>
</file>

<file path=ppt/media/f2703.txt>
</file>

<file path=ppt/media/f2704.txt>
</file>

<file path=ppt/media/f2705.txt>
</file>

<file path=ppt/media/f2706.txt>
</file>

<file path=ppt/media/f2707.txt>
</file>

<file path=ppt/media/f2708.txt>
</file>

<file path=ppt/media/f2709.txt>
</file>

<file path=ppt/media/f2710.txt>
</file>

<file path=ppt/media/f2711.txt>
</file>

<file path=ppt/media/f2712.txt>
</file>

<file path=ppt/media/f2713.txt>
</file>

<file path=ppt/media/f2714.txt>
</file>

<file path=ppt/media/f2715.txt>
</file>

<file path=ppt/media/f2716.txt>
</file>

<file path=ppt/media/f2717.txt>
</file>

<file path=ppt/media/f2718.txt>
</file>

<file path=ppt/media/f2719.txt>
</file>

<file path=ppt/media/f2720.txt>
</file>

<file path=ppt/media/f2721.txt>
</file>

<file path=ppt/media/f2722.txt>
</file>

<file path=ppt/media/f2723.txt>
</file>

<file path=ppt/media/f2724.txt>
</file>

<file path=ppt/media/f2725.txt>
</file>

<file path=ppt/media/f2726.txt>
</file>

<file path=ppt/media/f2727.txt>
</file>

<file path=ppt/media/f2728.txt>
</file>

<file path=ppt/media/f2729.txt>
</file>

<file path=ppt/media/f2730.txt>
</file>

<file path=ppt/media/f2731.txt>
</file>

<file path=ppt/media/f2732.txt>
</file>

<file path=ppt/media/f2733.txt>
</file>

<file path=ppt/media/f2734.txt>
</file>

<file path=ppt/media/f2735.txt>
</file>

<file path=ppt/media/f2736.txt>
</file>

<file path=ppt/media/f2737.txt>
</file>

<file path=ppt/media/f2738.txt>
</file>

<file path=ppt/media/f2739.txt>
</file>

<file path=ppt/media/f2740.txt>
</file>

<file path=ppt/media/f2741.txt>
</file>

<file path=ppt/media/f2742.txt>
</file>

<file path=ppt/media/f2743.txt>
</file>

<file path=ppt/media/f2744.txt>
</file>

<file path=ppt/media/f2745.txt>
</file>

<file path=ppt/media/f2746.txt>
</file>

<file path=ppt/media/f2747.txt>
</file>

<file path=ppt/media/f2748.txt>
</file>

<file path=ppt/media/f2749.txt>
</file>

<file path=ppt/media/f2750.txt>
</file>

<file path=ppt/media/f2751.txt>
</file>

<file path=ppt/media/f2752.txt>
</file>

<file path=ppt/media/f2753.txt>
</file>

<file path=ppt/media/f2754.txt>
</file>

<file path=ppt/media/f2755.txt>
</file>

<file path=ppt/media/f2756.txt>
</file>

<file path=ppt/media/f2757.txt>
</file>

<file path=ppt/media/f2758.txt>
</file>

<file path=ppt/media/f2759.txt>
</file>

<file path=ppt/media/f2760.txt>
</file>

<file path=ppt/media/f2761.txt>
</file>

<file path=ppt/media/f2762.txt>
</file>

<file path=ppt/media/f2763.txt>
</file>

<file path=ppt/media/f2764.txt>
</file>

<file path=ppt/media/f2765.txt>
</file>

<file path=ppt/media/f2766.txt>
</file>

<file path=ppt/media/f2767.txt>
</file>

<file path=ppt/media/f2768.txt>
</file>

<file path=ppt/media/f2769.txt>
</file>

<file path=ppt/media/f2770.txt>
</file>

<file path=ppt/media/f2771.txt>
</file>

<file path=ppt/media/f2772.txt>
</file>

<file path=ppt/media/f2773.txt>
</file>

<file path=ppt/media/f2774.txt>
</file>

<file path=ppt/media/f2775.txt>
</file>

<file path=ppt/media/f2776.txt>
</file>

<file path=ppt/media/f2777.txt>
</file>

<file path=ppt/media/f2778.txt>
</file>

<file path=ppt/media/f2779.txt>
</file>

<file path=ppt/media/f2780.txt>
</file>

<file path=ppt/media/f2781.txt>
</file>

<file path=ppt/media/f2782.txt>
</file>

<file path=ppt/media/f2783.txt>
</file>

<file path=ppt/media/f2784.txt>
</file>

<file path=ppt/media/f2785.txt>
</file>

<file path=ppt/media/f2786.txt>
</file>

<file path=ppt/media/f2787.txt>
</file>

<file path=ppt/media/f2788.txt>
</file>

<file path=ppt/media/f2789.txt>
</file>

<file path=ppt/media/f2790.txt>
</file>

<file path=ppt/media/f2791.txt>
</file>

<file path=ppt/media/f2792.txt>
</file>

<file path=ppt/media/f2793.txt>
</file>

<file path=ppt/media/f2794.txt>
</file>

<file path=ppt/media/f2795.txt>
</file>

<file path=ppt/media/f2796.txt>
</file>

<file path=ppt/media/f2797.txt>
</file>

<file path=ppt/media/f2798.txt>
</file>

<file path=ppt/media/f2799.txt>
</file>

<file path=ppt/media/f2800.txt>
</file>

<file path=ppt/media/f2801.txt>
</file>

<file path=ppt/media/f2802.txt>
</file>

<file path=ppt/media/f2803.txt>
</file>

<file path=ppt/media/f2804.txt>
</file>

<file path=ppt/media/f2805.txt>
</file>

<file path=ppt/media/f2806.txt>
</file>

<file path=ppt/media/f2807.txt>
</file>

<file path=ppt/media/f2808.txt>
</file>

<file path=ppt/media/f2809.txt>
</file>

<file path=ppt/media/f2810.txt>
</file>

<file path=ppt/media/f2811.txt>
</file>

<file path=ppt/media/f2812.txt>
</file>

<file path=ppt/media/f2813.txt>
</file>

<file path=ppt/media/f2814.txt>
</file>

<file path=ppt/media/f2815.txt>
</file>

<file path=ppt/media/f2816.txt>
</file>

<file path=ppt/media/f2817.txt>
</file>

<file path=ppt/media/f2818.txt>
</file>

<file path=ppt/media/f2819.txt>
</file>

<file path=ppt/media/f2820.txt>
</file>

<file path=ppt/media/f2821.txt>
</file>

<file path=ppt/media/f2822.txt>
</file>

<file path=ppt/media/f2823.txt>
</file>

<file path=ppt/media/f2824.txt>
</file>

<file path=ppt/media/f2825.txt>
</file>

<file path=ppt/media/f2826.txt>
</file>

<file path=ppt/media/f2827.txt>
</file>

<file path=ppt/media/f2828.txt>
</file>

<file path=ppt/media/f2829.txt>
</file>

<file path=ppt/media/f2830.txt>
</file>

<file path=ppt/media/f2831.txt>
</file>

<file path=ppt/media/f2832.txt>
</file>

<file path=ppt/media/f2833.txt>
</file>

<file path=ppt/media/f2834.txt>
</file>

<file path=ppt/media/f2835.txt>
</file>

<file path=ppt/media/f2836.txt>
</file>

<file path=ppt/media/f2837.txt>
</file>

<file path=ppt/media/f2838.txt>
</file>

<file path=ppt/media/f2839.txt>
</file>

<file path=ppt/media/f2840.txt>
</file>

<file path=ppt/media/f2841.txt>
</file>

<file path=ppt/media/f2842.txt>
</file>

<file path=ppt/media/f2843.txt>
</file>

<file path=ppt/media/f2844.txt>
</file>

<file path=ppt/media/f2845.txt>
</file>

<file path=ppt/media/f2846.txt>
</file>

<file path=ppt/media/f2847.txt>
</file>

<file path=ppt/media/f2848.txt>
</file>

<file path=ppt/media/f2849.txt>
</file>

<file path=ppt/media/f2850.txt>
</file>

<file path=ppt/media/f2851.txt>
</file>

<file path=ppt/media/f2852.txt>
</file>

<file path=ppt/media/f2853.txt>
</file>

<file path=ppt/media/f2854.txt>
</file>

<file path=ppt/media/f2855.txt>
</file>

<file path=ppt/media/f2856.txt>
</file>

<file path=ppt/media/f2857.txt>
</file>

<file path=ppt/media/f2858.txt>
</file>

<file path=ppt/media/f2859.txt>
</file>

<file path=ppt/media/f2860.txt>
</file>

<file path=ppt/media/f2861.txt>
</file>

<file path=ppt/media/f2862.txt>
</file>

<file path=ppt/media/f2863.txt>
</file>

<file path=ppt/media/f2864.txt>
</file>

<file path=ppt/media/f2865.txt>
</file>

<file path=ppt/media/f2866.txt>
</file>

<file path=ppt/media/f2867.txt>
</file>

<file path=ppt/media/f2868.txt>
</file>

<file path=ppt/media/f2869.txt>
</file>

<file path=ppt/media/f2870.txt>
</file>

<file path=ppt/media/f2871.txt>
</file>

<file path=ppt/media/f2872.txt>
</file>

<file path=ppt/media/f2873.txt>
</file>

<file path=ppt/media/f2874.txt>
</file>

<file path=ppt/media/f2875.txt>
</file>

<file path=ppt/media/f2876.txt>
</file>

<file path=ppt/media/f2877.txt>
</file>

<file path=ppt/media/f2878.txt>
</file>

<file path=ppt/media/f2879.txt>
</file>

<file path=ppt/media/f2880.txt>
</file>

<file path=ppt/media/f2881.txt>
</file>

<file path=ppt/media/f2882.txt>
</file>

<file path=ppt/media/f2883.txt>
</file>

<file path=ppt/media/f2884.txt>
</file>

<file path=ppt/media/f2885.txt>
</file>

<file path=ppt/media/f2886.txt>
</file>

<file path=ppt/media/f2887.txt>
</file>

<file path=ppt/media/f2888.txt>
</file>

<file path=ppt/media/f2889.txt>
</file>

<file path=ppt/media/f2890.txt>
</file>

<file path=ppt/media/f2891.txt>
</file>

<file path=ppt/media/f2892.txt>
</file>

<file path=ppt/media/f2893.txt>
</file>

<file path=ppt/media/f2894.txt>
</file>

<file path=ppt/media/f2895.txt>
</file>

<file path=ppt/media/f2896.txt>
</file>

<file path=ppt/media/f2897.txt>
</file>

<file path=ppt/media/f2898.txt>
</file>

<file path=ppt/media/f2899.txt>
</file>

<file path=ppt/media/f2900.txt>
</file>

<file path=ppt/media/f2901.txt>
</file>

<file path=ppt/media/f2902.txt>
</file>

<file path=ppt/media/f2903.txt>
</file>

<file path=ppt/media/f2904.txt>
</file>

<file path=ppt/media/f2905.txt>
</file>

<file path=ppt/media/f2906.txt>
</file>

<file path=ppt/media/f2907.txt>
</file>

<file path=ppt/media/f2908.txt>
</file>

<file path=ppt/media/f2909.txt>
</file>

<file path=ppt/media/f2910.txt>
</file>

<file path=ppt/media/f2911.txt>
</file>

<file path=ppt/media/f2912.txt>
</file>

<file path=ppt/media/f2913.txt>
</file>

<file path=ppt/media/f2914.txt>
</file>

<file path=ppt/media/f2915.txt>
</file>

<file path=ppt/media/f2916.txt>
</file>

<file path=ppt/media/f2917.txt>
</file>

<file path=ppt/media/f2918.txt>
</file>

<file path=ppt/media/f2919.txt>
</file>

<file path=ppt/media/f2920.txt>
</file>

<file path=ppt/media/f2921.txt>
</file>

<file path=ppt/media/f2922.txt>
</file>

<file path=ppt/media/f2923.txt>
</file>

<file path=ppt/media/f2924.txt>
</file>

<file path=ppt/media/f2925.txt>
</file>

<file path=ppt/media/f2926.txt>
</file>

<file path=ppt/media/f2927.txt>
</file>

<file path=ppt/media/f2928.txt>
</file>

<file path=ppt/media/f2929.txt>
</file>

<file path=ppt/media/f2930.txt>
</file>

<file path=ppt/media/f2931.txt>
</file>

<file path=ppt/media/f2932.txt>
</file>

<file path=ppt/media/f2933.txt>
</file>

<file path=ppt/media/f2934.txt>
</file>

<file path=ppt/media/f2935.txt>
</file>

<file path=ppt/media/f2936.txt>
</file>

<file path=ppt/media/f2937.txt>
</file>

<file path=ppt/media/f2938.txt>
</file>

<file path=ppt/media/f2939.txt>
</file>

<file path=ppt/media/f2940.txt>
</file>

<file path=ppt/media/f2941.txt>
</file>

<file path=ppt/media/f2942.txt>
</file>

<file path=ppt/media/f2943.txt>
</file>

<file path=ppt/media/f2944.txt>
</file>

<file path=ppt/media/f2945.txt>
</file>

<file path=ppt/media/f2946.txt>
</file>

<file path=ppt/media/f2947.txt>
</file>

<file path=ppt/media/f2948.txt>
</file>

<file path=ppt/media/f2949.txt>
</file>

<file path=ppt/media/f2950.txt>
</file>

<file path=ppt/media/f2951.txt>
</file>

<file path=ppt/media/f2952.txt>
</file>

<file path=ppt/media/f2953.txt>
</file>

<file path=ppt/media/f2954.txt>
</file>

<file path=ppt/media/f2955.txt>
</file>

<file path=ppt/media/f2956.txt>
</file>

<file path=ppt/media/f2957.txt>
</file>

<file path=ppt/media/f2958.txt>
</file>

<file path=ppt/media/f2959.txt>
</file>

<file path=ppt/media/f2960.txt>
</file>

<file path=ppt/media/f2961.txt>
</file>

<file path=ppt/media/f2962.txt>
</file>

<file path=ppt/media/f2963.txt>
</file>

<file path=ppt/media/f2964.txt>
</file>

<file path=ppt/media/f2965.txt>
</file>

<file path=ppt/media/f2966.txt>
</file>

<file path=ppt/media/f2967.txt>
</file>

<file path=ppt/media/f2968.txt>
</file>

<file path=ppt/media/f2969.txt>
</file>

<file path=ppt/media/f2970.txt>
</file>

<file path=ppt/media/f2971.txt>
</file>

<file path=ppt/media/f2972.txt>
</file>

<file path=ppt/media/f2973.txt>
</file>

<file path=ppt/media/f2974.txt>
</file>

<file path=ppt/media/f2975.txt>
</file>

<file path=ppt/media/f2976.txt>
</file>

<file path=ppt/media/f2977.txt>
</file>

<file path=ppt/media/f2978.txt>
</file>

<file path=ppt/media/f2979.txt>
</file>

<file path=ppt/media/f2980.txt>
</file>

<file path=ppt/media/f2981.txt>
</file>

<file path=ppt/media/f2982.txt>
</file>

<file path=ppt/media/f2983.txt>
</file>

<file path=ppt/media/f2984.txt>
</file>

<file path=ppt/media/f2985.txt>
</file>

<file path=ppt/media/f2986.txt>
</file>

<file path=ppt/media/f2987.txt>
</file>

<file path=ppt/media/f2988.txt>
</file>

<file path=ppt/media/f2989.txt>
</file>

<file path=ppt/media/f2990.txt>
</file>

<file path=ppt/media/f2991.txt>
</file>

<file path=ppt/media/f2992.txt>
</file>

<file path=ppt/media/f2993.txt>
</file>

<file path=ppt/media/f2994.txt>
</file>

<file path=ppt/media/f2995.txt>
</file>

<file path=ppt/media/f2996.txt>
</file>

<file path=ppt/media/f2997.txt>
</file>

<file path=ppt/media/f2998.txt>
</file>

<file path=ppt/media/f2999.txt>
</file>

<file path=ppt/media/f3000.txt>
</file>

<file path=ppt/media/f3001.txt>
</file>

<file path=ppt/media/f3002.txt>
</file>

<file path=ppt/media/f3003.txt>
</file>

<file path=ppt/media/f3004.txt>
</file>

<file path=ppt/media/f3005.txt>
</file>

<file path=ppt/media/f3006.txt>
</file>

<file path=ppt/media/f3007.txt>
</file>

<file path=ppt/media/f3008.txt>
</file>

<file path=ppt/media/f3009.txt>
</file>

<file path=ppt/media/f3010.txt>
</file>

<file path=ppt/media/f3011.txt>
</file>

<file path=ppt/media/f3012.txt>
</file>

<file path=ppt/media/f3013.txt>
</file>

<file path=ppt/media/f3014.txt>
</file>

<file path=ppt/media/f3015.txt>
</file>

<file path=ppt/media/f3016.txt>
</file>

<file path=ppt/media/f3017.txt>
</file>

<file path=ppt/media/f3018.txt>
</file>

<file path=ppt/media/f3019.txt>
</file>

<file path=ppt/media/f3020.txt>
</file>

<file path=ppt/media/f3021.txt>
</file>

<file path=ppt/media/f3022.txt>
</file>

<file path=ppt/media/f3023.txt>
</file>

<file path=ppt/media/f3024.txt>
</file>

<file path=ppt/media/f3025.txt>
</file>

<file path=ppt/media/f3026.txt>
</file>

<file path=ppt/media/f3027.txt>
</file>

<file path=ppt/media/f3028.txt>
</file>

<file path=ppt/media/f3029.txt>
</file>

<file path=ppt/media/f3030.txt>
</file>

<file path=ppt/media/f3031.txt>
</file>

<file path=ppt/media/f3032.txt>
</file>

<file path=ppt/media/f3033.txt>
</file>

<file path=ppt/media/f3034.txt>
</file>

<file path=ppt/media/f3035.txt>
</file>

<file path=ppt/media/f3036.txt>
</file>

<file path=ppt/media/f3037.txt>
</file>

<file path=ppt/media/f3038.txt>
</file>

<file path=ppt/media/f3039.txt>
</file>

<file path=ppt/media/f3040.txt>
</file>

<file path=ppt/media/f3041.txt>
</file>

<file path=ppt/media/f3042.txt>
</file>

<file path=ppt/media/f3043.txt>
</file>

<file path=ppt/media/f3044.txt>
</file>

<file path=ppt/media/f3045.txt>
</file>

<file path=ppt/media/f3046.txt>
</file>

<file path=ppt/media/f3047.txt>
</file>

<file path=ppt/media/f3048.txt>
</file>

<file path=ppt/media/f3049.txt>
</file>

<file path=ppt/media/f3050.txt>
</file>

<file path=ppt/media/f3051.txt>
</file>

<file path=ppt/media/f3052.txt>
</file>

<file path=ppt/media/f3053.txt>
</file>

<file path=ppt/media/f3054.txt>
</file>

<file path=ppt/media/f3055.txt>
</file>

<file path=ppt/media/f3056.txt>
</file>

<file path=ppt/media/f3057.txt>
</file>

<file path=ppt/media/f3058.txt>
</file>

<file path=ppt/media/f3059.txt>
</file>

<file path=ppt/media/f3060.txt>
</file>

<file path=ppt/media/f3061.txt>
</file>

<file path=ppt/media/f3062.txt>
</file>

<file path=ppt/media/f3063.txt>
</file>

<file path=ppt/media/f3064.txt>
</file>

<file path=ppt/media/f3065.txt>
</file>

<file path=ppt/media/f3066.txt>
</file>

<file path=ppt/media/f3067.txt>
</file>

<file path=ppt/media/f3068.txt>
</file>

<file path=ppt/media/f3069.txt>
</file>

<file path=ppt/media/f3070.txt>
</file>

<file path=ppt/media/f3071.txt>
</file>

<file path=ppt/media/f3072.txt>
</file>

<file path=ppt/media/f3073.txt>
</file>

<file path=ppt/media/f3074.txt>
</file>

<file path=ppt/media/f3075.txt>
</file>

<file path=ppt/media/f3076.txt>
</file>

<file path=ppt/media/f3077.txt>
</file>

<file path=ppt/media/f3078.txt>
</file>

<file path=ppt/media/f3079.txt>
</file>

<file path=ppt/media/f3080.txt>
</file>

<file path=ppt/media/f3081.txt>
</file>

<file path=ppt/media/f3082.txt>
</file>

<file path=ppt/media/f3083.txt>
</file>

<file path=ppt/media/f3084.txt>
</file>

<file path=ppt/media/f3085.txt>
</file>

<file path=ppt/media/f3086.txt>
</file>

<file path=ppt/media/f3087.txt>
</file>

<file path=ppt/media/f3088.txt>
</file>

<file path=ppt/media/f3089.txt>
</file>

<file path=ppt/media/f3090.txt>
</file>

<file path=ppt/media/f3091.txt>
</file>

<file path=ppt/media/f3092.txt>
</file>

<file path=ppt/media/f3093.txt>
</file>

<file path=ppt/media/f3094.txt>
</file>

<file path=ppt/media/f3095.txt>
</file>

<file path=ppt/media/f3096.txt>
</file>

<file path=ppt/media/f3097.txt>
</file>

<file path=ppt/media/f3098.txt>
</file>

<file path=ppt/media/f3099.txt>
</file>

<file path=ppt/media/f3100.txt>
</file>

<file path=ppt/media/f3101.txt>
</file>

<file path=ppt/media/f3102.txt>
</file>

<file path=ppt/media/f3103.txt>
</file>

<file path=ppt/media/f3104.txt>
</file>

<file path=ppt/media/f3105.txt>
</file>

<file path=ppt/media/f3106.txt>
</file>

<file path=ppt/media/f3107.txt>
</file>

<file path=ppt/media/f3108.txt>
</file>

<file path=ppt/media/f3109.txt>
</file>

<file path=ppt/media/f3110.txt>
</file>

<file path=ppt/media/f3111.txt>
</file>

<file path=ppt/media/f3112.txt>
</file>

<file path=ppt/media/f3113.txt>
</file>

<file path=ppt/media/f3114.txt>
</file>

<file path=ppt/media/f3115.txt>
</file>

<file path=ppt/media/f3116.txt>
</file>

<file path=ppt/media/f3117.txt>
</file>

<file path=ppt/media/f3118.txt>
</file>

<file path=ppt/media/f3119.txt>
</file>

<file path=ppt/media/f3120.txt>
</file>

<file path=ppt/media/f3121.txt>
</file>

<file path=ppt/media/f3122.txt>
</file>

<file path=ppt/media/f3123.txt>
</file>

<file path=ppt/media/f3124.txt>
</file>

<file path=ppt/media/f3125.txt>
</file>

<file path=ppt/media/f3126.txt>
</file>

<file path=ppt/media/f3127.txt>
</file>

<file path=ppt/media/f3128.txt>
</file>

<file path=ppt/media/f3129.txt>
</file>

<file path=ppt/media/f3130.txt>
</file>

<file path=ppt/media/f3131.txt>
</file>

<file path=ppt/media/f3132.txt>
</file>

<file path=ppt/media/f3133.txt>
</file>

<file path=ppt/media/f3134.txt>
</file>

<file path=ppt/media/f3135.txt>
</file>

<file path=ppt/media/f3136.txt>
</file>

<file path=ppt/media/f3137.txt>
</file>

<file path=ppt/media/f3138.txt>
</file>

<file path=ppt/media/f3139.txt>
</file>

<file path=ppt/media/f3140.txt>
</file>

<file path=ppt/media/f3141.txt>
</file>

<file path=ppt/media/f3142.txt>
</file>

<file path=ppt/media/f3143.txt>
</file>

<file path=ppt/media/f3144.txt>
</file>

<file path=ppt/media/f3145.txt>
</file>

<file path=ppt/media/f3146.txt>
</file>

<file path=ppt/media/f3147.txt>
</file>

<file path=ppt/media/f3148.txt>
</file>

<file path=ppt/media/f3149.txt>
</file>

<file path=ppt/media/f3150.txt>
</file>

<file path=ppt/media/f3151.txt>
</file>

<file path=ppt/media/f3152.txt>
</file>

<file path=ppt/media/f3153.txt>
</file>

<file path=ppt/media/f3154.txt>
</file>

<file path=ppt/media/f3155.txt>
</file>

<file path=ppt/media/f3156.txt>
</file>

<file path=ppt/media/f3157.txt>
</file>

<file path=ppt/media/f3158.txt>
</file>

<file path=ppt/media/f3159.txt>
</file>

<file path=ppt/media/f3160.txt>
</file>

<file path=ppt/media/f3161.txt>
</file>

<file path=ppt/media/f3162.txt>
</file>

<file path=ppt/media/f3163.txt>
</file>

<file path=ppt/media/f3164.txt>
</file>

<file path=ppt/media/f3165.txt>
</file>

<file path=ppt/media/f3166.txt>
</file>

<file path=ppt/media/f3167.txt>
</file>

<file path=ppt/media/f3168.txt>
</file>

<file path=ppt/media/f3169.txt>
</file>

<file path=ppt/media/f3170.txt>
</file>

<file path=ppt/media/f3171.txt>
</file>

<file path=ppt/media/f3172.txt>
</file>

<file path=ppt/media/f3173.txt>
</file>

<file path=ppt/media/f3174.txt>
</file>

<file path=ppt/media/f3175.txt>
</file>

<file path=ppt/media/f3176.txt>
</file>

<file path=ppt/media/f3177.txt>
</file>

<file path=ppt/media/f3178.txt>
</file>

<file path=ppt/media/f3179.txt>
</file>

<file path=ppt/media/f3180.txt>
</file>

<file path=ppt/media/f3181.txt>
</file>

<file path=ppt/media/f3182.txt>
</file>

<file path=ppt/media/f3183.txt>
</file>

<file path=ppt/media/f3184.txt>
</file>

<file path=ppt/media/f3185.txt>
</file>

<file path=ppt/media/f3186.txt>
</file>

<file path=ppt/media/f3187.txt>
</file>

<file path=ppt/media/f3188.txt>
</file>

<file path=ppt/media/f3189.txt>
</file>

<file path=ppt/media/f3190.txt>
</file>

<file path=ppt/media/f3191.txt>
</file>

<file path=ppt/media/f3192.txt>
</file>

<file path=ppt/media/f3193.txt>
</file>

<file path=ppt/media/f3194.txt>
</file>

<file path=ppt/media/f3195.txt>
</file>

<file path=ppt/media/f3196.txt>
</file>

<file path=ppt/media/f3197.txt>
</file>

<file path=ppt/media/f3198.txt>
</file>

<file path=ppt/media/f3199.txt>
</file>

<file path=ppt/media/f3200.txt>
</file>

<file path=ppt/media/f3201.txt>
</file>

<file path=ppt/media/f3202.txt>
</file>

<file path=ppt/media/f3203.txt>
</file>

<file path=ppt/media/f3204.txt>
</file>

<file path=ppt/media/f3205.txt>
</file>

<file path=ppt/media/f3206.txt>
</file>

<file path=ppt/media/f3207.txt>
</file>

<file path=ppt/media/f3208.txt>
</file>

<file path=ppt/media/f3209.txt>
</file>

<file path=ppt/media/f3210.txt>
</file>

<file path=ppt/media/f3211.txt>
</file>

<file path=ppt/media/f3212.txt>
</file>

<file path=ppt/media/f3213.txt>
</file>

<file path=ppt/media/f3214.txt>
</file>

<file path=ppt/media/f3215.txt>
</file>

<file path=ppt/media/f3216.txt>
</file>

<file path=ppt/media/f3217.txt>
</file>

<file path=ppt/media/f3218.txt>
</file>

<file path=ppt/media/f3219.txt>
</file>

<file path=ppt/media/f3220.txt>
</file>

<file path=ppt/media/f3221.txt>
</file>

<file path=ppt/media/f3222.txt>
</file>

<file path=ppt/media/f3223.txt>
</file>

<file path=ppt/media/f3224.txt>
</file>

<file path=ppt/media/f3225.txt>
</file>

<file path=ppt/media/f3226.txt>
</file>

<file path=ppt/media/f3227.txt>
</file>

<file path=ppt/media/f3228.txt>
</file>

<file path=ppt/media/f3229.txt>
</file>

<file path=ppt/media/f3230.txt>
</file>

<file path=ppt/media/f3231.txt>
</file>

<file path=ppt/media/f3232.txt>
</file>

<file path=ppt/media/f3233.txt>
</file>

<file path=ppt/media/f3234.txt>
</file>

<file path=ppt/media/f3235.txt>
</file>

<file path=ppt/media/f3236.txt>
</file>

<file path=ppt/media/f3237.txt>
</file>

<file path=ppt/media/f3238.txt>
</file>

<file path=ppt/media/f3239.txt>
</file>

<file path=ppt/media/f3240.txt>
</file>

<file path=ppt/media/f3241.txt>
</file>

<file path=ppt/media/f3242.txt>
</file>

<file path=ppt/media/f3243.txt>
</file>

<file path=ppt/media/f3244.txt>
</file>

<file path=ppt/media/f3245.txt>
</file>

<file path=ppt/media/f3246.txt>
</file>

<file path=ppt/media/f3247.txt>
</file>

<file path=ppt/media/f3248.txt>
</file>

<file path=ppt/media/f3249.txt>
</file>

<file path=ppt/media/f3250.txt>
</file>

<file path=ppt/media/f3251.txt>
</file>

<file path=ppt/media/f3252.txt>
</file>

<file path=ppt/media/f3253.txt>
</file>

<file path=ppt/media/f3254.txt>
</file>

<file path=ppt/media/f3255.txt>
</file>

<file path=ppt/media/f3256.txt>
</file>

<file path=ppt/media/f3257.txt>
</file>

<file path=ppt/media/f3258.txt>
</file>

<file path=ppt/media/f3259.txt>
</file>

<file path=ppt/media/f3260.txt>
</file>

<file path=ppt/media/f3261.txt>
</file>

<file path=ppt/media/f3262.txt>
</file>

<file path=ppt/media/f3263.txt>
</file>

<file path=ppt/media/f3264.txt>
</file>

<file path=ppt/media/f3265.txt>
</file>

<file path=ppt/media/f3266.txt>
</file>

<file path=ppt/media/f3267.txt>
</file>

<file path=ppt/media/f3268.txt>
</file>

<file path=ppt/media/f3269.txt>
</file>

<file path=ppt/media/f3270.txt>
</file>

<file path=ppt/media/f3271.txt>
</file>

<file path=ppt/media/f3272.txt>
</file>

<file path=ppt/media/f3273.txt>
</file>

<file path=ppt/media/f3274.txt>
</file>

<file path=ppt/media/f3275.txt>
</file>

<file path=ppt/media/f3276.txt>
</file>

<file path=ppt/media/f3277.txt>
</file>

<file path=ppt/media/f3278.txt>
</file>

<file path=ppt/media/f3279.txt>
</file>

<file path=ppt/media/f3280.txt>
</file>

<file path=ppt/media/f3281.txt>
</file>

<file path=ppt/media/f3282.txt>
</file>

<file path=ppt/media/f3283.txt>
</file>

<file path=ppt/media/f3284.txt>
</file>

<file path=ppt/media/f3285.txt>
</file>

<file path=ppt/media/f3286.txt>
</file>

<file path=ppt/media/f3287.txt>
</file>

<file path=ppt/media/f3288.txt>
</file>

<file path=ppt/media/f3289.txt>
</file>

<file path=ppt/media/f3290.txt>
</file>

<file path=ppt/media/f3291.txt>
</file>

<file path=ppt/media/f3292.txt>
</file>

<file path=ppt/media/f3293.txt>
</file>

<file path=ppt/media/f3294.txt>
</file>

<file path=ppt/media/f3295.txt>
</file>

<file path=ppt/media/f3296.txt>
</file>

<file path=ppt/media/f3297.txt>
</file>

<file path=ppt/media/f3298.txt>
</file>

<file path=ppt/media/f3299.txt>
</file>

<file path=ppt/media/f3300.txt>
</file>

<file path=ppt/media/f3301.txt>
</file>

<file path=ppt/media/f3302.txt>
</file>

<file path=ppt/media/f3303.txt>
</file>

<file path=ppt/media/f3304.txt>
</file>

<file path=ppt/media/f3305.txt>
</file>

<file path=ppt/media/f3306.txt>
</file>

<file path=ppt/media/f3307.txt>
</file>

<file path=ppt/media/f3308.txt>
</file>

<file path=ppt/media/f3309.txt>
</file>

<file path=ppt/media/f3310.txt>
</file>

<file path=ppt/media/f3311.txt>
</file>

<file path=ppt/media/f3312.txt>
</file>

<file path=ppt/media/f3313.txt>
</file>

<file path=ppt/media/f3314.txt>
</file>

<file path=ppt/media/f3315.txt>
</file>

<file path=ppt/media/f3316.txt>
</file>

<file path=ppt/media/f3317.txt>
</file>

<file path=ppt/media/f3318.txt>
</file>

<file path=ppt/media/f3319.txt>
</file>

<file path=ppt/media/f3320.txt>
</file>

<file path=ppt/media/f3321.txt>
</file>

<file path=ppt/media/f3322.txt>
</file>

<file path=ppt/media/f3323.txt>
</file>

<file path=ppt/media/f3324.txt>
</file>

<file path=ppt/media/f3325.txt>
</file>

<file path=ppt/media/f3326.txt>
</file>

<file path=ppt/media/f3327.txt>
</file>

<file path=ppt/media/f3328.txt>
</file>

<file path=ppt/media/f3329.txt>
</file>

<file path=ppt/media/f3330.txt>
</file>

<file path=ppt/media/f3331.txt>
</file>

<file path=ppt/media/f3332.txt>
</file>

<file path=ppt/media/f3333.txt>
</file>

<file path=ppt/media/f3334.txt>
</file>

<file path=ppt/media/f3335.txt>
</file>

<file path=ppt/media/f3336.txt>
</file>

<file path=ppt/media/f3337.txt>
</file>

<file path=ppt/media/f3338.txt>
</file>

<file path=ppt/media/f3339.txt>
</file>

<file path=ppt/media/f3340.txt>
</file>

<file path=ppt/media/f3341.txt>
</file>

<file path=ppt/media/f3342.txt>
</file>

<file path=ppt/media/f3343.txt>
</file>

<file path=ppt/media/f3344.txt>
</file>

<file path=ppt/media/f3345.txt>
</file>

<file path=ppt/media/f3346.txt>
</file>

<file path=ppt/media/f3347.txt>
</file>

<file path=ppt/media/f3348.txt>
</file>

<file path=ppt/media/f3349.txt>
</file>

<file path=ppt/media/f3350.txt>
</file>

<file path=ppt/media/f3351.txt>
</file>

<file path=ppt/media/f3352.txt>
</file>

<file path=ppt/media/f3353.txt>
</file>

<file path=ppt/media/f3354.txt>
</file>

<file path=ppt/media/f3355.txt>
</file>

<file path=ppt/media/f3356.txt>
</file>

<file path=ppt/media/f3357.txt>
</file>

<file path=ppt/media/f3358.txt>
</file>

<file path=ppt/media/f3359.txt>
</file>

<file path=ppt/media/f3360.txt>
</file>

<file path=ppt/media/f3361.txt>
</file>

<file path=ppt/media/f3362.txt>
</file>

<file path=ppt/media/f3363.txt>
</file>

<file path=ppt/media/f3364.txt>
</file>

<file path=ppt/media/f3365.txt>
</file>

<file path=ppt/media/f3366.txt>
</file>

<file path=ppt/media/f3367.txt>
</file>

<file path=ppt/media/f3368.txt>
</file>

<file path=ppt/media/f3369.txt>
</file>

<file path=ppt/media/f3370.txt>
</file>

<file path=ppt/media/f3371.txt>
</file>

<file path=ppt/media/f3372.txt>
</file>

<file path=ppt/media/f3373.txt>
</file>

<file path=ppt/media/f3374.txt>
</file>

<file path=ppt/media/f3375.txt>
</file>

<file path=ppt/media/f3376.txt>
</file>

<file path=ppt/media/f3377.txt>
</file>

<file path=ppt/media/f3378.txt>
</file>

<file path=ppt/media/f3379.txt>
</file>

<file path=ppt/media/f3380.txt>
</file>

<file path=ppt/media/f3381.txt>
</file>

<file path=ppt/media/f3382.txt>
</file>

<file path=ppt/media/f3383.txt>
</file>

<file path=ppt/media/f3384.txt>
</file>

<file path=ppt/media/f3385.txt>
</file>

<file path=ppt/media/f3386.txt>
</file>

<file path=ppt/media/f3387.txt>
</file>

<file path=ppt/media/f3388.txt>
</file>

<file path=ppt/media/f3389.txt>
</file>

<file path=ppt/media/f3390.txt>
</file>

<file path=ppt/media/f3391.txt>
</file>

<file path=ppt/media/f3392.txt>
</file>

<file path=ppt/media/f3393.txt>
</file>

<file path=ppt/media/f3394.txt>
</file>

<file path=ppt/media/f3395.txt>
</file>

<file path=ppt/media/f3396.txt>
</file>

<file path=ppt/media/f3397.txt>
</file>

<file path=ppt/media/f3398.txt>
</file>

<file path=ppt/media/f3399.txt>
</file>

<file path=ppt/media/f3400.txt>
</file>

<file path=ppt/media/f3401.txt>
</file>

<file path=ppt/media/f3402.txt>
</file>

<file path=ppt/media/f3403.txt>
</file>

<file path=ppt/media/f3404.txt>
</file>

<file path=ppt/media/f3405.txt>
</file>

<file path=ppt/media/f3406.txt>
</file>

<file path=ppt/media/f3407.txt>
</file>

<file path=ppt/media/f3408.txt>
</file>

<file path=ppt/media/f3409.txt>
</file>

<file path=ppt/media/f3410.txt>
</file>

<file path=ppt/media/f3411.txt>
</file>

<file path=ppt/media/f3412.txt>
</file>

<file path=ppt/media/f3413.txt>
</file>

<file path=ppt/media/f3414.txt>
</file>

<file path=ppt/media/f3415.txt>
</file>

<file path=ppt/media/f3416.txt>
</file>

<file path=ppt/media/f3417.txt>
</file>

<file path=ppt/media/f3418.txt>
</file>

<file path=ppt/media/f3419.txt>
</file>

<file path=ppt/media/f3420.txt>
</file>

<file path=ppt/media/f3421.txt>
</file>

<file path=ppt/media/f3422.txt>
</file>

<file path=ppt/media/f3423.txt>
</file>

<file path=ppt/media/f3424.txt>
</file>

<file path=ppt/media/f3425.txt>
</file>

<file path=ppt/media/f3426.txt>
</file>

<file path=ppt/media/f3427.txt>
</file>

<file path=ppt/media/f3428.txt>
</file>

<file path=ppt/media/f3429.txt>
</file>

<file path=ppt/media/f3430.txt>
</file>

<file path=ppt/media/f3431.txt>
</file>

<file path=ppt/media/f3432.txt>
</file>

<file path=ppt/media/f3433.txt>
</file>

<file path=ppt/media/f3434.txt>
</file>

<file path=ppt/media/f3435.txt>
</file>

<file path=ppt/media/f3436.txt>
</file>

<file path=ppt/media/f3437.txt>
</file>

<file path=ppt/media/f3438.txt>
</file>

<file path=ppt/media/f3439.txt>
</file>

<file path=ppt/media/f3440.txt>
</file>

<file path=ppt/media/f3441.txt>
</file>

<file path=ppt/media/f3442.txt>
</file>

<file path=ppt/media/f3443.txt>
</file>

<file path=ppt/media/f3444.txt>
</file>

<file path=ppt/media/f3445.txt>
</file>

<file path=ppt/media/f3446.txt>
</file>

<file path=ppt/media/f3447.txt>
</file>

<file path=ppt/media/f3448.txt>
</file>

<file path=ppt/media/f3449.txt>
</file>

<file path=ppt/media/f3450.txt>
</file>

<file path=ppt/media/f3451.txt>
</file>

<file path=ppt/media/f3452.txt>
</file>

<file path=ppt/media/f3453.txt>
</file>

<file path=ppt/media/f3454.txt>
</file>

<file path=ppt/media/f3455.txt>
</file>

<file path=ppt/media/f3456.txt>
</file>

<file path=ppt/media/f3457.txt>
</file>

<file path=ppt/media/f3458.txt>
</file>

<file path=ppt/media/f3459.txt>
</file>

<file path=ppt/media/f3460.txt>
</file>

<file path=ppt/media/f3461.txt>
</file>

<file path=ppt/media/f3462.txt>
</file>

<file path=ppt/media/f3463.txt>
</file>

<file path=ppt/media/f3464.txt>
</file>

<file path=ppt/media/f3465.txt>
</file>

<file path=ppt/media/f3466.txt>
</file>

<file path=ppt/media/f3467.txt>
</file>

<file path=ppt/media/f3468.txt>
</file>

<file path=ppt/media/f3469.txt>
</file>

<file path=ppt/media/f3470.txt>
</file>

<file path=ppt/media/f3471.txt>
</file>

<file path=ppt/media/f3472.txt>
</file>

<file path=ppt/media/f3473.txt>
</file>

<file path=ppt/media/f3474.txt>
</file>

<file path=ppt/media/f3475.txt>
</file>

<file path=ppt/media/f3476.txt>
</file>

<file path=ppt/media/f3477.txt>
</file>

<file path=ppt/media/f3478.txt>
</file>

<file path=ppt/media/f3479.txt>
</file>

<file path=ppt/media/f3480.txt>
</file>

<file path=ppt/media/f3481.txt>
</file>

<file path=ppt/media/f3482.txt>
</file>

<file path=ppt/media/f3483.txt>
</file>

<file path=ppt/media/f3484.txt>
</file>

<file path=ppt/media/f3485.txt>
</file>

<file path=ppt/media/f3486.txt>
</file>

<file path=ppt/media/f3487.txt>
</file>

<file path=ppt/media/f3488.txt>
</file>

<file path=ppt/media/f3489.txt>
</file>

<file path=ppt/media/f3490.txt>
</file>

<file path=ppt/media/f3491.txt>
</file>

<file path=ppt/media/f3492.txt>
</file>

<file path=ppt/media/f3493.txt>
</file>

<file path=ppt/media/f3494.txt>
</file>

<file path=ppt/media/f3495.txt>
</file>

<file path=ppt/media/f3496.txt>
</file>

<file path=ppt/media/f3497.txt>
</file>

<file path=ppt/media/f3498.txt>
</file>

<file path=ppt/media/f3499.txt>
</file>

<file path=ppt/media/f3500.txt>
</file>

<file path=ppt/media/f3501.txt>
</file>

<file path=ppt/media/f3502.txt>
</file>

<file path=ppt/media/f3503.txt>
</file>

<file path=ppt/media/f3504.txt>
</file>

<file path=ppt/media/f3505.txt>
</file>

<file path=ppt/media/f3506.txt>
</file>

<file path=ppt/media/f3507.txt>
</file>

<file path=ppt/media/f3508.txt>
</file>

<file path=ppt/media/f3509.txt>
</file>

<file path=ppt/media/f3510.txt>
</file>

<file path=ppt/media/f3511.txt>
</file>

<file path=ppt/media/f3512.txt>
</file>

<file path=ppt/media/f3513.txt>
</file>

<file path=ppt/media/f3514.txt>
</file>

<file path=ppt/media/f3515.txt>
</file>

<file path=ppt/media/f3516.txt>
</file>

<file path=ppt/media/f3517.txt>
</file>

<file path=ppt/media/f3518.txt>
</file>

<file path=ppt/media/f3519.txt>
</file>

<file path=ppt/media/f3520.txt>
</file>

<file path=ppt/media/f3521.txt>
</file>

<file path=ppt/media/f3522.txt>
</file>

<file path=ppt/media/f3523.txt>
</file>

<file path=ppt/media/f3524.txt>
</file>

<file path=ppt/media/f3525.txt>
</file>

<file path=ppt/media/f3526.txt>
</file>

<file path=ppt/media/f3527.txt>
</file>

<file path=ppt/media/f3528.txt>
</file>

<file path=ppt/media/f3529.txt>
</file>

<file path=ppt/media/f3530.txt>
</file>

<file path=ppt/media/f3531.txt>
</file>

<file path=ppt/media/f3532.txt>
</file>

<file path=ppt/media/f3533.txt>
</file>

<file path=ppt/media/f3534.txt>
</file>

<file path=ppt/media/f3535.txt>
</file>

<file path=ppt/media/f3536.txt>
</file>

<file path=ppt/media/f3537.txt>
</file>

<file path=ppt/media/f3538.txt>
</file>

<file path=ppt/media/f3539.txt>
</file>

<file path=ppt/media/f3540.txt>
</file>

<file path=ppt/media/f3541.txt>
</file>

<file path=ppt/media/f3542.txt>
</file>

<file path=ppt/media/f3543.txt>
</file>

<file path=ppt/media/f3544.txt>
</file>

<file path=ppt/media/f3545.txt>
</file>

<file path=ppt/media/f3546.txt>
</file>

<file path=ppt/media/f3547.txt>
</file>

<file path=ppt/media/f3548.txt>
</file>

<file path=ppt/media/f3549.txt>
</file>

<file path=ppt/media/f3550.txt>
</file>

<file path=ppt/media/f3551.txt>
</file>

<file path=ppt/media/f3552.txt>
</file>

<file path=ppt/media/f3553.txt>
</file>

<file path=ppt/media/f3554.txt>
</file>

<file path=ppt/media/f3555.txt>
</file>

<file path=ppt/media/f3556.txt>
</file>

<file path=ppt/media/f3557.txt>
</file>

<file path=ppt/media/f3558.txt>
</file>

<file path=ppt/media/f3559.txt>
</file>

<file path=ppt/media/f3560.txt>
</file>

<file path=ppt/media/f3561.txt>
</file>

<file path=ppt/media/f3562.txt>
</file>

<file path=ppt/media/f3563.txt>
</file>

<file path=ppt/media/f3564.txt>
</file>

<file path=ppt/media/f3565.txt>
</file>

<file path=ppt/media/f3566.txt>
</file>

<file path=ppt/media/f3567.txt>
</file>

<file path=ppt/media/f3568.txt>
</file>

<file path=ppt/media/f3569.txt>
</file>

<file path=ppt/media/f3570.txt>
</file>

<file path=ppt/media/f3571.txt>
</file>

<file path=ppt/media/f3572.txt>
</file>

<file path=ppt/media/f3573.txt>
</file>

<file path=ppt/media/f3574.txt>
</file>

<file path=ppt/media/f3575.txt>
</file>

<file path=ppt/media/f3576.txt>
</file>

<file path=ppt/media/f3577.txt>
</file>

<file path=ppt/media/f3578.txt>
</file>

<file path=ppt/media/f3579.txt>
</file>

<file path=ppt/media/f3580.txt>
</file>

<file path=ppt/media/f3581.txt>
</file>

<file path=ppt/media/f3582.txt>
</file>

<file path=ppt/media/f3583.txt>
</file>

<file path=ppt/media/f3584.txt>
</file>

<file path=ppt/media/f3585.txt>
</file>

<file path=ppt/media/f3586.txt>
</file>

<file path=ppt/media/f3587.txt>
</file>

<file path=ppt/media/f3588.txt>
</file>

<file path=ppt/media/f3589.txt>
</file>

<file path=ppt/media/f3590.txt>
</file>

<file path=ppt/media/f3591.txt>
</file>

<file path=ppt/media/f3592.txt>
</file>

<file path=ppt/media/f3593.txt>
</file>

<file path=ppt/media/f3594.txt>
</file>

<file path=ppt/media/f3595.txt>
</file>

<file path=ppt/media/f3596.txt>
</file>

<file path=ppt/media/f3597.txt>
</file>

<file path=ppt/media/f3598.txt>
</file>

<file path=ppt/media/f3599.txt>
</file>

<file path=ppt/media/f3600.txt>
</file>

<file path=ppt/media/f3601.txt>
</file>

<file path=ppt/media/f3602.txt>
</file>

<file path=ppt/media/f3603.txt>
</file>

<file path=ppt/media/f3604.txt>
</file>

<file path=ppt/media/f3605.txt>
</file>

<file path=ppt/media/f3606.txt>
</file>

<file path=ppt/media/f3607.txt>
</file>

<file path=ppt/media/f3608.txt>
</file>

<file path=ppt/media/f3609.txt>
</file>

<file path=ppt/media/f3610.txt>
</file>

<file path=ppt/media/f3611.txt>
</file>

<file path=ppt/media/f3612.txt>
</file>

<file path=ppt/media/f3613.txt>
</file>

<file path=ppt/media/f3614.txt>
</file>

<file path=ppt/media/f3615.txt>
</file>

<file path=ppt/media/f3616.txt>
</file>

<file path=ppt/media/f3617.txt>
</file>

<file path=ppt/media/f3618.txt>
</file>

<file path=ppt/media/f3619.txt>
</file>

<file path=ppt/media/f3620.txt>
</file>

<file path=ppt/media/f3621.txt>
</file>

<file path=ppt/media/f3622.txt>
</file>

<file path=ppt/media/f3623.txt>
</file>

<file path=ppt/media/f3624.txt>
</file>

<file path=ppt/media/f3625.txt>
</file>

<file path=ppt/media/f3626.txt>
</file>

<file path=ppt/media/f3627.txt>
</file>

<file path=ppt/media/f3628.txt>
</file>

<file path=ppt/media/f3629.txt>
</file>

<file path=ppt/media/f3630.txt>
</file>

<file path=ppt/media/f3631.txt>
</file>

<file path=ppt/media/f3632.txt>
</file>

<file path=ppt/media/f3633.txt>
</file>

<file path=ppt/media/f3634.txt>
</file>

<file path=ppt/media/f3635.txt>
</file>

<file path=ppt/media/f3636.txt>
</file>

<file path=ppt/media/f3637.txt>
</file>

<file path=ppt/media/f3638.txt>
</file>

<file path=ppt/media/f3639.txt>
</file>

<file path=ppt/media/f3640.txt>
</file>

<file path=ppt/media/f3641.txt>
</file>

<file path=ppt/media/f3642.txt>
</file>

<file path=ppt/media/f3643.txt>
</file>

<file path=ppt/media/f3644.txt>
</file>

<file path=ppt/media/f3645.txt>
</file>

<file path=ppt/media/f3646.txt>
</file>

<file path=ppt/media/f3647.txt>
</file>

<file path=ppt/media/f3648.txt>
</file>

<file path=ppt/media/f3649.txt>
</file>

<file path=ppt/media/f3650.txt>
</file>

<file path=ppt/media/f3651.txt>
</file>

<file path=ppt/media/f3652.txt>
</file>

<file path=ppt/media/f3653.txt>
</file>

<file path=ppt/media/f3654.txt>
</file>

<file path=ppt/media/f3655.txt>
</file>

<file path=ppt/media/f3656.txt>
</file>

<file path=ppt/media/f3657.txt>
</file>

<file path=ppt/media/f3658.txt>
</file>

<file path=ppt/media/f3659.txt>
</file>

<file path=ppt/media/f3660.txt>
</file>

<file path=ppt/media/f3661.txt>
</file>

<file path=ppt/media/f3662.txt>
</file>

<file path=ppt/media/f3663.txt>
</file>

<file path=ppt/media/f3664.txt>
</file>

<file path=ppt/media/f3665.txt>
</file>

<file path=ppt/media/f3666.txt>
</file>

<file path=ppt/media/f3667.txt>
</file>

<file path=ppt/media/f3668.txt>
</file>

<file path=ppt/media/f3669.txt>
</file>

<file path=ppt/media/f3670.txt>
</file>

<file path=ppt/media/f3671.txt>
</file>

<file path=ppt/media/f3672.txt>
</file>

<file path=ppt/media/f3673.txt>
</file>

<file path=ppt/media/f3674.txt>
</file>

<file path=ppt/media/f3675.txt>
</file>

<file path=ppt/media/f3676.txt>
</file>

<file path=ppt/media/f3677.txt>
</file>

<file path=ppt/media/f3678.txt>
</file>

<file path=ppt/media/f3679.txt>
</file>

<file path=ppt/media/f3680.txt>
</file>

<file path=ppt/media/f3681.txt>
</file>

<file path=ppt/media/f3682.txt>
</file>

<file path=ppt/media/f3683.txt>
</file>

<file path=ppt/media/f3684.txt>
</file>

<file path=ppt/media/f3685.txt>
</file>

<file path=ppt/media/f3686.txt>
</file>

<file path=ppt/media/f3687.txt>
</file>

<file path=ppt/media/f3688.txt>
</file>

<file path=ppt/media/f3689.txt>
</file>

<file path=ppt/media/f3690.txt>
</file>

<file path=ppt/media/f3691.txt>
</file>

<file path=ppt/media/f3692.txt>
</file>

<file path=ppt/media/f3693.txt>
</file>

<file path=ppt/media/f3694.txt>
</file>

<file path=ppt/media/f3695.txt>
</file>

<file path=ppt/media/f3696.txt>
</file>

<file path=ppt/media/f3697.txt>
</file>

<file path=ppt/media/f3698.txt>
</file>

<file path=ppt/media/f3699.txt>
</file>

<file path=ppt/media/f3700.txt>
</file>

<file path=ppt/media/f3701.txt>
</file>

<file path=ppt/media/f3702.txt>
</file>

<file path=ppt/media/f3703.txt>
</file>

<file path=ppt/media/f3704.txt>
</file>

<file path=ppt/media/f3705.txt>
</file>

<file path=ppt/media/f3706.txt>
</file>

<file path=ppt/media/f3707.txt>
</file>

<file path=ppt/media/f3708.txt>
</file>

<file path=ppt/media/f3709.txt>
</file>

<file path=ppt/media/f3710.txt>
</file>

<file path=ppt/media/f3711.txt>
</file>

<file path=ppt/media/f3712.txt>
</file>

<file path=ppt/media/f3713.txt>
</file>

<file path=ppt/media/f3714.txt>
</file>

<file path=ppt/media/f3715.txt>
</file>

<file path=ppt/media/f3716.txt>
</file>

<file path=ppt/media/f3717.txt>
</file>

<file path=ppt/media/f3718.txt>
</file>

<file path=ppt/media/f3719.txt>
</file>

<file path=ppt/media/f3720.txt>
</file>

<file path=ppt/media/f3721.txt>
</file>

<file path=ppt/media/f3722.txt>
</file>

<file path=ppt/media/f3723.txt>
</file>

<file path=ppt/media/f3724.txt>
</file>

<file path=ppt/media/f3725.txt>
</file>

<file path=ppt/media/f3726.txt>
</file>

<file path=ppt/media/f3727.txt>
</file>

<file path=ppt/media/f3728.txt>
</file>

<file path=ppt/media/f3729.txt>
</file>

<file path=ppt/media/f3730.txt>
</file>

<file path=ppt/media/f3731.txt>
</file>

<file path=ppt/media/f3732.txt>
</file>

<file path=ppt/media/f3733.txt>
</file>

<file path=ppt/media/f3734.txt>
</file>

<file path=ppt/media/f3735.txt>
</file>

<file path=ppt/media/f3736.txt>
</file>

<file path=ppt/media/f3737.txt>
</file>

<file path=ppt/media/f3738.txt>
</file>

<file path=ppt/media/f3739.txt>
</file>

<file path=ppt/media/f3740.txt>
</file>

<file path=ppt/media/f3741.txt>
</file>

<file path=ppt/media/f3742.txt>
</file>

<file path=ppt/media/f3743.txt>
</file>

<file path=ppt/media/f3744.txt>
</file>

<file path=ppt/media/f3745.txt>
</file>

<file path=ppt/media/f3746.txt>
</file>

<file path=ppt/media/f3747.txt>
</file>

<file path=ppt/media/f3748.txt>
</file>

<file path=ppt/media/f3749.txt>
</file>

<file path=ppt/media/f3750.txt>
</file>

<file path=ppt/media/f3751.txt>
</file>

<file path=ppt/media/f3752.txt>
</file>

<file path=ppt/media/f3753.txt>
</file>

<file path=ppt/media/f3754.txt>
</file>

<file path=ppt/media/f3755.txt>
</file>

<file path=ppt/media/f3756.txt>
</file>

<file path=ppt/media/f3757.txt>
</file>

<file path=ppt/media/f3758.txt>
</file>

<file path=ppt/media/f3759.txt>
</file>

<file path=ppt/media/f3760.txt>
</file>

<file path=ppt/media/f3761.txt>
</file>

<file path=ppt/media/f3762.txt>
</file>

<file path=ppt/media/f3763.txt>
</file>

<file path=ppt/media/f3764.txt>
</file>

<file path=ppt/media/f3765.txt>
</file>

<file path=ppt/media/f3766.txt>
</file>

<file path=ppt/media/f3767.txt>
</file>

<file path=ppt/media/f3768.txt>
</file>

<file path=ppt/media/f3769.txt>
</file>

<file path=ppt/media/f3770.txt>
</file>

<file path=ppt/media/f3771.txt>
</file>

<file path=ppt/media/f3772.txt>
</file>

<file path=ppt/media/f3773.txt>
</file>

<file path=ppt/media/f3774.txt>
</file>

<file path=ppt/media/f3775.txt>
</file>

<file path=ppt/media/f3776.txt>
</file>

<file path=ppt/media/f3777.txt>
</file>

<file path=ppt/media/f3778.txt>
</file>

<file path=ppt/media/f3779.txt>
</file>

<file path=ppt/media/f3780.txt>
</file>

<file path=ppt/media/f3781.txt>
</file>

<file path=ppt/media/f3782.txt>
</file>

<file path=ppt/media/f3783.txt>
</file>

<file path=ppt/media/f3784.txt>
</file>

<file path=ppt/media/f3785.txt>
</file>

<file path=ppt/media/f3786.txt>
</file>

<file path=ppt/media/f3787.txt>
</file>

<file path=ppt/media/f3788.txt>
</file>

<file path=ppt/media/f3789.txt>
</file>

<file path=ppt/media/f3790.txt>
</file>

<file path=ppt/media/f3791.txt>
</file>

<file path=ppt/media/f3792.txt>
</file>

<file path=ppt/media/f3793.txt>
</file>

<file path=ppt/media/f3794.txt>
</file>

<file path=ppt/media/f3795.txt>
</file>

<file path=ppt/media/f3796.txt>
</file>

<file path=ppt/media/f3797.txt>
</file>

<file path=ppt/media/f3798.txt>
</file>

<file path=ppt/media/f3799.txt>
</file>

<file path=ppt/media/f3800.txt>
</file>

<file path=ppt/media/f3801.txt>
</file>

<file path=ppt/media/f3802.txt>
</file>

<file path=ppt/media/f3803.txt>
</file>

<file path=ppt/media/f3804.txt>
</file>

<file path=ppt/media/f3805.txt>
</file>

<file path=ppt/media/f3806.txt>
</file>

<file path=ppt/media/f3807.txt>
</file>

<file path=ppt/media/f3808.txt>
</file>

<file path=ppt/media/f3809.txt>
</file>

<file path=ppt/media/f3810.txt>
</file>

<file path=ppt/media/f3811.txt>
</file>

<file path=ppt/media/f3812.txt>
</file>

<file path=ppt/media/f3813.txt>
</file>

<file path=ppt/media/f3814.txt>
</file>

<file path=ppt/media/f3815.txt>
</file>

<file path=ppt/media/f3816.txt>
</file>

<file path=ppt/media/f3817.txt>
</file>

<file path=ppt/media/f3818.txt>
</file>

<file path=ppt/media/f3819.txt>
</file>

<file path=ppt/media/f3820.txt>
</file>

<file path=ppt/media/f3821.txt>
</file>

<file path=ppt/media/f3822.txt>
</file>

<file path=ppt/media/f3823.txt>
</file>

<file path=ppt/media/f3824.txt>
</file>

<file path=ppt/media/f3825.txt>
</file>

<file path=ppt/media/f3826.txt>
</file>

<file path=ppt/media/f3827.txt>
</file>

<file path=ppt/media/f3828.txt>
</file>

<file path=ppt/media/f3829.txt>
</file>

<file path=ppt/media/f3830.txt>
</file>

<file path=ppt/media/f3831.txt>
</file>

<file path=ppt/media/f3832.txt>
</file>

<file path=ppt/media/f3833.txt>
</file>

<file path=ppt/media/f3834.txt>
</file>

<file path=ppt/media/f3835.txt>
</file>

<file path=ppt/media/f3836.txt>
</file>

<file path=ppt/media/f3837.txt>
</file>

<file path=ppt/media/f3838.txt>
</file>

<file path=ppt/media/f3839.txt>
</file>

<file path=ppt/media/f3840.txt>
</file>

<file path=ppt/media/f3841.txt>
</file>

<file path=ppt/media/f3842.txt>
</file>

<file path=ppt/media/f3843.txt>
</file>

<file path=ppt/media/f3844.txt>
</file>

<file path=ppt/media/f3845.txt>
</file>

<file path=ppt/media/f3846.txt>
</file>

<file path=ppt/media/f3847.txt>
</file>

<file path=ppt/media/f3848.txt>
</file>

<file path=ppt/media/f3849.txt>
</file>

<file path=ppt/media/f3850.txt>
</file>

<file path=ppt/media/f3851.txt>
</file>

<file path=ppt/media/f3852.txt>
</file>

<file path=ppt/media/f3853.txt>
</file>

<file path=ppt/media/f3854.txt>
</file>

<file path=ppt/media/f3855.txt>
</file>

<file path=ppt/media/f3856.txt>
</file>

<file path=ppt/media/f3857.txt>
</file>

<file path=ppt/media/f3858.txt>
</file>

<file path=ppt/media/f3859.txt>
</file>

<file path=ppt/media/f3860.txt>
</file>

<file path=ppt/media/f3861.txt>
</file>

<file path=ppt/media/f3862.txt>
</file>

<file path=ppt/media/f3863.txt>
</file>

<file path=ppt/media/f3864.txt>
</file>

<file path=ppt/media/f3865.txt>
</file>

<file path=ppt/media/f3866.txt>
</file>

<file path=ppt/media/f3867.txt>
</file>

<file path=ppt/media/f3868.txt>
</file>

<file path=ppt/media/f3869.txt>
</file>

<file path=ppt/media/f3870.txt>
</file>

<file path=ppt/media/f3871.txt>
</file>

<file path=ppt/media/f3872.txt>
</file>

<file path=ppt/media/f3873.txt>
</file>

<file path=ppt/media/f3874.txt>
</file>

<file path=ppt/media/f3875.txt>
</file>

<file path=ppt/media/f3876.txt>
</file>

<file path=ppt/media/f3877.txt>
</file>

<file path=ppt/media/f3878.txt>
</file>

<file path=ppt/media/f3879.txt>
</file>

<file path=ppt/media/f3880.txt>
</file>

<file path=ppt/media/f3881.txt>
</file>

<file path=ppt/media/f3882.txt>
</file>

<file path=ppt/media/f3883.txt>
</file>

<file path=ppt/media/f3884.txt>
</file>

<file path=ppt/media/f3885.txt>
</file>

<file path=ppt/media/f3886.txt>
</file>

<file path=ppt/media/f3887.txt>
</file>

<file path=ppt/media/f3888.txt>
</file>

<file path=ppt/media/f3889.txt>
</file>

<file path=ppt/media/f3890.txt>
</file>

<file path=ppt/media/f3891.txt>
</file>

<file path=ppt/media/f3892.txt>
</file>

<file path=ppt/media/f3893.txt>
</file>

<file path=ppt/media/f3894.txt>
</file>

<file path=ppt/media/f3895.txt>
</file>

<file path=ppt/media/f3896.txt>
</file>

<file path=ppt/media/f3897.txt>
</file>

<file path=ppt/media/f3898.txt>
</file>

<file path=ppt/media/f3899.txt>
</file>

<file path=ppt/media/f3900.txt>
</file>

<file path=ppt/media/f3901.txt>
</file>

<file path=ppt/media/f3902.txt>
</file>

<file path=ppt/media/f3903.txt>
</file>

<file path=ppt/media/f3904.txt>
</file>

<file path=ppt/media/f3905.txt>
</file>

<file path=ppt/media/f3906.txt>
</file>

<file path=ppt/media/f3907.txt>
</file>

<file path=ppt/media/f3908.txt>
</file>

<file path=ppt/media/f3909.txt>
</file>

<file path=ppt/media/f3910.txt>
</file>

<file path=ppt/media/f3911.txt>
</file>

<file path=ppt/media/f3912.txt>
</file>

<file path=ppt/media/f3913.txt>
</file>

<file path=ppt/media/f3914.txt>
</file>

<file path=ppt/media/f3915.txt>
</file>

<file path=ppt/media/f3916.txt>
</file>

<file path=ppt/media/f3917.txt>
</file>

<file path=ppt/media/f3918.txt>
</file>

<file path=ppt/media/f3919.txt>
</file>

<file path=ppt/media/f3920.txt>
</file>

<file path=ppt/media/f3921.txt>
</file>

<file path=ppt/media/f3922.txt>
</file>

<file path=ppt/media/f3923.txt>
</file>

<file path=ppt/media/f3924.txt>
</file>

<file path=ppt/media/f3925.txt>
</file>

<file path=ppt/media/f3926.txt>
</file>

<file path=ppt/media/f3927.txt>
</file>

<file path=ppt/media/f3928.txt>
</file>

<file path=ppt/media/f3929.txt>
</file>

<file path=ppt/media/f3930.txt>
</file>

<file path=ppt/media/f3931.txt>
</file>

<file path=ppt/media/f3932.txt>
</file>

<file path=ppt/media/f3933.txt>
</file>

<file path=ppt/media/f3934.txt>
</file>

<file path=ppt/media/f3935.txt>
</file>

<file path=ppt/media/f3936.txt>
</file>

<file path=ppt/media/f3937.txt>
</file>

<file path=ppt/media/f3938.txt>
</file>

<file path=ppt/media/f3939.txt>
</file>

<file path=ppt/media/f3940.txt>
</file>

<file path=ppt/media/f3941.txt>
</file>

<file path=ppt/media/f3942.txt>
</file>

<file path=ppt/media/f3943.txt>
</file>

<file path=ppt/media/f3944.txt>
</file>

<file path=ppt/media/f3945.txt>
</file>

<file path=ppt/media/f3946.txt>
</file>

<file path=ppt/media/f3947.txt>
</file>

<file path=ppt/media/f3948.txt>
</file>

<file path=ppt/media/f3949.txt>
</file>

<file path=ppt/media/f3950.txt>
</file>

<file path=ppt/media/f3951.txt>
</file>

<file path=ppt/media/f3952.txt>
</file>

<file path=ppt/media/f3953.txt>
</file>

<file path=ppt/media/f3954.txt>
</file>

<file path=ppt/media/f3955.txt>
</file>

<file path=ppt/media/f3956.txt>
</file>

<file path=ppt/media/f3957.txt>
</file>

<file path=ppt/media/f3958.txt>
</file>

<file path=ppt/media/f3959.txt>
</file>

<file path=ppt/media/f3960.txt>
</file>

<file path=ppt/media/f3961.txt>
</file>

<file path=ppt/media/f3962.txt>
</file>

<file path=ppt/media/f3963.txt>
</file>

<file path=ppt/media/f3964.txt>
</file>

<file path=ppt/media/f3965.txt>
</file>

<file path=ppt/media/f3966.txt>
</file>

<file path=ppt/media/f3967.txt>
</file>

<file path=ppt/media/f3968.txt>
</file>

<file path=ppt/media/f3969.txt>
</file>

<file path=ppt/media/f3970.txt>
</file>

<file path=ppt/media/f3971.txt>
</file>

<file path=ppt/media/f3972.txt>
</file>

<file path=ppt/media/f3973.txt>
</file>

<file path=ppt/media/f3974.txt>
</file>

<file path=ppt/media/f3975.txt>
</file>

<file path=ppt/media/f3976.txt>
</file>

<file path=ppt/media/f3977.txt>
</file>

<file path=ppt/media/f3978.txt>
</file>

<file path=ppt/media/f3979.txt>
</file>

<file path=ppt/media/f3980.txt>
</file>

<file path=ppt/media/f3981.txt>
</file>

<file path=ppt/media/f3982.txt>
</file>

<file path=ppt/media/f3983.txt>
</file>

<file path=ppt/media/f3984.txt>
</file>

<file path=ppt/media/f3985.txt>
</file>

<file path=ppt/media/f3986.txt>
</file>

<file path=ppt/media/f3987.txt>
</file>

<file path=ppt/media/f3988.txt>
</file>

<file path=ppt/media/f3989.txt>
</file>

<file path=ppt/media/f3990.txt>
</file>

<file path=ppt/media/f3991.txt>
</file>

<file path=ppt/media/f3992.txt>
</file>

<file path=ppt/media/f3993.txt>
</file>

<file path=ppt/media/f3994.txt>
</file>

<file path=ppt/media/f3995.txt>
</file>

<file path=ppt/media/f3996.txt>
</file>

<file path=ppt/media/f3997.txt>
</file>

<file path=ppt/media/f3998.txt>
</file>

<file path=ppt/media/f3999.txt>
</file>

<file path=ppt/media/f4000.txt>
</file>

<file path=ppt/media/f4001.txt>
</file>

<file path=ppt/media/f4002.txt>
</file>

<file path=ppt/media/f4003.txt>
</file>

<file path=ppt/media/f4004.txt>
</file>

<file path=ppt/media/f4005.txt>
</file>

<file path=ppt/media/f4006.txt>
</file>

<file path=ppt/media/f4007.txt>
</file>

<file path=ppt/media/f4008.txt>
</file>

<file path=ppt/media/f4009.txt>
</file>

<file path=ppt/media/f4010.txt>
</file>

<file path=ppt/media/f4011.txt>
</file>

<file path=ppt/media/f4012.txt>
</file>

<file path=ppt/media/f4013.txt>
</file>

<file path=ppt/media/f4014.txt>
</file>

<file path=ppt/media/f4015.txt>
</file>

<file path=ppt/media/f4016.txt>
</file>

<file path=ppt/media/f4017.txt>
</file>

<file path=ppt/media/f4018.txt>
</file>

<file path=ppt/media/f4019.txt>
</file>

<file path=ppt/media/f4020.txt>
</file>

<file path=ppt/media/f4021.txt>
</file>

<file path=ppt/media/f4022.txt>
</file>

<file path=ppt/media/f4023.txt>
</file>

<file path=ppt/media/f4024.txt>
</file>

<file path=ppt/media/f4025.txt>
</file>

<file path=ppt/media/f4026.txt>
</file>

<file path=ppt/media/f4027.txt>
</file>

<file path=ppt/media/f4028.txt>
</file>

<file path=ppt/media/f4029.txt>
</file>

<file path=ppt/media/f4030.txt>
</file>

<file path=ppt/media/f4031.txt>
</file>

<file path=ppt/media/f4032.txt>
</file>

<file path=ppt/media/f4033.txt>
</file>

<file path=ppt/media/f4034.txt>
</file>

<file path=ppt/media/f4035.txt>
</file>

<file path=ppt/media/f4036.txt>
</file>

<file path=ppt/media/f4037.txt>
</file>

<file path=ppt/media/f4038.txt>
</file>

<file path=ppt/media/f4039.txt>
</file>

<file path=ppt/media/f4040.txt>
</file>

<file path=ppt/media/f4041.txt>
</file>

<file path=ppt/media/f4042.txt>
</file>

<file path=ppt/media/f4043.txt>
</file>

<file path=ppt/media/f4044.txt>
</file>

<file path=ppt/media/f4045.txt>
</file>

<file path=ppt/media/f4046.txt>
</file>

<file path=ppt/media/f4047.txt>
</file>

<file path=ppt/media/f4048.txt>
</file>

<file path=ppt/media/f4049.txt>
</file>

<file path=ppt/media/f4050.txt>
</file>

<file path=ppt/media/f4051.txt>
</file>

<file path=ppt/media/f4052.txt>
</file>

<file path=ppt/media/f4053.txt>
</file>

<file path=ppt/media/f4054.txt>
</file>

<file path=ppt/media/f4055.txt>
</file>

<file path=ppt/media/f4056.txt>
</file>

<file path=ppt/media/f4057.txt>
</file>

<file path=ppt/media/f4058.txt>
</file>

<file path=ppt/media/f4059.txt>
</file>

<file path=ppt/media/f4060.txt>
</file>

<file path=ppt/media/f4061.txt>
</file>

<file path=ppt/media/f4062.txt>
</file>

<file path=ppt/media/f4063.txt>
</file>

<file path=ppt/media/f4064.txt>
</file>

<file path=ppt/media/f4065.txt>
</file>

<file path=ppt/media/f4066.txt>
</file>

<file path=ppt/media/f4067.txt>
</file>

<file path=ppt/media/f4068.txt>
</file>

<file path=ppt/media/f4069.txt>
</file>

<file path=ppt/media/f4070.txt>
</file>

<file path=ppt/media/f4071.txt>
</file>

<file path=ppt/media/f4072.txt>
</file>

<file path=ppt/media/f4073.txt>
</file>

<file path=ppt/media/f4074.txt>
</file>

<file path=ppt/media/f4075.txt>
</file>

<file path=ppt/media/f4076.txt>
</file>

<file path=ppt/media/f4077.txt>
</file>

<file path=ppt/media/f4078.txt>
</file>

<file path=ppt/media/f4079.txt>
</file>

<file path=ppt/media/f4080.txt>
</file>

<file path=ppt/media/f4081.txt>
</file>

<file path=ppt/media/f4082.txt>
</file>

<file path=ppt/media/f4083.txt>
</file>

<file path=ppt/media/f4084.txt>
</file>

<file path=ppt/media/f4085.txt>
</file>

<file path=ppt/media/f4086.txt>
</file>

<file path=ppt/media/f4087.txt>
</file>

<file path=ppt/media/f4088.txt>
</file>

<file path=ppt/media/f4089.txt>
</file>

<file path=ppt/media/f4090.txt>
</file>

<file path=ppt/media/f4091.txt>
</file>

<file path=ppt/media/f4092.txt>
</file>

<file path=ppt/media/f4093.txt>
</file>

<file path=ppt/media/f4094.txt>
</file>

<file path=ppt/media/f4095.txt>
</file>

<file path=ppt/media/f4096.txt>
</file>

<file path=ppt/media/f4097.txt>
</file>

<file path=ppt/media/f4098.txt>
</file>

<file path=ppt/media/f4099.txt>
</file>

<file path=ppt/media/f4100.txt>
</file>

<file path=ppt/media/f4101.txt>
</file>

<file path=ppt/media/f4102.txt>
</file>

<file path=ppt/media/f4103.txt>
</file>

<file path=ppt/media/f4104.txt>
</file>

<file path=ppt/media/f4105.txt>
</file>

<file path=ppt/media/f4106.txt>
</file>

<file path=ppt/media/f4107.txt>
</file>

<file path=ppt/media/f4108.txt>
</file>

<file path=ppt/media/f4109.txt>
</file>

<file path=ppt/media/f4110.txt>
</file>

<file path=ppt/media/f4111.txt>
</file>

<file path=ppt/media/f4112.txt>
</file>

<file path=ppt/media/f4113.txt>
</file>

<file path=ppt/media/f4114.txt>
</file>

<file path=ppt/media/f4115.txt>
</file>

<file path=ppt/media/f4116.txt>
</file>

<file path=ppt/media/f4117.txt>
</file>

<file path=ppt/media/f4118.txt>
</file>

<file path=ppt/media/f4119.txt>
</file>

<file path=ppt/media/f4120.txt>
</file>

<file path=ppt/media/f4121.txt>
</file>

<file path=ppt/media/f4122.txt>
</file>

<file path=ppt/media/f4123.txt>
</file>

<file path=ppt/media/f4124.txt>
</file>

<file path=ppt/media/f4125.txt>
</file>

<file path=ppt/media/f4126.txt>
</file>

<file path=ppt/media/f4127.txt>
</file>

<file path=ppt/media/f4128.txt>
</file>

<file path=ppt/media/f4129.txt>
</file>

<file path=ppt/media/f4130.txt>
</file>

<file path=ppt/media/f4131.txt>
</file>

<file path=ppt/media/f4132.txt>
</file>

<file path=ppt/media/f4133.txt>
</file>

<file path=ppt/media/f4134.txt>
</file>

<file path=ppt/media/f4135.txt>
</file>

<file path=ppt/media/f4136.txt>
</file>

<file path=ppt/media/f4137.txt>
</file>

<file path=ppt/media/f4138.txt>
</file>

<file path=ppt/media/f4139.txt>
</file>

<file path=ppt/media/f4140.txt>
</file>

<file path=ppt/media/f4141.txt>
</file>

<file path=ppt/media/f4142.txt>
</file>

<file path=ppt/media/f4143.txt>
</file>

<file path=ppt/media/f4144.txt>
</file>

<file path=ppt/media/f4145.txt>
</file>

<file path=ppt/media/f4146.txt>
</file>

<file path=ppt/media/f4147.txt>
</file>

<file path=ppt/media/f4148.txt>
</file>

<file path=ppt/media/f4149.txt>
</file>

<file path=ppt/media/f4150.txt>
</file>

<file path=ppt/media/f4151.txt>
</file>

<file path=ppt/media/f4152.txt>
</file>

<file path=ppt/media/f4153.txt>
</file>

<file path=ppt/media/f4154.txt>
</file>

<file path=ppt/media/f4155.txt>
</file>

<file path=ppt/media/f4156.txt>
</file>

<file path=ppt/media/f4157.txt>
</file>

<file path=ppt/media/f4158.txt>
</file>

<file path=ppt/media/f4159.txt>
</file>

<file path=ppt/media/f4160.txt>
</file>

<file path=ppt/media/f4161.txt>
</file>

<file path=ppt/media/f4162.txt>
</file>

<file path=ppt/media/f4163.txt>
</file>

<file path=ppt/media/f4164.txt>
</file>

<file path=ppt/media/f4165.txt>
</file>

<file path=ppt/media/f4166.txt>
</file>

<file path=ppt/media/f4167.txt>
</file>

<file path=ppt/media/f4168.txt>
</file>

<file path=ppt/media/f4169.txt>
</file>

<file path=ppt/media/f4170.txt>
</file>

<file path=ppt/media/f4171.txt>
</file>

<file path=ppt/media/f4172.txt>
</file>

<file path=ppt/media/f4173.txt>
</file>

<file path=ppt/media/f4174.txt>
</file>

<file path=ppt/media/f4175.txt>
</file>

<file path=ppt/media/f4176.txt>
</file>

<file path=ppt/media/f4177.txt>
</file>

<file path=ppt/media/f4178.txt>
</file>

<file path=ppt/media/f4179.txt>
</file>

<file path=ppt/media/f4180.txt>
</file>

<file path=ppt/media/f4181.txt>
</file>

<file path=ppt/media/f4182.txt>
</file>

<file path=ppt/media/f4183.txt>
</file>

<file path=ppt/media/f4184.txt>
</file>

<file path=ppt/media/f4185.txt>
</file>

<file path=ppt/media/f4186.txt>
</file>

<file path=ppt/media/f4187.txt>
</file>

<file path=ppt/media/f4188.txt>
</file>

<file path=ppt/media/f4189.txt>
</file>

<file path=ppt/media/f4190.txt>
</file>

<file path=ppt/media/f4191.txt>
</file>

<file path=ppt/media/f4192.txt>
</file>

<file path=ppt/media/f4193.txt>
</file>

<file path=ppt/media/f4194.txt>
</file>

<file path=ppt/media/f4195.txt>
</file>

<file path=ppt/media/f4196.txt>
</file>

<file path=ppt/media/f4197.txt>
</file>

<file path=ppt/media/f4198.txt>
</file>

<file path=ppt/media/f4199.txt>
</file>

<file path=ppt/media/f4200.txt>
</file>

<file path=ppt/media/f4201.txt>
</file>

<file path=ppt/media/f4202.txt>
</file>

<file path=ppt/media/f4203.txt>
</file>

<file path=ppt/media/f4204.txt>
</file>

<file path=ppt/media/f4205.txt>
</file>

<file path=ppt/media/f4206.txt>
</file>

<file path=ppt/media/f4207.txt>
</file>

<file path=ppt/media/f4208.txt>
</file>

<file path=ppt/media/f4209.txt>
</file>

<file path=ppt/media/f4210.txt>
</file>

<file path=ppt/media/f4211.txt>
</file>

<file path=ppt/media/f4212.txt>
</file>

<file path=ppt/media/f4213.txt>
</file>

<file path=ppt/media/f4214.txt>
</file>

<file path=ppt/media/f4215.txt>
</file>

<file path=ppt/media/f4216.txt>
</file>

<file path=ppt/media/f4217.txt>
</file>

<file path=ppt/media/f4218.txt>
</file>

<file path=ppt/media/f4219.txt>
</file>

<file path=ppt/media/f4220.txt>
</file>

<file path=ppt/media/f4221.txt>
</file>

<file path=ppt/media/f4222.txt>
</file>

<file path=ppt/media/f4223.txt>
</file>

<file path=ppt/media/f4224.txt>
</file>

<file path=ppt/media/f4225.txt>
</file>

<file path=ppt/media/f4226.txt>
</file>

<file path=ppt/media/f4227.txt>
</file>

<file path=ppt/media/f4228.txt>
</file>

<file path=ppt/media/f4229.txt>
</file>

<file path=ppt/media/f4230.txt>
</file>

<file path=ppt/media/f4231.txt>
</file>

<file path=ppt/media/f4232.txt>
</file>

<file path=ppt/media/f4233.txt>
</file>

<file path=ppt/media/f4234.txt>
</file>

<file path=ppt/media/f4235.txt>
</file>

<file path=ppt/media/f4236.txt>
</file>

<file path=ppt/media/f4237.txt>
</file>

<file path=ppt/media/f4238.txt>
</file>

<file path=ppt/media/f4239.txt>
</file>

<file path=ppt/media/f4240.txt>
</file>

<file path=ppt/media/f4241.txt>
</file>

<file path=ppt/media/f4242.txt>
</file>

<file path=ppt/media/f4243.txt>
</file>

<file path=ppt/media/f4244.txt>
</file>

<file path=ppt/media/f4245.txt>
</file>

<file path=ppt/media/f4246.txt>
</file>

<file path=ppt/media/f4247.txt>
</file>

<file path=ppt/media/f4248.txt>
</file>

<file path=ppt/media/f4249.txt>
</file>

<file path=ppt/media/f4250.txt>
</file>

<file path=ppt/media/f4251.txt>
</file>

<file path=ppt/media/f4252.txt>
</file>

<file path=ppt/media/f4253.txt>
</file>

<file path=ppt/media/f4254.txt>
</file>

<file path=ppt/media/f4255.txt>
</file>

<file path=ppt/media/f4256.txt>
</file>

<file path=ppt/media/f4257.txt>
</file>

<file path=ppt/media/f4258.txt>
</file>

<file path=ppt/media/f4259.txt>
</file>

<file path=ppt/media/f4260.txt>
</file>

<file path=ppt/media/f4261.txt>
</file>

<file path=ppt/media/f4262.txt>
</file>

<file path=ppt/media/f4263.txt>
</file>

<file path=ppt/media/f4264.txt>
</file>

<file path=ppt/media/f4265.txt>
</file>

<file path=ppt/media/f4266.txt>
</file>

<file path=ppt/media/f4267.txt>
</file>

<file path=ppt/media/f4268.txt>
</file>

<file path=ppt/media/f4269.txt>
</file>

<file path=ppt/media/f4270.txt>
</file>

<file path=ppt/media/f4271.txt>
</file>

<file path=ppt/media/f4272.txt>
</file>

<file path=ppt/media/f4273.txt>
</file>

<file path=ppt/media/f4274.txt>
</file>

<file path=ppt/media/f4275.txt>
</file>

<file path=ppt/media/f4276.txt>
</file>

<file path=ppt/media/f4277.txt>
</file>

<file path=ppt/media/f4278.txt>
</file>

<file path=ppt/media/f4279.txt>
</file>

<file path=ppt/media/f4280.txt>
</file>

<file path=ppt/media/f4281.txt>
</file>

<file path=ppt/media/f4282.txt>
</file>

<file path=ppt/media/f4283.txt>
</file>

<file path=ppt/media/f4284.txt>
</file>

<file path=ppt/media/f4285.txt>
</file>

<file path=ppt/media/f4286.txt>
</file>

<file path=ppt/media/f4287.txt>
</file>

<file path=ppt/media/f4288.txt>
</file>

<file path=ppt/media/f4289.txt>
</file>

<file path=ppt/media/f4290.txt>
</file>

<file path=ppt/media/f4291.txt>
</file>

<file path=ppt/media/f4292.txt>
</file>

<file path=ppt/media/f4293.txt>
</file>

<file path=ppt/media/f4294.txt>
</file>

<file path=ppt/media/f4295.txt>
</file>

<file path=ppt/media/f4296.txt>
</file>

<file path=ppt/media/f4297.txt>
</file>

<file path=ppt/media/f4298.txt>
</file>

<file path=ppt/media/f4299.txt>
</file>

<file path=ppt/media/f4300.txt>
</file>

<file path=ppt/media/f4301.txt>
</file>

<file path=ppt/media/f4302.txt>
</file>

<file path=ppt/media/f4303.txt>
</file>

<file path=ppt/media/f4304.txt>
</file>

<file path=ppt/media/f4305.txt>
</file>

<file path=ppt/media/f4306.txt>
</file>

<file path=ppt/media/f4307.txt>
</file>

<file path=ppt/media/f4308.txt>
</file>

<file path=ppt/media/f4309.txt>
</file>

<file path=ppt/media/f4310.txt>
</file>

<file path=ppt/media/f4311.txt>
</file>

<file path=ppt/media/f4312.txt>
</file>

<file path=ppt/media/f4313.txt>
</file>

<file path=ppt/media/f4314.txt>
</file>

<file path=ppt/media/f4315.txt>
</file>

<file path=ppt/media/f4316.txt>
</file>

<file path=ppt/media/f4317.txt>
</file>

<file path=ppt/media/f4318.txt>
</file>

<file path=ppt/media/f4319.txt>
</file>

<file path=ppt/media/f4320.txt>
</file>

<file path=ppt/media/f4321.txt>
</file>

<file path=ppt/media/f4322.txt>
</file>

<file path=ppt/media/f4323.txt>
</file>

<file path=ppt/media/f4324.txt>
</file>

<file path=ppt/media/f4325.txt>
</file>

<file path=ppt/media/f4326.txt>
</file>

<file path=ppt/media/f4327.txt>
</file>

<file path=ppt/media/f4328.txt>
</file>

<file path=ppt/media/f4329.txt>
</file>

<file path=ppt/media/f4330.txt>
</file>

<file path=ppt/media/f4331.txt>
</file>

<file path=ppt/media/f4332.txt>
</file>

<file path=ppt/media/f4333.txt>
</file>

<file path=ppt/media/f4334.txt>
</file>

<file path=ppt/media/f4335.txt>
</file>

<file path=ppt/media/f4336.txt>
</file>

<file path=ppt/media/f4337.txt>
</file>

<file path=ppt/media/f4338.txt>
</file>

<file path=ppt/media/f4339.txt>
</file>

<file path=ppt/media/f4340.txt>
</file>

<file path=ppt/media/f4341.txt>
</file>

<file path=ppt/media/f4342.txt>
</file>

<file path=ppt/media/f4343.txt>
</file>

<file path=ppt/media/f4344.txt>
</file>

<file path=ppt/media/f4345.txt>
</file>

<file path=ppt/media/f4346.txt>
</file>

<file path=ppt/media/f4347.txt>
</file>

<file path=ppt/media/f4348.txt>
</file>

<file path=ppt/media/f4349.txt>
</file>

<file path=ppt/media/f4350.txt>
</file>

<file path=ppt/media/f4351.txt>
</file>

<file path=ppt/media/f4352.txt>
</file>

<file path=ppt/media/f4353.txt>
</file>

<file path=ppt/media/f4354.txt>
</file>

<file path=ppt/media/f4355.txt>
</file>

<file path=ppt/media/f4356.txt>
</file>

<file path=ppt/media/f4357.txt>
</file>

<file path=ppt/media/f4358.txt>
</file>

<file path=ppt/media/f4359.txt>
</file>

<file path=ppt/media/f4360.txt>
</file>

<file path=ppt/media/f4361.txt>
</file>

<file path=ppt/media/f4362.txt>
</file>

<file path=ppt/media/f4363.txt>
</file>

<file path=ppt/media/f4364.txt>
</file>

<file path=ppt/media/f4365.txt>
</file>

<file path=ppt/media/f4366.txt>
</file>

<file path=ppt/media/f4367.txt>
</file>

<file path=ppt/media/f4368.txt>
</file>

<file path=ppt/media/f4369.txt>
</file>

<file path=ppt/media/f4370.txt>
</file>

<file path=ppt/media/f4371.txt>
</file>

<file path=ppt/media/f4372.txt>
</file>

<file path=ppt/media/f4373.txt>
</file>

<file path=ppt/media/f4374.txt>
</file>

<file path=ppt/media/f4375.txt>
</file>

<file path=ppt/media/f4376.txt>
</file>

<file path=ppt/media/f4377.txt>
</file>

<file path=ppt/media/f4378.txt>
</file>

<file path=ppt/media/f4379.txt>
</file>

<file path=ppt/media/f4380.txt>
</file>

<file path=ppt/media/f4381.txt>
</file>

<file path=ppt/media/f4382.txt>
</file>

<file path=ppt/media/f4383.txt>
</file>

<file path=ppt/media/f4384.txt>
</file>

<file path=ppt/media/f4385.txt>
</file>

<file path=ppt/media/f4386.txt>
</file>

<file path=ppt/media/f4387.txt>
</file>

<file path=ppt/media/f4388.txt>
</file>

<file path=ppt/media/f4389.txt>
</file>

<file path=ppt/media/f4390.txt>
</file>

<file path=ppt/media/f4391.txt>
</file>

<file path=ppt/media/f4392.txt>
</file>

<file path=ppt/media/f4393.txt>
</file>

<file path=ppt/media/f4394.txt>
</file>

<file path=ppt/media/f4395.txt>
</file>

<file path=ppt/media/f4396.txt>
</file>

<file path=ppt/media/f4397.txt>
</file>

<file path=ppt/media/f4398.txt>
</file>

<file path=ppt/media/f4399.txt>
</file>

<file path=ppt/media/f4400.txt>
</file>

<file path=ppt/media/f4401.txt>
</file>

<file path=ppt/media/f4402.txt>
</file>

<file path=ppt/media/f4403.txt>
</file>

<file path=ppt/media/f4404.txt>
</file>

<file path=ppt/media/f4405.txt>
</file>

<file path=ppt/media/f4406.txt>
</file>

<file path=ppt/media/f4407.txt>
</file>

<file path=ppt/media/f4408.txt>
</file>

<file path=ppt/media/f4409.txt>
</file>

<file path=ppt/media/f4410.txt>
</file>

<file path=ppt/media/f4411.txt>
</file>

<file path=ppt/media/f4412.txt>
</file>

<file path=ppt/media/f4413.txt>
</file>

<file path=ppt/media/f4414.txt>
</file>

<file path=ppt/media/f4415.txt>
</file>

<file path=ppt/media/f4416.txt>
</file>

<file path=ppt/media/f4417.txt>
</file>

<file path=ppt/media/f4418.txt>
</file>

<file path=ppt/media/f4419.txt>
</file>

<file path=ppt/media/f4420.txt>
</file>

<file path=ppt/media/f4421.txt>
</file>

<file path=ppt/media/f4422.txt>
</file>

<file path=ppt/media/f4423.txt>
</file>

<file path=ppt/media/f4424.txt>
</file>

<file path=ppt/media/f4425.txt>
</file>

<file path=ppt/media/f4426.txt>
</file>

<file path=ppt/media/f4427.txt>
</file>

<file path=ppt/media/f4428.txt>
</file>

<file path=ppt/media/f4429.txt>
</file>

<file path=ppt/media/f4430.txt>
</file>

<file path=ppt/media/f4431.txt>
</file>

<file path=ppt/media/f4432.txt>
</file>

<file path=ppt/media/f4433.txt>
</file>

<file path=ppt/media/f4434.txt>
</file>

<file path=ppt/media/f4435.txt>
</file>

<file path=ppt/media/f4436.txt>
</file>

<file path=ppt/media/f4437.txt>
</file>

<file path=ppt/media/f4438.txt>
</file>

<file path=ppt/media/f4439.txt>
</file>

<file path=ppt/media/f4440.txt>
</file>

<file path=ppt/media/f4441.txt>
</file>

<file path=ppt/media/f4442.txt>
</file>

<file path=ppt/media/f4443.txt>
</file>

<file path=ppt/media/f4444.txt>
</file>

<file path=ppt/media/f4445.txt>
</file>

<file path=ppt/media/f4446.txt>
</file>

<file path=ppt/media/f4447.txt>
</file>

<file path=ppt/media/f4448.txt>
</file>

<file path=ppt/media/f4449.txt>
</file>

<file path=ppt/media/f4450.txt>
</file>

<file path=ppt/media/f4451.txt>
</file>

<file path=ppt/media/f4452.txt>
</file>

<file path=ppt/media/f4453.txt>
</file>

<file path=ppt/media/f4454.txt>
</file>

<file path=ppt/media/f4455.txt>
</file>

<file path=ppt/media/f4456.txt>
</file>

<file path=ppt/media/f4457.txt>
</file>

<file path=ppt/media/f4458.txt>
</file>

<file path=ppt/media/f4459.txt>
</file>

<file path=ppt/media/f4460.txt>
</file>

<file path=ppt/media/f4461.txt>
</file>

<file path=ppt/media/f4462.txt>
</file>

<file path=ppt/media/f4463.txt>
</file>

<file path=ppt/media/f4464.txt>
</file>

<file path=ppt/media/f4465.txt>
</file>

<file path=ppt/media/f4466.txt>
</file>

<file path=ppt/media/f4467.txt>
</file>

<file path=ppt/media/f4468.txt>
</file>

<file path=ppt/media/f4469.txt>
</file>

<file path=ppt/media/f4470.txt>
</file>

<file path=ppt/media/f4471.txt>
</file>

<file path=ppt/media/f4472.txt>
</file>

<file path=ppt/media/f4473.txt>
</file>

<file path=ppt/media/f4474.txt>
</file>

<file path=ppt/media/f4475.txt>
</file>

<file path=ppt/media/f4476.txt>
</file>

<file path=ppt/media/f4477.txt>
</file>

<file path=ppt/media/f4478.txt>
</file>

<file path=ppt/media/f4479.txt>
</file>

<file path=ppt/media/f4480.txt>
</file>

<file path=ppt/media/f4481.txt>
</file>

<file path=ppt/media/f4482.txt>
</file>

<file path=ppt/media/f4483.txt>
</file>

<file path=ppt/media/f4484.txt>
</file>

<file path=ppt/media/f4485.txt>
</file>

<file path=ppt/media/f4486.txt>
</file>

<file path=ppt/media/f4487.txt>
</file>

<file path=ppt/media/f4488.txt>
</file>

<file path=ppt/media/f4489.txt>
</file>

<file path=ppt/media/f4490.txt>
</file>

<file path=ppt/media/f4491.txt>
</file>

<file path=ppt/media/f4492.txt>
</file>

<file path=ppt/media/f4493.txt>
</file>

<file path=ppt/media/f4494.txt>
</file>

<file path=ppt/media/f4495.txt>
</file>

<file path=ppt/media/f4496.txt>
</file>

<file path=ppt/media/f4497.txt>
</file>

<file path=ppt/media/f4498.txt>
</file>

<file path=ppt/media/f4499.txt>
</file>

<file path=ppt/media/f4500.txt>
</file>

<file path=ppt/media/f4501.txt>
</file>

<file path=ppt/media/f4502.txt>
</file>

<file path=ppt/media/f4503.txt>
</file>

<file path=ppt/media/f4504.txt>
</file>

<file path=ppt/media/f4505.txt>
</file>

<file path=ppt/media/f4506.txt>
</file>

<file path=ppt/media/f4507.txt>
</file>

<file path=ppt/media/f4508.txt>
</file>

<file path=ppt/media/f4509.txt>
</file>

<file path=ppt/media/f4510.txt>
</file>

<file path=ppt/media/f4511.txt>
</file>

<file path=ppt/media/f4512.txt>
</file>

<file path=ppt/media/f4513.txt>
</file>

<file path=ppt/media/f4514.txt>
</file>

<file path=ppt/media/f4515.txt>
</file>

<file path=ppt/media/f4516.txt>
</file>

<file path=ppt/media/f4517.txt>
</file>

<file path=ppt/media/f4518.txt>
</file>

<file path=ppt/media/f4519.txt>
</file>

<file path=ppt/media/f4520.txt>
</file>

<file path=ppt/media/f4521.txt>
</file>

<file path=ppt/media/f4522.txt>
</file>

<file path=ppt/media/f4523.txt>
</file>

<file path=ppt/media/f4524.txt>
</file>

<file path=ppt/media/f4525.txt>
</file>

<file path=ppt/media/f4526.txt>
</file>

<file path=ppt/media/f4527.txt>
</file>

<file path=ppt/media/f4528.txt>
</file>

<file path=ppt/media/f4529.txt>
</file>

<file path=ppt/media/f4530.txt>
</file>

<file path=ppt/media/f4531.txt>
</file>

<file path=ppt/media/f4532.txt>
</file>

<file path=ppt/media/f4533.txt>
</file>

<file path=ppt/media/f4534.txt>
</file>

<file path=ppt/media/f4535.txt>
</file>

<file path=ppt/media/f4536.txt>
</file>

<file path=ppt/media/f4537.txt>
</file>

<file path=ppt/media/f4538.txt>
</file>

<file path=ppt/media/f4539.txt>
</file>

<file path=ppt/media/f4540.txt>
</file>

<file path=ppt/media/f4541.txt>
</file>

<file path=ppt/media/f4542.txt>
</file>

<file path=ppt/media/f4543.txt>
</file>

<file path=ppt/media/f4544.txt>
</file>

<file path=ppt/media/f4545.txt>
</file>

<file path=ppt/media/f4546.txt>
</file>

<file path=ppt/media/f4547.txt>
</file>

<file path=ppt/media/f4548.txt>
</file>

<file path=ppt/media/f4549.txt>
</file>

<file path=ppt/media/f4550.txt>
</file>

<file path=ppt/media/f4551.txt>
</file>

<file path=ppt/media/f4552.txt>
</file>

<file path=ppt/media/f4553.txt>
</file>

<file path=ppt/media/f4554.txt>
</file>

<file path=ppt/media/f4555.txt>
</file>

<file path=ppt/media/f4556.txt>
</file>

<file path=ppt/media/f4557.txt>
</file>

<file path=ppt/media/f4558.txt>
</file>

<file path=ppt/media/f4559.txt>
</file>

<file path=ppt/media/f4560.txt>
</file>

<file path=ppt/media/f4561.txt>
</file>

<file path=ppt/media/f4562.txt>
</file>

<file path=ppt/media/f4563.txt>
</file>

<file path=ppt/media/f4564.txt>
</file>

<file path=ppt/media/f4565.txt>
</file>

<file path=ppt/media/f4566.txt>
</file>

<file path=ppt/media/f4567.txt>
</file>

<file path=ppt/media/f4568.txt>
</file>

<file path=ppt/media/f4569.txt>
</file>

<file path=ppt/media/f4570.txt>
</file>

<file path=ppt/media/f4571.txt>
</file>

<file path=ppt/media/f4572.txt>
</file>

<file path=ppt/media/f4573.txt>
</file>

<file path=ppt/media/f4574.txt>
</file>

<file path=ppt/media/f4575.txt>
</file>

<file path=ppt/media/f4576.txt>
</file>

<file path=ppt/media/f4577.txt>
</file>

<file path=ppt/media/f4578.txt>
</file>

<file path=ppt/media/f4579.txt>
</file>

<file path=ppt/media/f4580.txt>
</file>

<file path=ppt/media/f4581.txt>
</file>

<file path=ppt/media/f4582.txt>
</file>

<file path=ppt/media/f4583.txt>
</file>

<file path=ppt/media/f4584.txt>
</file>

<file path=ppt/media/f4585.txt>
</file>

<file path=ppt/media/f4586.txt>
</file>

<file path=ppt/media/f4587.txt>
</file>

<file path=ppt/media/f4588.txt>
</file>

<file path=ppt/media/f4589.txt>
</file>

<file path=ppt/media/f4590.txt>
</file>

<file path=ppt/media/f4591.txt>
</file>

<file path=ppt/media/f4592.txt>
</file>

<file path=ppt/media/f4593.txt>
</file>

<file path=ppt/media/f4594.txt>
</file>

<file path=ppt/media/f4595.txt>
</file>

<file path=ppt/media/f4596.txt>
</file>

<file path=ppt/media/f4597.txt>
</file>

<file path=ppt/media/f4598.txt>
</file>

<file path=ppt/media/f4599.txt>
</file>

<file path=ppt/media/f4600.txt>
</file>

<file path=ppt/media/f4601.txt>
</file>

<file path=ppt/media/f4602.txt>
</file>

<file path=ppt/media/f4603.txt>
</file>

<file path=ppt/media/f4604.txt>
</file>

<file path=ppt/media/f4605.txt>
</file>

<file path=ppt/media/f4606.txt>
</file>

<file path=ppt/media/f4607.txt>
</file>

<file path=ppt/media/f4608.txt>
</file>

<file path=ppt/media/f4609.txt>
</file>

<file path=ppt/media/f4610.txt>
</file>

<file path=ppt/media/f4611.txt>
</file>

<file path=ppt/media/f4612.txt>
</file>

<file path=ppt/media/f4613.txt>
</file>

<file path=ppt/media/f4614.txt>
</file>

<file path=ppt/media/f4615.txt>
</file>

<file path=ppt/media/f4616.txt>
</file>

<file path=ppt/media/f4617.txt>
</file>

<file path=ppt/media/f4618.txt>
</file>

<file path=ppt/media/f4619.txt>
</file>

<file path=ppt/media/f4620.txt>
</file>

<file path=ppt/media/f4621.txt>
</file>

<file path=ppt/media/f4622.txt>
</file>

<file path=ppt/media/f4623.txt>
</file>

<file path=ppt/media/f4624.txt>
</file>

<file path=ppt/media/f4625.txt>
</file>

<file path=ppt/media/f4626.txt>
</file>

<file path=ppt/media/f4627.txt>
</file>

<file path=ppt/media/f4628.txt>
</file>

<file path=ppt/media/f4629.txt>
</file>

<file path=ppt/media/f4630.txt>
</file>

<file path=ppt/media/f4631.txt>
</file>

<file path=ppt/media/f4632.txt>
</file>

<file path=ppt/media/f4633.txt>
</file>

<file path=ppt/media/f4634.txt>
</file>

<file path=ppt/media/f4635.txt>
</file>

<file path=ppt/media/f4636.txt>
</file>

<file path=ppt/media/f4637.txt>
</file>

<file path=ppt/media/f4638.txt>
</file>

<file path=ppt/media/f4639.txt>
</file>

<file path=ppt/media/f4640.txt>
</file>

<file path=ppt/media/f4641.txt>
</file>

<file path=ppt/media/f4642.txt>
</file>

<file path=ppt/media/f4643.txt>
</file>

<file path=ppt/media/f4644.txt>
</file>

<file path=ppt/media/f4645.txt>
</file>

<file path=ppt/media/f4646.txt>
</file>

<file path=ppt/media/f4647.txt>
</file>

<file path=ppt/media/f4648.txt>
</file>

<file path=ppt/media/f4649.txt>
</file>

<file path=ppt/media/f4650.txt>
</file>

<file path=ppt/media/f4651.txt>
</file>

<file path=ppt/media/f4652.txt>
</file>

<file path=ppt/media/f4653.txt>
</file>

<file path=ppt/media/f4654.txt>
</file>

<file path=ppt/media/f4655.txt>
</file>

<file path=ppt/media/f4656.txt>
</file>

<file path=ppt/media/f4657.txt>
</file>

<file path=ppt/media/f4658.txt>
</file>

<file path=ppt/media/f4659.txt>
</file>

<file path=ppt/media/f4660.txt>
</file>

<file path=ppt/media/f4661.txt>
</file>

<file path=ppt/media/f4662.txt>
</file>

<file path=ppt/media/f4663.txt>
</file>

<file path=ppt/media/f4664.txt>
</file>

<file path=ppt/media/f4665.txt>
</file>

<file path=ppt/media/f4666.txt>
</file>

<file path=ppt/media/f4667.txt>
</file>

<file path=ppt/media/f4668.txt>
</file>

<file path=ppt/media/f4669.txt>
</file>

<file path=ppt/media/f4670.txt>
</file>

<file path=ppt/media/f4671.txt>
</file>

<file path=ppt/media/f4672.txt>
</file>

<file path=ppt/media/f4673.txt>
</file>

<file path=ppt/media/f4674.txt>
</file>

<file path=ppt/media/f4675.txt>
</file>

<file path=ppt/media/f4676.txt>
</file>

<file path=ppt/media/f4677.txt>
</file>

<file path=ppt/media/f4678.txt>
</file>

<file path=ppt/media/f4679.txt>
</file>

<file path=ppt/media/f4680.txt>
</file>

<file path=ppt/media/f4681.txt>
</file>

<file path=ppt/media/f4682.txt>
</file>

<file path=ppt/media/f4683.txt>
</file>

<file path=ppt/media/f4684.txt>
</file>

<file path=ppt/media/f4685.txt>
</file>

<file path=ppt/media/f4686.txt>
</file>

<file path=ppt/media/f4687.txt>
</file>

<file path=ppt/media/f4688.txt>
</file>

<file path=ppt/media/f4689.txt>
</file>

<file path=ppt/media/f4690.txt>
</file>

<file path=ppt/media/f4691.txt>
</file>

<file path=ppt/media/f4692.txt>
</file>

<file path=ppt/media/f4693.txt>
</file>

<file path=ppt/media/f4694.txt>
</file>

<file path=ppt/media/f4695.txt>
</file>

<file path=ppt/media/f4696.txt>
</file>

<file path=ppt/media/f4697.txt>
</file>

<file path=ppt/media/f4698.txt>
</file>

<file path=ppt/media/f4699.txt>
</file>

<file path=ppt/media/f4700.txt>
</file>

<file path=ppt/media/f4701.txt>
</file>

<file path=ppt/media/f4702.txt>
</file>

<file path=ppt/media/f4703.txt>
</file>

<file path=ppt/media/f4704.txt>
</file>

<file path=ppt/media/f4705.txt>
</file>

<file path=ppt/media/f4706.txt>
</file>

<file path=ppt/media/f4707.txt>
</file>

<file path=ppt/media/f4708.txt>
</file>

<file path=ppt/media/f4709.txt>
</file>

<file path=ppt/media/f4710.txt>
</file>

<file path=ppt/media/f4711.txt>
</file>

<file path=ppt/media/f4712.txt>
</file>

<file path=ppt/media/f4713.txt>
</file>

<file path=ppt/media/f4714.txt>
</file>

<file path=ppt/media/f4715.txt>
</file>

<file path=ppt/media/f4716.txt>
</file>

<file path=ppt/media/f4717.txt>
</file>

<file path=ppt/media/f4718.txt>
</file>

<file path=ppt/media/f4719.txt>
</file>

<file path=ppt/media/f4720.txt>
</file>

<file path=ppt/media/f4721.txt>
</file>

<file path=ppt/media/f4722.txt>
</file>

<file path=ppt/media/f4723.txt>
</file>

<file path=ppt/media/f4724.txt>
</file>

<file path=ppt/media/f4725.txt>
</file>

<file path=ppt/media/f4726.txt>
</file>

<file path=ppt/media/f4727.txt>
</file>

<file path=ppt/media/f4728.txt>
</file>

<file path=ppt/media/f4729.txt>
</file>

<file path=ppt/media/f4730.txt>
</file>

<file path=ppt/media/f4731.txt>
</file>

<file path=ppt/media/f4732.txt>
</file>

<file path=ppt/media/f4733.txt>
</file>

<file path=ppt/media/f4734.txt>
</file>

<file path=ppt/media/f4735.txt>
</file>

<file path=ppt/media/f4736.txt>
</file>

<file path=ppt/media/f4737.txt>
</file>

<file path=ppt/media/f4738.txt>
</file>

<file path=ppt/media/f4739.txt>
</file>

<file path=ppt/media/f4740.txt>
</file>

<file path=ppt/media/f4741.txt>
</file>

<file path=ppt/media/f4742.txt>
</file>

<file path=ppt/media/f4743.txt>
</file>

<file path=ppt/media/f4744.txt>
</file>

<file path=ppt/media/f4745.txt>
</file>

<file path=ppt/media/f4746.txt>
</file>

<file path=ppt/media/f4747.txt>
</file>

<file path=ppt/media/f4748.txt>
</file>

<file path=ppt/media/f4749.txt>
</file>

<file path=ppt/media/f4750.txt>
</file>

<file path=ppt/media/f4751.txt>
</file>

<file path=ppt/media/f4752.txt>
</file>

<file path=ppt/media/f4753.txt>
</file>

<file path=ppt/media/f4754.txt>
</file>

<file path=ppt/media/f4755.txt>
</file>

<file path=ppt/media/f4756.txt>
</file>

<file path=ppt/media/f4757.txt>
</file>

<file path=ppt/media/f4758.txt>
</file>

<file path=ppt/media/f4759.txt>
</file>

<file path=ppt/media/f4760.txt>
</file>

<file path=ppt/media/f4761.txt>
</file>

<file path=ppt/media/f4762.txt>
</file>

<file path=ppt/media/f4763.txt>
</file>

<file path=ppt/media/f4764.txt>
</file>

<file path=ppt/media/f4765.txt>
</file>

<file path=ppt/media/f4766.txt>
</file>

<file path=ppt/media/f4767.txt>
</file>

<file path=ppt/media/f4768.txt>
</file>

<file path=ppt/media/f4769.txt>
</file>

<file path=ppt/media/f4770.txt>
</file>

<file path=ppt/media/f4771.txt>
</file>

<file path=ppt/media/f4772.txt>
</file>

<file path=ppt/media/f4773.txt>
</file>

<file path=ppt/media/f4774.txt>
</file>

<file path=ppt/media/f4775.txt>
</file>

<file path=ppt/media/f4776.txt>
</file>

<file path=ppt/media/f4777.txt>
</file>

<file path=ppt/media/f4778.txt>
</file>

<file path=ppt/media/f4779.txt>
</file>

<file path=ppt/media/f4780.txt>
</file>

<file path=ppt/media/f4781.txt>
</file>

<file path=ppt/media/f4782.txt>
</file>

<file path=ppt/media/f4783.txt>
</file>

<file path=ppt/media/f4784.txt>
</file>

<file path=ppt/media/f4785.txt>
</file>

<file path=ppt/media/f4786.txt>
</file>

<file path=ppt/media/f4787.txt>
</file>

<file path=ppt/media/f4788.txt>
</file>

<file path=ppt/media/f4789.txt>
</file>

<file path=ppt/media/f4790.txt>
</file>

<file path=ppt/media/f4791.txt>
</file>

<file path=ppt/media/f4792.txt>
</file>

<file path=ppt/media/f4793.txt>
</file>

<file path=ppt/media/f4794.txt>
</file>

<file path=ppt/media/f4795.txt>
</file>

<file path=ppt/media/f4796.txt>
</file>

<file path=ppt/media/f4797.txt>
</file>

<file path=ppt/media/f4798.txt>
</file>

<file path=ppt/media/f4799.txt>
</file>

<file path=ppt/media/f4800.txt>
</file>

<file path=ppt/media/f4801.txt>
</file>

<file path=ppt/media/f4802.txt>
</file>

<file path=ppt/media/f4803.txt>
</file>

<file path=ppt/media/f4804.txt>
</file>

<file path=ppt/media/f4805.txt>
</file>

<file path=ppt/media/f4806.txt>
</file>

<file path=ppt/media/f4807.txt>
</file>

<file path=ppt/media/f4808.txt>
</file>

<file path=ppt/media/f4809.txt>
</file>

<file path=ppt/media/f4810.txt>
</file>

<file path=ppt/media/f4811.txt>
</file>

<file path=ppt/media/f4812.txt>
</file>

<file path=ppt/media/f4813.txt>
</file>

<file path=ppt/media/f4814.txt>
</file>

<file path=ppt/media/f4815.txt>
</file>

<file path=ppt/media/f4816.txt>
</file>

<file path=ppt/media/f4817.txt>
</file>

<file path=ppt/media/f4818.txt>
</file>

<file path=ppt/media/f4819.txt>
</file>

<file path=ppt/media/f4820.txt>
</file>

<file path=ppt/media/f4821.txt>
</file>

<file path=ppt/media/f4822.txt>
</file>

<file path=ppt/media/f4823.txt>
</file>

<file path=ppt/media/f4824.txt>
</file>

<file path=ppt/media/f4825.txt>
</file>

<file path=ppt/media/f4826.txt>
</file>

<file path=ppt/media/f4827.txt>
</file>

<file path=ppt/media/f4828.txt>
</file>

<file path=ppt/media/f4829.txt>
</file>

<file path=ppt/media/f4830.txt>
</file>

<file path=ppt/media/f4831.txt>
</file>

<file path=ppt/media/f4832.txt>
</file>

<file path=ppt/media/f4833.txt>
</file>

<file path=ppt/media/f4834.txt>
</file>

<file path=ppt/media/f4835.txt>
</file>

<file path=ppt/media/f4836.txt>
</file>

<file path=ppt/media/f4837.txt>
</file>

<file path=ppt/media/f4838.txt>
</file>

<file path=ppt/media/f4839.txt>
</file>

<file path=ppt/media/f4840.txt>
</file>

<file path=ppt/media/f4841.txt>
</file>

<file path=ppt/media/f4842.txt>
</file>

<file path=ppt/media/f4843.txt>
</file>

<file path=ppt/media/f4844.txt>
</file>

<file path=ppt/media/f4845.txt>
</file>

<file path=ppt/media/f4846.txt>
</file>

<file path=ppt/media/f4847.txt>
</file>

<file path=ppt/media/f4848.txt>
</file>

<file path=ppt/media/f4849.txt>
</file>

<file path=ppt/media/f4850.txt>
</file>

<file path=ppt/media/f4851.txt>
</file>

<file path=ppt/media/f4852.txt>
</file>

<file path=ppt/media/f4853.txt>
</file>

<file path=ppt/media/f4854.txt>
</file>

<file path=ppt/media/f4855.txt>
</file>

<file path=ppt/media/f4856.txt>
</file>

<file path=ppt/media/f4857.txt>
</file>

<file path=ppt/media/f4858.txt>
</file>

<file path=ppt/media/f4859.txt>
</file>

<file path=ppt/media/f4860.txt>
</file>

<file path=ppt/media/f4861.txt>
</file>

<file path=ppt/media/f4862.txt>
</file>

<file path=ppt/media/f4863.txt>
</file>

<file path=ppt/media/f4864.txt>
</file>

<file path=ppt/media/f4865.txt>
</file>

<file path=ppt/media/f4866.txt>
</file>

<file path=ppt/media/f4867.txt>
</file>

<file path=ppt/media/f4868.txt>
</file>

<file path=ppt/media/f4869.txt>
</file>

<file path=ppt/media/f4870.txt>
</file>

<file path=ppt/media/f4871.txt>
</file>

<file path=ppt/media/f4872.txt>
</file>

<file path=ppt/media/f4873.txt>
</file>

<file path=ppt/media/f4874.txt>
</file>

<file path=ppt/media/f4875.txt>
</file>

<file path=ppt/media/f4876.txt>
</file>

<file path=ppt/media/f4877.txt>
</file>

<file path=ppt/media/f4878.txt>
</file>

<file path=ppt/media/f4879.txt>
</file>

<file path=ppt/media/f4880.txt>
</file>

<file path=ppt/media/f4881.txt>
</file>

<file path=ppt/media/f4882.txt>
</file>

<file path=ppt/media/f4883.txt>
</file>

<file path=ppt/media/f4884.txt>
</file>

<file path=ppt/media/f4885.txt>
</file>

<file path=ppt/media/f4886.txt>
</file>

<file path=ppt/media/f4887.txt>
</file>

<file path=ppt/media/f4888.txt>
</file>

<file path=ppt/media/f4889.txt>
</file>

<file path=ppt/media/f4890.txt>
</file>

<file path=ppt/media/f4891.txt>
</file>

<file path=ppt/media/f4892.txt>
</file>

<file path=ppt/media/f4893.txt>
</file>

<file path=ppt/media/f4894.txt>
</file>

<file path=ppt/media/f4895.txt>
</file>

<file path=ppt/media/f4896.txt>
</file>

<file path=ppt/media/f4897.txt>
</file>

<file path=ppt/media/f4898.txt>
</file>

<file path=ppt/media/f4899.txt>
</file>

<file path=ppt/media/f4900.txt>
</file>

<file path=ppt/media/f4901.txt>
</file>

<file path=ppt/media/f4902.txt>
</file>

<file path=ppt/media/f4903.txt>
</file>

<file path=ppt/media/f4904.txt>
</file>

<file path=ppt/media/f4905.txt>
</file>

<file path=ppt/media/f4906.txt>
</file>

<file path=ppt/media/f4907.txt>
</file>

<file path=ppt/media/f4908.txt>
</file>

<file path=ppt/media/f4909.txt>
</file>

<file path=ppt/media/f4910.txt>
</file>

<file path=ppt/media/f4911.txt>
</file>

<file path=ppt/media/f4912.txt>
</file>

<file path=ppt/media/f4913.txt>
</file>

<file path=ppt/media/f4914.txt>
</file>

<file path=ppt/media/f4915.txt>
</file>

<file path=ppt/media/f4916.txt>
</file>

<file path=ppt/media/f4917.txt>
</file>

<file path=ppt/media/f4918.txt>
</file>

<file path=ppt/media/f4919.txt>
</file>

<file path=ppt/media/f4920.txt>
</file>

<file path=ppt/media/f4921.txt>
</file>

<file path=ppt/media/f4922.txt>
</file>

<file path=ppt/media/f4923.txt>
</file>

<file path=ppt/media/f4924.txt>
</file>

<file path=ppt/media/f4925.txt>
</file>

<file path=ppt/media/f4926.txt>
</file>

<file path=ppt/media/f4927.txt>
</file>

<file path=ppt/media/f4928.txt>
</file>

<file path=ppt/media/f4929.txt>
</file>

<file path=ppt/media/f4930.txt>
</file>

<file path=ppt/media/f4931.txt>
</file>

<file path=ppt/media/f4932.txt>
</file>

<file path=ppt/media/f4933.txt>
</file>

<file path=ppt/media/f4934.txt>
</file>

<file path=ppt/media/f4935.txt>
</file>

<file path=ppt/media/f4936.txt>
</file>

<file path=ppt/media/f4937.txt>
</file>

<file path=ppt/media/f4938.txt>
</file>

<file path=ppt/media/f4939.txt>
</file>

<file path=ppt/media/f4940.txt>
</file>

<file path=ppt/media/f4941.txt>
</file>

<file path=ppt/media/f4942.txt>
</file>

<file path=ppt/media/f4943.txt>
</file>

<file path=ppt/media/f4944.txt>
</file>

<file path=ppt/media/f4945.txt>
</file>

<file path=ppt/media/f4946.txt>
</file>

<file path=ppt/media/f4947.txt>
</file>

<file path=ppt/media/f4948.txt>
</file>

<file path=ppt/media/f4949.txt>
</file>

<file path=ppt/media/f4950.txt>
</file>

<file path=ppt/media/f4951.txt>
</file>

<file path=ppt/media/f4952.txt>
</file>

<file path=ppt/media/f4953.txt>
</file>

<file path=ppt/media/f4954.txt>
</file>

<file path=ppt/media/f4955.txt>
</file>

<file path=ppt/media/f4956.txt>
</file>

<file path=ppt/media/f4957.txt>
</file>

<file path=ppt/media/f4958.txt>
</file>

<file path=ppt/media/f4959.txt>
</file>

<file path=ppt/media/f4960.txt>
</file>

<file path=ppt/media/f4961.txt>
</file>

<file path=ppt/media/f4962.txt>
</file>

<file path=ppt/media/f4963.txt>
</file>

<file path=ppt/media/f4964.txt>
</file>

<file path=ppt/media/f4965.txt>
</file>

<file path=ppt/media/f4966.txt>
</file>

<file path=ppt/media/f4967.txt>
</file>

<file path=ppt/media/f4968.txt>
</file>

<file path=ppt/media/f4969.txt>
</file>

<file path=ppt/media/f4970.txt>
</file>

<file path=ppt/media/f4971.txt>
</file>

<file path=ppt/media/f4972.txt>
</file>

<file path=ppt/media/f4973.txt>
</file>

<file path=ppt/media/f4974.txt>
</file>

<file path=ppt/media/f4975.txt>
</file>

<file path=ppt/media/f4976.txt>
</file>

<file path=ppt/media/f4977.txt>
</file>

<file path=ppt/media/f4978.txt>
</file>

<file path=ppt/media/f4979.txt>
</file>

<file path=ppt/media/f4980.txt>
</file>

<file path=ppt/media/f4981.txt>
</file>

<file path=ppt/media/f4982.txt>
</file>

<file path=ppt/media/f4983.txt>
</file>

<file path=ppt/media/f4984.txt>
</file>

<file path=ppt/media/f4985.txt>
</file>

<file path=ppt/media/f4986.txt>
</file>

<file path=ppt/media/f4987.txt>
</file>

<file path=ppt/media/f4988.txt>
</file>

<file path=ppt/media/f4989.txt>
</file>

<file path=ppt/media/f4990.txt>
</file>

<file path=ppt/media/f4991.txt>
</file>

<file path=ppt/media/f4992.txt>
</file>

<file path=ppt/media/f4993.txt>
</file>

<file path=ppt/media/f4994.txt>
</file>

<file path=ppt/media/f4995.txt>
</file>

<file path=ppt/media/f4996.txt>
</file>

<file path=ppt/media/f4997.txt>
</file>

<file path=ppt/media/f4998.txt>
</file>

<file path=ppt/media/f4999.txt>
</file>

<file path=ppt/media/f5000.txt>
</file>

<file path=ppt/media/f5001.txt>
</file>

<file path=ppt/media/f5002.txt>
</file>

<file path=ppt/media/f5003.txt>
</file>

<file path=ppt/media/f5004.txt>
</file>

<file path=ppt/media/f5005.txt>
</file>

<file path=ppt/media/f5006.txt>
</file>

<file path=ppt/media/f5007.txt>
</file>

<file path=ppt/media/f5008.txt>
</file>

<file path=ppt/media/f5009.txt>
</file>

<file path=ppt/media/f5010.txt>
</file>

<file path=ppt/media/f5011.txt>
</file>

<file path=ppt/media/f5012.txt>
</file>

<file path=ppt/media/f5013.txt>
</file>

<file path=ppt/media/f5014.txt>
</file>

<file path=ppt/media/f5015.txt>
</file>

<file path=ppt/media/f5016.txt>
</file>

<file path=ppt/media/f5017.txt>
</file>

<file path=ppt/media/f5018.txt>
</file>

<file path=ppt/media/f5019.txt>
</file>

<file path=ppt/media/f5020.txt>
</file>

<file path=ppt/media/f5021.txt>
</file>

<file path=ppt/media/f5022.txt>
</file>

<file path=ppt/media/f5023.txt>
</file>

<file path=ppt/media/f5024.txt>
</file>

<file path=ppt/media/f5025.txt>
</file>

<file path=ppt/media/f5026.txt>
</file>

<file path=ppt/media/f5027.txt>
</file>

<file path=ppt/media/f5028.txt>
</file>

<file path=ppt/media/f5029.txt>
</file>

<file path=ppt/media/f5030.txt>
</file>

<file path=ppt/media/f5031.txt>
</file>

<file path=ppt/media/f5032.txt>
</file>

<file path=ppt/media/f5033.txt>
</file>

<file path=ppt/media/f5034.txt>
</file>

<file path=ppt/media/f5035.txt>
</file>

<file path=ppt/media/f5036.txt>
</file>

<file path=ppt/media/f5037.txt>
</file>

<file path=ppt/media/f5038.txt>
</file>

<file path=ppt/media/f5039.txt>
</file>

<file path=ppt/media/f5040.txt>
</file>

<file path=ppt/media/f5041.txt>
</file>

<file path=ppt/media/f5042.txt>
</file>

<file path=ppt/media/f5043.txt>
</file>

<file path=ppt/media/f5044.txt>
</file>

<file path=ppt/media/f5045.txt>
</file>

<file path=ppt/media/f5046.txt>
</file>

<file path=ppt/media/f5047.txt>
</file>

<file path=ppt/media/f5048.txt>
</file>

<file path=ppt/media/f5049.txt>
</file>

<file path=ppt/media/f5050.txt>
</file>

<file path=ppt/media/f5051.txt>
</file>

<file path=ppt/media/f5052.txt>
</file>

<file path=ppt/media/f5053.txt>
</file>

<file path=ppt/media/f5054.txt>
</file>

<file path=ppt/media/f5055.txt>
</file>

<file path=ppt/media/f5056.txt>
</file>

<file path=ppt/media/f5057.txt>
</file>

<file path=ppt/media/f5058.txt>
</file>

<file path=ppt/media/f5059.txt>
</file>

<file path=ppt/media/f5060.txt>
</file>

<file path=ppt/media/f5061.txt>
</file>

<file path=ppt/media/f5062.txt>
</file>

<file path=ppt/media/f5063.txt>
</file>

<file path=ppt/media/f5064.txt>
</file>

<file path=ppt/media/f5065.txt>
</file>

<file path=ppt/media/f5066.txt>
</file>

<file path=ppt/media/f5067.txt>
</file>

<file path=ppt/media/f5068.txt>
</file>

<file path=ppt/media/f5069.txt>
</file>

<file path=ppt/media/f5070.txt>
</file>

<file path=ppt/media/f5071.txt>
</file>

<file path=ppt/media/f5072.txt>
</file>

<file path=ppt/media/f5073.txt>
</file>

<file path=ppt/media/f5074.txt>
</file>

<file path=ppt/media/f5075.txt>
</file>

<file path=ppt/media/f5076.txt>
</file>

<file path=ppt/media/f5077.txt>
</file>

<file path=ppt/media/f5078.txt>
</file>

<file path=ppt/media/f5079.txt>
</file>

<file path=ppt/media/f5080.txt>
</file>

<file path=ppt/media/f5081.txt>
</file>

<file path=ppt/media/f5082.txt>
</file>

<file path=ppt/media/f5083.txt>
</file>

<file path=ppt/media/f5084.txt>
</file>

<file path=ppt/media/f5085.txt>
</file>

<file path=ppt/media/f5086.txt>
</file>

<file path=ppt/media/f5087.txt>
</file>

<file path=ppt/media/f5088.txt>
</file>

<file path=ppt/media/f5089.txt>
</file>

<file path=ppt/media/f5090.txt>
</file>

<file path=ppt/media/f5091.txt>
</file>

<file path=ppt/media/f5092.txt>
</file>

<file path=ppt/media/f5093.txt>
</file>

<file path=ppt/media/f5094.txt>
</file>

<file path=ppt/media/f5095.txt>
</file>

<file path=ppt/media/f5096.txt>
</file>

<file path=ppt/media/f5097.txt>
</file>

<file path=ppt/media/f5098.txt>
</file>

<file path=ppt/media/f5099.txt>
</file>

<file path=ppt/media/f5100.txt>
</file>

<file path=ppt/media/f5101.txt>
</file>

<file path=ppt/media/f5102.txt>
</file>

<file path=ppt/media/f5103.txt>
</file>

<file path=ppt/media/f5104.txt>
</file>

<file path=ppt/media/f5105.txt>
</file>

<file path=ppt/media/f5106.txt>
</file>

<file path=ppt/media/f5107.txt>
</file>

<file path=ppt/media/f5108.txt>
</file>

<file path=ppt/media/f5109.txt>
</file>

<file path=ppt/media/f5110.txt>
</file>

<file path=ppt/media/f5111.txt>
</file>

<file path=ppt/media/f5112.txt>
</file>

<file path=ppt/media/f5113.txt>
</file>

<file path=ppt/media/f5114.txt>
</file>

<file path=ppt/media/f5115.txt>
</file>

<file path=ppt/media/f5116.txt>
</file>

<file path=ppt/media/f5117.txt>
</file>

<file path=ppt/media/f5118.txt>
</file>

<file path=ppt/media/f5119.txt>
</file>

<file path=ppt/media/f5120.txt>
</file>

<file path=ppt/media/f5121.txt>
</file>

<file path=ppt/media/f5122.txt>
</file>

<file path=ppt/media/f5123.txt>
</file>

<file path=ppt/media/f5124.txt>
</file>

<file path=ppt/media/f5125.txt>
</file>

<file path=ppt/media/f5126.txt>
</file>

<file path=ppt/media/f5127.txt>
</file>

<file path=ppt/media/f5128.txt>
</file>

<file path=ppt/media/f5129.txt>
</file>

<file path=ppt/media/f5130.txt>
</file>

<file path=ppt/media/f5131.txt>
</file>

<file path=ppt/media/f5132.txt>
</file>

<file path=ppt/media/f5133.txt>
</file>

<file path=ppt/media/f5134.txt>
</file>

<file path=ppt/media/f5135.txt>
</file>

<file path=ppt/media/f5136.txt>
</file>

<file path=ppt/media/f5137.txt>
</file>

<file path=ppt/media/f5138.txt>
</file>

<file path=ppt/media/f5139.txt>
</file>

<file path=ppt/media/f5140.txt>
</file>

<file path=ppt/media/f5141.txt>
</file>

<file path=ppt/media/f5142.txt>
</file>

<file path=ppt/media/f5143.txt>
</file>

<file path=ppt/media/f5144.txt>
</file>

<file path=ppt/media/f5145.txt>
</file>

<file path=ppt/media/f5146.txt>
</file>

<file path=ppt/media/f5147.txt>
</file>

<file path=ppt/media/f5148.txt>
</file>

<file path=ppt/media/f5149.txt>
</file>

<file path=ppt/media/f5150.txt>
</file>

<file path=ppt/media/f5151.txt>
</file>

<file path=ppt/media/f5152.txt>
</file>

<file path=ppt/media/f5153.txt>
</file>

<file path=ppt/media/f5154.txt>
</file>

<file path=ppt/media/f5155.txt>
</file>

<file path=ppt/media/f5156.txt>
</file>

<file path=ppt/media/f5157.txt>
</file>

<file path=ppt/media/f5158.txt>
</file>

<file path=ppt/media/f5159.txt>
</file>

<file path=ppt/media/f5160.txt>
</file>

<file path=ppt/media/f5161.txt>
</file>

<file path=ppt/media/f5162.txt>
</file>

<file path=ppt/media/f5163.txt>
</file>

<file path=ppt/media/f5164.txt>
</file>

<file path=ppt/media/f5165.txt>
</file>

<file path=ppt/media/f5166.txt>
</file>

<file path=ppt/media/f5167.txt>
</file>

<file path=ppt/media/f5168.txt>
</file>

<file path=ppt/media/f5169.txt>
</file>

<file path=ppt/media/f5170.txt>
</file>

<file path=ppt/media/f5171.txt>
</file>

<file path=ppt/media/f5172.txt>
</file>

<file path=ppt/media/f5173.txt>
</file>

<file path=ppt/media/f5174.txt>
</file>

<file path=ppt/media/f5175.txt>
</file>

<file path=ppt/media/f5176.txt>
</file>

<file path=ppt/media/f5177.txt>
</file>

<file path=ppt/media/f5178.txt>
</file>

<file path=ppt/media/f5179.txt>
</file>

<file path=ppt/media/f5180.txt>
</file>

<file path=ppt/media/f5181.txt>
</file>

<file path=ppt/media/f5182.txt>
</file>

<file path=ppt/media/f5183.txt>
</file>

<file path=ppt/media/f5184.txt>
</file>

<file path=ppt/media/f5185.txt>
</file>

<file path=ppt/media/f5186.txt>
</file>

<file path=ppt/media/f5187.txt>
</file>

<file path=ppt/media/f5188.txt>
</file>

<file path=ppt/media/f5189.txt>
</file>

<file path=ppt/media/f5190.txt>
</file>

<file path=ppt/media/f5191.txt>
</file>

<file path=ppt/media/f5192.txt>
</file>

<file path=ppt/media/f5193.txt>
</file>

<file path=ppt/media/f5194.txt>
</file>

<file path=ppt/media/f5195.txt>
</file>

<file path=ppt/media/f5196.txt>
</file>

<file path=ppt/media/f5197.txt>
</file>

<file path=ppt/media/f5198.txt>
</file>

<file path=ppt/media/f5199.txt>
</file>

<file path=ppt/media/f5200.txt>
</file>

<file path=ppt/media/f5201.txt>
</file>

<file path=ppt/media/f5202.txt>
</file>

<file path=ppt/media/f5203.txt>
</file>

<file path=ppt/media/f5204.txt>
</file>

<file path=ppt/media/f5205.txt>
</file>

<file path=ppt/media/f5206.txt>
</file>

<file path=ppt/media/f5207.txt>
</file>

<file path=ppt/media/f5208.txt>
</file>

<file path=ppt/media/f5209.txt>
</file>

<file path=ppt/media/f5210.txt>
</file>

<file path=ppt/media/f5211.txt>
</file>

<file path=ppt/media/f5212.txt>
</file>

<file path=ppt/media/f5213.txt>
</file>

<file path=ppt/media/f5214.txt>
</file>

<file path=ppt/media/f5215.txt>
</file>

<file path=ppt/media/f5216.txt>
</file>

<file path=ppt/media/f5217.txt>
</file>

<file path=ppt/media/f5218.txt>
</file>

<file path=ppt/media/f5219.txt>
</file>

<file path=ppt/media/f5220.txt>
</file>

<file path=ppt/media/f5221.txt>
</file>

<file path=ppt/media/f5222.txt>
</file>

<file path=ppt/media/f5223.txt>
</file>

<file path=ppt/media/f5224.txt>
</file>

<file path=ppt/media/f5225.txt>
</file>

<file path=ppt/media/f5226.txt>
</file>

<file path=ppt/media/f5227.txt>
</file>

<file path=ppt/media/f5228.txt>
</file>

<file path=ppt/media/f5229.txt>
</file>

<file path=ppt/media/f5230.txt>
</file>

<file path=ppt/media/f5231.txt>
</file>

<file path=ppt/media/f5232.txt>
</file>

<file path=ppt/media/f5233.txt>
</file>

<file path=ppt/media/f5234.txt>
</file>

<file path=ppt/media/f5235.txt>
</file>

<file path=ppt/media/f5236.txt>
</file>

<file path=ppt/media/f5237.txt>
</file>

<file path=ppt/media/f5238.txt>
</file>

<file path=ppt/media/f5239.txt>
</file>

<file path=ppt/media/f5240.txt>
</file>

<file path=ppt/media/f5241.txt>
</file>

<file path=ppt/media/f5242.txt>
</file>

<file path=ppt/media/f5243.txt>
</file>

<file path=ppt/media/f5244.txt>
</file>

<file path=ppt/media/f5245.txt>
</file>

<file path=ppt/media/f5246.txt>
</file>

<file path=ppt/media/f5247.txt>
</file>

<file path=ppt/media/f5248.txt>
</file>

<file path=ppt/media/f5249.txt>
</file>

<file path=ppt/media/f5250.txt>
</file>

<file path=ppt/media/f5251.txt>
</file>

<file path=ppt/media/f5252.txt>
</file>

<file path=ppt/media/f5253.txt>
</file>

<file path=ppt/media/f5254.txt>
</file>

<file path=ppt/media/f5255.txt>
</file>

<file path=ppt/media/f5256.txt>
</file>

<file path=ppt/media/f5257.txt>
</file>

<file path=ppt/media/f5258.txt>
</file>

<file path=ppt/media/f5259.txt>
</file>

<file path=ppt/media/f5260.txt>
</file>

<file path=ppt/media/f5261.txt>
</file>

<file path=ppt/media/f5262.txt>
</file>

<file path=ppt/media/f5263.txt>
</file>

<file path=ppt/media/f5264.txt>
</file>

<file path=ppt/media/f5265.txt>
</file>

<file path=ppt/media/f5266.txt>
</file>

<file path=ppt/media/f5267.txt>
</file>

<file path=ppt/media/f5268.txt>
</file>

<file path=ppt/media/f5269.txt>
</file>

<file path=ppt/media/f5270.txt>
</file>

<file path=ppt/media/f5271.txt>
</file>

<file path=ppt/media/f5272.txt>
</file>

<file path=ppt/media/f5273.txt>
</file>

<file path=ppt/media/f5274.txt>
</file>

<file path=ppt/media/f5275.txt>
</file>

<file path=ppt/media/f5276.txt>
</file>

<file path=ppt/media/f5277.txt>
</file>

<file path=ppt/media/f5278.txt>
</file>

<file path=ppt/media/f5279.txt>
</file>

<file path=ppt/media/f5280.txt>
</file>

<file path=ppt/media/f5281.txt>
</file>

<file path=ppt/media/f5282.txt>
</file>

<file path=ppt/media/f5283.txt>
</file>

<file path=ppt/media/f5284.txt>
</file>

<file path=ppt/media/f5285.txt>
</file>

<file path=ppt/media/f5286.txt>
</file>

<file path=ppt/media/f5287.txt>
</file>

<file path=ppt/media/f5288.txt>
</file>

<file path=ppt/media/f5289.txt>
</file>

<file path=ppt/media/f5290.txt>
</file>

<file path=ppt/media/f5291.txt>
</file>

<file path=ppt/media/f5292.txt>
</file>

<file path=ppt/media/f5293.txt>
</file>

<file path=ppt/media/f5294.txt>
</file>

<file path=ppt/media/f5295.txt>
</file>

<file path=ppt/media/f5296.txt>
</file>

<file path=ppt/media/f5297.txt>
</file>

<file path=ppt/media/f5298.txt>
</file>

<file path=ppt/media/f5299.txt>
</file>

<file path=ppt/media/f5300.txt>
</file>

<file path=ppt/media/f5301.txt>
</file>

<file path=ppt/media/f5302.txt>
</file>

<file path=ppt/media/f5303.txt>
</file>

<file path=ppt/media/f5304.txt>
</file>

<file path=ppt/media/f5305.txt>
</file>

<file path=ppt/media/f5306.txt>
</file>

<file path=ppt/media/f5307.txt>
</file>

<file path=ppt/media/f5308.txt>
</file>

<file path=ppt/media/f5309.txt>
</file>

<file path=ppt/media/f5310.txt>
</file>

<file path=ppt/media/f5311.txt>
</file>

<file path=ppt/media/f5312.txt>
</file>

<file path=ppt/media/f5313.txt>
</file>

<file path=ppt/media/f5314.txt>
</file>

<file path=ppt/media/f5315.txt>
</file>

<file path=ppt/media/f5316.txt>
</file>

<file path=ppt/media/f5317.txt>
</file>

<file path=ppt/media/f5318.txt>
</file>

<file path=ppt/media/f5319.txt>
</file>

<file path=ppt/media/f5320.txt>
</file>

<file path=ppt/media/f5321.txt>
</file>

<file path=ppt/media/f5322.txt>
</file>

<file path=ppt/media/f5323.txt>
</file>

<file path=ppt/media/f5324.txt>
</file>

<file path=ppt/media/f5325.txt>
</file>

<file path=ppt/media/f5326.txt>
</file>

<file path=ppt/media/f5327.txt>
</file>

<file path=ppt/media/f5328.txt>
</file>

<file path=ppt/media/f5329.txt>
</file>

<file path=ppt/media/f5330.txt>
</file>

<file path=ppt/media/f5331.txt>
</file>

<file path=ppt/media/f5332.txt>
</file>

<file path=ppt/media/f5333.txt>
</file>

<file path=ppt/media/f5334.txt>
</file>

<file path=ppt/media/f5335.txt>
</file>

<file path=ppt/media/f5336.txt>
</file>

<file path=ppt/media/f5337.txt>
</file>

<file path=ppt/media/f5338.txt>
</file>

<file path=ppt/media/f5339.txt>
</file>

<file path=ppt/media/f5340.txt>
</file>

<file path=ppt/media/f5341.txt>
</file>

<file path=ppt/media/f5342.txt>
</file>

<file path=ppt/media/f5343.txt>
</file>

<file path=ppt/media/f5344.txt>
</file>

<file path=ppt/media/f5345.txt>
</file>

<file path=ppt/media/f5346.txt>
</file>

<file path=ppt/media/f5347.txt>
</file>

<file path=ppt/media/f5348.txt>
</file>

<file path=ppt/media/f5349.txt>
</file>

<file path=ppt/media/f5350.txt>
</file>

<file path=ppt/media/f5351.txt>
</file>

<file path=ppt/media/f5352.txt>
</file>

<file path=ppt/media/f5353.txt>
</file>

<file path=ppt/media/f5354.txt>
</file>

<file path=ppt/media/f5355.txt>
</file>

<file path=ppt/media/f5356.txt>
</file>

<file path=ppt/media/f5357.txt>
</file>

<file path=ppt/media/f5358.txt>
</file>

<file path=ppt/media/f5359.txt>
</file>

<file path=ppt/media/f5360.txt>
</file>

<file path=ppt/media/f5361.txt>
</file>

<file path=ppt/media/f5362.txt>
</file>

<file path=ppt/media/f5363.txt>
</file>

<file path=ppt/media/f5364.txt>
</file>

<file path=ppt/media/f5365.txt>
</file>

<file path=ppt/media/f5366.txt>
</file>

<file path=ppt/media/f5367.txt>
</file>

<file path=ppt/media/f5368.txt>
</file>

<file path=ppt/media/f5369.txt>
</file>

<file path=ppt/media/f5370.txt>
</file>

<file path=ppt/media/f5371.txt>
</file>

<file path=ppt/media/f5372.txt>
</file>

<file path=ppt/media/f5373.txt>
</file>

<file path=ppt/media/f5374.txt>
</file>

<file path=ppt/media/f5375.txt>
</file>

<file path=ppt/media/f5376.txt>
</file>

<file path=ppt/media/f5377.txt>
</file>

<file path=ppt/media/f5378.txt>
</file>

<file path=ppt/media/f5379.txt>
</file>

<file path=ppt/media/f5380.txt>
</file>

<file path=ppt/media/f5381.txt>
</file>

<file path=ppt/media/f5382.txt>
</file>

<file path=ppt/media/f5383.txt>
</file>

<file path=ppt/media/f5384.txt>
</file>

<file path=ppt/media/f5385.txt>
</file>

<file path=ppt/media/f5386.txt>
</file>

<file path=ppt/media/f5387.txt>
</file>

<file path=ppt/media/f5388.txt>
</file>

<file path=ppt/media/f5389.txt>
</file>

<file path=ppt/media/f5390.txt>
</file>

<file path=ppt/media/f5391.txt>
</file>

<file path=ppt/media/f5392.txt>
</file>

<file path=ppt/media/f5393.txt>
</file>

<file path=ppt/media/f5394.txt>
</file>

<file path=ppt/media/f5395.txt>
</file>

<file path=ppt/media/f5396.txt>
</file>

<file path=ppt/media/f5397.txt>
</file>

<file path=ppt/media/f5398.txt>
</file>

<file path=ppt/media/f5399.txt>
</file>

<file path=ppt/media/f5400.txt>
</file>

<file path=ppt/media/f5401.txt>
</file>

<file path=ppt/media/f5402.txt>
</file>

<file path=ppt/media/f5403.txt>
</file>

<file path=ppt/media/f5404.txt>
</file>

<file path=ppt/media/f5405.txt>
</file>

<file path=ppt/media/f5406.txt>
</file>

<file path=ppt/media/f5407.txt>
</file>

<file path=ppt/media/f5408.txt>
</file>

<file path=ppt/media/f5409.txt>
</file>

<file path=ppt/media/f5410.txt>
</file>

<file path=ppt/media/f5411.txt>
</file>

<file path=ppt/media/f5412.txt>
</file>

<file path=ppt/media/f5413.txt>
</file>

<file path=ppt/media/f5414.txt>
</file>

<file path=ppt/media/f5415.txt>
</file>

<file path=ppt/media/f5416.txt>
</file>

<file path=ppt/media/f5417.txt>
</file>

<file path=ppt/media/f5418.txt>
</file>

<file path=ppt/media/f5419.txt>
</file>

<file path=ppt/media/f5420.txt>
</file>

<file path=ppt/media/f5421.txt>
</file>

<file path=ppt/media/f5422.txt>
</file>

<file path=ppt/media/f5423.txt>
</file>

<file path=ppt/media/f5424.txt>
</file>

<file path=ppt/media/f5425.txt>
</file>

<file path=ppt/media/f5426.txt>
</file>

<file path=ppt/media/f5427.txt>
</file>

<file path=ppt/media/f5428.txt>
</file>

<file path=ppt/media/f5429.txt>
</file>

<file path=ppt/media/f5430.txt>
</file>

<file path=ppt/media/f5431.txt>
</file>

<file path=ppt/media/f5432.txt>
</file>

<file path=ppt/media/f5433.txt>
</file>

<file path=ppt/media/f5434.txt>
</file>

<file path=ppt/media/f5435.txt>
</file>

<file path=ppt/media/f5436.txt>
</file>

<file path=ppt/media/f5437.txt>
</file>

<file path=ppt/media/f5438.txt>
</file>

<file path=ppt/media/f5439.txt>
</file>

<file path=ppt/media/f5440.txt>
</file>

<file path=ppt/media/f5441.txt>
</file>

<file path=ppt/media/f5442.txt>
</file>

<file path=ppt/media/f5443.txt>
</file>

<file path=ppt/media/f5444.txt>
</file>

<file path=ppt/media/f5445.txt>
</file>

<file path=ppt/media/f5446.txt>
</file>

<file path=ppt/media/f5447.txt>
</file>

<file path=ppt/media/f5448.txt>
</file>

<file path=ppt/media/f5449.txt>
</file>

<file path=ppt/media/f5450.txt>
</file>

<file path=ppt/media/f5451.txt>
</file>

<file path=ppt/media/f5452.txt>
</file>

<file path=ppt/media/f5453.txt>
</file>

<file path=ppt/media/f5454.txt>
</file>

<file path=ppt/media/f5455.txt>
</file>

<file path=ppt/media/f5456.txt>
</file>

<file path=ppt/media/f5457.txt>
</file>

<file path=ppt/media/f5458.txt>
</file>

<file path=ppt/media/f5459.txt>
</file>

<file path=ppt/media/f5460.txt>
</file>

<file path=ppt/media/f5461.txt>
</file>

<file path=ppt/media/f5462.txt>
</file>

<file path=ppt/media/f5463.txt>
</file>

<file path=ppt/media/f5464.txt>
</file>

<file path=ppt/media/f5465.txt>
</file>

<file path=ppt/media/f5466.txt>
</file>

<file path=ppt/media/f5467.txt>
</file>

<file path=ppt/media/f5468.txt>
</file>

<file path=ppt/media/f5469.txt>
</file>

<file path=ppt/media/f5470.txt>
</file>

<file path=ppt/media/f5471.txt>
</file>

<file path=ppt/media/f5472.txt>
</file>

<file path=ppt/media/f5473.txt>
</file>

<file path=ppt/media/f5474.txt>
</file>

<file path=ppt/media/f5475.txt>
</file>

<file path=ppt/media/f5476.txt>
</file>

<file path=ppt/media/f5477.txt>
</file>

<file path=ppt/media/f5478.txt>
</file>

<file path=ppt/media/f5479.txt>
</file>

<file path=ppt/media/f5480.txt>
</file>

<file path=ppt/media/f5481.txt>
</file>

<file path=ppt/media/f5482.txt>
</file>

<file path=ppt/media/f5483.txt>
</file>

<file path=ppt/media/f5484.txt>
</file>

<file path=ppt/media/f5485.txt>
</file>

<file path=ppt/media/f5486.txt>
</file>

<file path=ppt/media/f5487.txt>
</file>

<file path=ppt/media/f5488.txt>
</file>

<file path=ppt/media/f5489.txt>
</file>

<file path=ppt/media/f5490.txt>
</file>

<file path=ppt/media/f5491.txt>
</file>

<file path=ppt/media/f5492.txt>
</file>

<file path=ppt/media/f5493.txt>
</file>

<file path=ppt/media/f5494.txt>
</file>

<file path=ppt/media/f5495.txt>
</file>

<file path=ppt/media/f5496.txt>
</file>

<file path=ppt/media/f5497.txt>
</file>

<file path=ppt/media/f5498.txt>
</file>

<file path=ppt/media/f5499.txt>
</file>

<file path=ppt/media/f5500.txt>
</file>

<file path=ppt/media/f5501.txt>
</file>

<file path=ppt/media/f5502.txt>
</file>

<file path=ppt/media/f5503.txt>
</file>

<file path=ppt/media/f5504.txt>
</file>

<file path=ppt/media/f5505.txt>
</file>

<file path=ppt/media/f5506.txt>
</file>

<file path=ppt/media/f5507.txt>
</file>

<file path=ppt/media/f5508.txt>
</file>

<file path=ppt/media/f5509.txt>
</file>

<file path=ppt/media/f5510.txt>
</file>

<file path=ppt/media/f5511.txt>
</file>

<file path=ppt/media/f5512.txt>
</file>

<file path=ppt/media/f5513.txt>
</file>

<file path=ppt/media/f5514.txt>
</file>

<file path=ppt/media/f5515.txt>
</file>

<file path=ppt/media/f5516.txt>
</file>

<file path=ppt/media/f5517.txt>
</file>

<file path=ppt/media/f5518.txt>
</file>

<file path=ppt/media/f5519.txt>
</file>

<file path=ppt/media/f5520.txt>
</file>

<file path=ppt/media/f5521.txt>
</file>

<file path=ppt/media/f5522.txt>
</file>

<file path=ppt/media/f5523.txt>
</file>

<file path=ppt/media/f5524.txt>
</file>

<file path=ppt/media/f5525.txt>
</file>

<file path=ppt/media/f5526.txt>
</file>

<file path=ppt/media/f5527.txt>
</file>

<file path=ppt/media/f5528.txt>
</file>

<file path=ppt/media/f5529.txt>
</file>

<file path=ppt/media/f5530.txt>
</file>

<file path=ppt/media/f5531.txt>
</file>

<file path=ppt/media/f5532.txt>
</file>

<file path=ppt/media/f5533.txt>
</file>

<file path=ppt/media/f5534.txt>
</file>

<file path=ppt/media/f5535.txt>
</file>

<file path=ppt/media/f5536.txt>
</file>

<file path=ppt/media/f5537.txt>
</file>

<file path=ppt/media/f5538.txt>
</file>

<file path=ppt/media/f5539.txt>
</file>

<file path=ppt/media/f5540.txt>
</file>

<file path=ppt/media/f5541.txt>
</file>

<file path=ppt/media/f5542.txt>
</file>

<file path=ppt/media/f5543.txt>
</file>

<file path=ppt/media/f5544.txt>
</file>

<file path=ppt/media/f5545.txt>
</file>

<file path=ppt/media/f5546.txt>
</file>

<file path=ppt/media/f5547.txt>
</file>

<file path=ppt/media/f5548.txt>
</file>

<file path=ppt/media/f5549.txt>
</file>

<file path=ppt/media/f5550.txt>
</file>

<file path=ppt/media/f5551.txt>
</file>

<file path=ppt/media/f5552.txt>
</file>

<file path=ppt/media/f5553.txt>
</file>

<file path=ppt/media/f5554.txt>
</file>

<file path=ppt/media/f5555.txt>
</file>

<file path=ppt/media/f5556.txt>
</file>

<file path=ppt/media/f5557.txt>
</file>

<file path=ppt/media/f5558.txt>
</file>

<file path=ppt/media/f5559.txt>
</file>

<file path=ppt/media/f5560.txt>
</file>

<file path=ppt/media/f5561.txt>
</file>

<file path=ppt/media/f5562.txt>
</file>

<file path=ppt/media/f5563.txt>
</file>

<file path=ppt/media/f5564.txt>
</file>

<file path=ppt/media/f5565.txt>
</file>

<file path=ppt/media/f5566.txt>
</file>

<file path=ppt/media/f5567.txt>
</file>

<file path=ppt/media/f5568.txt>
</file>

<file path=ppt/media/f5569.txt>
</file>

<file path=ppt/media/f5570.txt>
</file>

<file path=ppt/media/f5571.txt>
</file>

<file path=ppt/media/f5572.txt>
</file>

<file path=ppt/media/f5573.txt>
</file>

<file path=ppt/media/f5574.txt>
</file>

<file path=ppt/media/f5575.txt>
</file>

<file path=ppt/media/f5576.txt>
</file>

<file path=ppt/media/f5577.txt>
</file>

<file path=ppt/media/f5578.txt>
</file>

<file path=ppt/media/f5579.txt>
</file>

<file path=ppt/media/f5580.txt>
</file>

<file path=ppt/media/f5581.txt>
</file>

<file path=ppt/media/f5582.txt>
</file>

<file path=ppt/media/f5583.txt>
</file>

<file path=ppt/media/f5584.txt>
</file>

<file path=ppt/media/f5585.txt>
</file>

<file path=ppt/media/f5586.txt>
</file>

<file path=ppt/media/f5587.txt>
</file>

<file path=ppt/media/f5588.txt>
</file>

<file path=ppt/media/f5589.txt>
</file>

<file path=ppt/media/f5590.txt>
</file>

<file path=ppt/media/f5591.txt>
</file>

<file path=ppt/media/f5592.txt>
</file>

<file path=ppt/media/f5593.txt>
</file>

<file path=ppt/media/f5594.txt>
</file>

<file path=ppt/media/f5595.txt>
</file>

<file path=ppt/media/f5596.txt>
</file>

<file path=ppt/media/f5597.txt>
</file>

<file path=ppt/media/f5598.txt>
</file>

<file path=ppt/media/f5599.txt>
</file>

<file path=ppt/media/f5600.txt>
</file>

<file path=ppt/media/f5601.txt>
</file>

<file path=ppt/media/f5602.txt>
</file>

<file path=ppt/media/f5603.txt>
</file>

<file path=ppt/media/f5604.txt>
</file>

<file path=ppt/media/f5605.txt>
</file>

<file path=ppt/media/f5606.txt>
</file>

<file path=ppt/media/f5607.txt>
</file>

<file path=ppt/media/f5608.txt>
</file>

<file path=ppt/media/f5609.txt>
</file>

<file path=ppt/media/f5610.txt>
</file>

<file path=ppt/media/f5611.txt>
</file>

<file path=ppt/media/f5612.txt>
</file>

<file path=ppt/media/f5613.txt>
</file>

<file path=ppt/media/f5614.txt>
</file>

<file path=ppt/media/f5615.txt>
</file>

<file path=ppt/media/f5616.txt>
</file>

<file path=ppt/media/f5617.txt>
</file>

<file path=ppt/media/f5618.txt>
</file>

<file path=ppt/media/f5619.txt>
</file>

<file path=ppt/media/f5620.txt>
</file>

<file path=ppt/media/f5621.txt>
</file>

<file path=ppt/media/f5622.txt>
</file>

<file path=ppt/media/f5623.txt>
</file>

<file path=ppt/media/f5624.txt>
</file>

<file path=ppt/media/f5625.txt>
</file>

<file path=ppt/media/f5626.txt>
</file>

<file path=ppt/media/f5627.txt>
</file>

<file path=ppt/media/f5628.txt>
</file>

<file path=ppt/media/f5629.txt>
</file>

<file path=ppt/media/f5630.txt>
</file>

<file path=ppt/media/f5631.txt>
</file>

<file path=ppt/media/f5632.txt>
</file>

<file path=ppt/media/f5633.txt>
</file>

<file path=ppt/media/f5634.txt>
</file>

<file path=ppt/media/f5635.txt>
</file>

<file path=ppt/media/f5636.txt>
</file>

<file path=ppt/media/f5637.txt>
</file>

<file path=ppt/media/f5638.txt>
</file>

<file path=ppt/media/f5639.txt>
</file>

<file path=ppt/media/f5640.txt>
</file>

<file path=ppt/media/f5641.txt>
</file>

<file path=ppt/media/f5642.txt>
</file>

<file path=ppt/media/f5643.txt>
</file>

<file path=ppt/media/f5644.txt>
</file>

<file path=ppt/media/f5645.txt>
</file>

<file path=ppt/media/f5646.txt>
</file>

<file path=ppt/media/f5647.txt>
</file>

<file path=ppt/media/f5648.txt>
</file>

<file path=ppt/media/f5649.txt>
</file>

<file path=ppt/media/f5650.txt>
</file>

<file path=ppt/media/f5651.txt>
</file>

<file path=ppt/media/f5652.txt>
</file>

<file path=ppt/media/f5653.txt>
</file>

<file path=ppt/media/f5654.txt>
</file>

<file path=ppt/media/f5655.txt>
</file>

<file path=ppt/media/f5656.txt>
</file>

<file path=ppt/media/f5657.txt>
</file>

<file path=ppt/media/f5658.txt>
</file>

<file path=ppt/media/f5659.txt>
</file>

<file path=ppt/media/f5660.txt>
</file>

<file path=ppt/media/f5661.txt>
</file>

<file path=ppt/media/f5662.txt>
</file>

<file path=ppt/media/f5663.txt>
</file>

<file path=ppt/media/f5664.txt>
</file>

<file path=ppt/media/f5665.txt>
</file>

<file path=ppt/media/f5666.txt>
</file>

<file path=ppt/media/f5667.txt>
</file>

<file path=ppt/media/f5668.txt>
</file>

<file path=ppt/media/f5669.txt>
</file>

<file path=ppt/media/f5670.txt>
</file>

<file path=ppt/media/f5671.txt>
</file>

<file path=ppt/media/f5672.txt>
</file>

<file path=ppt/media/f5673.txt>
</file>

<file path=ppt/media/f5674.txt>
</file>

<file path=ppt/media/f5675.txt>
</file>

<file path=ppt/media/f5676.txt>
</file>

<file path=ppt/media/f5677.txt>
</file>

<file path=ppt/media/f5678.txt>
</file>

<file path=ppt/media/f5679.txt>
</file>

<file path=ppt/media/f5680.txt>
</file>

<file path=ppt/media/f5681.txt>
</file>

<file path=ppt/media/f5682.txt>
</file>

<file path=ppt/media/f5683.txt>
</file>

<file path=ppt/media/f5684.txt>
</file>

<file path=ppt/media/f5685.txt>
</file>

<file path=ppt/media/f5686.txt>
</file>

<file path=ppt/media/f5687.txt>
</file>

<file path=ppt/media/f5688.txt>
</file>

<file path=ppt/media/f5689.txt>
</file>

<file path=ppt/media/f5690.txt>
</file>

<file path=ppt/media/f5691.txt>
</file>

<file path=ppt/media/f5692.txt>
</file>

<file path=ppt/media/f5693.txt>
</file>

<file path=ppt/media/f5694.txt>
</file>

<file path=ppt/media/f5695.txt>
</file>

<file path=ppt/media/f5696.txt>
</file>

<file path=ppt/media/f5697.txt>
</file>

<file path=ppt/media/f5698.txt>
</file>

<file path=ppt/media/f5699.txt>
</file>

<file path=ppt/media/f5700.txt>
</file>

<file path=ppt/media/f5701.txt>
</file>

<file path=ppt/media/f5702.txt>
</file>

<file path=ppt/media/f5703.txt>
</file>

<file path=ppt/media/f5704.txt>
</file>

<file path=ppt/media/f5705.txt>
</file>

<file path=ppt/media/f5706.txt>
</file>

<file path=ppt/media/f5707.txt>
</file>

<file path=ppt/media/f5708.txt>
</file>

<file path=ppt/media/f5709.txt>
</file>

<file path=ppt/media/f5710.txt>
</file>

<file path=ppt/media/f5711.txt>
</file>

<file path=ppt/media/f5712.txt>
</file>

<file path=ppt/media/f5713.txt>
</file>

<file path=ppt/media/f5714.txt>
</file>

<file path=ppt/media/f5715.txt>
</file>

<file path=ppt/media/f5716.txt>
</file>

<file path=ppt/media/f5717.txt>
</file>

<file path=ppt/media/f5718.txt>
</file>

<file path=ppt/media/f5719.txt>
</file>

<file path=ppt/media/f5720.txt>
</file>

<file path=ppt/media/f5721.txt>
</file>

<file path=ppt/media/f5722.txt>
</file>

<file path=ppt/media/f5723.txt>
</file>

<file path=ppt/media/f5724.txt>
</file>

<file path=ppt/media/f5725.txt>
</file>

<file path=ppt/media/f5726.txt>
</file>

<file path=ppt/media/f5727.txt>
</file>

<file path=ppt/media/f5728.txt>
</file>

<file path=ppt/media/f5729.txt>
</file>

<file path=ppt/media/f5730.txt>
</file>

<file path=ppt/media/f5731.txt>
</file>

<file path=ppt/media/f5732.txt>
</file>

<file path=ppt/media/f5733.txt>
</file>

<file path=ppt/media/f5734.txt>
</file>

<file path=ppt/media/f5735.txt>
</file>

<file path=ppt/media/f5736.txt>
</file>

<file path=ppt/media/f5737.txt>
</file>

<file path=ppt/media/f5738.txt>
</file>

<file path=ppt/media/f5739.txt>
</file>

<file path=ppt/media/f5740.txt>
</file>

<file path=ppt/media/f5741.txt>
</file>

<file path=ppt/media/f5742.txt>
</file>

<file path=ppt/media/f5743.txt>
</file>

<file path=ppt/media/f5744.txt>
</file>

<file path=ppt/media/f5745.txt>
</file>

<file path=ppt/media/f5746.txt>
</file>

<file path=ppt/media/f5747.txt>
</file>

<file path=ppt/media/f5748.txt>
</file>

<file path=ppt/media/f5749.txt>
</file>

<file path=ppt/media/f5750.txt>
</file>

<file path=ppt/media/f5751.txt>
</file>

<file path=ppt/media/f5752.txt>
</file>

<file path=ppt/media/f5753.txt>
</file>

<file path=ppt/media/f5754.txt>
</file>

<file path=ppt/media/f5755.txt>
</file>

<file path=ppt/media/f5756.txt>
</file>

<file path=ppt/media/f5757.txt>
</file>

<file path=ppt/media/f5758.txt>
</file>

<file path=ppt/media/f5759.txt>
</file>

<file path=ppt/media/f5760.txt>
</file>

<file path=ppt/media/f5761.txt>
</file>

<file path=ppt/media/f5762.txt>
</file>

<file path=ppt/media/f5763.txt>
</file>

<file path=ppt/media/f5764.txt>
</file>

<file path=ppt/media/f5765.txt>
</file>

<file path=ppt/media/f5766.txt>
</file>

<file path=ppt/media/f5767.txt>
</file>

<file path=ppt/media/f5768.txt>
</file>

<file path=ppt/media/f5769.txt>
</file>

<file path=ppt/media/f5770.txt>
</file>

<file path=ppt/media/f5771.txt>
</file>

<file path=ppt/media/f5772.txt>
</file>

<file path=ppt/media/f5773.txt>
</file>

<file path=ppt/media/f5774.txt>
</file>

<file path=ppt/media/f5775.txt>
</file>

<file path=ppt/media/f5776.txt>
</file>

<file path=ppt/media/f5777.txt>
</file>

<file path=ppt/media/f5778.txt>
</file>

<file path=ppt/media/f5779.txt>
</file>

<file path=ppt/media/f5780.txt>
</file>

<file path=ppt/media/f5781.txt>
</file>

<file path=ppt/media/f5782.txt>
</file>

<file path=ppt/media/f5783.txt>
</file>

<file path=ppt/media/f5784.txt>
</file>

<file path=ppt/media/f5785.txt>
</file>

<file path=ppt/media/f5786.txt>
</file>

<file path=ppt/media/f5787.txt>
</file>

<file path=ppt/media/f5788.txt>
</file>

<file path=ppt/media/f5789.txt>
</file>

<file path=ppt/media/f5790.txt>
</file>

<file path=ppt/media/f5791.txt>
</file>

<file path=ppt/media/f5792.txt>
</file>

<file path=ppt/media/f5793.txt>
</file>

<file path=ppt/media/f5794.txt>
</file>

<file path=ppt/media/f5795.txt>
</file>

<file path=ppt/media/f5796.txt>
</file>

<file path=ppt/media/f5797.txt>
</file>

<file path=ppt/media/f5798.txt>
</file>

<file path=ppt/media/f5799.txt>
</file>

<file path=ppt/media/f5800.txt>
</file>

<file path=ppt/media/f5801.txt>
</file>

<file path=ppt/media/f5802.txt>
</file>

<file path=ppt/media/f5803.txt>
</file>

<file path=ppt/media/f5804.txt>
</file>

<file path=ppt/media/f5805.txt>
</file>

<file path=ppt/media/f5806.txt>
</file>

<file path=ppt/media/f5807.txt>
</file>

<file path=ppt/media/f5808.txt>
</file>

<file path=ppt/media/f5809.txt>
</file>

<file path=ppt/media/f5810.txt>
</file>

<file path=ppt/media/f5811.txt>
</file>

<file path=ppt/media/f5812.txt>
</file>

<file path=ppt/media/f5813.txt>
</file>

<file path=ppt/media/f5814.txt>
</file>

<file path=ppt/media/f5815.txt>
</file>

<file path=ppt/media/f5816.txt>
</file>

<file path=ppt/media/f5817.txt>
</file>

<file path=ppt/media/f5818.txt>
</file>

<file path=ppt/media/f5819.txt>
</file>

<file path=ppt/media/f5820.txt>
</file>

<file path=ppt/media/f5821.txt>
</file>

<file path=ppt/media/f5822.txt>
</file>

<file path=ppt/media/f5823.txt>
</file>

<file path=ppt/media/f5824.txt>
</file>

<file path=ppt/media/f5825.txt>
</file>

<file path=ppt/media/f5826.txt>
</file>

<file path=ppt/media/f5827.txt>
</file>

<file path=ppt/media/f5828.txt>
</file>

<file path=ppt/media/f5829.txt>
</file>

<file path=ppt/media/f5830.txt>
</file>

<file path=ppt/media/f5831.txt>
</file>

<file path=ppt/media/f5832.txt>
</file>

<file path=ppt/media/f5833.txt>
</file>

<file path=ppt/media/f5834.txt>
</file>

<file path=ppt/media/f5835.txt>
</file>

<file path=ppt/media/f5836.txt>
</file>

<file path=ppt/media/f5837.txt>
</file>

<file path=ppt/media/f5838.txt>
</file>

<file path=ppt/media/f5839.txt>
</file>

<file path=ppt/media/f5840.txt>
</file>

<file path=ppt/media/f5841.txt>
</file>

<file path=ppt/media/f5842.txt>
</file>

<file path=ppt/media/f5843.txt>
</file>

<file path=ppt/media/f5844.txt>
</file>

<file path=ppt/media/f5845.txt>
</file>

<file path=ppt/media/f5846.txt>
</file>

<file path=ppt/media/f5847.txt>
</file>

<file path=ppt/media/f5848.txt>
</file>

<file path=ppt/media/f5849.txt>
</file>

<file path=ppt/media/f5850.txt>
</file>

<file path=ppt/media/f5851.txt>
</file>

<file path=ppt/media/f5852.txt>
</file>

<file path=ppt/media/f5853.txt>
</file>

<file path=ppt/media/f5854.txt>
</file>

<file path=ppt/media/f5855.txt>
</file>

<file path=ppt/media/f5856.txt>
</file>

<file path=ppt/media/f5857.txt>
</file>

<file path=ppt/media/f5858.txt>
</file>

<file path=ppt/media/f5859.txt>
</file>

<file path=ppt/media/f5860.txt>
</file>

<file path=ppt/media/f5861.txt>
</file>

<file path=ppt/media/f5862.txt>
</file>

<file path=ppt/media/f5863.txt>
</file>

<file path=ppt/media/f5864.txt>
</file>

<file path=ppt/media/f5865.txt>
</file>

<file path=ppt/media/f5866.txt>
</file>

<file path=ppt/media/f5867.txt>
</file>

<file path=ppt/media/f5868.txt>
</file>

<file path=ppt/media/f5869.txt>
</file>

<file path=ppt/media/f5870.txt>
</file>

<file path=ppt/media/f5871.txt>
</file>

<file path=ppt/media/f5872.txt>
</file>

<file path=ppt/media/f5873.txt>
</file>

<file path=ppt/media/f5874.txt>
</file>

<file path=ppt/media/f5875.txt>
</file>

<file path=ppt/media/f5876.txt>
</file>

<file path=ppt/media/f5877.txt>
</file>

<file path=ppt/media/f5878.txt>
</file>

<file path=ppt/media/f5879.txt>
</file>

<file path=ppt/media/f5880.txt>
</file>

<file path=ppt/media/f5881.txt>
</file>

<file path=ppt/media/f5882.txt>
</file>

<file path=ppt/media/f5883.txt>
</file>

<file path=ppt/media/f5884.txt>
</file>

<file path=ppt/media/f5885.txt>
</file>

<file path=ppt/media/f5886.txt>
</file>

<file path=ppt/media/f5887.txt>
</file>

<file path=ppt/media/f5888.txt>
</file>

<file path=ppt/media/f5889.txt>
</file>

<file path=ppt/media/f5890.txt>
</file>

<file path=ppt/media/f5891.txt>
</file>

<file path=ppt/media/f5892.txt>
</file>

<file path=ppt/media/f5893.txt>
</file>

<file path=ppt/media/f5894.txt>
</file>

<file path=ppt/media/f5895.txt>
</file>

<file path=ppt/media/f5896.txt>
</file>

<file path=ppt/media/f5897.txt>
</file>

<file path=ppt/media/f5898.txt>
</file>

<file path=ppt/media/f5899.txt>
</file>

<file path=ppt/media/f5900.txt>
</file>

<file path=ppt/media/f5901.txt>
</file>

<file path=ppt/media/f5902.txt>
</file>

<file path=ppt/media/f5903.txt>
</file>

<file path=ppt/media/f5904.txt>
</file>

<file path=ppt/media/f5905.txt>
</file>

<file path=ppt/media/f5906.txt>
</file>

<file path=ppt/media/f5907.txt>
</file>

<file path=ppt/media/f5908.txt>
</file>

<file path=ppt/media/f5909.txt>
</file>

<file path=ppt/media/f5910.txt>
</file>

<file path=ppt/media/f5911.txt>
</file>

<file path=ppt/media/f5912.txt>
</file>

<file path=ppt/media/f5913.txt>
</file>

<file path=ppt/media/f5914.txt>
</file>

<file path=ppt/media/f5915.txt>
</file>

<file path=ppt/media/f5916.txt>
</file>

<file path=ppt/media/f5917.txt>
</file>

<file path=ppt/media/f5918.txt>
</file>

<file path=ppt/media/f5919.txt>
</file>

<file path=ppt/media/f5920.txt>
</file>

<file path=ppt/media/f5921.txt>
</file>

<file path=ppt/media/f5922.txt>
</file>

<file path=ppt/media/f5923.txt>
</file>

<file path=ppt/media/f5924.txt>
</file>

<file path=ppt/media/f5925.txt>
</file>

<file path=ppt/media/f5926.txt>
</file>

<file path=ppt/media/f5927.txt>
</file>

<file path=ppt/media/f5928.txt>
</file>

<file path=ppt/media/f5929.txt>
</file>

<file path=ppt/media/f5930.txt>
</file>

<file path=ppt/media/f5931.txt>
</file>

<file path=ppt/media/f5932.txt>
</file>

<file path=ppt/media/f5933.txt>
</file>

<file path=ppt/media/f5934.txt>
</file>

<file path=ppt/media/f5935.txt>
</file>

<file path=ppt/media/f5936.txt>
</file>

<file path=ppt/media/f5937.txt>
</file>

<file path=ppt/media/f5938.txt>
</file>

<file path=ppt/media/f5939.txt>
</file>

<file path=ppt/media/f5940.txt>
</file>

<file path=ppt/media/f5941.txt>
</file>

<file path=ppt/media/f5942.txt>
</file>

<file path=ppt/media/f5943.txt>
</file>

<file path=ppt/media/f5944.txt>
</file>

<file path=ppt/media/f5945.txt>
</file>

<file path=ppt/media/f5946.txt>
</file>

<file path=ppt/media/f5947.txt>
</file>

<file path=ppt/media/f5948.txt>
</file>

<file path=ppt/media/f5949.txt>
</file>

<file path=ppt/media/f5950.txt>
</file>

<file path=ppt/media/f5951.txt>
</file>

<file path=ppt/media/f5952.txt>
</file>

<file path=ppt/media/f5953.txt>
</file>

<file path=ppt/media/f5954.txt>
</file>

<file path=ppt/media/f5955.txt>
</file>

<file path=ppt/media/f5956.txt>
</file>

<file path=ppt/media/f5957.txt>
</file>

<file path=ppt/media/f5958.txt>
</file>

<file path=ppt/media/f5959.txt>
</file>

<file path=ppt/media/f5960.txt>
</file>

<file path=ppt/media/f5961.txt>
</file>

<file path=ppt/media/f5962.txt>
</file>

<file path=ppt/media/f5963.txt>
</file>

<file path=ppt/media/f5964.txt>
</file>

<file path=ppt/media/f5965.txt>
</file>

<file path=ppt/media/f5966.txt>
</file>

<file path=ppt/media/f5967.txt>
</file>

<file path=ppt/media/f5968.txt>
</file>

<file path=ppt/media/f5969.txt>
</file>

<file path=ppt/media/f5970.txt>
</file>

<file path=ppt/media/f5971.txt>
</file>

<file path=ppt/media/f5972.txt>
</file>

<file path=ppt/media/f5973.txt>
</file>

<file path=ppt/media/f5974.txt>
</file>

<file path=ppt/media/f5975.txt>
</file>

<file path=ppt/media/f5976.txt>
</file>

<file path=ppt/media/f5977.txt>
</file>

<file path=ppt/media/f5978.txt>
</file>

<file path=ppt/media/f5979.txt>
</file>

<file path=ppt/media/f5980.txt>
</file>

<file path=ppt/media/f5981.txt>
</file>

<file path=ppt/media/f5982.txt>
</file>

<file path=ppt/media/f5983.txt>
</file>

<file path=ppt/media/f5984.txt>
</file>

<file path=ppt/media/f5985.txt>
</file>

<file path=ppt/media/f5986.txt>
</file>

<file path=ppt/media/f5987.txt>
</file>

<file path=ppt/media/f5988.txt>
</file>

<file path=ppt/media/f5989.txt>
</file>

<file path=ppt/media/f5990.txt>
</file>

<file path=ppt/media/f5991.txt>
</file>

<file path=ppt/media/f5992.txt>
</file>

<file path=ppt/media/f5993.txt>
</file>

<file path=ppt/media/f5994.txt>
</file>

<file path=ppt/media/f5995.txt>
</file>

<file path=ppt/media/f5996.txt>
</file>

<file path=ppt/media/f5997.txt>
</file>

<file path=ppt/media/f5998.txt>
</file>

<file path=ppt/media/f5999.txt>
</file>

<file path=ppt/media/f6000.txt>
</file>

<file path=ppt/media/f6001.txt>
</file>

<file path=ppt/media/f6002.txt>
</file>

<file path=ppt/media/f6003.txt>
</file>

<file path=ppt/media/f6004.txt>
</file>

<file path=ppt/media/f6005.txt>
</file>

<file path=ppt/media/f6006.txt>
</file>

<file path=ppt/media/f6007.txt>
</file>

<file path=ppt/media/f6008.txt>
</file>

<file path=ppt/media/f6009.txt>
</file>

<file path=ppt/media/f6010.txt>
</file>

<file path=ppt/media/f6011.txt>
</file>

<file path=ppt/media/f6012.txt>
</file>

<file path=ppt/media/f6013.txt>
</file>

<file path=ppt/media/f6014.txt>
</file>

<file path=ppt/media/f6015.txt>
</file>

<file path=ppt/media/f6016.txt>
</file>

<file path=ppt/media/f6017.txt>
</file>

<file path=ppt/media/f6018.txt>
</file>

<file path=ppt/media/f6019.txt>
</file>

<file path=ppt/media/f6020.txt>
</file>

<file path=ppt/media/f6021.txt>
</file>

<file path=ppt/media/f6022.txt>
</file>

<file path=ppt/media/f6023.txt>
</file>

<file path=ppt/media/f6024.txt>
</file>

<file path=ppt/media/f6025.txt>
</file>

<file path=ppt/media/f6026.txt>
</file>

<file path=ppt/media/f6027.txt>
</file>

<file path=ppt/media/f6028.txt>
</file>

<file path=ppt/media/f6029.txt>
</file>

<file path=ppt/media/f6030.txt>
</file>

<file path=ppt/media/f6031.txt>
</file>

<file path=ppt/media/f6032.txt>
</file>

<file path=ppt/media/f6033.txt>
</file>

<file path=ppt/media/f6034.txt>
</file>

<file path=ppt/media/f6035.txt>
</file>

<file path=ppt/media/f6036.txt>
</file>

<file path=ppt/media/f6037.txt>
</file>

<file path=ppt/media/f6038.txt>
</file>

<file path=ppt/media/f6039.txt>
</file>

<file path=ppt/media/f6040.txt>
</file>

<file path=ppt/media/f6041.txt>
</file>

<file path=ppt/media/f6042.txt>
</file>

<file path=ppt/media/f6043.txt>
</file>

<file path=ppt/media/f6044.txt>
</file>

<file path=ppt/media/f6045.txt>
</file>

<file path=ppt/media/f6046.txt>
</file>

<file path=ppt/media/f6047.txt>
</file>

<file path=ppt/media/f6048.txt>
</file>

<file path=ppt/media/f6049.txt>
</file>

<file path=ppt/media/f6050.txt>
</file>

<file path=ppt/media/f6051.txt>
</file>

<file path=ppt/media/f6052.txt>
</file>

<file path=ppt/media/f6053.txt>
</file>

<file path=ppt/media/f6054.txt>
</file>

<file path=ppt/media/f6055.txt>
</file>

<file path=ppt/media/f6056.txt>
</file>

<file path=ppt/media/f6057.txt>
</file>

<file path=ppt/media/f6058.txt>
</file>

<file path=ppt/media/f6059.txt>
</file>

<file path=ppt/media/f6060.txt>
</file>

<file path=ppt/media/f6061.txt>
</file>

<file path=ppt/media/f6062.txt>
</file>

<file path=ppt/media/f6063.txt>
</file>

<file path=ppt/media/f6064.txt>
</file>

<file path=ppt/media/f6065.txt>
</file>

<file path=ppt/media/f6066.txt>
</file>

<file path=ppt/media/f6067.txt>
</file>

<file path=ppt/media/f6068.txt>
</file>

<file path=ppt/media/f6069.txt>
</file>

<file path=ppt/media/f6070.txt>
</file>

<file path=ppt/media/f6071.txt>
</file>

<file path=ppt/media/f6072.txt>
</file>

<file path=ppt/media/f6073.txt>
</file>

<file path=ppt/media/f6074.txt>
</file>

<file path=ppt/media/f6075.txt>
</file>

<file path=ppt/media/f6076.txt>
</file>

<file path=ppt/media/f6077.txt>
</file>

<file path=ppt/media/f6078.txt>
</file>

<file path=ppt/media/f6079.txt>
</file>

<file path=ppt/media/f6080.txt>
</file>

<file path=ppt/media/f6081.txt>
</file>

<file path=ppt/media/f6082.txt>
</file>

<file path=ppt/media/f6083.txt>
</file>

<file path=ppt/media/f6084.txt>
</file>

<file path=ppt/media/f6085.txt>
</file>

<file path=ppt/media/f6086.txt>
</file>

<file path=ppt/media/f6087.txt>
</file>

<file path=ppt/media/f6088.txt>
</file>

<file path=ppt/media/f6089.txt>
</file>

<file path=ppt/media/f6090.txt>
</file>

<file path=ppt/media/f6091.txt>
</file>

<file path=ppt/media/f6092.txt>
</file>

<file path=ppt/media/f6093.txt>
</file>

<file path=ppt/media/f6094.txt>
</file>

<file path=ppt/media/f6095.txt>
</file>

<file path=ppt/media/f6096.txt>
</file>

<file path=ppt/media/f6097.txt>
</file>

<file path=ppt/media/f6098.txt>
</file>

<file path=ppt/media/f6099.txt>
</file>

<file path=ppt/media/f6100.txt>
</file>

<file path=ppt/media/f6101.txt>
</file>

<file path=ppt/media/f6102.txt>
</file>

<file path=ppt/media/f6103.txt>
</file>

<file path=ppt/media/f6104.txt>
</file>

<file path=ppt/media/f6105.txt>
</file>

<file path=ppt/media/f6106.txt>
</file>

<file path=ppt/media/f6107.txt>
</file>

<file path=ppt/media/f6108.txt>
</file>

<file path=ppt/media/f6109.txt>
</file>

<file path=ppt/media/f6110.txt>
</file>

<file path=ppt/media/f6111.txt>
</file>

<file path=ppt/media/f6112.txt>
</file>

<file path=ppt/media/f6113.txt>
</file>

<file path=ppt/media/f6114.txt>
</file>

<file path=ppt/media/f6115.txt>
</file>

<file path=ppt/media/f6116.txt>
</file>

<file path=ppt/media/f6117.txt>
</file>

<file path=ppt/media/f6118.txt>
</file>

<file path=ppt/media/f6119.txt>
</file>

<file path=ppt/media/f6120.txt>
</file>

<file path=ppt/media/f6121.txt>
</file>

<file path=ppt/media/f6122.txt>
</file>

<file path=ppt/media/f6123.txt>
</file>

<file path=ppt/media/f6124.txt>
</file>

<file path=ppt/media/f6125.txt>
</file>

<file path=ppt/media/f6126.txt>
</file>

<file path=ppt/media/f6127.txt>
</file>

<file path=ppt/media/f6128.txt>
</file>

<file path=ppt/media/f6129.txt>
</file>

<file path=ppt/media/f6130.txt>
</file>

<file path=ppt/media/f6131.txt>
</file>

<file path=ppt/media/f6132.txt>
</file>

<file path=ppt/media/f6133.txt>
</file>

<file path=ppt/media/f6134.txt>
</file>

<file path=ppt/media/f6135.txt>
</file>

<file path=ppt/media/f6136.txt>
</file>

<file path=ppt/media/f6137.txt>
</file>

<file path=ppt/media/f6138.txt>
</file>

<file path=ppt/media/f6139.txt>
</file>

<file path=ppt/media/f6140.txt>
</file>

<file path=ppt/media/f6141.txt>
</file>

<file path=ppt/media/f6142.txt>
</file>

<file path=ppt/media/f6143.txt>
</file>

<file path=ppt/media/f6144.txt>
</file>

<file path=ppt/media/f6145.txt>
</file>

<file path=ppt/media/f6146.txt>
</file>

<file path=ppt/media/f6147.txt>
</file>

<file path=ppt/media/f6148.txt>
</file>

<file path=ppt/media/f6149.txt>
</file>

<file path=ppt/media/f6150.txt>
</file>

<file path=ppt/media/f6151.txt>
</file>

<file path=ppt/media/f6152.txt>
</file>

<file path=ppt/media/f6153.txt>
</file>

<file path=ppt/media/f6154.txt>
</file>

<file path=ppt/media/f6155.txt>
</file>

<file path=ppt/media/f6156.txt>
</file>

<file path=ppt/media/f6157.txt>
</file>

<file path=ppt/media/f6158.txt>
</file>

<file path=ppt/media/f6159.txt>
</file>

<file path=ppt/media/f6160.txt>
</file>

<file path=ppt/media/f6161.txt>
</file>

<file path=ppt/media/f6162.txt>
</file>

<file path=ppt/media/f6163.txt>
</file>

<file path=ppt/media/f6164.txt>
</file>

<file path=ppt/media/f6165.txt>
</file>

<file path=ppt/media/f6166.txt>
</file>

<file path=ppt/media/f6167.txt>
</file>

<file path=ppt/media/f6168.txt>
</file>

<file path=ppt/media/f6169.txt>
</file>

<file path=ppt/media/f6170.txt>
</file>

<file path=ppt/media/f6171.txt>
</file>

<file path=ppt/media/f6172.txt>
</file>

<file path=ppt/media/f6173.txt>
</file>

<file path=ppt/media/f6174.txt>
</file>

<file path=ppt/media/f6175.txt>
</file>

<file path=ppt/media/f6176.txt>
</file>

<file path=ppt/media/f6177.txt>
</file>

<file path=ppt/media/f6178.txt>
</file>

<file path=ppt/media/f6179.txt>
</file>

<file path=ppt/media/f6180.txt>
</file>

<file path=ppt/media/f6181.txt>
</file>

<file path=ppt/media/f6182.txt>
</file>

<file path=ppt/media/f6183.txt>
</file>

<file path=ppt/media/f6184.txt>
</file>

<file path=ppt/media/f6185.txt>
</file>

<file path=ppt/media/f6186.txt>
</file>

<file path=ppt/media/f6187.txt>
</file>

<file path=ppt/media/f6188.txt>
</file>

<file path=ppt/media/f6189.txt>
</file>

<file path=ppt/media/f6190.txt>
</file>

<file path=ppt/media/f6191.txt>
</file>

<file path=ppt/media/f6192.txt>
</file>

<file path=ppt/media/f6193.txt>
</file>

<file path=ppt/media/f6194.txt>
</file>

<file path=ppt/media/f6195.txt>
</file>

<file path=ppt/media/f6196.txt>
</file>

<file path=ppt/media/f6197.txt>
</file>

<file path=ppt/media/f6198.txt>
</file>

<file path=ppt/media/f6199.txt>
</file>

<file path=ppt/media/f6200.txt>
</file>

<file path=ppt/media/f6201.txt>
</file>

<file path=ppt/media/f6202.txt>
</file>

<file path=ppt/media/f6203.txt>
</file>

<file path=ppt/media/f6204.txt>
</file>

<file path=ppt/media/f6205.txt>
</file>

<file path=ppt/media/f6206.txt>
</file>

<file path=ppt/media/f6207.txt>
</file>

<file path=ppt/media/f6208.txt>
</file>

<file path=ppt/media/f6209.txt>
</file>

<file path=ppt/media/f6210.txt>
</file>

<file path=ppt/media/f6211.txt>
</file>

<file path=ppt/media/f6212.txt>
</file>

<file path=ppt/media/f6213.txt>
</file>

<file path=ppt/media/f6214.txt>
</file>

<file path=ppt/media/f6215.txt>
</file>

<file path=ppt/media/f6216.txt>
</file>

<file path=ppt/media/f6217.txt>
</file>

<file path=ppt/media/f6218.txt>
</file>

<file path=ppt/media/f6219.txt>
</file>

<file path=ppt/media/f6220.txt>
</file>

<file path=ppt/media/f6221.txt>
</file>

<file path=ppt/media/f6222.txt>
</file>

<file path=ppt/media/f6223.txt>
</file>

<file path=ppt/media/f6224.txt>
</file>

<file path=ppt/media/f6225.txt>
</file>

<file path=ppt/media/f6226.txt>
</file>

<file path=ppt/media/f6227.txt>
</file>

<file path=ppt/media/f6228.txt>
</file>

<file path=ppt/media/f6229.txt>
</file>

<file path=ppt/media/f6230.txt>
</file>

<file path=ppt/media/f6231.txt>
</file>

<file path=ppt/media/f6232.txt>
</file>

<file path=ppt/media/f6233.txt>
</file>

<file path=ppt/media/f6234.txt>
</file>

<file path=ppt/media/f6235.txt>
</file>

<file path=ppt/media/f6236.txt>
</file>

<file path=ppt/media/f6237.txt>
</file>

<file path=ppt/media/f6238.txt>
</file>

<file path=ppt/media/f6239.txt>
</file>

<file path=ppt/media/f6240.txt>
</file>

<file path=ppt/media/f6241.txt>
</file>

<file path=ppt/media/f6242.txt>
</file>

<file path=ppt/media/f6243.txt>
</file>

<file path=ppt/media/f6244.txt>
</file>

<file path=ppt/media/f6245.txt>
</file>

<file path=ppt/media/f6246.txt>
</file>

<file path=ppt/media/f6247.txt>
</file>

<file path=ppt/media/f6248.txt>
</file>

<file path=ppt/media/f6249.txt>
</file>

<file path=ppt/media/f6250.txt>
</file>

<file path=ppt/media/f6251.txt>
</file>

<file path=ppt/media/f6252.txt>
</file>

<file path=ppt/media/f6253.txt>
</file>

<file path=ppt/media/f6254.txt>
</file>

<file path=ppt/media/f6255.txt>
</file>

<file path=ppt/media/f6256.txt>
</file>

<file path=ppt/media/f6257.txt>
</file>

<file path=ppt/media/f6258.txt>
</file>

<file path=ppt/media/f6259.txt>
</file>

<file path=ppt/media/f6260.txt>
</file>

<file path=ppt/media/f6261.txt>
</file>

<file path=ppt/media/f6262.txt>
</file>

<file path=ppt/media/f6263.txt>
</file>

<file path=ppt/media/f6264.txt>
</file>

<file path=ppt/media/f6265.txt>
</file>

<file path=ppt/media/f6266.txt>
</file>

<file path=ppt/media/f6267.txt>
</file>

<file path=ppt/media/f6268.txt>
</file>

<file path=ppt/media/f6269.txt>
</file>

<file path=ppt/media/f6270.txt>
</file>

<file path=ppt/media/f6271.txt>
</file>

<file path=ppt/media/f6272.txt>
</file>

<file path=ppt/media/f6273.txt>
</file>

<file path=ppt/media/f6274.txt>
</file>

<file path=ppt/media/f6275.txt>
</file>

<file path=ppt/media/f6276.txt>
</file>

<file path=ppt/media/f6277.txt>
</file>

<file path=ppt/media/f6278.txt>
</file>

<file path=ppt/media/f6279.txt>
</file>

<file path=ppt/media/f6280.txt>
</file>

<file path=ppt/media/f6281.txt>
</file>

<file path=ppt/media/f6282.txt>
</file>

<file path=ppt/media/f6283.txt>
</file>

<file path=ppt/media/f6284.txt>
</file>

<file path=ppt/media/f6285.txt>
</file>

<file path=ppt/media/f6286.txt>
</file>

<file path=ppt/media/f6287.txt>
</file>

<file path=ppt/media/f6288.txt>
</file>

<file path=ppt/media/f6289.txt>
</file>

<file path=ppt/media/f6290.txt>
</file>

<file path=ppt/media/f6291.txt>
</file>

<file path=ppt/media/f6292.txt>
</file>

<file path=ppt/media/f6293.txt>
</file>

<file path=ppt/media/f6294.txt>
</file>

<file path=ppt/media/f6295.txt>
</file>

<file path=ppt/media/f6296.txt>
</file>

<file path=ppt/media/f6297.txt>
</file>

<file path=ppt/media/f6298.txt>
</file>

<file path=ppt/media/f6299.txt>
</file>

<file path=ppt/media/f6300.txt>
</file>

<file path=ppt/media/f6301.txt>
</file>

<file path=ppt/media/f6302.txt>
</file>

<file path=ppt/media/f6303.txt>
</file>

<file path=ppt/media/f6304.txt>
</file>

<file path=ppt/media/f6305.txt>
</file>

<file path=ppt/media/f6306.txt>
</file>

<file path=ppt/media/f6307.txt>
</file>

<file path=ppt/media/f6308.txt>
</file>

<file path=ppt/media/f6309.txt>
</file>

<file path=ppt/media/f6310.txt>
</file>

<file path=ppt/media/f6311.txt>
</file>

<file path=ppt/media/f6312.txt>
</file>

<file path=ppt/media/f6313.txt>
</file>

<file path=ppt/media/f6314.txt>
</file>

<file path=ppt/media/f6315.txt>
</file>

<file path=ppt/media/f6316.txt>
</file>

<file path=ppt/media/f6317.txt>
</file>

<file path=ppt/media/f6318.txt>
</file>

<file path=ppt/media/f6319.txt>
</file>

<file path=ppt/media/f6320.txt>
</file>

<file path=ppt/media/f6321.txt>
</file>

<file path=ppt/media/f6322.txt>
</file>

<file path=ppt/media/f6323.txt>
</file>

<file path=ppt/media/f6324.txt>
</file>

<file path=ppt/media/f6325.txt>
</file>

<file path=ppt/media/f6326.txt>
</file>

<file path=ppt/media/f6327.txt>
</file>

<file path=ppt/media/f6328.txt>
</file>

<file path=ppt/media/f6329.txt>
</file>

<file path=ppt/media/f6330.txt>
</file>

<file path=ppt/media/f6331.txt>
</file>

<file path=ppt/media/f6332.txt>
</file>

<file path=ppt/media/f6333.txt>
</file>

<file path=ppt/media/f6334.txt>
</file>

<file path=ppt/media/f6335.txt>
</file>

<file path=ppt/media/f6336.txt>
</file>

<file path=ppt/media/f6337.txt>
</file>

<file path=ppt/media/f6338.txt>
</file>

<file path=ppt/media/f6339.txt>
</file>

<file path=ppt/media/f6340.txt>
</file>

<file path=ppt/media/f6341.txt>
</file>

<file path=ppt/media/f6342.txt>
</file>

<file path=ppt/media/f6343.txt>
</file>

<file path=ppt/media/f6344.txt>
</file>

<file path=ppt/media/f6345.txt>
</file>

<file path=ppt/media/f6346.txt>
</file>

<file path=ppt/media/f6347.txt>
</file>

<file path=ppt/media/f6348.txt>
</file>

<file path=ppt/media/f6349.txt>
</file>

<file path=ppt/media/f6350.txt>
</file>

<file path=ppt/media/f6351.txt>
</file>

<file path=ppt/media/f6352.txt>
</file>

<file path=ppt/media/f6353.txt>
</file>

<file path=ppt/media/f6354.txt>
</file>

<file path=ppt/media/f6355.txt>
</file>

<file path=ppt/media/f6356.txt>
</file>

<file path=ppt/media/f6357.txt>
</file>

<file path=ppt/media/f6358.txt>
</file>

<file path=ppt/media/f6359.txt>
</file>

<file path=ppt/media/f6360.txt>
</file>

<file path=ppt/media/f6361.txt>
</file>

<file path=ppt/media/f6362.txt>
</file>

<file path=ppt/media/f6363.txt>
</file>

<file path=ppt/media/f6364.txt>
</file>

<file path=ppt/media/f6365.txt>
</file>

<file path=ppt/media/f6366.txt>
</file>

<file path=ppt/media/f6367.txt>
</file>

<file path=ppt/media/f6368.txt>
</file>

<file path=ppt/media/f6369.txt>
</file>

<file path=ppt/media/f6370.txt>
</file>

<file path=ppt/media/f6371.txt>
</file>

<file path=ppt/media/f6372.txt>
</file>

<file path=ppt/media/f6373.txt>
</file>

<file path=ppt/media/f6374.txt>
</file>

<file path=ppt/media/f6375.txt>
</file>

<file path=ppt/media/f6376.txt>
</file>

<file path=ppt/media/f6377.txt>
</file>

<file path=ppt/media/f6378.txt>
</file>

<file path=ppt/media/f6379.txt>
</file>

<file path=ppt/media/f6380.txt>
</file>

<file path=ppt/media/f6381.txt>
</file>

<file path=ppt/media/f6382.txt>
</file>

<file path=ppt/media/f6383.txt>
</file>

<file path=ppt/media/f6384.txt>
</file>

<file path=ppt/media/f6385.txt>
</file>

<file path=ppt/media/f6386.txt>
</file>

<file path=ppt/media/f6387.txt>
</file>

<file path=ppt/media/f6388.txt>
</file>

<file path=ppt/media/f6389.txt>
</file>

<file path=ppt/media/f6390.txt>
</file>

<file path=ppt/media/f6391.txt>
</file>

<file path=ppt/media/f6392.txt>
</file>

<file path=ppt/media/f6393.txt>
</file>

<file path=ppt/media/f6394.txt>
</file>

<file path=ppt/media/f6395.txt>
</file>

<file path=ppt/media/f6396.txt>
</file>

<file path=ppt/media/f6397.txt>
</file>

<file path=ppt/media/f6398.txt>
</file>

<file path=ppt/media/f6399.txt>
</file>

<file path=ppt/media/f6400.txt>
</file>

<file path=ppt/media/f6401.txt>
</file>

<file path=ppt/media/f6402.txt>
</file>

<file path=ppt/media/f6403.txt>
</file>

<file path=ppt/media/f6404.txt>
</file>

<file path=ppt/media/f6405.txt>
</file>

<file path=ppt/media/f6406.txt>
</file>

<file path=ppt/media/f6407.txt>
</file>

<file path=ppt/media/f6408.txt>
</file>

<file path=ppt/media/f6409.txt>
</file>

<file path=ppt/media/f6410.txt>
</file>

<file path=ppt/media/f6411.txt>
</file>

<file path=ppt/media/f6412.txt>
</file>

<file path=ppt/media/f6413.txt>
</file>

<file path=ppt/media/f6414.txt>
</file>

<file path=ppt/media/f6415.txt>
</file>

<file path=ppt/media/f6416.txt>
</file>

<file path=ppt/media/f6417.txt>
</file>

<file path=ppt/media/f6418.txt>
</file>

<file path=ppt/media/f6419.txt>
</file>

<file path=ppt/media/f6420.txt>
</file>

<file path=ppt/media/f6421.txt>
</file>

<file path=ppt/media/f6422.txt>
</file>

<file path=ppt/media/f6423.txt>
</file>

<file path=ppt/media/f6424.txt>
</file>

<file path=ppt/media/f6425.txt>
</file>

<file path=ppt/media/f6426.txt>
</file>

<file path=ppt/media/f6427.txt>
</file>

<file path=ppt/media/f6428.txt>
</file>

<file path=ppt/media/f6429.txt>
</file>

<file path=ppt/media/f6430.txt>
</file>

<file path=ppt/media/f6431.txt>
</file>

<file path=ppt/media/f6432.txt>
</file>

<file path=ppt/media/f6433.txt>
</file>

<file path=ppt/media/f6434.txt>
</file>

<file path=ppt/media/f6435.txt>
</file>

<file path=ppt/media/f6436.txt>
</file>

<file path=ppt/media/f6437.txt>
</file>

<file path=ppt/media/f6438.txt>
</file>

<file path=ppt/media/f6439.txt>
</file>

<file path=ppt/media/f6440.txt>
</file>

<file path=ppt/media/f6441.txt>
</file>

<file path=ppt/media/f6442.txt>
</file>

<file path=ppt/media/f6443.txt>
</file>

<file path=ppt/media/f6444.txt>
</file>

<file path=ppt/media/f6445.txt>
</file>

<file path=ppt/media/f6446.txt>
</file>

<file path=ppt/media/f6447.txt>
</file>

<file path=ppt/media/f6448.txt>
</file>

<file path=ppt/media/f6449.txt>
</file>

<file path=ppt/media/f6450.txt>
</file>

<file path=ppt/media/f6451.txt>
</file>

<file path=ppt/media/f6452.txt>
</file>

<file path=ppt/media/f6453.txt>
</file>

<file path=ppt/media/f6454.txt>
</file>

<file path=ppt/media/f6455.txt>
</file>

<file path=ppt/media/f6456.txt>
</file>

<file path=ppt/media/f6457.txt>
</file>

<file path=ppt/media/f6458.txt>
</file>

<file path=ppt/media/f6459.txt>
</file>

<file path=ppt/media/f6460.txt>
</file>

<file path=ppt/media/f6461.txt>
</file>

<file path=ppt/media/f6462.txt>
</file>

<file path=ppt/media/f6463.txt>
</file>

<file path=ppt/media/f6464.txt>
</file>

<file path=ppt/media/f6465.txt>
</file>

<file path=ppt/media/f6466.txt>
</file>

<file path=ppt/media/f6467.txt>
</file>

<file path=ppt/media/f6468.txt>
</file>

<file path=ppt/media/f6469.txt>
</file>

<file path=ppt/media/f6470.txt>
</file>

<file path=ppt/media/f6471.txt>
</file>

<file path=ppt/media/f6472.txt>
</file>

<file path=ppt/media/f6473.txt>
</file>

<file path=ppt/media/f6474.txt>
</file>

<file path=ppt/media/f6475.txt>
</file>

<file path=ppt/media/f6476.txt>
</file>

<file path=ppt/media/f6477.txt>
</file>

<file path=ppt/media/f6478.txt>
</file>

<file path=ppt/media/f6479.txt>
</file>

<file path=ppt/media/f6480.txt>
</file>

<file path=ppt/media/f6481.txt>
</file>

<file path=ppt/media/f6482.txt>
</file>

<file path=ppt/media/f6483.txt>
</file>

<file path=ppt/media/f6484.txt>
</file>

<file path=ppt/media/f6485.txt>
</file>

<file path=ppt/media/f6486.txt>
</file>

<file path=ppt/media/f6487.txt>
</file>

<file path=ppt/media/f6488.txt>
</file>

<file path=ppt/media/f6489.txt>
</file>

<file path=ppt/media/f6490.txt>
</file>

<file path=ppt/media/f6491.txt>
</file>

<file path=ppt/media/f6492.txt>
</file>

<file path=ppt/media/f6493.txt>
</file>

<file path=ppt/media/f6494.txt>
</file>

<file path=ppt/media/f6495.txt>
</file>

<file path=ppt/media/f6496.txt>
</file>

<file path=ppt/media/f6497.txt>
</file>

<file path=ppt/media/f6498.txt>
</file>

<file path=ppt/media/f6499.txt>
</file>

<file path=ppt/media/f6500.txt>
</file>

<file path=ppt/media/f6501.txt>
</file>

<file path=ppt/media/f6502.txt>
</file>

<file path=ppt/media/f6503.txt>
</file>

<file path=ppt/media/f6504.txt>
</file>

<file path=ppt/media/f6505.txt>
</file>

<file path=ppt/media/f6506.txt>
</file>

<file path=ppt/media/f6507.txt>
</file>

<file path=ppt/media/f6508.txt>
</file>

<file path=ppt/media/f6509.txt>
</file>

<file path=ppt/media/f6510.txt>
</file>

<file path=ppt/media/f6511.txt>
</file>

<file path=ppt/media/f6512.txt>
</file>

<file path=ppt/media/f6513.txt>
</file>

<file path=ppt/media/f6514.txt>
</file>

<file path=ppt/media/f6515.txt>
</file>

<file path=ppt/media/f6516.txt>
</file>

<file path=ppt/media/f6517.txt>
</file>

<file path=ppt/media/f6518.txt>
</file>

<file path=ppt/media/f6519.txt>
</file>

<file path=ppt/media/f6520.txt>
</file>

<file path=ppt/media/f6521.txt>
</file>

<file path=ppt/media/f6522.txt>
</file>

<file path=ppt/media/f6523.txt>
</file>

<file path=ppt/media/f6524.txt>
</file>

<file path=ppt/media/f6525.txt>
</file>

<file path=ppt/media/f6526.txt>
</file>

<file path=ppt/media/f6527.txt>
</file>

<file path=ppt/media/f6528.txt>
</file>

<file path=ppt/media/f6529.txt>
</file>

<file path=ppt/media/f6530.txt>
</file>

<file path=ppt/media/f6531.txt>
</file>

<file path=ppt/media/f6532.txt>
</file>

<file path=ppt/media/f6533.txt>
</file>

<file path=ppt/media/f6534.txt>
</file>

<file path=ppt/media/f6535.txt>
</file>

<file path=ppt/media/f6536.txt>
</file>

<file path=ppt/media/f6537.txt>
</file>

<file path=ppt/media/f6538.txt>
</file>

<file path=ppt/media/f6539.txt>
</file>

<file path=ppt/media/f6540.txt>
</file>

<file path=ppt/media/f6541.txt>
</file>

<file path=ppt/media/f6542.txt>
</file>

<file path=ppt/media/f6543.txt>
</file>

<file path=ppt/media/f6544.txt>
</file>

<file path=ppt/media/f6545.txt>
</file>

<file path=ppt/media/f6546.txt>
</file>

<file path=ppt/media/f6547.txt>
</file>

<file path=ppt/media/f6548.txt>
</file>

<file path=ppt/media/f6549.txt>
</file>

<file path=ppt/media/f6550.txt>
</file>

<file path=ppt/media/f6551.txt>
</file>

<file path=ppt/media/f6552.txt>
</file>

<file path=ppt/media/f6553.txt>
</file>

<file path=ppt/media/f6554.txt>
</file>

<file path=ppt/media/f6555.txt>
</file>

<file path=ppt/media/f6556.txt>
</file>

<file path=ppt/media/f6557.txt>
</file>

<file path=ppt/media/f6558.txt>
</file>

<file path=ppt/media/f6559.txt>
</file>

<file path=ppt/media/f6560.txt>
</file>

<file path=ppt/media/f6561.txt>
</file>

<file path=ppt/media/f6562.txt>
</file>

<file path=ppt/media/f6563.txt>
</file>

<file path=ppt/media/f6564.txt>
</file>

<file path=ppt/media/f6565.txt>
</file>

<file path=ppt/media/f6566.txt>
</file>

<file path=ppt/media/f6567.txt>
</file>

<file path=ppt/media/f6568.txt>
</file>

<file path=ppt/media/f6569.txt>
</file>

<file path=ppt/media/f6570.txt>
</file>

<file path=ppt/media/f6571.txt>
</file>

<file path=ppt/media/f6572.txt>
</file>

<file path=ppt/media/f6573.txt>
</file>

<file path=ppt/media/f6574.txt>
</file>

<file path=ppt/media/f6575.txt>
</file>

<file path=ppt/media/f6576.txt>
</file>

<file path=ppt/media/f6577.txt>
</file>

<file path=ppt/media/f6578.txt>
</file>

<file path=ppt/media/f6579.txt>
</file>

<file path=ppt/media/f6580.txt>
</file>

<file path=ppt/media/f6581.txt>
</file>

<file path=ppt/media/f6582.txt>
</file>

<file path=ppt/media/f6583.txt>
</file>

<file path=ppt/media/f6584.txt>
</file>

<file path=ppt/media/f6585.txt>
</file>

<file path=ppt/media/f6586.txt>
</file>

<file path=ppt/media/f6587.txt>
</file>

<file path=ppt/media/f6588.txt>
</file>

<file path=ppt/media/f6589.txt>
</file>

<file path=ppt/media/f6590.txt>
</file>

<file path=ppt/media/f6591.txt>
</file>

<file path=ppt/media/f6592.txt>
</file>

<file path=ppt/media/f6593.txt>
</file>

<file path=ppt/media/f6594.txt>
</file>

<file path=ppt/media/f6595.txt>
</file>

<file path=ppt/media/f6596.txt>
</file>

<file path=ppt/media/f6597.txt>
</file>

<file path=ppt/media/f6598.txt>
</file>

<file path=ppt/media/f6599.txt>
</file>

<file path=ppt/media/f6600.txt>
</file>

<file path=ppt/media/f6601.txt>
</file>

<file path=ppt/media/f6602.txt>
</file>

<file path=ppt/media/f6603.txt>
</file>

<file path=ppt/media/f6604.txt>
</file>

<file path=ppt/media/f6605.txt>
</file>

<file path=ppt/media/f6606.txt>
</file>

<file path=ppt/media/f6607.txt>
</file>

<file path=ppt/media/f6608.txt>
</file>

<file path=ppt/media/f6609.txt>
</file>

<file path=ppt/media/f6610.txt>
</file>

<file path=ppt/media/f6611.txt>
</file>

<file path=ppt/media/f6612.txt>
</file>

<file path=ppt/media/f6613.txt>
</file>

<file path=ppt/media/f6614.txt>
</file>

<file path=ppt/media/f6615.txt>
</file>

<file path=ppt/media/f6616.txt>
</file>

<file path=ppt/media/f6617.txt>
</file>

<file path=ppt/media/f6618.txt>
</file>

<file path=ppt/media/f6619.txt>
</file>

<file path=ppt/media/f6620.txt>
</file>

<file path=ppt/media/f6621.txt>
</file>

<file path=ppt/media/f6622.txt>
</file>

<file path=ppt/media/f6623.txt>
</file>

<file path=ppt/media/f6624.txt>
</file>

<file path=ppt/media/f6625.txt>
</file>

<file path=ppt/media/f6626.txt>
</file>

<file path=ppt/media/f6627.txt>
</file>

<file path=ppt/media/f6628.txt>
</file>

<file path=ppt/media/f6629.txt>
</file>

<file path=ppt/media/f6630.txt>
</file>

<file path=ppt/media/f6631.txt>
</file>

<file path=ppt/media/f6632.txt>
</file>

<file path=ppt/media/f6633.txt>
</file>

<file path=ppt/media/f6634.txt>
</file>

<file path=ppt/media/f6635.txt>
</file>

<file path=ppt/media/f6636.txt>
</file>

<file path=ppt/media/f6637.txt>
</file>

<file path=ppt/media/f6638.txt>
</file>

<file path=ppt/media/f6639.txt>
</file>

<file path=ppt/media/f6640.txt>
</file>

<file path=ppt/media/f6641.txt>
</file>

<file path=ppt/media/f6642.txt>
</file>

<file path=ppt/media/f6643.txt>
</file>

<file path=ppt/media/f6644.txt>
</file>

<file path=ppt/media/f6645.txt>
</file>

<file path=ppt/media/f6646.txt>
</file>

<file path=ppt/media/f6647.txt>
</file>

<file path=ppt/media/f6648.txt>
</file>

<file path=ppt/media/f6649.txt>
</file>

<file path=ppt/media/f6650.txt>
</file>

<file path=ppt/media/f6651.txt>
</file>

<file path=ppt/media/f6652.txt>
</file>

<file path=ppt/media/f6653.txt>
</file>

<file path=ppt/media/f6654.txt>
</file>

<file path=ppt/media/f6655.txt>
</file>

<file path=ppt/media/f6656.txt>
</file>

<file path=ppt/media/f6657.txt>
</file>

<file path=ppt/media/f6658.txt>
</file>

<file path=ppt/media/f6659.txt>
</file>

<file path=ppt/media/f6660.txt>
</file>

<file path=ppt/media/f6661.txt>
</file>

<file path=ppt/media/f6662.txt>
</file>

<file path=ppt/media/f6663.txt>
</file>

<file path=ppt/media/f6664.txt>
</file>

<file path=ppt/media/f6665.txt>
</file>

<file path=ppt/media/f6666.txt>
</file>

<file path=ppt/media/f6667.txt>
</file>

<file path=ppt/media/f6668.txt>
</file>

<file path=ppt/media/f6669.txt>
</file>

<file path=ppt/media/f6670.txt>
</file>

<file path=ppt/media/f6671.txt>
</file>

<file path=ppt/media/f6672.txt>
</file>

<file path=ppt/media/f6673.txt>
</file>

<file path=ppt/media/f6674.txt>
</file>

<file path=ppt/media/f6675.txt>
</file>

<file path=ppt/media/f6676.txt>
</file>

<file path=ppt/media/f6677.txt>
</file>

<file path=ppt/media/f6678.txt>
</file>

<file path=ppt/media/f6679.txt>
</file>

<file path=ppt/media/f6680.txt>
</file>

<file path=ppt/media/f6681.txt>
</file>

<file path=ppt/media/f6682.txt>
</file>

<file path=ppt/media/f6683.txt>
</file>

<file path=ppt/media/f6684.txt>
</file>

<file path=ppt/media/f6685.txt>
</file>

<file path=ppt/media/f6686.txt>
</file>

<file path=ppt/media/f6687.txt>
</file>

<file path=ppt/media/f6688.txt>
</file>

<file path=ppt/media/f6689.txt>
</file>

<file path=ppt/media/f6690.txt>
</file>

<file path=ppt/media/f6691.txt>
</file>

<file path=ppt/media/f6692.txt>
</file>

<file path=ppt/media/f6693.txt>
</file>

<file path=ppt/media/f6694.txt>
</file>

<file path=ppt/media/f6695.txt>
</file>

<file path=ppt/media/f6696.txt>
</file>

<file path=ppt/media/f6697.txt>
</file>

<file path=ppt/media/f6698.txt>
</file>

<file path=ppt/media/f6699.txt>
</file>

<file path=ppt/media/f6700.txt>
</file>

<file path=ppt/media/f6701.txt>
</file>

<file path=ppt/media/f6702.txt>
</file>

<file path=ppt/media/f6703.txt>
</file>

<file path=ppt/media/f6704.txt>
</file>

<file path=ppt/media/f6705.txt>
</file>

<file path=ppt/media/f6706.txt>
</file>

<file path=ppt/media/f6707.txt>
</file>

<file path=ppt/media/f6708.txt>
</file>

<file path=ppt/media/f6709.txt>
</file>

<file path=ppt/media/f6710.txt>
</file>

<file path=ppt/media/f6711.txt>
</file>

<file path=ppt/media/f6712.txt>
</file>

<file path=ppt/media/f6713.txt>
</file>

<file path=ppt/media/f6714.txt>
</file>

<file path=ppt/media/f6715.txt>
</file>

<file path=ppt/media/f6716.txt>
</file>

<file path=ppt/media/f6717.txt>
</file>

<file path=ppt/media/f6718.txt>
</file>

<file path=ppt/media/f6719.txt>
</file>

<file path=ppt/media/f6720.txt>
</file>

<file path=ppt/media/f6721.txt>
</file>

<file path=ppt/media/f6722.txt>
</file>

<file path=ppt/media/f6723.txt>
</file>

<file path=ppt/media/f6724.txt>
</file>

<file path=ppt/media/f6725.txt>
</file>

<file path=ppt/media/f6726.txt>
</file>

<file path=ppt/media/f6727.txt>
</file>

<file path=ppt/media/f6728.txt>
</file>

<file path=ppt/media/f6729.txt>
</file>

<file path=ppt/media/f6730.txt>
</file>

<file path=ppt/media/f6731.txt>
</file>

<file path=ppt/media/f6732.txt>
</file>

<file path=ppt/media/f6733.txt>
</file>

<file path=ppt/media/f6734.txt>
</file>

<file path=ppt/media/f6735.txt>
</file>

<file path=ppt/media/f6736.txt>
</file>

<file path=ppt/media/f6737.txt>
</file>

<file path=ppt/media/f6738.txt>
</file>

<file path=ppt/media/f6739.txt>
</file>

<file path=ppt/media/f6740.txt>
</file>

<file path=ppt/media/f6741.txt>
</file>

<file path=ppt/media/f6742.txt>
</file>

<file path=ppt/media/f6743.txt>
</file>

<file path=ppt/media/f6744.txt>
</file>

<file path=ppt/media/f6745.txt>
</file>

<file path=ppt/media/f6746.txt>
</file>

<file path=ppt/media/f6747.txt>
</file>

<file path=ppt/media/f6748.txt>
</file>

<file path=ppt/media/f6749.txt>
</file>

<file path=ppt/media/f6750.txt>
</file>

<file path=ppt/media/f6751.txt>
</file>

<file path=ppt/media/f6752.txt>
</file>

<file path=ppt/media/f6753.txt>
</file>

<file path=ppt/media/f6754.txt>
</file>

<file path=ppt/media/f6755.txt>
</file>

<file path=ppt/media/f6756.txt>
</file>

<file path=ppt/media/f6757.txt>
</file>

<file path=ppt/media/f6758.txt>
</file>

<file path=ppt/media/f6759.txt>
</file>

<file path=ppt/media/f6760.txt>
</file>

<file path=ppt/media/f6761.txt>
</file>

<file path=ppt/media/f6762.txt>
</file>

<file path=ppt/media/f6763.txt>
</file>

<file path=ppt/media/f6764.txt>
</file>

<file path=ppt/media/f6765.txt>
</file>

<file path=ppt/media/f6766.txt>
</file>

<file path=ppt/media/f6767.txt>
</file>

<file path=ppt/media/f6768.txt>
</file>

<file path=ppt/media/f6769.txt>
</file>

<file path=ppt/media/f6770.txt>
</file>

<file path=ppt/media/f6771.txt>
</file>

<file path=ppt/media/f6772.txt>
</file>

<file path=ppt/media/f6773.txt>
</file>

<file path=ppt/media/f6774.txt>
</file>

<file path=ppt/media/f6775.txt>
</file>

<file path=ppt/media/f6776.txt>
</file>

<file path=ppt/media/f6777.txt>
</file>

<file path=ppt/media/f6778.txt>
</file>

<file path=ppt/media/f6779.txt>
</file>

<file path=ppt/media/f6780.txt>
</file>

<file path=ppt/media/f6781.txt>
</file>

<file path=ppt/media/f6782.txt>
</file>

<file path=ppt/media/f6783.txt>
</file>

<file path=ppt/media/f6784.txt>
</file>

<file path=ppt/media/f6785.txt>
</file>

<file path=ppt/media/f6786.txt>
</file>

<file path=ppt/media/f6787.txt>
</file>

<file path=ppt/media/f6788.txt>
</file>

<file path=ppt/media/f6789.txt>
</file>

<file path=ppt/media/f6790.txt>
</file>

<file path=ppt/media/f6791.txt>
</file>

<file path=ppt/media/f6792.txt>
</file>

<file path=ppt/media/f6793.txt>
</file>

<file path=ppt/media/f6794.txt>
</file>

<file path=ppt/media/f6795.txt>
</file>

<file path=ppt/media/f6796.txt>
</file>

<file path=ppt/media/f6797.txt>
</file>

<file path=ppt/media/f6798.txt>
</file>

<file path=ppt/media/f6799.txt>
</file>

<file path=ppt/media/f6800.txt>
</file>

<file path=ppt/media/f6801.txt>
</file>

<file path=ppt/media/f6802.txt>
</file>

<file path=ppt/media/f6803.txt>
</file>

<file path=ppt/media/f6804.txt>
</file>

<file path=ppt/media/f6805.txt>
</file>

<file path=ppt/media/f6806.txt>
</file>

<file path=ppt/media/f6807.txt>
</file>

<file path=ppt/media/f6808.txt>
</file>

<file path=ppt/media/f6809.txt>
</file>

<file path=ppt/media/f6810.txt>
</file>

<file path=ppt/media/f6811.txt>
</file>

<file path=ppt/media/f6812.txt>
</file>

<file path=ppt/media/f6813.txt>
</file>

<file path=ppt/media/f6814.txt>
</file>

<file path=ppt/media/f6815.txt>
</file>

<file path=ppt/media/f6816.txt>
</file>

<file path=ppt/media/f6817.txt>
</file>

<file path=ppt/media/f6818.txt>
</file>

<file path=ppt/media/f6819.txt>
</file>

<file path=ppt/media/f6820.txt>
</file>

<file path=ppt/media/f6821.txt>
</file>

<file path=ppt/media/f6822.txt>
</file>

<file path=ppt/media/f6823.txt>
</file>

<file path=ppt/media/f6824.txt>
</file>

<file path=ppt/media/f6825.txt>
</file>

<file path=ppt/media/f6826.txt>
</file>

<file path=ppt/media/f6827.txt>
</file>

<file path=ppt/media/f6828.txt>
</file>

<file path=ppt/media/f6829.txt>
</file>

<file path=ppt/media/f6830.txt>
</file>

<file path=ppt/media/f6831.txt>
</file>

<file path=ppt/media/f6832.txt>
</file>

<file path=ppt/media/f6833.txt>
</file>

<file path=ppt/media/f6834.txt>
</file>

<file path=ppt/media/f6835.txt>
</file>

<file path=ppt/media/f6836.txt>
</file>

<file path=ppt/media/f6837.txt>
</file>

<file path=ppt/media/f6838.txt>
</file>

<file path=ppt/media/f6839.txt>
</file>

<file path=ppt/media/f6840.txt>
</file>

<file path=ppt/media/f6841.txt>
</file>

<file path=ppt/media/f6842.txt>
</file>

<file path=ppt/media/f6843.txt>
</file>

<file path=ppt/media/f6844.txt>
</file>

<file path=ppt/media/f6845.txt>
</file>

<file path=ppt/media/f6846.txt>
</file>

<file path=ppt/media/f6847.txt>
</file>

<file path=ppt/media/f6848.txt>
</file>

<file path=ppt/media/f6849.txt>
</file>

<file path=ppt/media/f6850.txt>
</file>

<file path=ppt/media/f6851.txt>
</file>

<file path=ppt/media/f6852.txt>
</file>

<file path=ppt/media/f6853.txt>
</file>

<file path=ppt/media/f6854.txt>
</file>

<file path=ppt/media/f6855.txt>
</file>

<file path=ppt/media/f6856.txt>
</file>

<file path=ppt/media/f6857.txt>
</file>

<file path=ppt/media/f6858.txt>
</file>

<file path=ppt/media/f6859.txt>
</file>

<file path=ppt/media/f6860.txt>
</file>

<file path=ppt/media/f6861.txt>
</file>

<file path=ppt/media/f6862.txt>
</file>

<file path=ppt/media/f6863.txt>
</file>

<file path=ppt/media/f6864.txt>
</file>

<file path=ppt/media/f6865.txt>
</file>

<file path=ppt/media/f6866.txt>
</file>

<file path=ppt/media/f6867.txt>
</file>

<file path=ppt/media/f6868.txt>
</file>

<file path=ppt/media/f6869.txt>
</file>

<file path=ppt/media/f6870.txt>
</file>

<file path=ppt/media/f6871.txt>
</file>

<file path=ppt/media/f6872.txt>
</file>

<file path=ppt/media/f6873.txt>
</file>

<file path=ppt/media/f6874.txt>
</file>

<file path=ppt/media/f6875.txt>
</file>

<file path=ppt/media/f6876.txt>
</file>

<file path=ppt/media/f6877.txt>
</file>

<file path=ppt/media/f6878.txt>
</file>

<file path=ppt/media/f6879.txt>
</file>

<file path=ppt/media/f6880.txt>
</file>

<file path=ppt/media/f6881.txt>
</file>

<file path=ppt/media/f6882.txt>
</file>

<file path=ppt/media/f6883.txt>
</file>

<file path=ppt/media/f6884.txt>
</file>

<file path=ppt/media/f6885.txt>
</file>

<file path=ppt/media/f6886.txt>
</file>

<file path=ppt/media/f6887.txt>
</file>

<file path=ppt/media/f6888.txt>
</file>

<file path=ppt/media/f6889.txt>
</file>

<file path=ppt/media/f6890.txt>
</file>

<file path=ppt/media/f6891.txt>
</file>

<file path=ppt/media/f6892.txt>
</file>

<file path=ppt/media/f6893.txt>
</file>

<file path=ppt/media/f6894.txt>
</file>

<file path=ppt/media/f6895.txt>
</file>

<file path=ppt/media/f6896.txt>
</file>

<file path=ppt/media/f6897.txt>
</file>

<file path=ppt/media/f6898.txt>
</file>

<file path=ppt/media/f6899.txt>
</file>

<file path=ppt/media/f6900.txt>
</file>

<file path=ppt/media/f6901.txt>
</file>

<file path=ppt/media/f6902.txt>
</file>

<file path=ppt/media/f6903.txt>
</file>

<file path=ppt/media/f6904.txt>
</file>

<file path=ppt/media/f6905.txt>
</file>

<file path=ppt/media/f6906.txt>
</file>

<file path=ppt/media/f6907.txt>
</file>

<file path=ppt/media/f6908.txt>
</file>

<file path=ppt/media/f6909.txt>
</file>

<file path=ppt/media/f6910.txt>
</file>

<file path=ppt/media/f6911.txt>
</file>

<file path=ppt/media/f6912.txt>
</file>

<file path=ppt/media/f6913.txt>
</file>

<file path=ppt/media/f6914.txt>
</file>

<file path=ppt/media/f6915.txt>
</file>

<file path=ppt/media/f6916.txt>
</file>

<file path=ppt/media/f6917.txt>
</file>

<file path=ppt/media/f6918.txt>
</file>

<file path=ppt/media/f6919.txt>
</file>

<file path=ppt/media/f6920.txt>
</file>

<file path=ppt/media/f6921.txt>
</file>

<file path=ppt/media/f6922.txt>
</file>

<file path=ppt/media/f6923.txt>
</file>

<file path=ppt/media/f6924.txt>
</file>

<file path=ppt/media/f6925.txt>
</file>

<file path=ppt/media/f6926.txt>
</file>

<file path=ppt/media/f6927.txt>
</file>

<file path=ppt/media/f6928.txt>
</file>

<file path=ppt/media/f6929.txt>
</file>

<file path=ppt/media/f6930.txt>
</file>

<file path=ppt/media/f6931.txt>
</file>

<file path=ppt/media/f6932.txt>
</file>

<file path=ppt/media/f6933.txt>
</file>

<file path=ppt/media/f6934.txt>
</file>

<file path=ppt/media/f6935.txt>
</file>

<file path=ppt/media/f6936.txt>
</file>

<file path=ppt/media/f6937.txt>
</file>

<file path=ppt/media/f6938.txt>
</file>

<file path=ppt/media/f6939.txt>
</file>

<file path=ppt/media/f6940.txt>
</file>

<file path=ppt/media/f6941.txt>
</file>

<file path=ppt/media/f6942.txt>
</file>

<file path=ppt/media/f6943.txt>
</file>

<file path=ppt/media/f6944.txt>
</file>

<file path=ppt/media/f6945.txt>
</file>

<file path=ppt/media/f6946.txt>
</file>

<file path=ppt/media/f6947.txt>
</file>

<file path=ppt/media/f6948.txt>
</file>

<file path=ppt/media/f6949.txt>
</file>

<file path=ppt/media/f6950.txt>
</file>

<file path=ppt/media/f6951.txt>
</file>

<file path=ppt/media/f6952.txt>
</file>

<file path=ppt/media/f6953.txt>
</file>

<file path=ppt/media/f6954.txt>
</file>

<file path=ppt/media/f6955.txt>
</file>

<file path=ppt/media/f6956.txt>
</file>

<file path=ppt/media/f6957.txt>
</file>

<file path=ppt/media/f6958.txt>
</file>

<file path=ppt/media/f6959.txt>
</file>

<file path=ppt/media/f6960.txt>
</file>

<file path=ppt/media/f6961.txt>
</file>

<file path=ppt/media/f6962.txt>
</file>

<file path=ppt/media/f6963.txt>
</file>

<file path=ppt/media/f6964.txt>
</file>

<file path=ppt/media/f6965.txt>
</file>

<file path=ppt/media/f6966.txt>
</file>

<file path=ppt/media/f6967.txt>
</file>

<file path=ppt/media/f6968.txt>
</file>

<file path=ppt/media/f6969.txt>
</file>

<file path=ppt/media/f6970.txt>
</file>

<file path=ppt/media/f6971.txt>
</file>

<file path=ppt/media/f6972.txt>
</file>

<file path=ppt/media/f6973.txt>
</file>

<file path=ppt/media/f6974.txt>
</file>

<file path=ppt/media/f6975.txt>
</file>

<file path=ppt/media/f6976.txt>
</file>

<file path=ppt/media/f6977.txt>
</file>

<file path=ppt/media/f6978.txt>
</file>

<file path=ppt/media/f6979.txt>
</file>

<file path=ppt/media/f6980.txt>
</file>

<file path=ppt/media/f6981.txt>
</file>

<file path=ppt/media/f6982.txt>
</file>

<file path=ppt/media/f6983.txt>
</file>

<file path=ppt/media/f6984.txt>
</file>

<file path=ppt/media/f6985.txt>
</file>

<file path=ppt/media/f6986.txt>
</file>

<file path=ppt/media/f6987.txt>
</file>

<file path=ppt/media/f6988.txt>
</file>

<file path=ppt/media/f6989.txt>
</file>

<file path=ppt/media/f6990.txt>
</file>

<file path=ppt/media/f6991.txt>
</file>

<file path=ppt/media/f6992.txt>
</file>

<file path=ppt/media/f6993.txt>
</file>

<file path=ppt/media/f6994.txt>
</file>

<file path=ppt/media/f6995.txt>
</file>

<file path=ppt/media/f6996.txt>
</file>

<file path=ppt/media/f6997.txt>
</file>

<file path=ppt/media/f6998.txt>
</file>

<file path=ppt/media/f6999.txt>
</file>

<file path=ppt/media/f7000.txt>
</file>

<file path=ppt/media/f7001.txt>
</file>

<file path=ppt/media/f7002.txt>
</file>

<file path=ppt/media/f7003.txt>
</file>

<file path=ppt/media/f7004.txt>
</file>

<file path=ppt/media/f7005.txt>
</file>

<file path=ppt/media/f7006.txt>
</file>

<file path=ppt/media/f7007.txt>
</file>

<file path=ppt/media/f7008.txt>
</file>

<file path=ppt/media/f7009.txt>
</file>

<file path=ppt/media/f7010.txt>
</file>

<file path=ppt/media/f7011.txt>
</file>

<file path=ppt/media/f7012.txt>
</file>

<file path=ppt/media/f7013.txt>
</file>

<file path=ppt/media/f7014.txt>
</file>

<file path=ppt/media/f7015.txt>
</file>

<file path=ppt/media/f7016.txt>
</file>

<file path=ppt/media/f7017.txt>
</file>

<file path=ppt/media/f7018.txt>
</file>

<file path=ppt/media/f7019.txt>
</file>

<file path=ppt/media/f7020.txt>
</file>

<file path=ppt/media/f7021.txt>
</file>

<file path=ppt/media/f7022.txt>
</file>

<file path=ppt/media/f7023.txt>
</file>

<file path=ppt/media/f7024.txt>
</file>

<file path=ppt/media/f7025.txt>
</file>

<file path=ppt/media/f7026.txt>
</file>

<file path=ppt/media/f7027.txt>
</file>

<file path=ppt/media/f7028.txt>
</file>

<file path=ppt/media/f7029.txt>
</file>

<file path=ppt/media/f7030.txt>
</file>

<file path=ppt/media/f7031.txt>
</file>

<file path=ppt/media/f7032.txt>
</file>

<file path=ppt/media/f7033.txt>
</file>

<file path=ppt/media/f7034.txt>
</file>

<file path=ppt/media/f7035.txt>
</file>

<file path=ppt/media/f7036.txt>
</file>

<file path=ppt/media/f7037.txt>
</file>

<file path=ppt/media/f7038.txt>
</file>

<file path=ppt/media/f7039.txt>
</file>

<file path=ppt/media/f7040.txt>
</file>

<file path=ppt/media/f7041.txt>
</file>

<file path=ppt/media/f7042.txt>
</file>

<file path=ppt/media/f7043.txt>
</file>

<file path=ppt/media/f7044.txt>
</file>

<file path=ppt/media/f7045.txt>
</file>

<file path=ppt/media/f7046.txt>
</file>

<file path=ppt/media/f7047.txt>
</file>

<file path=ppt/media/f7048.txt>
</file>

<file path=ppt/media/f7049.txt>
</file>

<file path=ppt/media/f7050.txt>
</file>

<file path=ppt/media/f7051.txt>
</file>

<file path=ppt/media/f7052.txt>
</file>

<file path=ppt/media/f7053.txt>
</file>

<file path=ppt/media/f7054.txt>
</file>

<file path=ppt/media/f7055.txt>
</file>

<file path=ppt/media/f7056.txt>
</file>

<file path=ppt/media/f7057.txt>
</file>

<file path=ppt/media/f7058.txt>
</file>

<file path=ppt/media/f7059.txt>
</file>

<file path=ppt/media/f7060.txt>
</file>

<file path=ppt/media/f7061.txt>
</file>

<file path=ppt/media/f7062.txt>
</file>

<file path=ppt/media/f7063.txt>
</file>

<file path=ppt/media/f7064.txt>
</file>

<file path=ppt/media/f7065.txt>
</file>

<file path=ppt/media/f7066.txt>
</file>

<file path=ppt/media/f7067.txt>
</file>

<file path=ppt/media/f7068.txt>
</file>

<file path=ppt/media/f7069.txt>
</file>

<file path=ppt/media/f7070.txt>
</file>

<file path=ppt/media/f7071.txt>
</file>

<file path=ppt/media/f7072.txt>
</file>

<file path=ppt/media/f7073.txt>
</file>

<file path=ppt/media/f7074.txt>
</file>

<file path=ppt/media/f7075.txt>
</file>

<file path=ppt/media/f7076.txt>
</file>

<file path=ppt/media/f7077.txt>
</file>

<file path=ppt/media/f7078.txt>
</file>

<file path=ppt/media/f7079.txt>
</file>

<file path=ppt/media/f7080.txt>
</file>

<file path=ppt/media/f7081.txt>
</file>

<file path=ppt/media/f7082.txt>
</file>

<file path=ppt/media/f7083.txt>
</file>

<file path=ppt/media/f7084.txt>
</file>

<file path=ppt/media/f7085.txt>
</file>

<file path=ppt/media/f7086.txt>
</file>

<file path=ppt/media/f7087.txt>
</file>

<file path=ppt/media/f7088.txt>
</file>

<file path=ppt/media/f7089.txt>
</file>

<file path=ppt/media/f7090.txt>
</file>

<file path=ppt/media/f7091.txt>
</file>

<file path=ppt/media/f7092.txt>
</file>

<file path=ppt/media/f7093.txt>
</file>

<file path=ppt/media/f7094.txt>
</file>

<file path=ppt/media/f7095.txt>
</file>

<file path=ppt/media/f7096.txt>
</file>

<file path=ppt/media/f7097.txt>
</file>

<file path=ppt/media/f7098.txt>
</file>

<file path=ppt/media/f7099.txt>
</file>

<file path=ppt/media/f7100.txt>
</file>

<file path=ppt/media/f7101.txt>
</file>

<file path=ppt/media/f7102.txt>
</file>

<file path=ppt/media/f7103.txt>
</file>

<file path=ppt/media/f7104.txt>
</file>

<file path=ppt/media/f7105.txt>
</file>

<file path=ppt/media/f7106.txt>
</file>

<file path=ppt/media/f7107.txt>
</file>

<file path=ppt/media/f7108.txt>
</file>

<file path=ppt/media/f7109.txt>
</file>

<file path=ppt/media/f7110.txt>
</file>

<file path=ppt/media/f7111.txt>
</file>

<file path=ppt/media/f7112.txt>
</file>

<file path=ppt/media/f7113.txt>
</file>

<file path=ppt/media/f7114.txt>
</file>

<file path=ppt/media/f7115.txt>
</file>

<file path=ppt/media/f7116.txt>
</file>

<file path=ppt/media/f7117.txt>
</file>

<file path=ppt/media/f7118.txt>
</file>

<file path=ppt/media/f7119.txt>
</file>

<file path=ppt/media/f7120.txt>
</file>

<file path=ppt/media/f7121.txt>
</file>

<file path=ppt/media/f7122.txt>
</file>

<file path=ppt/media/f7123.txt>
</file>

<file path=ppt/media/f7124.txt>
</file>

<file path=ppt/media/f7125.txt>
</file>

<file path=ppt/media/f7126.txt>
</file>

<file path=ppt/media/f7127.txt>
</file>

<file path=ppt/media/f7128.txt>
</file>

<file path=ppt/media/f7129.txt>
</file>

<file path=ppt/media/f7130.txt>
</file>

<file path=ppt/media/f7131.txt>
</file>

<file path=ppt/media/f7132.txt>
</file>

<file path=ppt/media/f7133.txt>
</file>

<file path=ppt/media/f7134.txt>
</file>

<file path=ppt/media/f7135.txt>
</file>

<file path=ppt/media/f7136.txt>
</file>

<file path=ppt/media/f7137.txt>
</file>

<file path=ppt/media/f7138.txt>
</file>

<file path=ppt/media/f7139.txt>
</file>

<file path=ppt/media/f7140.txt>
</file>

<file path=ppt/media/f7141.txt>
</file>

<file path=ppt/media/f7142.txt>
</file>

<file path=ppt/media/f7143.txt>
</file>

<file path=ppt/media/f7144.txt>
</file>

<file path=ppt/media/f7145.txt>
</file>

<file path=ppt/media/f7146.txt>
</file>

<file path=ppt/media/f7147.txt>
</file>

<file path=ppt/media/f7148.txt>
</file>

<file path=ppt/media/f7149.txt>
</file>

<file path=ppt/media/f7150.txt>
</file>

<file path=ppt/media/f7151.txt>
</file>

<file path=ppt/media/f7152.txt>
</file>

<file path=ppt/media/f7153.txt>
</file>

<file path=ppt/media/f7154.txt>
</file>

<file path=ppt/media/f7155.txt>
</file>

<file path=ppt/media/f7156.txt>
</file>

<file path=ppt/media/f7157.txt>
</file>

<file path=ppt/media/f7158.txt>
</file>

<file path=ppt/media/f7159.txt>
</file>

<file path=ppt/media/f7160.txt>
</file>

<file path=ppt/media/f7161.txt>
</file>

<file path=ppt/media/f7162.txt>
</file>

<file path=ppt/media/f7163.txt>
</file>

<file path=ppt/media/f7164.txt>
</file>

<file path=ppt/media/f7165.txt>
</file>

<file path=ppt/media/f7166.txt>
</file>

<file path=ppt/media/f7167.txt>
</file>

<file path=ppt/media/f7168.txt>
</file>

<file path=ppt/media/f7169.txt>
</file>

<file path=ppt/media/f7170.txt>
</file>

<file path=ppt/media/f7171.txt>
</file>

<file path=ppt/media/f7172.txt>
</file>

<file path=ppt/media/f7173.txt>
</file>

<file path=ppt/media/f7174.txt>
</file>

<file path=ppt/media/f7175.txt>
</file>

<file path=ppt/media/f7176.txt>
</file>

<file path=ppt/media/f7177.txt>
</file>

<file path=ppt/media/f7178.txt>
</file>

<file path=ppt/media/f7179.txt>
</file>

<file path=ppt/media/f7180.txt>
</file>

<file path=ppt/media/f7181.txt>
</file>

<file path=ppt/media/f7182.txt>
</file>

<file path=ppt/media/f7183.txt>
</file>

<file path=ppt/media/f7184.txt>
</file>

<file path=ppt/media/f7185.txt>
</file>

<file path=ppt/media/f7186.txt>
</file>

<file path=ppt/media/f7187.txt>
</file>

<file path=ppt/media/f7188.txt>
</file>

<file path=ppt/media/f7189.txt>
</file>

<file path=ppt/media/f7190.txt>
</file>

<file path=ppt/media/f7191.txt>
</file>

<file path=ppt/media/f7192.txt>
</file>

<file path=ppt/media/f7193.txt>
</file>

<file path=ppt/media/f7194.txt>
</file>

<file path=ppt/media/f7195.txt>
</file>

<file path=ppt/media/f7196.txt>
</file>

<file path=ppt/media/f7197.txt>
</file>

<file path=ppt/media/f7198.txt>
</file>

<file path=ppt/media/f7199.txt>
</file>

<file path=ppt/media/f7200.txt>
</file>

<file path=ppt/media/f7201.txt>
</file>

<file path=ppt/media/f7202.txt>
</file>

<file path=ppt/media/f7203.txt>
</file>

<file path=ppt/media/f7204.txt>
</file>

<file path=ppt/media/f7205.txt>
</file>

<file path=ppt/media/f7206.txt>
</file>

<file path=ppt/media/f7207.txt>
</file>

<file path=ppt/media/f7208.txt>
</file>

<file path=ppt/media/f7209.txt>
</file>

<file path=ppt/media/f7210.txt>
</file>

<file path=ppt/media/f7211.txt>
</file>

<file path=ppt/media/f7212.txt>
</file>

<file path=ppt/media/f7213.txt>
</file>

<file path=ppt/media/f7214.txt>
</file>

<file path=ppt/media/f7215.txt>
</file>

<file path=ppt/media/f7216.txt>
</file>

<file path=ppt/media/f7217.txt>
</file>

<file path=ppt/media/f7218.txt>
</file>

<file path=ppt/media/f7219.txt>
</file>

<file path=ppt/media/f7220.txt>
</file>

<file path=ppt/media/f7221.txt>
</file>

<file path=ppt/media/f7222.txt>
</file>

<file path=ppt/media/f7223.txt>
</file>

<file path=ppt/media/f7224.txt>
</file>

<file path=ppt/media/f7225.txt>
</file>

<file path=ppt/media/f7226.txt>
</file>

<file path=ppt/media/f7227.txt>
</file>

<file path=ppt/media/f7228.txt>
</file>

<file path=ppt/media/f7229.txt>
</file>

<file path=ppt/media/f7230.txt>
</file>

<file path=ppt/media/f7231.txt>
</file>

<file path=ppt/media/f7232.txt>
</file>

<file path=ppt/media/f7233.txt>
</file>

<file path=ppt/media/f7234.txt>
</file>

<file path=ppt/media/f7235.txt>
</file>

<file path=ppt/media/f7236.txt>
</file>

<file path=ppt/media/f7237.txt>
</file>

<file path=ppt/media/f7238.txt>
</file>

<file path=ppt/media/f7239.txt>
</file>

<file path=ppt/media/f7240.txt>
</file>

<file path=ppt/media/f7241.txt>
</file>

<file path=ppt/media/f7242.txt>
</file>

<file path=ppt/media/f7243.txt>
</file>

<file path=ppt/media/f7244.txt>
</file>

<file path=ppt/media/f7245.txt>
</file>

<file path=ppt/media/f7246.txt>
</file>

<file path=ppt/media/f7247.txt>
</file>

<file path=ppt/media/f7248.txt>
</file>

<file path=ppt/media/f7249.txt>
</file>

<file path=ppt/media/f7250.txt>
</file>

<file path=ppt/media/f7251.txt>
</file>

<file path=ppt/media/f7252.txt>
</file>

<file path=ppt/media/f7253.txt>
</file>

<file path=ppt/media/f7254.txt>
</file>

<file path=ppt/media/f7255.txt>
</file>

<file path=ppt/media/f7256.txt>
</file>

<file path=ppt/media/f7257.txt>
</file>

<file path=ppt/media/f7258.txt>
</file>

<file path=ppt/media/f7259.txt>
</file>

<file path=ppt/media/f7260.txt>
</file>

<file path=ppt/media/f7261.txt>
</file>

<file path=ppt/media/f7262.txt>
</file>

<file path=ppt/media/f7263.txt>
</file>

<file path=ppt/media/f7264.txt>
</file>

<file path=ppt/media/f7265.txt>
</file>

<file path=ppt/media/f7266.txt>
</file>

<file path=ppt/media/f7267.txt>
</file>

<file path=ppt/media/f7268.txt>
</file>

<file path=ppt/media/f7269.txt>
</file>

<file path=ppt/media/f7270.txt>
</file>

<file path=ppt/media/f7271.txt>
</file>

<file path=ppt/media/f7272.txt>
</file>

<file path=ppt/media/f7273.txt>
</file>

<file path=ppt/media/f7274.txt>
</file>

<file path=ppt/media/f7275.txt>
</file>

<file path=ppt/media/f7276.txt>
</file>

<file path=ppt/media/f7277.txt>
</file>

<file path=ppt/media/f7278.txt>
</file>

<file path=ppt/media/f7279.txt>
</file>

<file path=ppt/media/f7280.txt>
</file>

<file path=ppt/media/f7281.txt>
</file>

<file path=ppt/media/f7282.txt>
</file>

<file path=ppt/media/f7283.txt>
</file>

<file path=ppt/media/f7284.txt>
</file>

<file path=ppt/media/f7285.txt>
</file>

<file path=ppt/media/f7286.txt>
</file>

<file path=ppt/media/f7287.txt>
</file>

<file path=ppt/media/f7288.txt>
</file>

<file path=ppt/media/f7289.txt>
</file>

<file path=ppt/media/f7290.txt>
</file>

<file path=ppt/media/f7291.txt>
</file>

<file path=ppt/media/f7292.txt>
</file>

<file path=ppt/media/f7293.txt>
</file>

<file path=ppt/media/f7294.txt>
</file>

<file path=ppt/media/f7295.txt>
</file>

<file path=ppt/media/f7296.txt>
</file>

<file path=ppt/media/f7297.txt>
</file>

<file path=ppt/media/f7298.txt>
</file>

<file path=ppt/media/f7299.txt>
</file>

<file path=ppt/media/f7300.txt>
</file>

<file path=ppt/media/f7301.txt>
</file>

<file path=ppt/media/f7302.txt>
</file>

<file path=ppt/media/f7303.txt>
</file>

<file path=ppt/media/f7304.txt>
</file>

<file path=ppt/media/f7305.txt>
</file>

<file path=ppt/media/f7306.txt>
</file>

<file path=ppt/media/f7307.txt>
</file>

<file path=ppt/media/f7308.txt>
</file>

<file path=ppt/media/f7309.txt>
</file>

<file path=ppt/media/f7310.txt>
</file>

<file path=ppt/media/f7311.txt>
</file>

<file path=ppt/media/f7312.txt>
</file>

<file path=ppt/media/f7313.txt>
</file>

<file path=ppt/media/f7314.txt>
</file>

<file path=ppt/media/f7315.txt>
</file>

<file path=ppt/media/f7316.txt>
</file>

<file path=ppt/media/f7317.txt>
</file>

<file path=ppt/media/f7318.txt>
</file>

<file path=ppt/media/f7319.txt>
</file>

<file path=ppt/media/f7320.txt>
</file>

<file path=ppt/media/f7321.txt>
</file>

<file path=ppt/media/f7322.txt>
</file>

<file path=ppt/media/f7323.txt>
</file>

<file path=ppt/media/f7324.txt>
</file>

<file path=ppt/media/f7325.txt>
</file>

<file path=ppt/media/f7326.txt>
</file>

<file path=ppt/media/f7327.txt>
</file>

<file path=ppt/media/f7328.txt>
</file>

<file path=ppt/media/f7329.txt>
</file>

<file path=ppt/media/f7330.txt>
</file>

<file path=ppt/media/f7331.txt>
</file>

<file path=ppt/media/f7332.txt>
</file>

<file path=ppt/media/f7333.txt>
</file>

<file path=ppt/media/f7334.txt>
</file>

<file path=ppt/media/f7335.txt>
</file>

<file path=ppt/media/f7336.txt>
</file>

<file path=ppt/media/f7337.txt>
</file>

<file path=ppt/media/f7338.txt>
</file>

<file path=ppt/media/f7339.txt>
</file>

<file path=ppt/media/f7340.txt>
</file>

<file path=ppt/media/f7341.txt>
</file>

<file path=ppt/media/f7342.txt>
</file>

<file path=ppt/media/f7343.txt>
</file>

<file path=ppt/media/f7344.txt>
</file>

<file path=ppt/media/f7345.txt>
</file>

<file path=ppt/media/f7346.txt>
</file>

<file path=ppt/media/f7347.txt>
</file>

<file path=ppt/media/f7348.txt>
</file>

<file path=ppt/media/f7349.txt>
</file>

<file path=ppt/media/f7350.txt>
</file>

<file path=ppt/media/f7351.txt>
</file>

<file path=ppt/media/f7352.txt>
</file>

<file path=ppt/media/f7353.txt>
</file>

<file path=ppt/media/f7354.txt>
</file>

<file path=ppt/media/f7355.txt>
</file>

<file path=ppt/media/f7356.txt>
</file>

<file path=ppt/media/f7357.txt>
</file>

<file path=ppt/media/f7358.txt>
</file>

<file path=ppt/media/f7359.txt>
</file>

<file path=ppt/media/f7360.txt>
</file>

<file path=ppt/media/f7361.txt>
</file>

<file path=ppt/media/f7362.txt>
</file>

<file path=ppt/media/f7363.txt>
</file>

<file path=ppt/media/f7364.txt>
</file>

<file path=ppt/media/f7365.txt>
</file>

<file path=ppt/media/f7366.txt>
</file>

<file path=ppt/media/f7367.txt>
</file>

<file path=ppt/media/f7368.txt>
</file>

<file path=ppt/media/f7369.txt>
</file>

<file path=ppt/media/f7370.txt>
</file>

<file path=ppt/media/f7371.txt>
</file>

<file path=ppt/media/f7372.txt>
</file>

<file path=ppt/media/f7373.txt>
</file>

<file path=ppt/media/f7374.txt>
</file>

<file path=ppt/media/f7375.txt>
</file>

<file path=ppt/media/f7376.txt>
</file>

<file path=ppt/media/f7377.txt>
</file>

<file path=ppt/media/f7378.txt>
</file>

<file path=ppt/media/f7379.txt>
</file>

<file path=ppt/media/f7380.txt>
</file>

<file path=ppt/media/f7381.txt>
</file>

<file path=ppt/media/f7382.txt>
</file>

<file path=ppt/media/f7383.txt>
</file>

<file path=ppt/media/f7384.txt>
</file>

<file path=ppt/media/f7385.txt>
</file>

<file path=ppt/media/f7386.txt>
</file>

<file path=ppt/media/f7387.txt>
</file>

<file path=ppt/media/f7388.txt>
</file>

<file path=ppt/media/f7389.txt>
</file>

<file path=ppt/media/f7390.txt>
</file>

<file path=ppt/media/f7391.txt>
</file>

<file path=ppt/media/f7392.txt>
</file>

<file path=ppt/media/f7393.txt>
</file>

<file path=ppt/media/f7394.txt>
</file>

<file path=ppt/media/f7395.txt>
</file>

<file path=ppt/media/f7396.txt>
</file>

<file path=ppt/media/f7397.txt>
</file>

<file path=ppt/media/f7398.txt>
</file>

<file path=ppt/media/f7399.txt>
</file>

<file path=ppt/media/f7400.txt>
</file>

<file path=ppt/media/f7401.txt>
</file>

<file path=ppt/media/f7402.txt>
</file>

<file path=ppt/media/f7403.txt>
</file>

<file path=ppt/media/f7404.txt>
</file>

<file path=ppt/media/f7405.txt>
</file>

<file path=ppt/media/f7406.txt>
</file>

<file path=ppt/media/f7407.txt>
</file>

<file path=ppt/media/f7408.txt>
</file>

<file path=ppt/media/f7409.txt>
</file>

<file path=ppt/media/f7410.txt>
</file>

<file path=ppt/media/f7411.txt>
</file>

<file path=ppt/media/f7412.txt>
</file>

<file path=ppt/media/f7413.txt>
</file>

<file path=ppt/media/f7414.txt>
</file>

<file path=ppt/media/f7415.txt>
</file>

<file path=ppt/media/f7416.txt>
</file>

<file path=ppt/media/f7417.txt>
</file>

<file path=ppt/media/f7418.txt>
</file>

<file path=ppt/media/f7419.txt>
</file>

<file path=ppt/media/f7420.txt>
</file>

<file path=ppt/media/f7421.txt>
</file>

<file path=ppt/media/f7422.txt>
</file>

<file path=ppt/media/f7423.txt>
</file>

<file path=ppt/media/f7424.txt>
</file>

<file path=ppt/media/f7425.txt>
</file>

<file path=ppt/media/f7426.txt>
</file>

<file path=ppt/media/f7427.txt>
</file>

<file path=ppt/media/f7428.txt>
</file>

<file path=ppt/media/f7429.txt>
</file>

<file path=ppt/media/f7430.txt>
</file>

<file path=ppt/media/f7431.txt>
</file>

<file path=ppt/media/f7432.txt>
</file>

<file path=ppt/media/f7433.txt>
</file>

<file path=ppt/media/f7434.txt>
</file>

<file path=ppt/media/f7435.txt>
</file>

<file path=ppt/media/f7436.txt>
</file>

<file path=ppt/media/f7437.txt>
</file>

<file path=ppt/media/f7438.txt>
</file>

<file path=ppt/media/f7439.txt>
</file>

<file path=ppt/media/f7440.txt>
</file>

<file path=ppt/media/f7441.txt>
</file>

<file path=ppt/media/f7442.txt>
</file>

<file path=ppt/media/f7443.txt>
</file>

<file path=ppt/media/f7444.txt>
</file>

<file path=ppt/media/f7445.txt>
</file>

<file path=ppt/media/f7446.txt>
</file>

<file path=ppt/media/f7447.txt>
</file>

<file path=ppt/media/f7448.txt>
</file>

<file path=ppt/media/f7449.txt>
</file>

<file path=ppt/media/f7450.txt>
</file>

<file path=ppt/media/f7451.txt>
</file>

<file path=ppt/media/f7452.txt>
</file>

<file path=ppt/media/f7453.txt>
</file>

<file path=ppt/media/f7454.txt>
</file>

<file path=ppt/media/f7455.txt>
</file>

<file path=ppt/media/f7456.txt>
</file>

<file path=ppt/media/f7457.txt>
</file>

<file path=ppt/media/f7458.txt>
</file>

<file path=ppt/media/f7459.txt>
</file>

<file path=ppt/media/f7460.txt>
</file>

<file path=ppt/media/f7461.txt>
</file>

<file path=ppt/media/f7462.txt>
</file>

<file path=ppt/media/f7463.txt>
</file>

<file path=ppt/media/f7464.txt>
</file>

<file path=ppt/media/f7465.txt>
</file>

<file path=ppt/media/f7466.txt>
</file>

<file path=ppt/media/f7467.txt>
</file>

<file path=ppt/media/f7468.txt>
</file>

<file path=ppt/media/f7469.txt>
</file>

<file path=ppt/media/f7470.txt>
</file>

<file path=ppt/media/f7471.txt>
</file>

<file path=ppt/media/f7472.txt>
</file>

<file path=ppt/media/f7473.txt>
</file>

<file path=ppt/media/f7474.txt>
</file>

<file path=ppt/media/f7475.txt>
</file>

<file path=ppt/media/f7476.txt>
</file>

<file path=ppt/media/f7477.txt>
</file>

<file path=ppt/media/f7478.txt>
</file>

<file path=ppt/media/f7479.txt>
</file>

<file path=ppt/media/f7480.txt>
</file>

<file path=ppt/media/f7481.txt>
</file>

<file path=ppt/media/f7482.txt>
</file>

<file path=ppt/media/f7483.txt>
</file>

<file path=ppt/media/f7484.txt>
</file>

<file path=ppt/media/f7485.txt>
</file>

<file path=ppt/media/f7486.txt>
</file>

<file path=ppt/media/f7487.txt>
</file>

<file path=ppt/media/f7488.txt>
</file>

<file path=ppt/media/f7489.txt>
</file>

<file path=ppt/media/f7490.txt>
</file>

<file path=ppt/media/f7491.txt>
</file>

<file path=ppt/media/f7492.txt>
</file>

<file path=ppt/media/f7493.txt>
</file>

<file path=ppt/media/f7494.txt>
</file>

<file path=ppt/media/f7495.txt>
</file>

<file path=ppt/media/f7496.txt>
</file>

<file path=ppt/media/f7497.txt>
</file>

<file path=ppt/media/f7498.txt>
</file>

<file path=ppt/media/f7499.txt>
</file>

<file path=ppt/media/f7500.txt>
</file>

<file path=ppt/media/f7501.txt>
</file>

<file path=ppt/media/f7502.txt>
</file>

<file path=ppt/media/f7503.txt>
</file>

<file path=ppt/media/f7504.txt>
</file>

<file path=ppt/media/f7505.txt>
</file>

<file path=ppt/media/f7506.txt>
</file>

<file path=ppt/media/f7507.txt>
</file>

<file path=ppt/media/f7508.txt>
</file>

<file path=ppt/media/f7509.txt>
</file>

<file path=ppt/media/f7510.txt>
</file>

<file path=ppt/media/f7511.txt>
</file>

<file path=ppt/media/f7512.txt>
</file>

<file path=ppt/media/f7513.txt>
</file>

<file path=ppt/media/f7514.txt>
</file>

<file path=ppt/media/f7515.txt>
</file>

<file path=ppt/media/f7516.txt>
</file>

<file path=ppt/media/f7517.txt>
</file>

<file path=ppt/media/f7518.txt>
</file>

<file path=ppt/media/f7519.txt>
</file>

<file path=ppt/media/f7520.txt>
</file>

<file path=ppt/media/f7521.txt>
</file>

<file path=ppt/media/f7522.txt>
</file>

<file path=ppt/media/f7523.txt>
</file>

<file path=ppt/media/f7524.txt>
</file>

<file path=ppt/media/f7525.txt>
</file>

<file path=ppt/media/f7526.txt>
</file>

<file path=ppt/media/f7527.txt>
</file>

<file path=ppt/media/f7528.txt>
</file>

<file path=ppt/media/f7529.txt>
</file>

<file path=ppt/media/f7530.txt>
</file>

<file path=ppt/media/f7531.txt>
</file>

<file path=ppt/media/f7532.txt>
</file>

<file path=ppt/media/f7533.txt>
</file>

<file path=ppt/media/f7534.txt>
</file>

<file path=ppt/media/f7535.txt>
</file>

<file path=ppt/media/f7536.txt>
</file>

<file path=ppt/media/f7537.txt>
</file>

<file path=ppt/media/f7538.txt>
</file>

<file path=ppt/media/f7539.txt>
</file>

<file path=ppt/media/f7540.txt>
</file>

<file path=ppt/media/f7541.txt>
</file>

<file path=ppt/media/f7542.txt>
</file>

<file path=ppt/media/f7543.txt>
</file>

<file path=ppt/media/f7544.txt>
</file>

<file path=ppt/media/f7545.txt>
</file>

<file path=ppt/media/f7546.txt>
</file>

<file path=ppt/media/f7547.txt>
</file>

<file path=ppt/media/f7548.txt>
</file>

<file path=ppt/media/f7549.txt>
</file>

<file path=ppt/media/f7550.txt>
</file>

<file path=ppt/media/f7551.txt>
</file>

<file path=ppt/media/f7552.txt>
</file>

<file path=ppt/media/f7553.txt>
</file>

<file path=ppt/media/f7554.txt>
</file>

<file path=ppt/media/f7555.txt>
</file>

<file path=ppt/media/f7556.txt>
</file>

<file path=ppt/media/f7557.txt>
</file>

<file path=ppt/media/f7558.txt>
</file>

<file path=ppt/media/f7559.txt>
</file>

<file path=ppt/media/f7560.txt>
</file>

<file path=ppt/media/f7561.txt>
</file>

<file path=ppt/media/f7562.txt>
</file>

<file path=ppt/media/f7563.txt>
</file>

<file path=ppt/media/f7564.txt>
</file>

<file path=ppt/media/f7565.txt>
</file>

<file path=ppt/media/f7566.txt>
</file>

<file path=ppt/media/f7567.txt>
</file>

<file path=ppt/media/f7568.txt>
</file>

<file path=ppt/media/f7569.txt>
</file>

<file path=ppt/media/f7570.txt>
</file>

<file path=ppt/media/f7571.txt>
</file>

<file path=ppt/media/f7572.txt>
</file>

<file path=ppt/media/f7573.txt>
</file>

<file path=ppt/media/f7574.txt>
</file>

<file path=ppt/media/f7575.txt>
</file>

<file path=ppt/media/f7576.txt>
</file>

<file path=ppt/media/f7577.txt>
</file>

<file path=ppt/media/f7578.txt>
</file>

<file path=ppt/media/f7579.txt>
</file>

<file path=ppt/media/f7580.txt>
</file>

<file path=ppt/media/f7581.txt>
</file>

<file path=ppt/media/f7582.txt>
</file>

<file path=ppt/media/f7583.txt>
</file>

<file path=ppt/media/f7584.txt>
</file>

<file path=ppt/media/f7585.txt>
</file>

<file path=ppt/media/f7586.txt>
</file>

<file path=ppt/media/f7587.txt>
</file>

<file path=ppt/media/f7588.txt>
</file>

<file path=ppt/media/f7589.txt>
</file>

<file path=ppt/media/f7590.txt>
</file>

<file path=ppt/media/f7591.txt>
</file>

<file path=ppt/media/f7592.txt>
</file>

<file path=ppt/media/f7593.txt>
</file>

<file path=ppt/media/f7594.txt>
</file>

<file path=ppt/media/f7595.txt>
</file>

<file path=ppt/media/f7596.txt>
</file>

<file path=ppt/media/f7597.txt>
</file>

<file path=ppt/media/f7598.txt>
</file>

<file path=ppt/media/f7599.txt>
</file>

<file path=ppt/media/f7600.txt>
</file>

<file path=ppt/media/f7601.txt>
</file>

<file path=ppt/media/f7602.txt>
</file>

<file path=ppt/media/f7603.txt>
</file>

<file path=ppt/media/f7604.txt>
</file>

<file path=ppt/media/f7605.txt>
</file>

<file path=ppt/media/f7606.txt>
</file>

<file path=ppt/media/f7607.txt>
</file>

<file path=ppt/media/f7608.txt>
</file>

<file path=ppt/media/f7609.txt>
</file>

<file path=ppt/media/f7610.txt>
</file>

<file path=ppt/media/f7611.txt>
</file>

<file path=ppt/media/f7612.txt>
</file>

<file path=ppt/media/f7613.txt>
</file>

<file path=ppt/media/f7614.txt>
</file>

<file path=ppt/media/f7615.txt>
</file>

<file path=ppt/media/f7616.txt>
</file>

<file path=ppt/media/f7617.txt>
</file>

<file path=ppt/media/f7618.txt>
</file>

<file path=ppt/media/f7619.txt>
</file>

<file path=ppt/media/f7620.txt>
</file>

<file path=ppt/media/f7621.txt>
</file>

<file path=ppt/media/f7622.txt>
</file>

<file path=ppt/media/f7623.txt>
</file>

<file path=ppt/media/f7624.txt>
</file>

<file path=ppt/media/f7625.txt>
</file>

<file path=ppt/media/f7626.txt>
</file>

<file path=ppt/media/f7627.txt>
</file>

<file path=ppt/media/f7628.txt>
</file>

<file path=ppt/media/f7629.txt>
</file>

<file path=ppt/media/f7630.txt>
</file>

<file path=ppt/media/f7631.txt>
</file>

<file path=ppt/media/f7632.txt>
</file>

<file path=ppt/media/f7633.txt>
</file>

<file path=ppt/media/f7634.txt>
</file>

<file path=ppt/media/f7635.txt>
</file>

<file path=ppt/media/f7636.txt>
</file>

<file path=ppt/media/f7637.txt>
</file>

<file path=ppt/media/f7638.txt>
</file>

<file path=ppt/media/f7639.txt>
</file>

<file path=ppt/media/f7640.txt>
</file>

<file path=ppt/media/f7641.txt>
</file>

<file path=ppt/media/f7642.txt>
</file>

<file path=ppt/media/f7643.txt>
</file>

<file path=ppt/media/f7644.txt>
</file>

<file path=ppt/media/f7645.txt>
</file>

<file path=ppt/media/f7646.txt>
</file>

<file path=ppt/media/f7647.txt>
</file>

<file path=ppt/media/f7648.txt>
</file>

<file path=ppt/media/f7649.txt>
</file>

<file path=ppt/media/f7650.txt>
</file>

<file path=ppt/media/f7651.txt>
</file>

<file path=ppt/media/f7652.txt>
</file>

<file path=ppt/media/f7653.txt>
</file>

<file path=ppt/media/f7654.txt>
</file>

<file path=ppt/media/f7655.txt>
</file>

<file path=ppt/media/f7656.txt>
</file>

<file path=ppt/media/f7657.txt>
</file>

<file path=ppt/media/f7658.txt>
</file>

<file path=ppt/media/f7659.txt>
</file>

<file path=ppt/media/f7660.txt>
</file>

<file path=ppt/media/f7661.txt>
</file>

<file path=ppt/media/f7662.txt>
</file>

<file path=ppt/media/f7663.txt>
</file>

<file path=ppt/media/f7664.txt>
</file>

<file path=ppt/media/f7665.txt>
</file>

<file path=ppt/media/f7666.txt>
</file>

<file path=ppt/media/f7667.txt>
</file>

<file path=ppt/media/f7668.txt>
</file>

<file path=ppt/media/f7669.txt>
</file>

<file path=ppt/media/f7670.txt>
</file>

<file path=ppt/media/f7671.txt>
</file>

<file path=ppt/media/f7672.txt>
</file>

<file path=ppt/media/f7673.txt>
</file>

<file path=ppt/media/f7674.txt>
</file>

<file path=ppt/media/f7675.txt>
</file>

<file path=ppt/media/f7676.txt>
</file>

<file path=ppt/media/f7677.txt>
</file>

<file path=ppt/media/f7678.txt>
</file>

<file path=ppt/media/f7679.txt>
</file>

<file path=ppt/media/f7680.txt>
</file>

<file path=ppt/media/f7681.txt>
</file>

<file path=ppt/media/f7682.txt>
</file>

<file path=ppt/media/f7683.txt>
</file>

<file path=ppt/media/f7684.txt>
</file>

<file path=ppt/media/f7685.txt>
</file>

<file path=ppt/media/f7686.txt>
</file>

<file path=ppt/media/f7687.txt>
</file>

<file path=ppt/media/f7688.txt>
</file>

<file path=ppt/media/f7689.txt>
</file>

<file path=ppt/media/f7690.txt>
</file>

<file path=ppt/media/f7691.txt>
</file>

<file path=ppt/media/f7692.txt>
</file>

<file path=ppt/media/f7693.txt>
</file>

<file path=ppt/media/f7694.txt>
</file>

<file path=ppt/media/f7695.txt>
</file>

<file path=ppt/media/f7696.txt>
</file>

<file path=ppt/media/f7697.txt>
</file>

<file path=ppt/media/f7698.txt>
</file>

<file path=ppt/media/f7699.txt>
</file>

<file path=ppt/media/f7700.txt>
</file>

<file path=ppt/media/f7701.txt>
</file>

<file path=ppt/media/f7702.txt>
</file>

<file path=ppt/media/f7703.txt>
</file>

<file path=ppt/media/f7704.txt>
</file>

<file path=ppt/media/f7705.txt>
</file>

<file path=ppt/media/f7706.txt>
</file>

<file path=ppt/media/f7707.txt>
</file>

<file path=ppt/media/f7708.txt>
</file>

<file path=ppt/media/f7709.txt>
</file>

<file path=ppt/media/f7710.txt>
</file>

<file path=ppt/media/f7711.txt>
</file>

<file path=ppt/media/f7712.txt>
</file>

<file path=ppt/media/f7713.txt>
</file>

<file path=ppt/media/f7714.txt>
</file>

<file path=ppt/media/f7715.txt>
</file>

<file path=ppt/media/f7716.txt>
</file>

<file path=ppt/media/f7717.txt>
</file>

<file path=ppt/media/f7718.txt>
</file>

<file path=ppt/media/f7719.txt>
</file>

<file path=ppt/media/f7720.txt>
</file>

<file path=ppt/media/f7721.txt>
</file>

<file path=ppt/media/f7722.txt>
</file>

<file path=ppt/media/f7723.txt>
</file>

<file path=ppt/media/f7724.txt>
</file>

<file path=ppt/media/f7725.txt>
</file>

<file path=ppt/media/f7726.txt>
</file>

<file path=ppt/media/f7727.txt>
</file>

<file path=ppt/media/f7728.txt>
</file>

<file path=ppt/media/f7729.txt>
</file>

<file path=ppt/media/f7730.txt>
</file>

<file path=ppt/media/f7731.txt>
</file>

<file path=ppt/media/f7732.txt>
</file>

<file path=ppt/media/f7733.txt>
</file>

<file path=ppt/media/f7734.txt>
</file>

<file path=ppt/media/f7735.txt>
</file>

<file path=ppt/media/f7736.txt>
</file>

<file path=ppt/media/f7737.txt>
</file>

<file path=ppt/media/f7738.txt>
</file>

<file path=ppt/media/f7739.txt>
</file>

<file path=ppt/media/f7740.txt>
</file>

<file path=ppt/media/f7741.txt>
</file>

<file path=ppt/media/f7742.txt>
</file>

<file path=ppt/media/f7743.txt>
</file>

<file path=ppt/media/f7744.txt>
</file>

<file path=ppt/media/f7745.txt>
</file>

<file path=ppt/media/f7746.txt>
</file>

<file path=ppt/media/f7747.txt>
</file>

<file path=ppt/media/f7748.txt>
</file>

<file path=ppt/media/f7749.txt>
</file>

<file path=ppt/media/f7750.txt>
</file>

<file path=ppt/media/f7751.txt>
</file>

<file path=ppt/media/f7752.txt>
</file>

<file path=ppt/media/f7753.txt>
</file>

<file path=ppt/media/f7754.txt>
</file>

<file path=ppt/media/f7755.txt>
</file>

<file path=ppt/media/f7756.txt>
</file>

<file path=ppt/media/f7757.txt>
</file>

<file path=ppt/media/f7758.txt>
</file>

<file path=ppt/media/f7759.txt>
</file>

<file path=ppt/media/f7760.txt>
</file>

<file path=ppt/media/f7761.txt>
</file>

<file path=ppt/media/f7762.txt>
</file>

<file path=ppt/media/f7763.txt>
</file>

<file path=ppt/media/f7764.txt>
</file>

<file path=ppt/media/f7765.txt>
</file>

<file path=ppt/media/f7766.txt>
</file>

<file path=ppt/media/f7767.txt>
</file>

<file path=ppt/media/f7768.txt>
</file>

<file path=ppt/media/f7769.txt>
</file>

<file path=ppt/media/f7770.txt>
</file>

<file path=ppt/media/f7771.txt>
</file>

<file path=ppt/media/f7772.txt>
</file>

<file path=ppt/media/f7773.txt>
</file>

<file path=ppt/media/f7774.txt>
</file>

<file path=ppt/media/f7775.txt>
</file>

<file path=ppt/media/f7776.txt>
</file>

<file path=ppt/media/f7777.txt>
</file>

<file path=ppt/media/f7778.txt>
</file>

<file path=ppt/media/f7779.txt>
</file>

<file path=ppt/media/f7780.txt>
</file>

<file path=ppt/media/f7781.txt>
</file>

<file path=ppt/media/f7782.txt>
</file>

<file path=ppt/media/f7783.txt>
</file>

<file path=ppt/media/f7784.txt>
</file>

<file path=ppt/media/f7785.txt>
</file>

<file path=ppt/media/f7786.txt>
</file>

<file path=ppt/media/f7787.txt>
</file>

<file path=ppt/media/f7788.txt>
</file>

<file path=ppt/media/f7789.txt>
</file>

<file path=ppt/media/f7790.txt>
</file>

<file path=ppt/media/f7791.txt>
</file>

<file path=ppt/media/f7792.txt>
</file>

<file path=ppt/media/f7793.txt>
</file>

<file path=ppt/media/f7794.txt>
</file>

<file path=ppt/media/f7795.txt>
</file>

<file path=ppt/media/f7796.txt>
</file>

<file path=ppt/media/f7797.txt>
</file>

<file path=ppt/media/f7798.txt>
</file>

<file path=ppt/media/f7799.txt>
</file>

<file path=ppt/media/f7800.txt>
</file>

<file path=ppt/media/f7801.txt>
</file>

<file path=ppt/media/f7802.txt>
</file>

<file path=ppt/media/f7803.txt>
</file>

<file path=ppt/media/f7804.txt>
</file>

<file path=ppt/media/f7805.txt>
</file>

<file path=ppt/media/f7806.txt>
</file>

<file path=ppt/media/f7807.txt>
</file>

<file path=ppt/media/f7808.txt>
</file>

<file path=ppt/media/f7809.txt>
</file>

<file path=ppt/media/f7810.txt>
</file>

<file path=ppt/media/f7811.txt>
</file>

<file path=ppt/media/f7812.txt>
</file>

<file path=ppt/media/f7813.txt>
</file>

<file path=ppt/media/f7814.txt>
</file>

<file path=ppt/media/f7815.txt>
</file>

<file path=ppt/media/f7816.txt>
</file>

<file path=ppt/media/f7817.txt>
</file>

<file path=ppt/media/f7818.txt>
</file>

<file path=ppt/media/f7819.txt>
</file>

<file path=ppt/media/f7820.txt>
</file>

<file path=ppt/media/f7821.txt>
</file>

<file path=ppt/media/f7822.txt>
</file>

<file path=ppt/media/f7823.txt>
</file>

<file path=ppt/media/f7824.txt>
</file>

<file path=ppt/media/f7825.txt>
</file>

<file path=ppt/media/f7826.txt>
</file>

<file path=ppt/media/f7827.txt>
</file>

<file path=ppt/media/f7828.txt>
</file>

<file path=ppt/media/f7829.txt>
</file>

<file path=ppt/media/f7830.txt>
</file>

<file path=ppt/media/f7831.txt>
</file>

<file path=ppt/media/f7832.txt>
</file>

<file path=ppt/media/f7833.txt>
</file>

<file path=ppt/media/f7834.txt>
</file>

<file path=ppt/media/f7835.txt>
</file>

<file path=ppt/media/f7836.txt>
</file>

<file path=ppt/media/f7837.txt>
</file>

<file path=ppt/media/f7838.txt>
</file>

<file path=ppt/media/f7839.txt>
</file>

<file path=ppt/media/f7840.txt>
</file>

<file path=ppt/media/f7841.txt>
</file>

<file path=ppt/media/f7842.txt>
</file>

<file path=ppt/media/f7843.txt>
</file>

<file path=ppt/media/f7844.txt>
</file>

<file path=ppt/media/f7845.txt>
</file>

<file path=ppt/media/f7846.txt>
</file>

<file path=ppt/media/f7847.txt>
</file>

<file path=ppt/media/f7848.txt>
</file>

<file path=ppt/media/f7849.txt>
</file>

<file path=ppt/media/f7850.txt>
</file>

<file path=ppt/media/f7851.txt>
</file>

<file path=ppt/media/f7852.txt>
</file>

<file path=ppt/media/f7853.txt>
</file>

<file path=ppt/media/f7854.txt>
</file>

<file path=ppt/media/f7855.txt>
</file>

<file path=ppt/media/f7856.txt>
</file>

<file path=ppt/media/f7857.txt>
</file>

<file path=ppt/media/f7858.txt>
</file>

<file path=ppt/media/f7859.txt>
</file>

<file path=ppt/media/f7860.txt>
</file>

<file path=ppt/media/f7861.txt>
</file>

<file path=ppt/media/f7862.txt>
</file>

<file path=ppt/media/f7863.txt>
</file>

<file path=ppt/media/f7864.txt>
</file>

<file path=ppt/media/f7865.txt>
</file>

<file path=ppt/media/f7866.txt>
</file>

<file path=ppt/media/f7867.txt>
</file>

<file path=ppt/media/f7868.txt>
</file>

<file path=ppt/media/f7869.txt>
</file>

<file path=ppt/media/f7870.txt>
</file>

<file path=ppt/media/f7871.txt>
</file>

<file path=ppt/media/f7872.txt>
</file>

<file path=ppt/media/f7873.txt>
</file>

<file path=ppt/media/f7874.txt>
</file>

<file path=ppt/media/f7875.txt>
</file>

<file path=ppt/media/f7876.txt>
</file>

<file path=ppt/media/f7877.txt>
</file>

<file path=ppt/media/f7878.txt>
</file>

<file path=ppt/media/f7879.txt>
</file>

<file path=ppt/media/f7880.txt>
</file>

<file path=ppt/media/f7881.txt>
</file>

<file path=ppt/media/f7882.txt>
</file>

<file path=ppt/media/f7883.txt>
</file>

<file path=ppt/media/f7884.txt>
</file>

<file path=ppt/media/f7885.txt>
</file>

<file path=ppt/media/f7886.txt>
</file>

<file path=ppt/media/f7887.txt>
</file>

<file path=ppt/media/f7888.txt>
</file>

<file path=ppt/media/f7889.txt>
</file>

<file path=ppt/media/f7890.txt>
</file>

<file path=ppt/media/f7891.txt>
</file>

<file path=ppt/media/f7892.txt>
</file>

<file path=ppt/media/f7893.txt>
</file>

<file path=ppt/media/f7894.txt>
</file>

<file path=ppt/media/f7895.txt>
</file>

<file path=ppt/media/f7896.txt>
</file>

<file path=ppt/media/f7897.txt>
</file>

<file path=ppt/media/f7898.txt>
</file>

<file path=ppt/media/f7899.txt>
</file>

<file path=ppt/media/f7900.txt>
</file>

<file path=ppt/media/f7901.txt>
</file>

<file path=ppt/media/f7902.txt>
</file>

<file path=ppt/media/f7903.txt>
</file>

<file path=ppt/media/f7904.txt>
</file>

<file path=ppt/media/f7905.txt>
</file>

<file path=ppt/media/f7906.txt>
</file>

<file path=ppt/media/f7907.txt>
</file>

<file path=ppt/media/f7908.txt>
</file>

<file path=ppt/media/f7909.txt>
</file>

<file path=ppt/media/f7910.txt>
</file>

<file path=ppt/media/f7911.txt>
</file>

<file path=ppt/media/f7912.txt>
</file>

<file path=ppt/media/f7913.txt>
</file>

<file path=ppt/media/f7914.txt>
</file>

<file path=ppt/media/f7915.txt>
</file>

<file path=ppt/media/f7916.txt>
</file>

<file path=ppt/media/f7917.txt>
</file>

<file path=ppt/media/f7918.txt>
</file>

<file path=ppt/media/f7919.txt>
</file>

<file path=ppt/media/f7920.txt>
</file>

<file path=ppt/media/f7921.txt>
</file>

<file path=ppt/media/f7922.txt>
</file>

<file path=ppt/media/f7923.txt>
</file>

<file path=ppt/media/f7924.txt>
</file>

<file path=ppt/media/f7925.txt>
</file>

<file path=ppt/media/f7926.txt>
</file>

<file path=ppt/media/f7927.txt>
</file>

<file path=ppt/media/f7928.txt>
</file>

<file path=ppt/media/f7929.txt>
</file>

<file path=ppt/media/f7930.txt>
</file>

<file path=ppt/media/f7931.txt>
</file>

<file path=ppt/media/f7932.txt>
</file>

<file path=ppt/media/f7933.txt>
</file>

<file path=ppt/media/f7934.txt>
</file>

<file path=ppt/media/f7935.txt>
</file>

<file path=ppt/media/f7936.txt>
</file>

<file path=ppt/media/f7937.txt>
</file>

<file path=ppt/media/f7938.txt>
</file>

<file path=ppt/media/f7939.txt>
</file>

<file path=ppt/media/f7940.txt>
</file>

<file path=ppt/media/f7941.txt>
</file>

<file path=ppt/media/f7942.txt>
</file>

<file path=ppt/media/f7943.txt>
</file>

<file path=ppt/media/f7944.txt>
</file>

<file path=ppt/media/f7945.txt>
</file>

<file path=ppt/media/f7946.txt>
</file>

<file path=ppt/media/f7947.txt>
</file>

<file path=ppt/media/f7948.txt>
</file>

<file path=ppt/media/f7949.txt>
</file>

<file path=ppt/media/f7950.txt>
</file>

<file path=ppt/media/f7951.txt>
</file>

<file path=ppt/media/f7952.txt>
</file>

<file path=ppt/media/f7953.txt>
</file>

<file path=ppt/media/f7954.txt>
</file>

<file path=ppt/media/f7955.txt>
</file>

<file path=ppt/media/f7956.txt>
</file>

<file path=ppt/media/f7957.txt>
</file>

<file path=ppt/media/f7958.txt>
</file>

<file path=ppt/media/f7959.txt>
</file>

<file path=ppt/media/f7960.txt>
</file>

<file path=ppt/media/f7961.txt>
</file>

<file path=ppt/media/f7962.txt>
</file>

<file path=ppt/media/f7963.txt>
</file>

<file path=ppt/media/f7964.txt>
</file>

<file path=ppt/media/f7965.txt>
</file>

<file path=ppt/media/f7966.txt>
</file>

<file path=ppt/media/f7967.txt>
</file>

<file path=ppt/media/f7968.txt>
</file>

<file path=ppt/media/f7969.txt>
</file>

<file path=ppt/media/f7970.txt>
</file>

<file path=ppt/media/f7971.txt>
</file>

<file path=ppt/media/f7972.txt>
</file>

<file path=ppt/media/f7973.txt>
</file>

<file path=ppt/media/f7974.txt>
</file>

<file path=ppt/media/f7975.txt>
</file>

<file path=ppt/media/f7976.txt>
</file>

<file path=ppt/media/f7977.txt>
</file>

<file path=ppt/media/f7978.txt>
</file>

<file path=ppt/media/f7979.txt>
</file>

<file path=ppt/media/f7980.txt>
</file>

<file path=ppt/media/f7981.txt>
</file>

<file path=ppt/media/f7982.txt>
</file>

<file path=ppt/media/f7983.txt>
</file>

<file path=ppt/media/f7984.txt>
</file>

<file path=ppt/media/f7985.txt>
</file>

<file path=ppt/media/f7986.txt>
</file>

<file path=ppt/media/f7987.txt>
</file>

<file path=ppt/media/f7988.txt>
</file>

<file path=ppt/media/f7989.txt>
</file>

<file path=ppt/media/f7990.txt>
</file>

<file path=ppt/media/f7991.txt>
</file>

<file path=ppt/media/f7992.txt>
</file>

<file path=ppt/media/f7993.txt>
</file>

<file path=ppt/media/f7994.txt>
</file>

<file path=ppt/media/f7995.txt>
</file>

<file path=ppt/media/f7996.txt>
</file>

<file path=ppt/media/f7997.txt>
</file>

<file path=ppt/media/f7998.txt>
</file>

<file path=ppt/media/f7999.txt>
</file>

<file path=ppt/media/f8000.txt>
</file>

<file path=ppt/media/f8001.txt>
</file>

<file path=ppt/media/f8002.txt>
</file>

<file path=ppt/media/f8003.txt>
</file>

<file path=ppt/media/f8004.txt>
</file>

<file path=ppt/media/f8005.txt>
</file>

<file path=ppt/media/f8006.txt>
</file>

<file path=ppt/media/f8007.txt>
</file>

<file path=ppt/media/f8008.txt>
</file>

<file path=ppt/media/f8009.txt>
</file>

<file path=ppt/media/f8010.txt>
</file>

<file path=ppt/media/f8011.txt>
</file>

<file path=ppt/media/f8012.txt>
</file>

<file path=ppt/media/f8013.txt>
</file>

<file path=ppt/media/f8014.txt>
</file>

<file path=ppt/media/f8015.txt>
</file>

<file path=ppt/media/f8016.txt>
</file>

<file path=ppt/media/f8017.txt>
</file>

<file path=ppt/media/f8018.txt>
</file>

<file path=ppt/media/f8019.txt>
</file>

<file path=ppt/media/f8020.txt>
</file>

<file path=ppt/media/f8021.txt>
</file>

<file path=ppt/media/f8022.txt>
</file>

<file path=ppt/media/f8023.txt>
</file>

<file path=ppt/media/f8024.txt>
</file>

<file path=ppt/media/f8025.txt>
</file>

<file path=ppt/media/f8026.txt>
</file>

<file path=ppt/media/f8027.txt>
</file>

<file path=ppt/media/f8028.txt>
</file>

<file path=ppt/media/f8029.txt>
</file>

<file path=ppt/media/f8030.txt>
</file>

<file path=ppt/media/f8031.txt>
</file>

<file path=ppt/media/f8032.txt>
</file>

<file path=ppt/media/f8033.txt>
</file>

<file path=ppt/media/f8034.txt>
</file>

<file path=ppt/media/f8035.txt>
</file>

<file path=ppt/media/f8036.txt>
</file>

<file path=ppt/media/f8037.txt>
</file>

<file path=ppt/media/f8038.txt>
</file>

<file path=ppt/media/f8039.txt>
</file>

<file path=ppt/media/f8040.txt>
</file>

<file path=ppt/media/f8041.txt>
</file>

<file path=ppt/media/f8042.txt>
</file>

<file path=ppt/media/f8043.txt>
</file>

<file path=ppt/media/f8044.txt>
</file>

<file path=ppt/media/f8045.txt>
</file>

<file path=ppt/media/f8046.txt>
</file>

<file path=ppt/media/f8047.txt>
</file>

<file path=ppt/media/f8048.txt>
</file>

<file path=ppt/media/f8049.txt>
</file>

<file path=ppt/media/f8050.txt>
</file>

<file path=ppt/media/f8051.txt>
</file>

<file path=ppt/media/f8052.txt>
</file>

<file path=ppt/media/f8053.txt>
</file>

<file path=ppt/media/f8054.txt>
</file>

<file path=ppt/media/f8055.txt>
</file>

<file path=ppt/media/f8056.txt>
</file>

<file path=ppt/media/f8057.txt>
</file>

<file path=ppt/media/f8058.txt>
</file>

<file path=ppt/media/f8059.txt>
</file>

<file path=ppt/media/f8060.txt>
</file>

<file path=ppt/media/f8061.txt>
</file>

<file path=ppt/media/f8062.txt>
</file>

<file path=ppt/media/f8063.txt>
</file>

<file path=ppt/media/f8064.txt>
</file>

<file path=ppt/media/f8065.txt>
</file>

<file path=ppt/media/f8066.txt>
</file>

<file path=ppt/media/f8067.txt>
</file>

<file path=ppt/media/f8068.txt>
</file>

<file path=ppt/media/f8069.txt>
</file>

<file path=ppt/media/f8070.txt>
</file>

<file path=ppt/media/f8071.txt>
</file>

<file path=ppt/media/f8072.txt>
</file>

<file path=ppt/media/f8073.txt>
</file>

<file path=ppt/media/f8074.txt>
</file>

<file path=ppt/media/f8075.txt>
</file>

<file path=ppt/media/f8076.txt>
</file>

<file path=ppt/media/f8077.txt>
</file>

<file path=ppt/media/f8078.txt>
</file>

<file path=ppt/media/f8079.txt>
</file>

<file path=ppt/media/f8080.txt>
</file>

<file path=ppt/media/f8081.txt>
</file>

<file path=ppt/media/f8082.txt>
</file>

<file path=ppt/media/f8083.txt>
</file>

<file path=ppt/media/f8084.txt>
</file>

<file path=ppt/media/f8085.txt>
</file>

<file path=ppt/media/f8086.txt>
</file>

<file path=ppt/media/f8087.txt>
</file>

<file path=ppt/media/f8088.txt>
</file>

<file path=ppt/media/f8089.txt>
</file>

<file path=ppt/media/f8090.txt>
</file>

<file path=ppt/media/f8091.txt>
</file>

<file path=ppt/media/f8092.txt>
</file>

<file path=ppt/media/f8093.txt>
</file>

<file path=ppt/media/f8094.txt>
</file>

<file path=ppt/media/f8095.txt>
</file>

<file path=ppt/media/f8096.txt>
</file>

<file path=ppt/media/f8097.txt>
</file>

<file path=ppt/media/f8098.txt>
</file>

<file path=ppt/media/f8099.txt>
</file>

<file path=ppt/media/f8100.txt>
</file>

<file path=ppt/media/f8101.txt>
</file>

<file path=ppt/media/f8102.txt>
</file>

<file path=ppt/media/f8103.txt>
</file>

<file path=ppt/media/f8104.txt>
</file>

<file path=ppt/media/f8105.txt>
</file>

<file path=ppt/media/f8106.txt>
</file>

<file path=ppt/media/f8107.txt>
</file>

<file path=ppt/media/f8108.txt>
</file>

<file path=ppt/media/f8109.txt>
</file>

<file path=ppt/media/f8110.txt>
</file>

<file path=ppt/media/f8111.txt>
</file>

<file path=ppt/media/f8112.txt>
</file>

<file path=ppt/media/f8113.txt>
</file>

<file path=ppt/media/f8114.txt>
</file>

<file path=ppt/media/f8115.txt>
</file>

<file path=ppt/media/f8116.txt>
</file>

<file path=ppt/media/f8117.txt>
</file>

<file path=ppt/media/f8118.txt>
</file>

<file path=ppt/media/f8119.txt>
</file>

<file path=ppt/media/f8120.txt>
</file>

<file path=ppt/media/f8121.txt>
</file>

<file path=ppt/media/f8122.txt>
</file>

<file path=ppt/media/f8123.txt>
</file>

<file path=ppt/media/f8124.txt>
</file>

<file path=ppt/media/f8125.txt>
</file>

<file path=ppt/media/f8126.txt>
</file>

<file path=ppt/media/f8127.txt>
</file>

<file path=ppt/media/f8128.txt>
</file>

<file path=ppt/media/f8129.txt>
</file>

<file path=ppt/media/f8130.txt>
</file>

<file path=ppt/media/f8131.txt>
</file>

<file path=ppt/media/f8132.txt>
</file>

<file path=ppt/media/f8133.txt>
</file>

<file path=ppt/media/f8134.txt>
</file>

<file path=ppt/media/f8135.txt>
</file>

<file path=ppt/media/f8136.txt>
</file>

<file path=ppt/media/f8137.txt>
</file>

<file path=ppt/media/f8138.txt>
</file>

<file path=ppt/media/f8139.txt>
</file>

<file path=ppt/media/f8140.txt>
</file>

<file path=ppt/media/f8141.txt>
</file>

<file path=ppt/media/f8142.txt>
</file>

<file path=ppt/media/f8143.txt>
</file>

<file path=ppt/media/f8144.txt>
</file>

<file path=ppt/media/f8145.txt>
</file>

<file path=ppt/media/f8146.txt>
</file>

<file path=ppt/media/f8147.txt>
</file>

<file path=ppt/media/f8148.txt>
</file>

<file path=ppt/media/f8149.txt>
</file>

<file path=ppt/media/f8150.txt>
</file>

<file path=ppt/media/f8151.txt>
</file>

<file path=ppt/media/f8152.txt>
</file>

<file path=ppt/media/f8153.txt>
</file>

<file path=ppt/media/f8154.txt>
</file>

<file path=ppt/media/f8155.txt>
</file>

<file path=ppt/media/f8156.txt>
</file>

<file path=ppt/media/f8157.txt>
</file>

<file path=ppt/media/f8158.txt>
</file>

<file path=ppt/media/f8159.txt>
</file>

<file path=ppt/media/f8160.txt>
</file>

<file path=ppt/media/f8161.txt>
</file>

<file path=ppt/media/f8162.txt>
</file>

<file path=ppt/media/f8163.txt>
</file>

<file path=ppt/media/f8164.txt>
</file>

<file path=ppt/media/f8165.txt>
</file>

<file path=ppt/media/f8166.txt>
</file>

<file path=ppt/media/f8167.txt>
</file>

<file path=ppt/media/f8168.txt>
</file>

<file path=ppt/media/f8169.txt>
</file>

<file path=ppt/media/f8170.txt>
</file>

<file path=ppt/media/f8171.txt>
</file>

<file path=ppt/media/f8172.txt>
</file>

<file path=ppt/media/f8173.txt>
</file>

<file path=ppt/media/f8174.txt>
</file>

<file path=ppt/media/f8175.txt>
</file>

<file path=ppt/media/f8176.txt>
</file>

<file path=ppt/media/f8177.txt>
</file>

<file path=ppt/media/f8178.txt>
</file>

<file path=ppt/media/f8179.txt>
</file>

<file path=ppt/media/f8180.txt>
</file>

<file path=ppt/media/f8181.txt>
</file>

<file path=ppt/media/f8182.txt>
</file>

<file path=ppt/media/f8183.txt>
</file>

<file path=ppt/media/f8184.txt>
</file>

<file path=ppt/media/f8185.txt>
</file>

<file path=ppt/media/f8186.txt>
</file>

<file path=ppt/media/f8187.txt>
</file>

<file path=ppt/media/f8188.txt>
</file>

<file path=ppt/media/f8189.txt>
</file>

<file path=ppt/media/f8190.txt>
</file>

<file path=ppt/media/f8191.txt>
</file>

<file path=ppt/media/f8192.txt>
</file>

<file path=ppt/media/f8193.txt>
</file>

<file path=ppt/media/f8194.txt>
</file>

<file path=ppt/media/f8195.txt>
</file>

<file path=ppt/media/f8196.txt>
</file>

<file path=ppt/media/f8197.txt>
</file>

<file path=ppt/media/f8198.txt>
</file>

<file path=ppt/media/f8199.txt>
</file>

<file path=ppt/media/f8200.txt>
</file>

<file path=ppt/media/f8201.txt>
</file>

<file path=ppt/media/f8202.txt>
</file>

<file path=ppt/media/f8203.txt>
</file>

<file path=ppt/media/f8204.txt>
</file>

<file path=ppt/media/f8205.txt>
</file>

<file path=ppt/media/f8206.txt>
</file>

<file path=ppt/media/f8207.txt>
</file>

<file path=ppt/media/f8208.txt>
</file>

<file path=ppt/media/f8209.txt>
</file>

<file path=ppt/media/f8210.txt>
</file>

<file path=ppt/media/f8211.txt>
</file>

<file path=ppt/media/f8212.txt>
</file>

<file path=ppt/media/f8213.txt>
</file>

<file path=ppt/media/f8214.txt>
</file>

<file path=ppt/media/f8215.txt>
</file>

<file path=ppt/media/f8216.txt>
</file>

<file path=ppt/media/f8217.txt>
</file>

<file path=ppt/media/f8218.txt>
</file>

<file path=ppt/media/f8219.txt>
</file>

<file path=ppt/media/f8220.txt>
</file>

<file path=ppt/media/f8221.txt>
</file>

<file path=ppt/media/f8222.txt>
</file>

<file path=ppt/media/f8223.txt>
</file>

<file path=ppt/media/f8224.txt>
</file>

<file path=ppt/media/f8225.txt>
</file>

<file path=ppt/media/f8226.txt>
</file>

<file path=ppt/media/f8227.txt>
</file>

<file path=ppt/media/f8228.txt>
</file>

<file path=ppt/media/f8229.txt>
</file>

<file path=ppt/media/f8230.txt>
</file>

<file path=ppt/media/f8231.txt>
</file>

<file path=ppt/media/f8232.txt>
</file>

<file path=ppt/media/f8233.txt>
</file>

<file path=ppt/media/f8234.txt>
</file>

<file path=ppt/media/f8235.txt>
</file>

<file path=ppt/media/f8236.txt>
</file>

<file path=ppt/media/f8237.txt>
</file>

<file path=ppt/media/f8238.txt>
</file>

<file path=ppt/media/f8239.txt>
</file>

<file path=ppt/media/f8240.txt>
</file>

<file path=ppt/media/f8241.txt>
</file>

<file path=ppt/media/f8242.txt>
</file>

<file path=ppt/media/f8243.txt>
</file>

<file path=ppt/media/f8244.txt>
</file>

<file path=ppt/media/f8245.txt>
</file>

<file path=ppt/media/f8246.txt>
</file>

<file path=ppt/media/f8247.txt>
</file>

<file path=ppt/media/f8248.txt>
</file>

<file path=ppt/media/f8249.txt>
</file>

<file path=ppt/media/f8250.txt>
</file>

<file path=ppt/media/f8251.txt>
</file>

<file path=ppt/media/f8252.txt>
</file>

<file path=ppt/media/f8253.txt>
</file>

<file path=ppt/media/f8254.txt>
</file>

<file path=ppt/media/f8255.txt>
</file>

<file path=ppt/media/f8256.txt>
</file>

<file path=ppt/media/f8257.txt>
</file>

<file path=ppt/media/f8258.txt>
</file>

<file path=ppt/media/f8259.txt>
</file>

<file path=ppt/media/f8260.txt>
</file>

<file path=ppt/media/f8261.txt>
</file>

<file path=ppt/media/f8262.txt>
</file>

<file path=ppt/media/f8263.txt>
</file>

<file path=ppt/media/f8264.txt>
</file>

<file path=ppt/media/f8265.txt>
</file>

<file path=ppt/media/f8266.txt>
</file>

<file path=ppt/media/f8267.txt>
</file>

<file path=ppt/media/f8268.txt>
</file>

<file path=ppt/media/f8269.txt>
</file>

<file path=ppt/media/f8270.txt>
</file>

<file path=ppt/media/f8271.txt>
</file>

<file path=ppt/media/f8272.txt>
</file>

<file path=ppt/media/f8273.txt>
</file>

<file path=ppt/media/f8274.txt>
</file>

<file path=ppt/media/f8275.txt>
</file>

<file path=ppt/media/f8276.txt>
</file>

<file path=ppt/media/f8277.txt>
</file>

<file path=ppt/media/f8278.txt>
</file>

<file path=ppt/media/f8279.txt>
</file>

<file path=ppt/media/f8280.txt>
</file>

<file path=ppt/media/f8281.txt>
</file>

<file path=ppt/media/f8282.txt>
</file>

<file path=ppt/media/f8283.txt>
</file>

<file path=ppt/media/f8284.txt>
</file>

<file path=ppt/media/f8285.txt>
</file>

<file path=ppt/media/f8286.txt>
</file>

<file path=ppt/media/f8287.txt>
</file>

<file path=ppt/media/f8288.txt>
</file>

<file path=ppt/media/f8289.txt>
</file>

<file path=ppt/media/f8290.txt>
</file>

<file path=ppt/media/f8291.txt>
</file>

<file path=ppt/media/f8292.txt>
</file>

<file path=ppt/media/f8293.txt>
</file>

<file path=ppt/media/f8294.txt>
</file>

<file path=ppt/media/f8295.txt>
</file>

<file path=ppt/media/f8296.txt>
</file>

<file path=ppt/media/f8297.txt>
</file>

<file path=ppt/media/f8298.txt>
</file>

<file path=ppt/media/f8299.txt>
</file>

<file path=ppt/media/f8300.txt>
</file>

<file path=ppt/media/f8301.txt>
</file>

<file path=ppt/media/f8302.txt>
</file>

<file path=ppt/media/f8303.txt>
</file>

<file path=ppt/media/f8304.txt>
</file>

<file path=ppt/media/f8305.txt>
</file>

<file path=ppt/media/f8306.txt>
</file>

<file path=ppt/media/f8307.txt>
</file>

<file path=ppt/media/f8308.txt>
</file>

<file path=ppt/media/f8309.txt>
</file>

<file path=ppt/media/f8310.txt>
</file>

<file path=ppt/media/f8311.txt>
</file>

<file path=ppt/media/f8312.txt>
</file>

<file path=ppt/media/f8313.txt>
</file>

<file path=ppt/media/f8314.txt>
</file>

<file path=ppt/media/f8315.txt>
</file>

<file path=ppt/media/f8316.txt>
</file>

<file path=ppt/media/f8317.txt>
</file>

<file path=ppt/media/f8318.txt>
</file>

<file path=ppt/media/f8319.txt>
</file>

<file path=ppt/media/f8320.txt>
</file>

<file path=ppt/media/f8321.txt>
</file>

<file path=ppt/media/f8322.txt>
</file>

<file path=ppt/media/f8323.txt>
</file>

<file path=ppt/media/f8324.txt>
</file>

<file path=ppt/media/f8325.txt>
</file>

<file path=ppt/media/f8326.txt>
</file>

<file path=ppt/media/f8327.txt>
</file>

<file path=ppt/media/f8328.txt>
</file>

<file path=ppt/media/f8329.txt>
</file>

<file path=ppt/media/f8330.txt>
</file>

<file path=ppt/media/f8331.txt>
</file>

<file path=ppt/media/f8332.txt>
</file>

<file path=ppt/media/f8333.txt>
</file>

<file path=ppt/media/f8334.txt>
</file>

<file path=ppt/media/f8335.txt>
</file>

<file path=ppt/media/f8336.txt>
</file>

<file path=ppt/media/f8337.txt>
</file>

<file path=ppt/media/f8338.txt>
</file>

<file path=ppt/media/f8339.txt>
</file>

<file path=ppt/media/f8340.txt>
</file>

<file path=ppt/media/f8341.txt>
</file>

<file path=ppt/media/f8342.txt>
</file>

<file path=ppt/media/f8343.txt>
</file>

<file path=ppt/media/f8344.txt>
</file>

<file path=ppt/media/f8345.txt>
</file>

<file path=ppt/media/f8346.txt>
</file>

<file path=ppt/media/f8347.txt>
</file>

<file path=ppt/media/f8348.txt>
</file>

<file path=ppt/media/f8349.txt>
</file>

<file path=ppt/media/f8350.txt>
</file>

<file path=ppt/media/f8351.txt>
</file>

<file path=ppt/media/f8352.txt>
</file>

<file path=ppt/media/f8353.txt>
</file>

<file path=ppt/media/f8354.txt>
</file>

<file path=ppt/media/f8355.txt>
</file>

<file path=ppt/media/f8356.txt>
</file>

<file path=ppt/media/f8357.txt>
</file>

<file path=ppt/media/f8358.txt>
</file>

<file path=ppt/media/f8359.txt>
</file>

<file path=ppt/media/f8360.txt>
</file>

<file path=ppt/media/f8361.txt>
</file>

<file path=ppt/media/f8362.txt>
</file>

<file path=ppt/media/f8363.txt>
</file>

<file path=ppt/media/f8364.txt>
</file>

<file path=ppt/media/f8365.txt>
</file>

<file path=ppt/media/f8366.txt>
</file>

<file path=ppt/media/f8367.txt>
</file>

<file path=ppt/media/f8368.txt>
</file>

<file path=ppt/media/f8369.txt>
</file>

<file path=ppt/media/f8370.txt>
</file>

<file path=ppt/media/f8371.txt>
</file>

<file path=ppt/media/f8372.txt>
</file>

<file path=ppt/media/f8373.txt>
</file>

<file path=ppt/media/f8374.txt>
</file>

<file path=ppt/media/f8375.txt>
</file>

<file path=ppt/media/f8376.txt>
</file>

<file path=ppt/media/f8377.txt>
</file>

<file path=ppt/media/f8378.txt>
</file>

<file path=ppt/media/f8379.txt>
</file>

<file path=ppt/media/f8380.txt>
</file>

<file path=ppt/media/f8381.txt>
</file>

<file path=ppt/media/f8382.txt>
</file>

<file path=ppt/media/f8383.txt>
</file>

<file path=ppt/media/f8384.txt>
</file>

<file path=ppt/media/f8385.txt>
</file>

<file path=ppt/media/f8386.txt>
</file>

<file path=ppt/media/f8387.txt>
</file>

<file path=ppt/media/f8388.txt>
</file>

<file path=ppt/media/f8389.txt>
</file>

<file path=ppt/media/f8390.txt>
</file>

<file path=ppt/media/f8391.txt>
</file>

<file path=ppt/media/f8392.txt>
</file>

<file path=ppt/media/f8393.txt>
</file>

<file path=ppt/media/f8394.txt>
</file>

<file path=ppt/media/f8395.txt>
</file>

<file path=ppt/media/f8396.txt>
</file>

<file path=ppt/media/f8397.txt>
</file>

<file path=ppt/media/f8398.txt>
</file>

<file path=ppt/media/f8399.txt>
</file>

<file path=ppt/media/f8400.txt>
</file>

<file path=ppt/media/f8401.txt>
</file>

<file path=ppt/media/f8402.txt>
</file>

<file path=ppt/media/f8403.txt>
</file>

<file path=ppt/media/f8404.txt>
</file>

<file path=ppt/media/f8405.txt>
</file>

<file path=ppt/media/f8406.txt>
</file>

<file path=ppt/media/f8407.txt>
</file>

<file path=ppt/media/f8408.txt>
</file>

<file path=ppt/media/f8409.txt>
</file>

<file path=ppt/media/f8410.txt>
</file>

<file path=ppt/media/f8411.txt>
</file>

<file path=ppt/media/f8412.txt>
</file>

<file path=ppt/media/f8413.txt>
</file>

<file path=ppt/media/f8414.txt>
</file>

<file path=ppt/media/f8415.txt>
</file>

<file path=ppt/media/f8416.txt>
</file>

<file path=ppt/media/f8417.txt>
</file>

<file path=ppt/media/f8418.txt>
</file>

<file path=ppt/media/f8419.txt>
</file>

<file path=ppt/media/f8420.txt>
</file>

<file path=ppt/media/f8421.txt>
</file>

<file path=ppt/media/f8422.txt>
</file>

<file path=ppt/media/f8423.txt>
</file>

<file path=ppt/media/f8424.txt>
</file>

<file path=ppt/media/f8425.txt>
</file>

<file path=ppt/media/f8426.txt>
</file>

<file path=ppt/media/f8427.txt>
</file>

<file path=ppt/media/f8428.txt>
</file>

<file path=ppt/media/f8429.txt>
</file>

<file path=ppt/media/f8430.txt>
</file>

<file path=ppt/media/f8431.txt>
</file>

<file path=ppt/media/f8432.txt>
</file>

<file path=ppt/media/f8433.txt>
</file>

<file path=ppt/media/f8434.txt>
</file>

<file path=ppt/media/f8435.txt>
</file>

<file path=ppt/media/f8436.txt>
</file>

<file path=ppt/media/f8437.txt>
</file>

<file path=ppt/media/f8438.txt>
</file>

<file path=ppt/media/f8439.txt>
</file>

<file path=ppt/media/f8440.txt>
</file>

<file path=ppt/media/f8441.txt>
</file>

<file path=ppt/media/f8442.txt>
</file>

<file path=ppt/media/f8443.txt>
</file>

<file path=ppt/media/f8444.txt>
</file>

<file path=ppt/media/f8445.txt>
</file>

<file path=ppt/media/f8446.txt>
</file>

<file path=ppt/media/f8447.txt>
</file>

<file path=ppt/media/f8448.txt>
</file>

<file path=ppt/media/f8449.txt>
</file>

<file path=ppt/media/f8450.txt>
</file>

<file path=ppt/media/f8451.txt>
</file>

<file path=ppt/media/f8452.txt>
</file>

<file path=ppt/media/f8453.txt>
</file>

<file path=ppt/media/f8454.txt>
</file>

<file path=ppt/media/f8455.txt>
</file>

<file path=ppt/media/f8456.txt>
</file>

<file path=ppt/media/f8457.txt>
</file>

<file path=ppt/media/f8458.txt>
</file>

<file path=ppt/media/f8459.txt>
</file>

<file path=ppt/media/f8460.txt>
</file>

<file path=ppt/media/f8461.txt>
</file>

<file path=ppt/media/f8462.txt>
</file>

<file path=ppt/media/f8463.txt>
</file>

<file path=ppt/media/f8464.txt>
</file>

<file path=ppt/media/f8465.txt>
</file>

<file path=ppt/media/f8466.txt>
</file>

<file path=ppt/media/f8467.txt>
</file>

<file path=ppt/media/f8468.txt>
</file>

<file path=ppt/media/f8469.txt>
</file>

<file path=ppt/media/f8470.txt>
</file>

<file path=ppt/media/f8471.txt>
</file>

<file path=ppt/media/f8472.txt>
</file>

<file path=ppt/media/f8473.txt>
</file>

<file path=ppt/media/f8474.txt>
</file>

<file path=ppt/media/f8475.txt>
</file>

<file path=ppt/media/f8476.txt>
</file>

<file path=ppt/media/f8477.txt>
</file>

<file path=ppt/media/f8478.txt>
</file>

<file path=ppt/media/f8479.txt>
</file>

<file path=ppt/media/f8480.txt>
</file>

<file path=ppt/media/f8481.txt>
</file>

<file path=ppt/media/f8482.txt>
</file>

<file path=ppt/media/f8483.txt>
</file>

<file path=ppt/media/f8484.txt>
</file>

<file path=ppt/media/f8485.txt>
</file>

<file path=ppt/media/f8486.txt>
</file>

<file path=ppt/media/f8487.txt>
</file>

<file path=ppt/media/f8488.txt>
</file>

<file path=ppt/media/f8489.txt>
</file>

<file path=ppt/media/f8490.txt>
</file>

<file path=ppt/media/f8491.txt>
</file>

<file path=ppt/media/f8492.txt>
</file>

<file path=ppt/media/f8493.txt>
</file>

<file path=ppt/media/f8494.txt>
</file>

<file path=ppt/media/f8495.txt>
</file>

<file path=ppt/media/f8496.txt>
</file>

<file path=ppt/media/f8497.txt>
</file>

<file path=ppt/media/f8498.txt>
</file>

<file path=ppt/media/f8499.txt>
</file>

<file path=ppt/media/f8500.txt>
</file>

<file path=ppt/media/f8501.txt>
</file>

<file path=ppt/media/f8502.txt>
</file>

<file path=ppt/media/f8503.txt>
</file>

<file path=ppt/media/f8504.txt>
</file>

<file path=ppt/media/f8505.txt>
</file>

<file path=ppt/media/f8506.txt>
</file>

<file path=ppt/media/f8507.txt>
</file>

<file path=ppt/media/f8508.txt>
</file>

<file path=ppt/media/f8509.txt>
</file>

<file path=ppt/media/f8510.txt>
</file>

<file path=ppt/media/f8511.txt>
</file>

<file path=ppt/media/f8512.txt>
</file>

<file path=ppt/media/f8513.txt>
</file>

<file path=ppt/media/f8514.txt>
</file>

<file path=ppt/media/f8515.txt>
</file>

<file path=ppt/media/f8516.txt>
</file>

<file path=ppt/media/f8517.txt>
</file>

<file path=ppt/media/f8518.txt>
</file>

<file path=ppt/media/f8519.txt>
</file>

<file path=ppt/media/f8520.txt>
</file>

<file path=ppt/media/f8521.txt>
</file>

<file path=ppt/media/f8522.txt>
</file>

<file path=ppt/media/f8523.txt>
</file>

<file path=ppt/media/f8524.txt>
</file>

<file path=ppt/media/f8525.txt>
</file>

<file path=ppt/media/f8526.txt>
</file>

<file path=ppt/media/f8527.txt>
</file>

<file path=ppt/media/f8528.txt>
</file>

<file path=ppt/media/f8529.txt>
</file>

<file path=ppt/media/f8530.txt>
</file>

<file path=ppt/media/f8531.txt>
</file>

<file path=ppt/media/f8532.txt>
</file>

<file path=ppt/media/f8533.txt>
</file>

<file path=ppt/media/f8534.txt>
</file>

<file path=ppt/media/f8535.txt>
</file>

<file path=ppt/media/f8536.txt>
</file>

<file path=ppt/media/f8537.txt>
</file>

<file path=ppt/media/f8538.txt>
</file>

<file path=ppt/media/f8539.txt>
</file>

<file path=ppt/media/f8540.txt>
</file>

<file path=ppt/media/f8541.txt>
</file>

<file path=ppt/media/f8542.txt>
</file>

<file path=ppt/media/f8543.txt>
</file>

<file path=ppt/media/f8544.txt>
</file>

<file path=ppt/media/f8545.txt>
</file>

<file path=ppt/media/f8546.txt>
</file>

<file path=ppt/media/f8547.txt>
</file>

<file path=ppt/media/f8548.txt>
</file>

<file path=ppt/media/f8549.txt>
</file>

<file path=ppt/media/f8550.txt>
</file>

<file path=ppt/media/f8551.txt>
</file>

<file path=ppt/media/f8552.txt>
</file>

<file path=ppt/media/f8553.txt>
</file>

<file path=ppt/media/f8554.txt>
</file>

<file path=ppt/media/f8555.txt>
</file>

<file path=ppt/media/f8556.txt>
</file>

<file path=ppt/media/f8557.txt>
</file>

<file path=ppt/media/f8558.txt>
</file>

<file path=ppt/media/f8559.txt>
</file>

<file path=ppt/media/f8560.txt>
</file>

<file path=ppt/media/f8561.txt>
</file>

<file path=ppt/media/f8562.txt>
</file>

<file path=ppt/media/f8563.txt>
</file>

<file path=ppt/media/f8564.txt>
</file>

<file path=ppt/media/f8565.txt>
</file>

<file path=ppt/media/f8566.txt>
</file>

<file path=ppt/media/f8567.txt>
</file>

<file path=ppt/media/f8568.txt>
</file>

<file path=ppt/media/f8569.txt>
</file>

<file path=ppt/media/f8570.txt>
</file>

<file path=ppt/media/f8571.txt>
</file>

<file path=ppt/media/f8572.txt>
</file>

<file path=ppt/media/f8573.txt>
</file>

<file path=ppt/media/f8574.txt>
</file>

<file path=ppt/media/f8575.txt>
</file>

<file path=ppt/media/f8576.txt>
</file>

<file path=ppt/media/f8577.txt>
</file>

<file path=ppt/media/f8578.txt>
</file>

<file path=ppt/media/f8579.txt>
</file>

<file path=ppt/media/f8580.txt>
</file>

<file path=ppt/media/f8581.txt>
</file>

<file path=ppt/media/f8582.txt>
</file>

<file path=ppt/media/f8583.txt>
</file>

<file path=ppt/media/f8584.txt>
</file>

<file path=ppt/media/f8585.txt>
</file>

<file path=ppt/media/f8586.txt>
</file>

<file path=ppt/media/f8587.txt>
</file>

<file path=ppt/media/f8588.txt>
</file>

<file path=ppt/media/f8589.txt>
</file>

<file path=ppt/media/f8590.txt>
</file>

<file path=ppt/media/f8591.txt>
</file>

<file path=ppt/media/f8592.txt>
</file>

<file path=ppt/media/f8593.txt>
</file>

<file path=ppt/media/f8594.txt>
</file>

<file path=ppt/media/f8595.txt>
</file>

<file path=ppt/media/f8596.txt>
</file>

<file path=ppt/media/f8597.txt>
</file>

<file path=ppt/media/f8598.txt>
</file>

<file path=ppt/media/f8599.txt>
</file>

<file path=ppt/media/f8600.txt>
</file>

<file path=ppt/media/f8601.txt>
</file>

<file path=ppt/media/f8602.txt>
</file>

<file path=ppt/media/f8603.txt>
</file>

<file path=ppt/media/f8604.txt>
</file>

<file path=ppt/media/f8605.txt>
</file>

<file path=ppt/media/f8606.txt>
</file>

<file path=ppt/media/f8607.txt>
</file>

<file path=ppt/media/f8608.txt>
</file>

<file path=ppt/media/f8609.txt>
</file>

<file path=ppt/media/f8610.txt>
</file>

<file path=ppt/media/f8611.txt>
</file>

<file path=ppt/media/f8612.txt>
</file>

<file path=ppt/media/f8613.txt>
</file>

<file path=ppt/media/f8614.txt>
</file>

<file path=ppt/media/f8615.txt>
</file>

<file path=ppt/media/f8616.txt>
</file>

<file path=ppt/media/f8617.txt>
</file>

<file path=ppt/media/f8618.txt>
</file>

<file path=ppt/media/f8619.txt>
</file>

<file path=ppt/media/f8620.txt>
</file>

<file path=ppt/media/f8621.txt>
</file>

<file path=ppt/media/f8622.txt>
</file>

<file path=ppt/media/f8623.txt>
</file>

<file path=ppt/media/f8624.txt>
</file>

<file path=ppt/media/f8625.txt>
</file>

<file path=ppt/media/f8626.txt>
</file>

<file path=ppt/media/f8627.txt>
</file>

<file path=ppt/media/f8628.txt>
</file>

<file path=ppt/media/f8629.txt>
</file>

<file path=ppt/media/f8630.txt>
</file>

<file path=ppt/media/f8631.txt>
</file>

<file path=ppt/media/f8632.txt>
</file>

<file path=ppt/media/f8633.txt>
</file>

<file path=ppt/media/f8634.txt>
</file>

<file path=ppt/media/f8635.txt>
</file>

<file path=ppt/media/f8636.txt>
</file>

<file path=ppt/media/f8637.txt>
</file>

<file path=ppt/media/f8638.txt>
</file>

<file path=ppt/media/f8639.txt>
</file>

<file path=ppt/media/f8640.txt>
</file>

<file path=ppt/media/f8641.txt>
</file>

<file path=ppt/media/f8642.txt>
</file>

<file path=ppt/media/f8643.txt>
</file>

<file path=ppt/media/f8644.txt>
</file>

<file path=ppt/media/f8645.txt>
</file>

<file path=ppt/media/f8646.txt>
</file>

<file path=ppt/media/f8647.txt>
</file>

<file path=ppt/media/f8648.txt>
</file>

<file path=ppt/media/f8649.txt>
</file>

<file path=ppt/media/f8650.txt>
</file>

<file path=ppt/media/f8651.txt>
</file>

<file path=ppt/media/f8652.txt>
</file>

<file path=ppt/media/f8653.txt>
</file>

<file path=ppt/media/f8654.txt>
</file>

<file path=ppt/media/f8655.txt>
</file>

<file path=ppt/media/f8656.txt>
</file>

<file path=ppt/media/f8657.txt>
</file>

<file path=ppt/media/f8658.txt>
</file>

<file path=ppt/media/f8659.txt>
</file>

<file path=ppt/media/f8660.txt>
</file>

<file path=ppt/media/f8661.txt>
</file>

<file path=ppt/media/f8662.txt>
</file>

<file path=ppt/media/f8663.txt>
</file>

<file path=ppt/media/f8664.txt>
</file>

<file path=ppt/media/f8665.txt>
</file>

<file path=ppt/media/f8666.txt>
</file>

<file path=ppt/media/f8667.txt>
</file>

<file path=ppt/media/f8668.txt>
</file>

<file path=ppt/media/f8669.txt>
</file>

<file path=ppt/media/f8670.txt>
</file>

<file path=ppt/media/f8671.txt>
</file>

<file path=ppt/media/f8672.txt>
</file>

<file path=ppt/media/f8673.txt>
</file>

<file path=ppt/media/f8674.txt>
</file>

<file path=ppt/media/f8675.txt>
</file>

<file path=ppt/media/f8676.txt>
</file>

<file path=ppt/media/f8677.txt>
</file>

<file path=ppt/media/f8678.txt>
</file>

<file path=ppt/media/f8679.txt>
</file>

<file path=ppt/media/f8680.txt>
</file>

<file path=ppt/media/f8681.txt>
</file>

<file path=ppt/media/f8682.txt>
</file>

<file path=ppt/media/f8683.txt>
</file>

<file path=ppt/media/f8684.txt>
</file>

<file path=ppt/media/f8685.txt>
</file>

<file path=ppt/media/f8686.txt>
</file>

<file path=ppt/media/f8687.txt>
</file>

<file path=ppt/media/f8688.txt>
</file>

<file path=ppt/media/f8689.txt>
</file>

<file path=ppt/media/f8690.txt>
</file>

<file path=ppt/media/f8691.txt>
</file>

<file path=ppt/media/f8692.txt>
</file>

<file path=ppt/media/f8693.txt>
</file>

<file path=ppt/media/f8694.txt>
</file>

<file path=ppt/media/f8695.txt>
</file>

<file path=ppt/media/f8696.txt>
</file>

<file path=ppt/media/f8697.txt>
</file>

<file path=ppt/media/f8698.txt>
</file>

<file path=ppt/media/f8699.txt>
</file>

<file path=ppt/media/f8700.txt>
</file>

<file path=ppt/media/f8701.txt>
</file>

<file path=ppt/media/f8702.txt>
</file>

<file path=ppt/media/f8703.txt>
</file>

<file path=ppt/media/f8704.txt>
</file>

<file path=ppt/media/f8705.txt>
</file>

<file path=ppt/media/f8706.txt>
</file>

<file path=ppt/media/f8707.txt>
</file>

<file path=ppt/media/f8708.txt>
</file>

<file path=ppt/media/f8709.txt>
</file>

<file path=ppt/media/f8710.txt>
</file>

<file path=ppt/media/f8711.txt>
</file>

<file path=ppt/media/f8712.txt>
</file>

<file path=ppt/media/f8713.txt>
</file>

<file path=ppt/media/f8714.txt>
</file>

<file path=ppt/media/f8715.txt>
</file>

<file path=ppt/media/f8716.txt>
</file>

<file path=ppt/media/f8717.txt>
</file>

<file path=ppt/media/f8718.txt>
</file>

<file path=ppt/media/f8719.txt>
</file>

<file path=ppt/media/f8720.txt>
</file>

<file path=ppt/media/f8721.txt>
</file>

<file path=ppt/media/f8722.txt>
</file>

<file path=ppt/media/f8723.txt>
</file>

<file path=ppt/media/f8724.txt>
</file>

<file path=ppt/media/f8725.txt>
</file>

<file path=ppt/media/f8726.txt>
</file>

<file path=ppt/media/f8727.txt>
</file>

<file path=ppt/media/f8728.txt>
</file>

<file path=ppt/media/f8729.txt>
</file>

<file path=ppt/media/f8730.txt>
</file>

<file path=ppt/media/f8731.txt>
</file>

<file path=ppt/media/f8732.txt>
</file>

<file path=ppt/media/f8733.txt>
</file>

<file path=ppt/media/f8734.txt>
</file>

<file path=ppt/media/f8735.txt>
</file>

<file path=ppt/media/f8736.txt>
</file>

<file path=ppt/media/f8737.txt>
</file>

<file path=ppt/media/f8738.txt>
</file>

<file path=ppt/media/f8739.txt>
</file>

<file path=ppt/media/f8740.txt>
</file>

<file path=ppt/media/f8741.txt>
</file>

<file path=ppt/media/f8742.txt>
</file>

<file path=ppt/media/f8743.txt>
</file>

<file path=ppt/media/f8744.txt>
</file>

<file path=ppt/media/f8745.txt>
</file>

<file path=ppt/media/f8746.txt>
</file>

<file path=ppt/media/f8747.txt>
</file>

<file path=ppt/media/f8748.txt>
</file>

<file path=ppt/media/f8749.txt>
</file>

<file path=ppt/media/f8750.txt>
</file>

<file path=ppt/media/f8751.txt>
</file>

<file path=ppt/media/f8752.txt>
</file>

<file path=ppt/media/f8753.txt>
</file>

<file path=ppt/media/f8754.txt>
</file>

<file path=ppt/media/f8755.txt>
</file>

<file path=ppt/media/f8756.txt>
</file>

<file path=ppt/media/f8757.txt>
</file>

<file path=ppt/media/f8758.txt>
</file>

<file path=ppt/media/f8759.txt>
</file>

<file path=ppt/media/f8760.txt>
</file>

<file path=ppt/media/f8761.txt>
</file>

<file path=ppt/media/f8762.txt>
</file>

<file path=ppt/media/f8763.txt>
</file>

<file path=ppt/media/f8764.txt>
</file>

<file path=ppt/media/f8765.txt>
</file>

<file path=ppt/media/f8766.txt>
</file>

<file path=ppt/media/f8767.txt>
</file>

<file path=ppt/media/f8768.txt>
</file>

<file path=ppt/media/f8769.txt>
</file>

<file path=ppt/media/f8770.txt>
</file>

<file path=ppt/media/f8771.txt>
</file>

<file path=ppt/media/f8772.txt>
</file>

<file path=ppt/media/f8773.txt>
</file>

<file path=ppt/media/f8774.txt>
</file>

<file path=ppt/media/f8775.txt>
</file>

<file path=ppt/media/f8776.txt>
</file>

<file path=ppt/media/f8777.txt>
</file>

<file path=ppt/media/f8778.txt>
</file>

<file path=ppt/media/f8779.txt>
</file>

<file path=ppt/media/f8780.txt>
</file>

<file path=ppt/media/f8781.txt>
</file>

<file path=ppt/media/f8782.txt>
</file>

<file path=ppt/media/f8783.txt>
</file>

<file path=ppt/media/f8784.txt>
</file>

<file path=ppt/media/f8785.txt>
</file>

<file path=ppt/media/f8786.txt>
</file>

<file path=ppt/media/f8787.txt>
</file>

<file path=ppt/media/f8788.txt>
</file>

<file path=ppt/media/f8789.txt>
</file>

<file path=ppt/media/f8790.txt>
</file>

<file path=ppt/media/f8791.txt>
</file>

<file path=ppt/media/f8792.txt>
</file>

<file path=ppt/media/f8793.txt>
</file>

<file path=ppt/media/f8794.txt>
</file>

<file path=ppt/media/f8795.txt>
</file>

<file path=ppt/media/f8796.txt>
</file>

<file path=ppt/media/f8797.txt>
</file>

<file path=ppt/media/f8798.txt>
</file>

<file path=ppt/media/f8799.txt>
</file>

<file path=ppt/media/f8800.txt>
</file>

<file path=ppt/media/f8801.txt>
</file>

<file path=ppt/media/f8802.txt>
</file>

<file path=ppt/media/f8803.txt>
</file>

<file path=ppt/media/f8804.txt>
</file>

<file path=ppt/media/f8805.txt>
</file>

<file path=ppt/media/f8806.txt>
</file>

<file path=ppt/media/f8807.txt>
</file>

<file path=ppt/media/f8808.txt>
</file>

<file path=ppt/media/f8809.txt>
</file>

<file path=ppt/media/f8810.txt>
</file>

<file path=ppt/media/f8811.txt>
</file>

<file path=ppt/media/f8812.txt>
</file>

<file path=ppt/media/f8813.txt>
</file>

<file path=ppt/media/f8814.txt>
</file>

<file path=ppt/media/f8815.txt>
</file>

<file path=ppt/media/f8816.txt>
</file>

<file path=ppt/media/f8817.txt>
</file>

<file path=ppt/media/f8818.txt>
</file>

<file path=ppt/media/f8819.txt>
</file>

<file path=ppt/media/f8820.txt>
</file>

<file path=ppt/media/f8821.txt>
</file>

<file path=ppt/media/f8822.txt>
</file>

<file path=ppt/media/f8823.txt>
</file>

<file path=ppt/media/f8824.txt>
</file>

<file path=ppt/media/f8825.txt>
</file>

<file path=ppt/media/f8826.txt>
</file>

<file path=ppt/media/f8827.txt>
</file>

<file path=ppt/media/f8828.txt>
</file>

<file path=ppt/media/f8829.txt>
</file>

<file path=ppt/media/f8830.txt>
</file>

<file path=ppt/media/f8831.txt>
</file>

<file path=ppt/media/f8832.txt>
</file>

<file path=ppt/media/f8833.txt>
</file>

<file path=ppt/media/f8834.txt>
</file>

<file path=ppt/media/f8835.txt>
</file>

<file path=ppt/media/f8836.txt>
</file>

<file path=ppt/media/f8837.txt>
</file>

<file path=ppt/media/f8838.txt>
</file>

<file path=ppt/media/f8839.txt>
</file>

<file path=ppt/media/f8840.txt>
</file>

<file path=ppt/media/f8841.txt>
</file>

<file path=ppt/media/f8842.txt>
</file>

<file path=ppt/media/f8843.txt>
</file>

<file path=ppt/media/f8844.txt>
</file>

<file path=ppt/media/f8845.txt>
</file>

<file path=ppt/media/f8846.txt>
</file>

<file path=ppt/media/f8847.txt>
</file>

<file path=ppt/media/f8848.txt>
</file>

<file path=ppt/media/f8849.txt>
</file>

<file path=ppt/media/f8850.txt>
</file>

<file path=ppt/media/f8851.txt>
</file>

<file path=ppt/media/f8852.txt>
</file>

<file path=ppt/media/f8853.txt>
</file>

<file path=ppt/media/f8854.txt>
</file>

<file path=ppt/media/f8855.txt>
</file>

<file path=ppt/media/f8856.txt>
</file>

<file path=ppt/media/f8857.txt>
</file>

<file path=ppt/media/f8858.txt>
</file>

<file path=ppt/media/f8859.txt>
</file>

<file path=ppt/media/f8860.txt>
</file>

<file path=ppt/media/f8861.txt>
</file>

<file path=ppt/media/f8862.txt>
</file>

<file path=ppt/media/f8863.txt>
</file>

<file path=ppt/media/f8864.txt>
</file>

<file path=ppt/media/f8865.txt>
</file>

<file path=ppt/media/f8866.txt>
</file>

<file path=ppt/media/f8867.txt>
</file>

<file path=ppt/media/f8868.txt>
</file>

<file path=ppt/media/f8869.txt>
</file>

<file path=ppt/media/f8870.txt>
</file>

<file path=ppt/media/f8871.txt>
</file>

<file path=ppt/media/f8872.txt>
</file>

<file path=ppt/media/f8873.txt>
</file>

<file path=ppt/media/f8874.txt>
</file>

<file path=ppt/media/f8875.txt>
</file>

<file path=ppt/media/f8876.txt>
</file>

<file path=ppt/media/f8877.txt>
</file>

<file path=ppt/media/f8878.txt>
</file>

<file path=ppt/media/f8879.txt>
</file>

<file path=ppt/media/f8880.txt>
</file>

<file path=ppt/media/f8881.txt>
</file>

<file path=ppt/media/f8882.txt>
</file>

<file path=ppt/media/f8883.txt>
</file>

<file path=ppt/media/f8884.txt>
</file>

<file path=ppt/media/f8885.txt>
</file>

<file path=ppt/media/f8886.txt>
</file>

<file path=ppt/media/f8887.txt>
</file>

<file path=ppt/media/f8888.txt>
</file>

<file path=ppt/media/f8889.txt>
</file>

<file path=ppt/media/f8890.txt>
</file>

<file path=ppt/media/f8891.txt>
</file>

<file path=ppt/media/f8892.txt>
</file>

<file path=ppt/media/f8893.txt>
</file>

<file path=ppt/media/f8894.txt>
</file>

<file path=ppt/media/f8895.txt>
</file>

<file path=ppt/media/f8896.txt>
</file>

<file path=ppt/media/f8897.txt>
</file>

<file path=ppt/media/f8898.txt>
</file>

<file path=ppt/media/f8899.txt>
</file>

<file path=ppt/media/f8900.txt>
</file>

<file path=ppt/media/f8901.txt>
</file>

<file path=ppt/media/f8902.txt>
</file>

<file path=ppt/media/f8903.txt>
</file>

<file path=ppt/media/f8904.txt>
</file>

<file path=ppt/media/f8905.txt>
</file>

<file path=ppt/media/f8906.txt>
</file>

<file path=ppt/media/f8907.txt>
</file>

<file path=ppt/media/f8908.txt>
</file>

<file path=ppt/media/f8909.txt>
</file>

<file path=ppt/media/f8910.txt>
</file>

<file path=ppt/media/f8911.txt>
</file>

<file path=ppt/media/f8912.txt>
</file>

<file path=ppt/media/f8913.txt>
</file>

<file path=ppt/media/f8914.txt>
</file>

<file path=ppt/media/f8915.txt>
</file>

<file path=ppt/media/f8916.txt>
</file>

<file path=ppt/media/f8917.txt>
</file>

<file path=ppt/media/f8918.txt>
</file>

<file path=ppt/media/f8919.txt>
</file>

<file path=ppt/media/f8920.txt>
</file>

<file path=ppt/media/f8921.txt>
</file>

<file path=ppt/media/f8922.txt>
</file>

<file path=ppt/media/f8923.txt>
</file>

<file path=ppt/media/f8924.txt>
</file>

<file path=ppt/media/f8925.txt>
</file>

<file path=ppt/media/f8926.txt>
</file>

<file path=ppt/media/f8927.txt>
</file>

<file path=ppt/media/f8928.txt>
</file>

<file path=ppt/media/f8929.txt>
</file>

<file path=ppt/media/f8930.txt>
</file>

<file path=ppt/media/f8931.txt>
</file>

<file path=ppt/media/f8932.txt>
</file>

<file path=ppt/media/f8933.txt>
</file>

<file path=ppt/media/f8934.txt>
</file>

<file path=ppt/media/f8935.txt>
</file>

<file path=ppt/media/f8936.txt>
</file>

<file path=ppt/media/f8937.txt>
</file>

<file path=ppt/media/f8938.txt>
</file>

<file path=ppt/media/f8939.txt>
</file>

<file path=ppt/media/f8940.txt>
</file>

<file path=ppt/media/f8941.txt>
</file>

<file path=ppt/media/f8942.txt>
</file>

<file path=ppt/media/f8943.txt>
</file>

<file path=ppt/media/f8944.txt>
</file>

<file path=ppt/media/f8945.txt>
</file>

<file path=ppt/media/f8946.txt>
</file>

<file path=ppt/media/f8947.txt>
</file>

<file path=ppt/media/f8948.txt>
</file>

<file path=ppt/media/f8949.txt>
</file>

<file path=ppt/media/f8950.txt>
</file>

<file path=ppt/media/f8951.txt>
</file>

<file path=ppt/media/f8952.txt>
</file>

<file path=ppt/media/f8953.txt>
</file>

<file path=ppt/media/f8954.txt>
</file>

<file path=ppt/media/f8955.txt>
</file>

<file path=ppt/media/f8956.txt>
</file>

<file path=ppt/media/f8957.txt>
</file>

<file path=ppt/media/f8958.txt>
</file>

<file path=ppt/media/f8959.txt>
</file>

<file path=ppt/media/f8960.txt>
</file>

<file path=ppt/media/f8961.txt>
</file>

<file path=ppt/media/f8962.txt>
</file>

<file path=ppt/media/f8963.txt>
</file>

<file path=ppt/media/f8964.txt>
</file>

<file path=ppt/media/f8965.txt>
</file>

<file path=ppt/media/f8966.txt>
</file>

<file path=ppt/media/f8967.txt>
</file>

<file path=ppt/media/f8968.txt>
</file>

<file path=ppt/media/f8969.txt>
</file>

<file path=ppt/media/f8970.txt>
</file>

<file path=ppt/media/f8971.txt>
</file>

<file path=ppt/media/f8972.txt>
</file>

<file path=ppt/media/f8973.txt>
</file>

<file path=ppt/media/f8974.txt>
</file>

<file path=ppt/media/f8975.txt>
</file>

<file path=ppt/media/f8976.txt>
</file>

<file path=ppt/media/f8977.txt>
</file>

<file path=ppt/media/f8978.txt>
</file>

<file path=ppt/media/f8979.txt>
</file>

<file path=ppt/media/f8980.txt>
</file>

<file path=ppt/media/f8981.txt>
</file>

<file path=ppt/media/f8982.txt>
</file>

<file path=ppt/media/f8983.txt>
</file>

<file path=ppt/media/f8984.txt>
</file>

<file path=ppt/media/f8985.txt>
</file>

<file path=ppt/media/f8986.txt>
</file>

<file path=ppt/media/f8987.txt>
</file>

<file path=ppt/media/f8988.txt>
</file>

<file path=ppt/media/f8989.txt>
</file>

<file path=ppt/media/f8990.txt>
</file>

<file path=ppt/media/f8991.txt>
</file>

<file path=ppt/media/f8992.txt>
</file>

<file path=ppt/media/f8993.txt>
</file>

<file path=ppt/media/f8994.txt>
</file>

<file path=ppt/media/f8995.txt>
</file>

<file path=ppt/media/f8996.txt>
</file>

<file path=ppt/media/f8997.txt>
</file>

<file path=ppt/media/f8998.txt>
</file>

<file path=ppt/media/f8999.txt>
</file>

<file path=ppt/media/f9000.txt>
</file>

<file path=ppt/media/f9001.txt>
</file>

<file path=ppt/media/f9002.txt>
</file>

<file path=ppt/media/f9003.txt>
</file>

<file path=ppt/media/f9004.txt>
</file>

<file path=ppt/media/f9005.txt>
</file>

<file path=ppt/media/f9006.txt>
</file>

<file path=ppt/media/f9007.txt>
</file>

<file path=ppt/media/f9008.txt>
</file>

<file path=ppt/media/f9009.txt>
</file>

<file path=ppt/media/f9010.txt>
</file>

<file path=ppt/media/f9011.txt>
</file>

<file path=ppt/media/f9012.txt>
</file>

<file path=ppt/media/f9013.txt>
</file>

<file path=ppt/media/f9014.txt>
</file>

<file path=ppt/media/f9015.txt>
</file>

<file path=ppt/media/f9016.txt>
</file>

<file path=ppt/media/f9017.txt>
</file>

<file path=ppt/media/f9018.txt>
</file>

<file path=ppt/media/f9019.txt>
</file>

<file path=ppt/media/f9020.txt>
</file>

<file path=ppt/media/f9021.txt>
</file>

<file path=ppt/media/f9022.txt>
</file>

<file path=ppt/media/f9023.txt>
</file>

<file path=ppt/media/f9024.txt>
</file>

<file path=ppt/media/f9025.txt>
</file>

<file path=ppt/media/f9026.txt>
</file>

<file path=ppt/media/f9027.txt>
</file>

<file path=ppt/media/f9028.txt>
</file>

<file path=ppt/media/f9029.txt>
</file>

<file path=ppt/media/f9030.txt>
</file>

<file path=ppt/media/f9031.txt>
</file>

<file path=ppt/media/f9032.txt>
</file>

<file path=ppt/media/f9033.txt>
</file>

<file path=ppt/media/f9034.txt>
</file>

<file path=ppt/media/f9035.txt>
</file>

<file path=ppt/media/f9036.txt>
</file>

<file path=ppt/media/f9037.txt>
</file>

<file path=ppt/media/f9038.txt>
</file>

<file path=ppt/media/f9039.txt>
</file>

<file path=ppt/media/f9040.txt>
</file>

<file path=ppt/media/f9041.txt>
</file>

<file path=ppt/media/f9042.txt>
</file>

<file path=ppt/media/f9043.txt>
</file>

<file path=ppt/media/f9044.txt>
</file>

<file path=ppt/media/f9045.txt>
</file>

<file path=ppt/media/f9046.txt>
</file>

<file path=ppt/media/f9047.txt>
</file>

<file path=ppt/media/f9048.txt>
</file>

<file path=ppt/media/f9049.txt>
</file>

<file path=ppt/media/f9050.txt>
</file>

<file path=ppt/media/f9051.txt>
</file>

<file path=ppt/media/f9052.txt>
</file>

<file path=ppt/media/f9053.txt>
</file>

<file path=ppt/media/f9054.txt>
</file>

<file path=ppt/media/f9055.txt>
</file>

<file path=ppt/media/f9056.txt>
</file>

<file path=ppt/media/f9057.txt>
</file>

<file path=ppt/media/f9058.txt>
</file>

<file path=ppt/media/f9059.txt>
</file>

<file path=ppt/media/f9060.txt>
</file>

<file path=ppt/media/f9061.txt>
</file>

<file path=ppt/media/f9062.txt>
</file>

<file path=ppt/media/f9063.txt>
</file>

<file path=ppt/media/f9064.txt>
</file>

<file path=ppt/media/f9065.txt>
</file>

<file path=ppt/media/f9066.txt>
</file>

<file path=ppt/media/f9067.txt>
</file>

<file path=ppt/media/f9068.txt>
</file>

<file path=ppt/media/f9069.txt>
</file>

<file path=ppt/media/f9070.txt>
</file>

<file path=ppt/media/f9071.txt>
</file>

<file path=ppt/media/f9072.txt>
</file>

<file path=ppt/media/f9073.txt>
</file>

<file path=ppt/media/f9074.txt>
</file>

<file path=ppt/media/f9075.txt>
</file>

<file path=ppt/media/f9076.txt>
</file>

<file path=ppt/media/f9077.txt>
</file>

<file path=ppt/media/f9078.txt>
</file>

<file path=ppt/media/f9079.txt>
</file>

<file path=ppt/media/f9080.txt>
</file>

<file path=ppt/media/f9081.txt>
</file>

<file path=ppt/media/f9082.txt>
</file>

<file path=ppt/media/f9083.txt>
</file>

<file path=ppt/media/f9084.txt>
</file>

<file path=ppt/media/f9085.txt>
</file>

<file path=ppt/media/f9086.txt>
</file>

<file path=ppt/media/f9087.txt>
</file>

<file path=ppt/media/f9088.txt>
</file>

<file path=ppt/media/f9089.txt>
</file>

<file path=ppt/media/f9090.txt>
</file>

<file path=ppt/media/f9091.txt>
</file>

<file path=ppt/media/f9092.txt>
</file>

<file path=ppt/media/f9093.txt>
</file>

<file path=ppt/media/f9094.txt>
</file>

<file path=ppt/media/f9095.txt>
</file>

<file path=ppt/media/f9096.txt>
</file>

<file path=ppt/media/f9097.txt>
</file>

<file path=ppt/media/f9098.txt>
</file>

<file path=ppt/media/f9099.txt>
</file>

<file path=ppt/media/f9100.txt>
</file>

<file path=ppt/media/f9101.txt>
</file>

<file path=ppt/media/f9102.txt>
</file>

<file path=ppt/media/f9103.txt>
</file>

<file path=ppt/media/f9104.txt>
</file>

<file path=ppt/media/f9105.txt>
</file>

<file path=ppt/media/f9106.txt>
</file>

<file path=ppt/media/f9107.txt>
</file>

<file path=ppt/media/f9108.txt>
</file>

<file path=ppt/media/f9109.txt>
</file>

<file path=ppt/media/f9110.txt>
</file>

<file path=ppt/media/f9111.txt>
</file>

<file path=ppt/media/f9112.txt>
</file>

<file path=ppt/media/f9113.txt>
</file>

<file path=ppt/media/f9114.txt>
</file>

<file path=ppt/media/f9115.txt>
</file>

<file path=ppt/media/f9116.txt>
</file>

<file path=ppt/media/f9117.txt>
</file>

<file path=ppt/media/f9118.txt>
</file>

<file path=ppt/media/f9119.txt>
</file>

<file path=ppt/media/f9120.txt>
</file>

<file path=ppt/media/f9121.txt>
</file>

<file path=ppt/media/f9122.txt>
</file>

<file path=ppt/media/f9123.txt>
</file>

<file path=ppt/media/f9124.txt>
</file>

<file path=ppt/media/f9125.txt>
</file>

<file path=ppt/media/f9126.txt>
</file>

<file path=ppt/media/f9127.txt>
</file>

<file path=ppt/media/f9128.txt>
</file>

<file path=ppt/media/f9129.txt>
</file>

<file path=ppt/media/f9130.txt>
</file>

<file path=ppt/media/f9131.txt>
</file>

<file path=ppt/media/f9132.txt>
</file>

<file path=ppt/media/f9133.txt>
</file>

<file path=ppt/media/f9134.txt>
</file>

<file path=ppt/media/f9135.txt>
</file>

<file path=ppt/media/f9136.txt>
</file>

<file path=ppt/media/f9137.txt>
</file>

<file path=ppt/media/f9138.txt>
</file>

<file path=ppt/media/f9139.txt>
</file>

<file path=ppt/media/f9140.txt>
</file>

<file path=ppt/media/f9141.txt>
</file>

<file path=ppt/media/f9142.txt>
</file>

<file path=ppt/media/f9143.txt>
</file>

<file path=ppt/media/f9144.txt>
</file>

<file path=ppt/media/f9145.txt>
</file>

<file path=ppt/media/f9146.txt>
</file>

<file path=ppt/media/f9147.txt>
</file>

<file path=ppt/media/f9148.txt>
</file>

<file path=ppt/media/f9149.txt>
</file>

<file path=ppt/media/f9150.txt>
</file>

<file path=ppt/media/f9151.txt>
</file>

<file path=ppt/media/f9152.txt>
</file>

<file path=ppt/media/f9153.txt>
</file>

<file path=ppt/media/f9154.txt>
</file>

<file path=ppt/media/f9155.txt>
</file>

<file path=ppt/media/f9156.txt>
</file>

<file path=ppt/media/f9157.txt>
</file>

<file path=ppt/media/f9158.txt>
</file>

<file path=ppt/media/f9159.txt>
</file>

<file path=ppt/media/f9160.txt>
</file>

<file path=ppt/media/f9161.txt>
</file>

<file path=ppt/media/f9162.txt>
</file>

<file path=ppt/media/f9163.txt>
</file>

<file path=ppt/media/f9164.txt>
</file>

<file path=ppt/media/f9165.txt>
</file>

<file path=ppt/media/f9166.txt>
</file>

<file path=ppt/media/f9167.txt>
</file>

<file path=ppt/media/f9168.txt>
</file>

<file path=ppt/media/f9169.txt>
</file>

<file path=ppt/media/f9170.txt>
</file>

<file path=ppt/media/f9171.txt>
</file>

<file path=ppt/media/f9172.txt>
</file>

<file path=ppt/media/f9173.txt>
</file>

<file path=ppt/media/f9174.txt>
</file>

<file path=ppt/media/f9175.txt>
</file>

<file path=ppt/media/f9176.txt>
</file>

<file path=ppt/media/f9177.txt>
</file>

<file path=ppt/media/f9178.txt>
</file>

<file path=ppt/media/f9179.txt>
</file>

<file path=ppt/media/f9180.txt>
</file>

<file path=ppt/media/f9181.txt>
</file>

<file path=ppt/media/f9182.txt>
</file>

<file path=ppt/media/f9183.txt>
</file>

<file path=ppt/media/f9184.txt>
</file>

<file path=ppt/media/f9185.txt>
</file>

<file path=ppt/media/f9186.txt>
</file>

<file path=ppt/media/f9187.txt>
</file>

<file path=ppt/media/f9188.txt>
</file>

<file path=ppt/media/f9189.txt>
</file>

<file path=ppt/media/f9190.txt>
</file>

<file path=ppt/media/f9191.txt>
</file>

<file path=ppt/media/f9192.txt>
</file>

<file path=ppt/media/f9193.txt>
</file>

<file path=ppt/media/f9194.txt>
</file>

<file path=ppt/media/f9195.txt>
</file>

<file path=ppt/media/f9196.txt>
</file>

<file path=ppt/media/f9197.txt>
</file>

<file path=ppt/media/f9198.txt>
</file>

<file path=ppt/media/f9199.txt>
</file>

<file path=ppt/media/f9200.txt>
</file>

<file path=ppt/media/f9201.txt>
</file>

<file path=ppt/media/f9202.txt>
</file>

<file path=ppt/media/f9203.txt>
</file>

<file path=ppt/media/f9204.txt>
</file>

<file path=ppt/media/f9205.txt>
</file>

<file path=ppt/media/f9206.txt>
</file>

<file path=ppt/media/f9207.txt>
</file>

<file path=ppt/media/f9208.txt>
</file>

<file path=ppt/media/f9209.txt>
</file>

<file path=ppt/media/f9210.txt>
</file>

<file path=ppt/media/f9211.txt>
</file>

<file path=ppt/media/f9212.txt>
</file>

<file path=ppt/media/f9213.txt>
</file>

<file path=ppt/media/f9214.txt>
</file>

<file path=ppt/media/f9215.txt>
</file>

<file path=ppt/media/f9216.txt>
</file>

<file path=ppt/media/f9217.txt>
</file>

<file path=ppt/media/f9218.txt>
</file>

<file path=ppt/media/f9219.txt>
</file>

<file path=ppt/media/f9220.txt>
</file>

<file path=ppt/media/f9221.txt>
</file>

<file path=ppt/media/f9222.txt>
</file>

<file path=ppt/media/f9223.txt>
</file>

<file path=ppt/media/f9224.txt>
</file>

<file path=ppt/media/f9225.txt>
</file>

<file path=ppt/media/f9226.txt>
</file>

<file path=ppt/media/f9227.txt>
</file>

<file path=ppt/media/f9228.txt>
</file>

<file path=ppt/media/f9229.txt>
</file>

<file path=ppt/media/f9230.txt>
</file>

<file path=ppt/media/f9231.txt>
</file>

<file path=ppt/media/f9232.txt>
</file>

<file path=ppt/media/f9233.txt>
</file>

<file path=ppt/media/f9234.txt>
</file>

<file path=ppt/media/f9235.txt>
</file>

<file path=ppt/media/f9236.txt>
</file>

<file path=ppt/media/f9237.txt>
</file>

<file path=ppt/media/f9238.txt>
</file>

<file path=ppt/media/f9239.txt>
</file>

<file path=ppt/media/f9240.txt>
</file>

<file path=ppt/media/f9241.txt>
</file>

<file path=ppt/media/f9242.txt>
</file>

<file path=ppt/media/f9243.txt>
</file>

<file path=ppt/media/f9244.txt>
</file>

<file path=ppt/media/f9245.txt>
</file>

<file path=ppt/media/f9246.txt>
</file>

<file path=ppt/media/f9247.txt>
</file>

<file path=ppt/media/f9248.txt>
</file>

<file path=ppt/media/f9249.txt>
</file>

<file path=ppt/media/f9250.txt>
</file>

<file path=ppt/media/f9251.txt>
</file>

<file path=ppt/media/f9252.txt>
</file>

<file path=ppt/media/f9253.txt>
</file>

<file path=ppt/media/f9254.txt>
</file>

<file path=ppt/media/f9255.txt>
</file>

<file path=ppt/media/f9256.txt>
</file>

<file path=ppt/media/f9257.txt>
</file>

<file path=ppt/media/f9258.txt>
</file>

<file path=ppt/media/f9259.txt>
</file>

<file path=ppt/media/f9260.txt>
</file>

<file path=ppt/media/f9261.txt>
</file>

<file path=ppt/media/f9262.txt>
</file>

<file path=ppt/media/f9263.txt>
</file>

<file path=ppt/media/f9264.txt>
</file>

<file path=ppt/media/f9265.txt>
</file>

<file path=ppt/media/f9266.txt>
</file>

<file path=ppt/media/f9267.txt>
</file>

<file path=ppt/media/f9268.txt>
</file>

<file path=ppt/media/f9269.txt>
</file>

<file path=ppt/media/f9270.txt>
</file>

<file path=ppt/media/f9271.txt>
</file>

<file path=ppt/media/f9272.txt>
</file>

<file path=ppt/media/f9273.txt>
</file>

<file path=ppt/media/f9274.txt>
</file>

<file path=ppt/media/f9275.txt>
</file>

<file path=ppt/media/f9276.txt>
</file>

<file path=ppt/media/f9277.txt>
</file>

<file path=ppt/media/f9278.txt>
</file>

<file path=ppt/media/f9279.txt>
</file>

<file path=ppt/media/f9280.txt>
</file>

<file path=ppt/media/f9281.txt>
</file>

<file path=ppt/media/f9282.txt>
</file>

<file path=ppt/media/f9283.txt>
</file>

<file path=ppt/media/f9284.txt>
</file>

<file path=ppt/media/f9285.txt>
</file>

<file path=ppt/media/f9286.txt>
</file>

<file path=ppt/media/f9287.txt>
</file>

<file path=ppt/media/f9288.txt>
</file>

<file path=ppt/media/f9289.txt>
</file>

<file path=ppt/media/f9290.txt>
</file>

<file path=ppt/media/f9291.txt>
</file>

<file path=ppt/media/f9292.txt>
</file>

<file path=ppt/media/f9293.txt>
</file>

<file path=ppt/media/f9294.txt>
</file>

<file path=ppt/media/f9295.txt>
</file>

<file path=ppt/media/f9296.txt>
</file>

<file path=ppt/media/f9297.txt>
</file>

<file path=ppt/media/f9298.txt>
</file>

<file path=ppt/media/f9299.txt>
</file>

<file path=ppt/media/f9300.txt>
</file>

<file path=ppt/media/f9301.txt>
</file>

<file path=ppt/media/f9302.txt>
</file>

<file path=ppt/media/f9303.txt>
</file>

<file path=ppt/media/f9304.txt>
</file>

<file path=ppt/media/f9305.txt>
</file>

<file path=ppt/media/f9306.txt>
</file>

<file path=ppt/media/f9307.txt>
</file>

<file path=ppt/media/f9308.txt>
</file>

<file path=ppt/media/f9309.txt>
</file>

<file path=ppt/media/f9310.txt>
</file>

<file path=ppt/media/f9311.txt>
</file>

<file path=ppt/media/f9312.txt>
</file>

<file path=ppt/media/f9313.txt>
</file>

<file path=ppt/media/f9314.txt>
</file>

<file path=ppt/media/f9315.txt>
</file>

<file path=ppt/media/f9316.txt>
</file>

<file path=ppt/media/f9317.txt>
</file>

<file path=ppt/media/f9318.txt>
</file>

<file path=ppt/media/f9319.txt>
</file>

<file path=ppt/media/f9320.txt>
</file>

<file path=ppt/media/f9321.txt>
</file>

<file path=ppt/media/f9322.txt>
</file>

<file path=ppt/media/f9323.txt>
</file>

<file path=ppt/media/f9324.txt>
</file>

<file path=ppt/media/f9325.txt>
</file>

<file path=ppt/media/f9326.txt>
</file>

<file path=ppt/media/f9327.txt>
</file>

<file path=ppt/media/f9328.txt>
</file>

<file path=ppt/media/f9329.txt>
</file>

<file path=ppt/media/f9330.txt>
</file>

<file path=ppt/media/f9331.txt>
</file>

<file path=ppt/media/f9332.txt>
</file>

<file path=ppt/media/f9333.txt>
</file>

<file path=ppt/media/f9334.txt>
</file>

<file path=ppt/media/f9335.txt>
</file>

<file path=ppt/media/f9336.txt>
</file>

<file path=ppt/media/f9337.txt>
</file>

<file path=ppt/media/f9338.txt>
</file>

<file path=ppt/media/f9339.txt>
</file>

<file path=ppt/media/f9340.txt>
</file>

<file path=ppt/media/f9341.txt>
</file>

<file path=ppt/media/f9342.txt>
</file>

<file path=ppt/media/f9343.txt>
</file>

<file path=ppt/media/f9344.txt>
</file>

<file path=ppt/media/f9345.txt>
</file>

<file path=ppt/media/f9346.txt>
</file>

<file path=ppt/media/f9347.txt>
</file>

<file path=ppt/media/f9348.txt>
</file>

<file path=ppt/media/f9349.txt>
</file>

<file path=ppt/media/f9350.txt>
</file>

<file path=ppt/media/f9351.txt>
</file>

<file path=ppt/media/f9352.txt>
</file>

<file path=ppt/media/f9353.txt>
</file>

<file path=ppt/media/f9354.txt>
</file>

<file path=ppt/media/f9355.txt>
</file>

<file path=ppt/media/f9356.txt>
</file>

<file path=ppt/media/f9357.txt>
</file>

<file path=ppt/media/f9358.txt>
</file>

<file path=ppt/media/f9359.txt>
</file>

<file path=ppt/media/f9360.txt>
</file>

<file path=ppt/media/f9361.txt>
</file>

<file path=ppt/media/f9362.txt>
</file>

<file path=ppt/media/f9363.txt>
</file>

<file path=ppt/media/f9364.txt>
</file>

<file path=ppt/media/f9365.txt>
</file>

<file path=ppt/media/f9366.txt>
</file>

<file path=ppt/media/f9367.txt>
</file>

<file path=ppt/media/f9368.txt>
</file>

<file path=ppt/media/f9369.txt>
</file>

<file path=ppt/media/f9370.txt>
</file>

<file path=ppt/media/f9371.txt>
</file>

<file path=ppt/media/f9372.txt>
</file>

<file path=ppt/media/f9373.txt>
</file>

<file path=ppt/media/f9374.txt>
</file>

<file path=ppt/media/f9375.txt>
</file>

<file path=ppt/media/f9376.txt>
</file>

<file path=ppt/media/f9377.txt>
</file>

<file path=ppt/media/f9378.txt>
</file>

<file path=ppt/media/f9379.txt>
</file>

<file path=ppt/media/f9380.txt>
</file>

<file path=ppt/media/f9381.txt>
</file>

<file path=ppt/media/f9382.txt>
</file>

<file path=ppt/media/f9383.txt>
</file>

<file path=ppt/media/f9384.txt>
</file>

<file path=ppt/media/f9385.txt>
</file>

<file path=ppt/media/f9386.txt>
</file>

<file path=ppt/media/f9387.txt>
</file>

<file path=ppt/media/f9388.txt>
</file>

<file path=ppt/media/f9389.txt>
</file>

<file path=ppt/media/f9390.txt>
</file>

<file path=ppt/media/f9391.txt>
</file>

<file path=ppt/media/f9392.txt>
</file>

<file path=ppt/media/f9393.txt>
</file>

<file path=ppt/media/f9394.txt>
</file>

<file path=ppt/media/f9395.txt>
</file>

<file path=ppt/media/f9396.txt>
</file>

<file path=ppt/media/f9397.txt>
</file>

<file path=ppt/media/f9398.txt>
</file>

<file path=ppt/media/f9399.txt>
</file>

<file path=ppt/media/f9400.txt>
</file>

<file path=ppt/media/f9401.txt>
</file>

<file path=ppt/media/f9402.txt>
</file>

<file path=ppt/media/f9403.txt>
</file>

<file path=ppt/media/f9404.txt>
</file>

<file path=ppt/media/f9405.txt>
</file>

<file path=ppt/media/f9406.txt>
</file>

<file path=ppt/media/f9407.txt>
</file>

<file path=ppt/media/f9408.txt>
</file>

<file path=ppt/media/f9409.txt>
</file>

<file path=ppt/media/f9410.txt>
</file>

<file path=ppt/media/f9411.txt>
</file>

<file path=ppt/media/f9412.txt>
</file>

<file path=ppt/media/f9413.txt>
</file>

<file path=ppt/media/f9414.txt>
</file>

<file path=ppt/media/f9415.txt>
</file>

<file path=ppt/media/f9416.txt>
</file>

<file path=ppt/media/f9417.txt>
</file>

<file path=ppt/media/f9418.txt>
</file>

<file path=ppt/media/f9419.txt>
</file>

<file path=ppt/media/f9420.txt>
</file>

<file path=ppt/media/f9421.txt>
</file>

<file path=ppt/media/f9422.txt>
</file>

<file path=ppt/media/f9423.txt>
</file>

<file path=ppt/media/f9424.txt>
</file>

<file path=ppt/media/f9425.txt>
</file>

<file path=ppt/media/f9426.txt>
</file>

<file path=ppt/media/f9427.txt>
</file>

<file path=ppt/media/f9428.txt>
</file>

<file path=ppt/media/f9429.txt>
</file>

<file path=ppt/media/f9430.txt>
</file>

<file path=ppt/media/f9431.txt>
</file>

<file path=ppt/media/f9432.txt>
</file>

<file path=ppt/media/f9433.txt>
</file>

<file path=ppt/media/f9434.txt>
</file>

<file path=ppt/media/f9435.txt>
</file>

<file path=ppt/media/f9436.txt>
</file>

<file path=ppt/media/f9437.txt>
</file>

<file path=ppt/media/f9438.txt>
</file>

<file path=ppt/media/f9439.txt>
</file>

<file path=ppt/media/f9440.txt>
</file>

<file path=ppt/media/f9441.txt>
</file>

<file path=ppt/media/f9442.txt>
</file>

<file path=ppt/media/f9443.txt>
</file>

<file path=ppt/media/f9444.txt>
</file>

<file path=ppt/media/f9445.txt>
</file>

<file path=ppt/media/f9446.txt>
</file>

<file path=ppt/media/f9447.txt>
</file>

<file path=ppt/media/f9448.txt>
</file>

<file path=ppt/media/f9449.txt>
</file>

<file path=ppt/media/f9450.txt>
</file>

<file path=ppt/media/f9451.txt>
</file>

<file path=ppt/media/f9452.txt>
</file>

<file path=ppt/media/f9453.txt>
</file>

<file path=ppt/media/f9454.txt>
</file>

<file path=ppt/media/f9455.txt>
</file>

<file path=ppt/media/f9456.txt>
</file>

<file path=ppt/media/f9457.txt>
</file>

<file path=ppt/media/f9458.txt>
</file>

<file path=ppt/media/f9459.txt>
</file>

<file path=ppt/media/f9460.txt>
</file>

<file path=ppt/media/f9461.txt>
</file>

<file path=ppt/media/f9462.txt>
</file>

<file path=ppt/media/f9463.txt>
</file>

<file path=ppt/media/f9464.txt>
</file>

<file path=ppt/media/f9465.txt>
</file>

<file path=ppt/media/f9466.txt>
</file>

<file path=ppt/media/f9467.txt>
</file>

<file path=ppt/media/f9468.txt>
</file>

<file path=ppt/media/f9469.txt>
</file>

<file path=ppt/media/f9470.txt>
</file>

<file path=ppt/media/f9471.txt>
</file>

<file path=ppt/media/f9472.txt>
</file>

<file path=ppt/media/f9473.txt>
</file>

<file path=ppt/media/f9474.txt>
</file>

<file path=ppt/media/f9475.txt>
</file>

<file path=ppt/media/f9476.txt>
</file>

<file path=ppt/media/f9477.txt>
</file>

<file path=ppt/media/f9478.txt>
</file>

<file path=ppt/media/f9479.txt>
</file>

<file path=ppt/media/f9480.txt>
</file>

<file path=ppt/media/f9481.txt>
</file>

<file path=ppt/media/f9482.txt>
</file>

<file path=ppt/media/f9483.txt>
</file>

<file path=ppt/media/f9484.txt>
</file>

<file path=ppt/media/f9485.txt>
</file>

<file path=ppt/media/f9486.txt>
</file>

<file path=ppt/media/f9487.txt>
</file>

<file path=ppt/media/f9488.txt>
</file>

<file path=ppt/media/f9489.txt>
</file>

<file path=ppt/media/f9490.txt>
</file>

<file path=ppt/media/f9491.txt>
</file>

<file path=ppt/media/f9492.txt>
</file>

<file path=ppt/media/f9493.txt>
</file>

<file path=ppt/media/f9494.txt>
</file>

<file path=ppt/media/f9495.txt>
</file>

<file path=ppt/media/f9496.txt>
</file>

<file path=ppt/media/f9497.txt>
</file>

<file path=ppt/media/f9498.txt>
</file>

<file path=ppt/media/f9499.txt>
</file>

<file path=ppt/media/f9500.txt>
</file>

<file path=ppt/media/f9501.txt>
</file>

<file path=ppt/media/f9502.txt>
</file>

<file path=ppt/media/f9503.txt>
</file>

<file path=ppt/media/f9504.txt>
</file>

<file path=ppt/media/f9505.txt>
</file>

<file path=ppt/media/f9506.txt>
</file>

<file path=ppt/media/f9507.txt>
</file>

<file path=ppt/media/f9508.txt>
</file>

<file path=ppt/media/f9509.txt>
</file>

<file path=ppt/media/f9510.txt>
</file>

<file path=ppt/media/f9511.txt>
</file>

<file path=ppt/media/f9512.txt>
</file>

<file path=ppt/media/f9513.txt>
</file>

<file path=ppt/media/f9514.txt>
</file>

<file path=ppt/media/f9515.txt>
</file>

<file path=ppt/media/f9516.txt>
</file>

<file path=ppt/media/f9517.txt>
</file>

<file path=ppt/media/f9518.txt>
</file>

<file path=ppt/media/f9519.txt>
</file>

<file path=ppt/media/f9520.txt>
</file>

<file path=ppt/media/f9521.txt>
</file>

<file path=ppt/media/f9522.txt>
</file>

<file path=ppt/media/f9523.txt>
</file>

<file path=ppt/media/f9524.txt>
</file>

<file path=ppt/media/f9525.txt>
</file>

<file path=ppt/media/f9526.txt>
</file>

<file path=ppt/media/f9527.txt>
</file>

<file path=ppt/media/f9528.txt>
</file>

<file path=ppt/media/f9529.txt>
</file>

<file path=ppt/media/f9530.txt>
</file>

<file path=ppt/media/f9531.txt>
</file>

<file path=ppt/media/f9532.txt>
</file>

<file path=ppt/media/f9533.txt>
</file>

<file path=ppt/media/f9534.txt>
</file>

<file path=ppt/media/f9535.txt>
</file>

<file path=ppt/media/f9536.txt>
</file>

<file path=ppt/media/f9537.txt>
</file>

<file path=ppt/media/f9538.txt>
</file>

<file path=ppt/media/f9539.txt>
</file>

<file path=ppt/media/f9540.txt>
</file>

<file path=ppt/media/f9541.txt>
</file>

<file path=ppt/media/f9542.txt>
</file>

<file path=ppt/media/f9543.txt>
</file>

<file path=ppt/media/f9544.txt>
</file>

<file path=ppt/media/f9545.txt>
</file>

<file path=ppt/media/f9546.txt>
</file>

<file path=ppt/media/f9547.txt>
</file>

<file path=ppt/media/f9548.txt>
</file>

<file path=ppt/media/f9549.txt>
</file>

<file path=ppt/media/f9550.txt>
</file>

<file path=ppt/media/f9551.txt>
</file>

<file path=ppt/media/f9552.txt>
</file>

<file path=ppt/media/f9553.txt>
</file>

<file path=ppt/media/f9554.txt>
</file>

<file path=ppt/media/f9555.txt>
</file>

<file path=ppt/media/f9556.txt>
</file>

<file path=ppt/media/f9557.txt>
</file>

<file path=ppt/media/f9558.txt>
</file>

<file path=ppt/media/f9559.txt>
</file>

<file path=ppt/media/f9560.txt>
</file>

<file path=ppt/media/f9561.txt>
</file>

<file path=ppt/media/f9562.txt>
</file>

<file path=ppt/media/f9563.txt>
</file>

<file path=ppt/media/f9564.txt>
</file>

<file path=ppt/media/f9565.txt>
</file>

<file path=ppt/media/f9566.txt>
</file>

<file path=ppt/media/f9567.txt>
</file>

<file path=ppt/media/f9568.txt>
</file>

<file path=ppt/media/f9569.txt>
</file>

<file path=ppt/media/f9570.txt>
</file>

<file path=ppt/media/f9571.txt>
</file>

<file path=ppt/media/f9572.txt>
</file>

<file path=ppt/media/f9573.txt>
</file>

<file path=ppt/media/f9574.txt>
</file>

<file path=ppt/media/f9575.txt>
</file>

<file path=ppt/media/f9576.txt>
</file>

<file path=ppt/media/f9577.txt>
</file>

<file path=ppt/media/f9578.txt>
</file>

<file path=ppt/media/f9579.txt>
</file>

<file path=ppt/media/f9580.txt>
</file>

<file path=ppt/media/f9581.txt>
</file>

<file path=ppt/media/f9582.txt>
</file>

<file path=ppt/media/f9583.txt>
</file>

<file path=ppt/media/f9584.txt>
</file>

<file path=ppt/media/f9585.txt>
</file>

<file path=ppt/media/f9586.txt>
</file>

<file path=ppt/media/f9587.txt>
</file>

<file path=ppt/media/f9588.txt>
</file>

<file path=ppt/media/f9589.txt>
</file>

<file path=ppt/media/f9590.txt>
</file>

<file path=ppt/media/f9591.txt>
</file>

<file path=ppt/media/f9592.txt>
</file>

<file path=ppt/media/f9593.txt>
</file>

<file path=ppt/media/f9594.txt>
</file>

<file path=ppt/media/f9595.txt>
</file>

<file path=ppt/media/f9596.txt>
</file>

<file path=ppt/media/f9597.txt>
</file>

<file path=ppt/media/f9598.txt>
</file>

<file path=ppt/media/f9599.txt>
</file>

<file path=ppt/media/f9600.txt>
</file>

<file path=ppt/media/f9601.txt>
</file>

<file path=ppt/media/f9602.txt>
</file>

<file path=ppt/media/f9603.txt>
</file>

<file path=ppt/media/f9604.txt>
</file>

<file path=ppt/media/f9605.txt>
</file>

<file path=ppt/media/f9606.txt>
</file>

<file path=ppt/media/f9607.txt>
</file>

<file path=ppt/media/f9608.txt>
</file>

<file path=ppt/media/f9609.txt>
</file>

<file path=ppt/media/f9610.txt>
</file>

<file path=ppt/media/f9611.txt>
</file>

<file path=ppt/media/f9612.txt>
</file>

<file path=ppt/media/f9613.txt>
</file>

<file path=ppt/media/f9614.txt>
</file>

<file path=ppt/media/f9615.txt>
</file>

<file path=ppt/media/f9616.txt>
</file>

<file path=ppt/media/f9617.txt>
</file>

<file path=ppt/media/f9618.txt>
</file>

<file path=ppt/media/f9619.txt>
</file>

<file path=ppt/media/f9620.txt>
</file>

<file path=ppt/media/f9621.txt>
</file>

<file path=ppt/media/f9622.txt>
</file>

<file path=ppt/media/f9623.txt>
</file>

<file path=ppt/media/f9624.txt>
</file>

<file path=ppt/media/f9625.txt>
</file>

<file path=ppt/media/f9626.txt>
</file>

<file path=ppt/media/f9627.txt>
</file>

<file path=ppt/media/f9628.txt>
</file>

<file path=ppt/media/f9629.txt>
</file>

<file path=ppt/media/f9630.txt>
</file>

<file path=ppt/media/f9631.txt>
</file>

<file path=ppt/media/f9632.txt>
</file>

<file path=ppt/media/f9633.txt>
</file>

<file path=ppt/media/f9634.txt>
</file>

<file path=ppt/media/f9635.txt>
</file>

<file path=ppt/media/f9636.txt>
</file>

<file path=ppt/media/f9637.txt>
</file>

<file path=ppt/media/f9638.txt>
</file>

<file path=ppt/media/f9639.txt>
</file>

<file path=ppt/media/f9640.txt>
</file>

<file path=ppt/media/f9641.txt>
</file>

<file path=ppt/media/f9642.txt>
</file>

<file path=ppt/media/f9643.txt>
</file>

<file path=ppt/media/f9644.txt>
</file>

<file path=ppt/media/f9645.txt>
</file>

<file path=ppt/media/f9646.txt>
</file>

<file path=ppt/media/f9647.txt>
</file>

<file path=ppt/media/f9648.txt>
</file>

<file path=ppt/media/f9649.txt>
</file>

<file path=ppt/media/f9650.txt>
</file>

<file path=ppt/media/f9651.txt>
</file>

<file path=ppt/media/f9652.txt>
</file>

<file path=ppt/media/f9653.txt>
</file>

<file path=ppt/media/f9654.txt>
</file>

<file path=ppt/media/f9655.txt>
</file>

<file path=ppt/media/f9656.txt>
</file>

<file path=ppt/media/f9657.txt>
</file>

<file path=ppt/media/f9658.txt>
</file>

<file path=ppt/media/f9659.txt>
</file>

<file path=ppt/media/f9660.txt>
</file>

<file path=ppt/media/f9661.txt>
</file>

<file path=ppt/media/f9662.txt>
</file>

<file path=ppt/media/f9663.txt>
</file>

<file path=ppt/media/f9664.txt>
</file>

<file path=ppt/media/f9665.txt>
</file>

<file path=ppt/media/f9666.txt>
</file>

<file path=ppt/media/f9667.txt>
</file>

<file path=ppt/media/f9668.txt>
</file>

<file path=ppt/media/f9669.txt>
</file>

<file path=ppt/media/f9670.txt>
</file>

<file path=ppt/media/f9671.txt>
</file>

<file path=ppt/media/f9672.txt>
</file>

<file path=ppt/media/f9673.txt>
</file>

<file path=ppt/media/f9674.txt>
</file>

<file path=ppt/media/f9675.txt>
</file>

<file path=ppt/media/f9676.txt>
</file>

<file path=ppt/media/f9677.txt>
</file>

<file path=ppt/media/f9678.txt>
</file>

<file path=ppt/media/f9679.txt>
</file>

<file path=ppt/media/f9680.txt>
</file>

<file path=ppt/media/f9681.txt>
</file>

<file path=ppt/media/f9682.txt>
</file>

<file path=ppt/media/f9683.txt>
</file>

<file path=ppt/media/f9684.txt>
</file>

<file path=ppt/media/f9685.txt>
</file>

<file path=ppt/media/f9686.txt>
</file>

<file path=ppt/media/f9687.txt>
</file>

<file path=ppt/media/f9688.txt>
</file>

<file path=ppt/media/f9689.txt>
</file>

<file path=ppt/media/f9690.txt>
</file>

<file path=ppt/media/f9691.txt>
</file>

<file path=ppt/media/f9692.txt>
</file>

<file path=ppt/media/f9693.txt>
</file>

<file path=ppt/media/f9694.txt>
</file>

<file path=ppt/media/f9695.txt>
</file>

<file path=ppt/media/f9696.txt>
</file>

<file path=ppt/media/f9697.txt>
</file>

<file path=ppt/media/f9698.txt>
</file>

<file path=ppt/media/f9699.txt>
</file>

<file path=ppt/media/f9700.txt>
</file>

<file path=ppt/media/f9701.txt>
</file>

<file path=ppt/media/f9702.txt>
</file>

<file path=ppt/media/f9703.txt>
</file>

<file path=ppt/media/f9704.txt>
</file>

<file path=ppt/media/f9705.txt>
</file>

<file path=ppt/media/f9706.txt>
</file>

<file path=ppt/media/f9707.txt>
</file>

<file path=ppt/media/f9708.txt>
</file>

<file path=ppt/media/f9709.txt>
</file>

<file path=ppt/media/f9710.txt>
</file>

<file path=ppt/media/f9711.txt>
</file>

<file path=ppt/media/f9712.txt>
</file>

<file path=ppt/media/f9713.txt>
</file>

<file path=ppt/media/f9714.txt>
</file>

<file path=ppt/media/f9715.txt>
</file>

<file path=ppt/media/f9716.txt>
</file>

<file path=ppt/media/f9717.txt>
</file>

<file path=ppt/media/f9718.txt>
</file>

<file path=ppt/media/f9719.txt>
</file>

<file path=ppt/media/f9720.txt>
</file>

<file path=ppt/media/f9721.txt>
</file>

<file path=ppt/media/f9722.txt>
</file>

<file path=ppt/media/f9723.txt>
</file>

<file path=ppt/media/f9724.txt>
</file>

<file path=ppt/media/f9725.txt>
</file>

<file path=ppt/media/f9726.txt>
</file>

<file path=ppt/media/f9727.txt>
</file>

<file path=ppt/media/f9728.txt>
</file>

<file path=ppt/media/f9729.txt>
</file>

<file path=ppt/media/f9730.txt>
</file>

<file path=ppt/media/f9731.txt>
</file>

<file path=ppt/media/f9732.txt>
</file>

<file path=ppt/media/f9733.txt>
</file>

<file path=ppt/media/f9734.txt>
</file>

<file path=ppt/media/f9735.txt>
</file>

<file path=ppt/media/f9736.txt>
</file>

<file path=ppt/media/f9737.txt>
</file>

<file path=ppt/media/f9738.txt>
</file>

<file path=ppt/media/f9739.txt>
</file>

<file path=ppt/media/f9740.txt>
</file>

<file path=ppt/media/f9741.txt>
</file>

<file path=ppt/media/f9742.txt>
</file>

<file path=ppt/media/f9743.txt>
</file>

<file path=ppt/media/f9744.txt>
</file>

<file path=ppt/media/f9745.txt>
</file>

<file path=ppt/media/f9746.txt>
</file>

<file path=ppt/media/f9747.txt>
</file>

<file path=ppt/media/f9748.txt>
</file>

<file path=ppt/media/f9749.txt>
</file>

<file path=ppt/media/f9750.txt>
</file>

<file path=ppt/media/f9751.txt>
</file>

<file path=ppt/media/f9752.txt>
</file>

<file path=ppt/media/f9753.txt>
</file>

<file path=ppt/media/f9754.txt>
</file>

<file path=ppt/media/f9755.txt>
</file>

<file path=ppt/media/f9756.txt>
</file>

<file path=ppt/media/f9757.txt>
</file>

<file path=ppt/media/f9758.txt>
</file>

<file path=ppt/media/f9759.txt>
</file>

<file path=ppt/media/f9760.txt>
</file>

<file path=ppt/media/f9761.txt>
</file>

<file path=ppt/media/f9762.txt>
</file>

<file path=ppt/media/f9763.txt>
</file>

<file path=ppt/media/f9764.txt>
</file>

<file path=ppt/media/f9765.txt>
</file>

<file path=ppt/media/f9766.txt>
</file>

<file path=ppt/media/f9767.txt>
</file>

<file path=ppt/media/f9768.txt>
</file>

<file path=ppt/media/f9769.txt>
</file>

<file path=ppt/media/f9770.txt>
</file>

<file path=ppt/media/f9771.txt>
</file>

<file path=ppt/media/f9772.txt>
</file>

<file path=ppt/media/f9773.txt>
</file>

<file path=ppt/media/f9774.txt>
</file>

<file path=ppt/media/f9775.txt>
</file>

<file path=ppt/media/f9776.txt>
</file>

<file path=ppt/media/f9777.txt>
</file>

<file path=ppt/media/f9778.txt>
</file>

<file path=ppt/media/f9779.txt>
</file>

<file path=ppt/media/f9780.txt>
</file>

<file path=ppt/media/f9781.txt>
</file>

<file path=ppt/media/f9782.txt>
</file>

<file path=ppt/media/f9783.txt>
</file>

<file path=ppt/media/f9784.txt>
</file>

<file path=ppt/media/f9785.txt>
</file>

<file path=ppt/media/f9786.txt>
</file>

<file path=ppt/media/f9787.txt>
</file>

<file path=ppt/media/f9788.txt>
</file>

<file path=ppt/media/f9789.txt>
</file>

<file path=ppt/media/f9790.txt>
</file>

<file path=ppt/media/f9791.txt>
</file>

<file path=ppt/media/f9792.txt>
</file>

<file path=ppt/media/f9793.txt>
</file>

<file path=ppt/media/f9794.txt>
</file>

<file path=ppt/media/f9795.txt>
</file>

<file path=ppt/media/f9796.txt>
</file>

<file path=ppt/media/f9797.txt>
</file>

<file path=ppt/media/f9798.txt>
</file>

<file path=ppt/media/f9799.txt>
</file>

<file path=ppt/media/f9800.txt>
</file>

<file path=ppt/media/f9801.txt>
</file>

<file path=ppt/media/f9802.txt>
</file>

<file path=ppt/media/f9803.txt>
</file>

<file path=ppt/media/f9804.txt>
</file>

<file path=ppt/media/f9805.txt>
</file>

<file path=ppt/media/f9806.txt>
</file>

<file path=ppt/media/f9807.txt>
</file>

<file path=ppt/media/f9808.txt>
</file>

<file path=ppt/media/f9809.txt>
</file>

<file path=ppt/media/f9810.txt>
</file>

<file path=ppt/media/f9811.txt>
</file>

<file path=ppt/media/f9812.txt>
</file>

<file path=ppt/media/f9813.txt>
</file>

<file path=ppt/media/f9814.txt>
</file>

<file path=ppt/media/f9815.txt>
</file>

<file path=ppt/media/f9816.txt>
</file>

<file path=ppt/media/f9817.txt>
</file>

<file path=ppt/media/f9818.txt>
</file>

<file path=ppt/media/f9819.txt>
</file>

<file path=ppt/media/f9820.txt>
</file>

<file path=ppt/media/f9821.txt>
</file>

<file path=ppt/media/f9822.txt>
</file>

<file path=ppt/media/f9823.txt>
</file>

<file path=ppt/media/f9824.txt>
</file>

<file path=ppt/media/f9825.txt>
</file>

<file path=ppt/media/f9826.txt>
</file>

<file path=ppt/media/f9827.txt>
</file>

<file path=ppt/media/f9828.txt>
</file>

<file path=ppt/media/f9829.txt>
</file>

<file path=ppt/media/f9830.txt>
</file>

<file path=ppt/media/f9831.txt>
</file>

<file path=ppt/media/f9832.txt>
</file>

<file path=ppt/media/f9833.txt>
</file>

<file path=ppt/media/f9834.txt>
</file>

<file path=ppt/media/f9835.txt>
</file>

<file path=ppt/media/f9836.txt>
</file>

<file path=ppt/media/f9837.txt>
</file>

<file path=ppt/media/f9838.txt>
</file>

<file path=ppt/media/f9839.txt>
</file>

<file path=ppt/media/f9840.txt>
</file>

<file path=ppt/media/f9841.txt>
</file>

<file path=ppt/media/f9842.txt>
</file>

<file path=ppt/media/f9843.txt>
</file>

<file path=ppt/media/f9844.txt>
</file>

<file path=ppt/media/f9845.txt>
</file>

<file path=ppt/media/f9846.txt>
</file>

<file path=ppt/media/f9847.txt>
</file>

<file path=ppt/media/f9848.txt>
</file>

<file path=ppt/media/f9849.txt>
</file>

<file path=ppt/media/f9850.txt>
</file>

<file path=ppt/media/f9851.txt>
</file>

<file path=ppt/media/f9852.txt>
</file>

<file path=ppt/media/f9853.txt>
</file>

<file path=ppt/media/f9854.txt>
</file>

<file path=ppt/media/f9855.txt>
</file>

<file path=ppt/media/f9856.txt>
</file>

<file path=ppt/media/f9857.txt>
</file>

<file path=ppt/media/f9858.txt>
</file>

<file path=ppt/media/f9859.txt>
</file>

<file path=ppt/media/f9860.txt>
</file>

<file path=ppt/media/f9861.txt>
</file>

<file path=ppt/media/f9862.txt>
</file>

<file path=ppt/media/f9863.txt>
</file>

<file path=ppt/media/f9864.txt>
</file>

<file path=ppt/media/f9865.txt>
</file>

<file path=ppt/media/f9866.txt>
</file>

<file path=ppt/media/f9867.txt>
</file>

<file path=ppt/media/f9868.txt>
</file>

<file path=ppt/media/f9869.txt>
</file>

<file path=ppt/media/f9870.txt>
</file>

<file path=ppt/media/f9871.txt>
</file>

<file path=ppt/media/f9872.txt>
</file>

<file path=ppt/media/f9873.txt>
</file>

<file path=ppt/media/f9874.txt>
</file>

<file path=ppt/media/f9875.txt>
</file>

<file path=ppt/media/f9876.txt>
</file>

<file path=ppt/media/f9877.txt>
</file>

<file path=ppt/media/f9878.txt>
</file>

<file path=ppt/media/f9879.txt>
</file>

<file path=ppt/media/f9880.txt>
</file>

<file path=ppt/media/f9881.txt>
</file>

<file path=ppt/media/f9882.txt>
</file>

<file path=ppt/media/f9883.txt>
</file>

<file path=ppt/media/f9884.txt>
</file>

<file path=ppt/media/f9885.txt>
</file>

<file path=ppt/media/f9886.txt>
</file>

<file path=ppt/media/f9887.txt>
</file>

<file path=ppt/media/f9888.txt>
</file>

<file path=ppt/media/f9889.txt>
</file>

<file path=ppt/media/f9890.txt>
</file>

<file path=ppt/media/f9891.txt>
</file>

<file path=ppt/media/f9892.txt>
</file>

<file path=ppt/media/f9893.txt>
</file>

<file path=ppt/media/f9894.txt>
</file>

<file path=ppt/media/f9895.txt>
</file>

<file path=ppt/media/f9896.txt>
</file>

<file path=ppt/media/f9897.txt>
</file>

<file path=ppt/media/f9898.txt>
</file>

<file path=ppt/media/f9899.txt>
</file>

<file path=ppt/media/f9900.txt>
</file>

<file path=ppt/media/f9901.txt>
</file>

<file path=ppt/media/f9902.txt>
</file>

<file path=ppt/media/f9903.txt>
</file>

<file path=ppt/media/f9904.txt>
</file>

<file path=ppt/media/f9905.txt>
</file>

<file path=ppt/media/f9906.txt>
</file>

<file path=ppt/media/f9907.txt>
</file>

<file path=ppt/media/f9908.txt>
</file>

<file path=ppt/media/f9909.txt>
</file>

<file path=ppt/media/f9910.txt>
</file>

<file path=ppt/media/f9911.txt>
</file>

<file path=ppt/media/f9912.txt>
</file>

<file path=ppt/media/f9913.txt>
</file>

<file path=ppt/media/f9914.txt>
</file>

<file path=ppt/media/f9915.txt>
</file>

<file path=ppt/media/f9916.txt>
</file>

<file path=ppt/media/f9917.txt>
</file>

<file path=ppt/media/f9918.txt>
</file>

<file path=ppt/media/f9919.txt>
</file>

<file path=ppt/media/f9920.txt>
</file>

<file path=ppt/media/f9921.txt>
</file>

<file path=ppt/media/f9922.txt>
</file>

<file path=ppt/media/f9923.txt>
</file>

<file path=ppt/media/f9924.txt>
</file>

<file path=ppt/media/f9925.txt>
</file>

<file path=ppt/media/f9926.txt>
</file>

<file path=ppt/media/f9927.txt>
</file>

<file path=ppt/media/f9928.txt>
</file>

<file path=ppt/media/f9929.txt>
</file>

<file path=ppt/media/f9930.txt>
</file>

<file path=ppt/media/f9931.txt>
</file>

<file path=ppt/media/f9932.txt>
</file>

<file path=ppt/media/f9933.txt>
</file>

<file path=ppt/media/f9934.txt>
</file>

<file path=ppt/media/f9935.txt>
</file>

<file path=ppt/media/f9936.txt>
</file>

<file path=ppt/media/f9937.txt>
</file>

<file path=ppt/media/f9938.txt>
</file>

<file path=ppt/media/f9939.txt>
</file>

<file path=ppt/media/f9940.txt>
</file>

<file path=ppt/media/f9941.txt>
</file>

<file path=ppt/media/f9942.txt>
</file>

<file path=ppt/media/f9943.txt>
</file>

<file path=ppt/media/f9944.txt>
</file>

<file path=ppt/media/f9945.txt>
</file>

<file path=ppt/media/f9946.txt>
</file>

<file path=ppt/media/f9947.txt>
</file>

<file path=ppt/media/f9948.txt>
</file>

<file path=ppt/media/f9949.txt>
</file>

<file path=ppt/media/f9950.txt>
</file>

<file path=ppt/media/f9951.txt>
</file>

<file path=ppt/media/f9952.txt>
</file>

<file path=ppt/media/f9953.txt>
</file>

<file path=ppt/media/f9954.txt>
</file>

<file path=ppt/media/f9955.txt>
</file>

<file path=ppt/media/f9956.txt>
</file>

<file path=ppt/media/f9957.txt>
</file>

<file path=ppt/media/f9958.txt>
</file>

<file path=ppt/media/f9959.txt>
</file>

<file path=ppt/media/f9960.txt>
</file>

<file path=ppt/media/f9961.txt>
</file>

<file path=ppt/media/f9962.txt>
</file>

<file path=ppt/media/f9963.txt>
</file>

<file path=ppt/media/f9964.txt>
</file>

<file path=ppt/media/f9965.txt>
</file>

<file path=ppt/media/f9966.txt>
</file>

<file path=ppt/media/f9967.txt>
</file>

<file path=ppt/media/f9968.txt>
</file>

<file path=ppt/media/f9969.txt>
</file>

<file path=ppt/media/f9970.txt>
</file>

<file path=ppt/media/f9971.txt>
</file>

<file path=ppt/media/f9972.txt>
</file>

<file path=ppt/media/f9973.txt>
</file>

<file path=ppt/media/f9974.txt>
</file>

<file path=ppt/media/f9975.txt>
</file>

<file path=ppt/media/f9976.txt>
</file>

<file path=ppt/media/f9977.txt>
</file>

<file path=ppt/media/f9978.txt>
</file>

<file path=ppt/media/f9979.txt>
</file>

<file path=ppt/media/f9980.txt>
</file>

<file path=ppt/media/f9981.txt>
</file>

<file path=ppt/media/f9982.txt>
</file>

<file path=ppt/media/f9983.txt>
</file>

<file path=ppt/media/f9984.txt>
</file>

<file path=ppt/media/f9985.txt>
</file>

<file path=ppt/media/f9986.txt>
</file>

<file path=ppt/media/f9987.txt>
</file>

<file path=ppt/media/f9988.txt>
</file>

<file path=ppt/media/f9989.txt>
</file>

<file path=ppt/media/f9990.txt>
</file>

<file path=ppt/media/f9991.txt>
</file>

<file path=ppt/media/f9992.txt>
</file>

<file path=ppt/media/f9993.txt>
</file>

<file path=ppt/media/f9994.txt>
</file>

<file path=ppt/media/f9995.txt>
</file>

<file path=ppt/media/f9996.txt>
</file>

<file path=ppt/media/f9997.txt>
</file>

<file path=ppt/media/f9998.txt>
</file>

<file path=ppt/media/f9999.txt>
</file>

<file path=ppt/media/f10000.txt>
</file>

<file path=ppt/media/f10001.txt>
</file>

<file path=ppt/media/f10002.txt>
</file>

<file path=ppt/media/f10003.txt>
</file>

<file path=ppt/media/f10004.txt>
</file>

<file path=ppt/media/f10005.txt>
</file>

<file path=ppt/media/f10006.txt>
</file>

<file path=ppt/media/f10007.txt>
</file>

<file path=ppt/media/f10008.txt>
</file>

<file path=ppt/media/f10009.txt>
</file>

<file path=ppt/media/f10010.txt>
</file>

<file path=ppt/media/f10011.txt>
</file>

<file path=ppt/media/f10012.txt>
</file>

<file path=ppt/media/f10013.txt>
</file>

<file path=ppt/media/f10014.txt>
</file>

<file path=ppt/media/f10015.txt>
</file>

<file path=ppt/media/f10016.txt>
</file>

<file path=ppt/media/f10017.txt>
</file>

<file path=ppt/media/f10018.txt>
</file>

<file path=ppt/media/f10019.txt>
</file>

<file path=ppt/media/f10020.txt>
</file>

<file path=ppt/media/f10021.txt>
</file>

<file path=ppt/media/f10022.txt>
</file>

<file path=ppt/media/f10023.txt>
</file>

<file path=ppt/media/f10024.txt>
</file>

<file path=ppt/media/f10025.txt>
</file>

<file path=ppt/media/f10026.txt>
</file>

<file path=ppt/media/f10027.txt>
</file>

<file path=ppt/media/f10028.txt>
</file>

<file path=ppt/media/f10029.txt>
</file>

<file path=ppt/media/f10030.txt>
</file>

<file path=ppt/media/f10031.txt>
</file>

<file path=ppt/media/f10032.txt>
</file>

<file path=ppt/media/f10033.txt>
</file>

<file path=ppt/media/f10034.txt>
</file>

<file path=ppt/media/f10035.txt>
</file>

<file path=ppt/media/f10036.txt>
</file>

<file path=ppt/media/f10037.txt>
</file>

<file path=ppt/media/f10038.txt>
</file>

<file path=ppt/media/f10039.txt>
</file>

<file path=ppt/media/f10040.txt>
</file>

<file path=ppt/media/f10041.txt>
</file>

<file path=ppt/media/f10042.txt>
</file>

<file path=ppt/media/f10043.txt>
</file>

<file path=ppt/media/f10044.txt>
</file>

<file path=ppt/media/f10045.txt>
</file>

<file path=ppt/media/f10046.txt>
</file>

<file path=ppt/media/f10047.txt>
</file>

<file path=ppt/media/f10048.txt>
</file>

<file path=ppt/media/f10049.txt>
</file>

<file path=ppt/media/f10050.txt>
</file>

<file path=ppt/media/f10051.txt>
</file>

<file path=ppt/media/f10052.txt>
</file>

<file path=ppt/media/f10053.txt>
</file>

<file path=ppt/media/f10054.txt>
</file>

<file path=ppt/media/f10055.txt>
</file>

<file path=ppt/media/f10056.txt>
</file>

<file path=ppt/media/f10057.txt>
</file>

<file path=ppt/media/f10058.txt>
</file>

<file path=ppt/media/f10059.txt>
</file>

<file path=ppt/media/f10060.txt>
</file>

<file path=ppt/media/f10061.txt>
</file>

<file path=ppt/media/f10062.txt>
</file>

<file path=ppt/media/f10063.txt>
</file>

<file path=ppt/media/f10064.txt>
</file>

<file path=ppt/media/f10065.txt>
</file>

<file path=ppt/media/f10066.txt>
</file>

<file path=ppt/media/f10067.txt>
</file>

<file path=ppt/media/f10068.txt>
</file>

<file path=ppt/media/f10069.txt>
</file>

<file path=ppt/media/f10070.txt>
</file>

<file path=ppt/media/f10071.txt>
</file>

<file path=ppt/media/f10072.txt>
</file>

<file path=ppt/media/f10073.txt>
</file>

<file path=ppt/media/f10074.txt>
</file>

<file path=ppt/media/f10075.txt>
</file>

<file path=ppt/media/f10076.txt>
</file>

<file path=ppt/media/f10077.txt>
</file>

<file path=ppt/media/f10078.txt>
</file>

<file path=ppt/media/f10079.txt>
</file>

<file path=ppt/media/f10080.txt>
</file>

<file path=ppt/media/f10081.txt>
</file>

<file path=ppt/media/f10082.txt>
</file>

<file path=ppt/media/f10083.txt>
</file>

<file path=ppt/media/f10084.txt>
</file>

<file path=ppt/media/f10085.txt>
</file>

<file path=ppt/media/f10086.txt>
</file>

<file path=ppt/media/f10087.txt>
</file>

<file path=ppt/media/f10088.txt>
</file>

<file path=ppt/media/f10089.txt>
</file>

<file path=ppt/media/f10090.txt>
</file>

<file path=ppt/media/f10091.txt>
</file>

<file path=ppt/media/f10092.txt>
</file>

<file path=ppt/media/f10093.txt>
</file>

<file path=ppt/media/f10094.txt>
</file>

<file path=ppt/media/f10095.txt>
</file>

<file path=ppt/media/f10096.txt>
</file>

<file path=ppt/media/f10097.txt>
</file>

<file path=ppt/media/f10098.txt>
</file>

<file path=ppt/media/f10099.txt>
</file>

<file path=ppt/media/f10100.txt>
</file>

<file path=ppt/media/f10101.txt>
</file>

<file path=ppt/media/f10102.txt>
</file>

<file path=ppt/media/f10103.txt>
</file>

<file path=ppt/media/f10104.txt>
</file>

<file path=ppt/media/f10105.txt>
</file>

<file path=ppt/media/f10106.txt>
</file>

<file path=ppt/media/f10107.txt>
</file>

<file path=ppt/media/f10108.txt>
</file>

<file path=ppt/media/f10109.txt>
</file>

<file path=ppt/media/f10110.txt>
</file>

<file path=ppt/media/f10111.txt>
</file>

<file path=ppt/media/f10112.txt>
</file>

<file path=ppt/media/f10113.txt>
</file>

<file path=ppt/media/f10114.txt>
</file>

<file path=ppt/media/f10115.txt>
</file>

<file path=ppt/media/f10116.txt>
</file>

<file path=ppt/media/f10117.txt>
</file>

<file path=ppt/media/f10118.txt>
</file>

<file path=ppt/media/f10119.txt>
</file>

<file path=ppt/media/f10120.txt>
</file>

<file path=ppt/media/f10121.txt>
</file>

<file path=ppt/media/f10122.txt>
</file>

<file path=ppt/media/f10123.txt>
</file>

<file path=ppt/media/f10124.txt>
</file>

<file path=ppt/media/f10125.txt>
</file>

<file path=ppt/media/f10126.txt>
</file>

<file path=ppt/media/f10127.txt>
</file>

<file path=ppt/media/f10128.txt>
</file>

<file path=ppt/media/f10129.txt>
</file>

<file path=ppt/media/f10130.txt>
</file>

<file path=ppt/media/f10131.txt>
</file>

<file path=ppt/media/f10132.txt>
</file>

<file path=ppt/media/f10133.txt>
</file>

<file path=ppt/media/f10134.txt>
</file>

<file path=ppt/media/f10135.txt>
</file>

<file path=ppt/media/f10136.txt>
</file>

<file path=ppt/media/f10137.txt>
</file>

<file path=ppt/media/f10138.txt>
</file>

<file path=ppt/media/f10139.txt>
</file>

<file path=ppt/media/f10140.txt>
</file>

<file path=ppt/media/f10141.txt>
</file>

<file path=ppt/media/f10142.txt>
</file>

<file path=ppt/media/f10143.txt>
</file>

<file path=ppt/media/f10144.txt>
</file>

<file path=ppt/media/f10145.txt>
</file>

<file path=ppt/media/f10146.txt>
</file>

<file path=ppt/media/f10147.txt>
</file>

<file path=ppt/media/f10148.txt>
</file>

<file path=ppt/media/f10149.txt>
</file>

<file path=ppt/media/f10150.txt>
</file>

<file path=ppt/media/f10151.txt>
</file>

<file path=ppt/media/f10152.txt>
</file>

<file path=ppt/media/f10153.txt>
</file>

<file path=ppt/media/f10154.txt>
</file>

<file path=ppt/media/f10155.txt>
</file>

<file path=ppt/media/f10156.txt>
</file>

<file path=ppt/media/f10157.txt>
</file>

<file path=ppt/media/f10158.txt>
</file>

<file path=ppt/media/f10159.txt>
</file>

<file path=ppt/media/f10160.txt>
</file>

<file path=ppt/media/f10161.txt>
</file>

<file path=ppt/media/f10162.txt>
</file>

<file path=ppt/media/f10163.txt>
</file>

<file path=ppt/media/f10164.txt>
</file>

<file path=ppt/media/f10165.txt>
</file>

<file path=ppt/media/f10166.txt>
</file>

<file path=ppt/media/f10167.txt>
</file>

<file path=ppt/media/f10168.txt>
</file>

<file path=ppt/media/f10169.txt>
</file>

<file path=ppt/media/f10170.txt>
</file>

<file path=ppt/media/f10171.txt>
</file>

<file path=ppt/media/f10172.txt>
</file>

<file path=ppt/media/f10173.txt>
</file>

<file path=ppt/media/f10174.txt>
</file>

<file path=ppt/media/f10175.txt>
</file>

<file path=ppt/media/f10176.txt>
</file>

<file path=ppt/media/f10177.txt>
</file>

<file path=ppt/media/f10178.txt>
</file>

<file path=ppt/media/f10179.txt>
</file>

<file path=ppt/media/f10180.txt>
</file>

<file path=ppt/media/f10181.txt>
</file>

<file path=ppt/media/f10182.txt>
</file>

<file path=ppt/media/f10183.txt>
</file>

<file path=ppt/media/f10184.txt>
</file>

<file path=ppt/media/f10185.txt>
</file>

<file path=ppt/media/f10186.txt>
</file>

<file path=ppt/media/f10187.txt>
</file>

<file path=ppt/media/f10188.txt>
</file>

<file path=ppt/media/f10189.txt>
</file>

<file path=ppt/media/f10190.txt>
</file>

<file path=ppt/media/f10191.txt>
</file>

<file path=ppt/media/f10192.txt>
</file>

<file path=ppt/media/f10193.txt>
</file>

<file path=ppt/media/f10194.txt>
</file>

<file path=ppt/media/f10195.txt>
</file>

<file path=ppt/media/f10196.txt>
</file>

<file path=ppt/media/f10197.txt>
</file>

<file path=ppt/media/f10198.txt>
</file>

<file path=ppt/media/f10199.txt>
</file>

<file path=ppt/media/f10200.txt>
</file>

<file path=ppt/media/f10201.txt>
</file>

<file path=ppt/media/f10202.txt>
</file>

<file path=ppt/media/f10203.txt>
</file>

<file path=ppt/media/f10204.txt>
</file>

<file path=ppt/media/f10205.txt>
</file>

<file path=ppt/media/f10206.txt>
</file>

<file path=ppt/media/f10207.txt>
</file>

<file path=ppt/media/f10208.txt>
</file>

<file path=ppt/media/f10209.txt>
</file>

<file path=ppt/media/f10210.txt>
</file>

<file path=ppt/media/f10211.txt>
</file>

<file path=ppt/media/f10212.txt>
</file>

<file path=ppt/media/f10213.txt>
</file>

<file path=ppt/media/f10214.txt>
</file>

<file path=ppt/media/f10215.txt>
</file>

<file path=ppt/media/f10216.txt>
</file>

<file path=ppt/media/f10217.txt>
</file>

<file path=ppt/media/f10218.txt>
</file>

<file path=ppt/media/f10219.txt>
</file>

<file path=ppt/media/f10220.txt>
</file>

<file path=ppt/media/f10221.txt>
</file>

<file path=ppt/media/f10222.txt>
</file>

<file path=ppt/media/f10223.txt>
</file>

<file path=ppt/media/f10224.txt>
</file>

<file path=ppt/media/f10225.txt>
</file>

<file path=ppt/media/f10226.txt>
</file>

<file path=ppt/media/f10227.txt>
</file>

<file path=ppt/media/f10228.txt>
</file>

<file path=ppt/media/f10229.txt>
</file>

<file path=ppt/media/f10230.txt>
</file>

<file path=ppt/media/f10231.txt>
</file>

<file path=ppt/media/f10232.txt>
</file>

<file path=ppt/media/f10233.txt>
</file>

<file path=ppt/media/f10234.txt>
</file>

<file path=ppt/media/f10235.txt>
</file>

<file path=ppt/media/f10236.txt>
</file>

<file path=ppt/media/f10237.txt>
</file>

<file path=ppt/media/f10238.txt>
</file>

<file path=ppt/media/f10239.txt>
</file>

<file path=ppt/media/f10240.txt>
</file>

<file path=ppt/media/f10241.txt>
</file>

<file path=ppt/media/f10242.txt>
</file>

<file path=ppt/media/f10243.txt>
</file>

<file path=ppt/media/f10244.txt>
</file>

<file path=ppt/media/f10245.txt>
</file>

<file path=ppt/media/f10246.txt>
</file>

<file path=ppt/media/f10247.txt>
</file>

<file path=ppt/media/f10248.txt>
</file>

<file path=ppt/media/f10249.txt>
</file>

<file path=ppt/media/f10250.txt>
</file>

<file path=ppt/media/f10251.txt>
</file>

<file path=ppt/media/f10252.txt>
</file>

<file path=ppt/media/f10253.txt>
</file>

<file path=ppt/media/f10254.txt>
</file>

<file path=ppt/media/f10255.txt>
</file>

<file path=ppt/media/f10256.txt>
</file>

<file path=ppt/media/f10257.txt>
</file>

<file path=ppt/media/f10258.txt>
</file>

<file path=ppt/media/f10259.txt>
</file>

<file path=ppt/media/f10260.txt>
</file>

<file path=ppt/media/f10261.txt>
</file>

<file path=ppt/media/f10262.txt>
</file>

<file path=ppt/media/f10263.txt>
</file>

<file path=ppt/media/f10264.txt>
</file>

<file path=ppt/media/f10265.txt>
</file>

<file path=ppt/media/f10266.txt>
</file>

<file path=ppt/media/f10267.txt>
</file>

<file path=ppt/media/f10268.txt>
</file>

<file path=ppt/media/f10269.txt>
</file>

<file path=ppt/media/f10270.txt>
</file>

<file path=ppt/media/f10271.txt>
</file>

<file path=ppt/media/f10272.txt>
</file>

<file path=ppt/media/f10273.txt>
</file>

<file path=ppt/media/f10274.txt>
</file>

<file path=ppt/media/f10275.txt>
</file>

<file path=ppt/media/f10276.txt>
</file>

<file path=ppt/media/f10277.txt>
</file>

<file path=ppt/media/f10278.txt>
</file>

<file path=ppt/media/f10279.txt>
</file>

<file path=ppt/media/f10280.txt>
</file>

<file path=ppt/media/f10281.txt>
</file>

<file path=ppt/media/f10282.txt>
</file>

<file path=ppt/media/f10283.txt>
</file>

<file path=ppt/media/f10284.txt>
</file>

<file path=ppt/media/f10285.txt>
</file>

<file path=ppt/media/f10286.txt>
</file>

<file path=ppt/media/f10287.txt>
</file>

<file path=ppt/media/f10288.txt>
</file>

<file path=ppt/media/f10289.txt>
</file>

<file path=ppt/media/f10290.txt>
</file>

<file path=ppt/media/f10291.txt>
</file>

<file path=ppt/media/f10292.txt>
</file>

<file path=ppt/media/f10293.txt>
</file>

<file path=ppt/media/f10294.txt>
</file>

<file path=ppt/media/f10295.txt>
</file>

<file path=ppt/media/f10296.txt>
</file>

<file path=ppt/media/f10297.txt>
</file>

<file path=ppt/media/f10298.txt>
</file>

<file path=ppt/media/f10299.txt>
</file>

<file path=ppt/media/f10300.txt>
</file>

<file path=ppt/media/f10301.txt>
</file>

<file path=ppt/media/f10302.txt>
</file>

<file path=ppt/media/f10303.txt>
</file>

<file path=ppt/media/f10304.txt>
</file>

<file path=ppt/media/f10305.txt>
</file>

<file path=ppt/media/f10306.txt>
</file>

<file path=ppt/media/f10307.txt>
</file>

<file path=ppt/media/f10308.txt>
</file>

<file path=ppt/media/f10309.txt>
</file>

<file path=ppt/media/f10310.txt>
</file>

<file path=ppt/media/f10311.txt>
</file>

<file path=ppt/media/f10312.txt>
</file>

<file path=ppt/media/f10313.txt>
</file>

<file path=ppt/media/f10314.txt>
</file>

<file path=ppt/media/f10315.txt>
</file>

<file path=ppt/media/f10316.txt>
</file>

<file path=ppt/media/f10317.txt>
</file>

<file path=ppt/media/f10318.txt>
</file>

<file path=ppt/media/f10319.txt>
</file>

<file path=ppt/media/f10320.txt>
</file>

<file path=ppt/media/f10321.txt>
</file>

<file path=ppt/media/f10322.txt>
</file>

<file path=ppt/media/f10323.txt>
</file>

<file path=ppt/media/f10324.txt>
</file>

<file path=ppt/media/f10325.txt>
</file>

<file path=ppt/media/f10326.txt>
</file>

<file path=ppt/media/f10327.txt>
</file>

<file path=ppt/media/f10328.txt>
</file>

<file path=ppt/media/f10329.txt>
</file>

<file path=ppt/media/f10330.txt>
</file>

<file path=ppt/media/f10331.txt>
</file>

<file path=ppt/media/f10332.txt>
</file>

<file path=ppt/media/f10333.txt>
</file>

<file path=ppt/media/f10334.txt>
</file>

<file path=ppt/media/f10335.txt>
</file>

<file path=ppt/media/f10336.txt>
</file>

<file path=ppt/media/f10337.txt>
</file>

<file path=ppt/media/f10338.txt>
</file>

<file path=ppt/media/f10339.txt>
</file>

<file path=ppt/media/f10340.txt>
</file>

<file path=ppt/media/f10341.txt>
</file>

<file path=ppt/media/f10342.txt>
</file>

<file path=ppt/media/f10343.txt>
</file>

<file path=ppt/media/f10344.txt>
</file>

<file path=ppt/media/f10345.txt>
</file>

<file path=ppt/media/f10346.txt>
</file>

<file path=ppt/media/f10347.txt>
</file>

<file path=ppt/media/f10348.txt>
</file>

<file path=ppt/media/f10349.txt>
</file>

<file path=ppt/media/f10350.txt>
</file>

<file path=ppt/media/f10351.txt>
</file>

<file path=ppt/media/f10352.txt>
</file>

<file path=ppt/media/f10353.txt>
</file>

<file path=ppt/media/f10354.txt>
</file>

<file path=ppt/media/f10355.txt>
</file>

<file path=ppt/media/f10356.txt>
</file>

<file path=ppt/media/f10357.txt>
</file>

<file path=ppt/media/f10358.txt>
</file>

<file path=ppt/media/f10359.txt>
</file>

<file path=ppt/media/f10360.txt>
</file>

<file path=ppt/media/f10361.txt>
</file>

<file path=ppt/media/f10362.txt>
</file>

<file path=ppt/media/f10363.txt>
</file>

<file path=ppt/media/f10364.txt>
</file>

<file path=ppt/media/f10365.txt>
</file>

<file path=ppt/media/f10366.txt>
</file>

<file path=ppt/media/f10367.txt>
</file>

<file path=ppt/media/f10368.txt>
</file>

<file path=ppt/media/f10369.txt>
</file>

<file path=ppt/media/f10370.txt>
</file>

<file path=ppt/media/f10371.txt>
</file>

<file path=ppt/media/f10372.txt>
</file>

<file path=ppt/media/f10373.txt>
</file>

<file path=ppt/media/f10374.txt>
</file>

<file path=ppt/media/f10375.txt>
</file>

<file path=ppt/media/f10376.txt>
</file>

<file path=ppt/media/f10377.txt>
</file>

<file path=ppt/media/f10378.txt>
</file>

<file path=ppt/media/f10379.txt>
</file>

<file path=ppt/media/f10380.txt>
</file>

<file path=ppt/media/f10381.txt>
</file>

<file path=ppt/media/f10382.txt>
</file>

<file path=ppt/media/f10383.txt>
</file>

<file path=ppt/media/f10384.txt>
</file>

<file path=ppt/media/f10385.txt>
</file>

<file path=ppt/media/f10386.txt>
</file>

<file path=ppt/media/f10387.txt>
</file>

<file path=ppt/media/f10388.txt>
</file>

<file path=ppt/media/f10389.txt>
</file>

<file path=ppt/media/f10390.txt>
</file>

<file path=ppt/media/f10391.txt>
</file>

<file path=ppt/media/f10392.txt>
</file>

<file path=ppt/media/f10393.txt>
</file>

<file path=ppt/media/f10394.txt>
</file>

<file path=ppt/media/f10395.txt>
</file>

<file path=ppt/media/f10396.txt>
</file>

<file path=ppt/media/f10397.txt>
</file>

<file path=ppt/media/f10398.txt>
</file>

<file path=ppt/media/f10399.txt>
</file>

<file path=ppt/media/f10400.txt>
</file>

<file path=ppt/media/f10401.txt>
</file>

<file path=ppt/media/f10402.txt>
</file>

<file path=ppt/media/f10403.txt>
</file>

<file path=ppt/media/f10404.txt>
</file>

<file path=ppt/media/f10405.txt>
</file>

<file path=ppt/media/f10406.txt>
</file>

<file path=ppt/media/f10407.txt>
</file>

<file path=ppt/media/f10408.txt>
</file>

<file path=ppt/media/f10409.txt>
</file>

<file path=ppt/media/f10410.txt>
</file>

<file path=ppt/media/f10411.txt>
</file>

<file path=ppt/media/f10412.txt>
</file>

<file path=ppt/media/f10413.txt>
</file>

<file path=ppt/media/f10414.txt>
</file>

<file path=ppt/media/f10415.txt>
</file>

<file path=ppt/media/f10416.txt>
</file>

<file path=ppt/media/f10417.txt>
</file>

<file path=ppt/media/f10418.txt>
</file>

<file path=ppt/media/f10419.txt>
</file>

<file path=ppt/media/f10420.txt>
</file>

<file path=ppt/media/f10421.txt>
</file>

<file path=ppt/media/f10422.txt>
</file>

<file path=ppt/media/f10423.txt>
</file>

<file path=ppt/media/f10424.txt>
</file>

<file path=ppt/media/f10425.txt>
</file>

<file path=ppt/media/f10426.txt>
</file>

<file path=ppt/media/f10427.txt>
</file>

<file path=ppt/media/f10428.txt>
</file>

<file path=ppt/media/f10429.txt>
</file>

<file path=ppt/media/f10430.txt>
</file>

<file path=ppt/media/f10431.txt>
</file>

<file path=ppt/media/f10432.txt>
</file>

<file path=ppt/media/f10433.txt>
</file>

<file path=ppt/media/f10434.txt>
</file>

<file path=ppt/media/f10435.txt>
</file>

<file path=ppt/media/f10436.txt>
</file>

<file path=ppt/media/f10437.txt>
</file>

<file path=ppt/media/f10438.txt>
</file>

<file path=ppt/media/f10439.txt>
</file>

<file path=ppt/media/f10440.txt>
</file>

<file path=ppt/media/f10441.txt>
</file>

<file path=ppt/media/f10442.txt>
</file>

<file path=ppt/media/f10443.txt>
</file>

<file path=ppt/media/f10444.txt>
</file>

<file path=ppt/media/f10445.txt>
</file>

<file path=ppt/media/f10446.txt>
</file>

<file path=ppt/media/f10447.txt>
</file>

<file path=ppt/media/f10448.txt>
</file>

<file path=ppt/media/f10449.txt>
</file>

<file path=ppt/media/f10450.txt>
</file>

<file path=ppt/media/f10451.txt>
</file>

<file path=ppt/media/f10452.txt>
</file>

<file path=ppt/media/f10453.txt>
</file>

<file path=ppt/media/f10454.txt>
</file>

<file path=ppt/media/f10455.txt>
</file>

<file path=ppt/media/f10456.txt>
</file>

<file path=ppt/media/f10457.txt>
</file>

<file path=ppt/media/f10458.txt>
</file>

<file path=ppt/media/f10459.txt>
</file>

<file path=ppt/media/f10460.txt>
</file>

<file path=ppt/media/f10461.txt>
</file>

<file path=ppt/media/f10462.txt>
</file>

<file path=ppt/media/f10463.txt>
</file>

<file path=ppt/media/f10464.txt>
</file>

<file path=ppt/media/f10465.txt>
</file>

<file path=ppt/media/f10466.txt>
</file>

<file path=ppt/media/f10467.txt>
</file>

<file path=ppt/media/f10468.txt>
</file>

<file path=ppt/media/f10469.txt>
</file>

<file path=ppt/media/f10470.txt>
</file>

<file path=ppt/media/f10471.txt>
</file>

<file path=ppt/media/f10472.txt>
</file>

<file path=ppt/media/f10473.txt>
</file>

<file path=ppt/media/f10474.txt>
</file>

<file path=ppt/media/f10475.txt>
</file>

<file path=ppt/media/f10476.txt>
</file>

<file path=ppt/media/f10477.txt>
</file>

<file path=ppt/media/f10478.txt>
</file>

<file path=ppt/media/f10479.txt>
</file>

<file path=ppt/media/f10480.txt>
</file>

<file path=ppt/media/f10481.txt>
</file>

<file path=ppt/media/f10482.txt>
</file>

<file path=ppt/media/f10483.txt>
</file>

<file path=ppt/media/f10484.txt>
</file>

<file path=ppt/media/f10485.txt>
</file>

<file path=ppt/media/f10486.txt>
</file>

<file path=ppt/media/f10487.txt>
</file>

<file path=ppt/media/f10488.txt>
</file>

<file path=ppt/media/f10489.txt>
</file>

<file path=ppt/media/f10490.txt>
</file>

<file path=ppt/media/f10491.txt>
</file>

<file path=ppt/media/f10492.txt>
</file>

<file path=ppt/media/f10493.txt>
</file>

<file path=ppt/media/f10494.txt>
</file>

<file path=ppt/media/f10495.txt>
</file>

<file path=ppt/media/f10496.txt>
</file>

<file path=ppt/media/f10497.txt>
</file>

<file path=ppt/media/f10498.txt>
</file>

<file path=ppt/media/f10499.txt>
</file>

<file path=ppt/media/f10500.txt>
</file>

<file path=ppt/media/f10501.txt>
</file>

<file path=ppt/media/f10502.txt>
</file>

<file path=ppt/media/f10503.txt>
</file>

<file path=ppt/media/f10504.txt>
</file>

<file path=ppt/media/f10505.txt>
</file>

<file path=ppt/media/f10506.txt>
</file>

<file path=ppt/media/f10507.txt>
</file>

<file path=ppt/media/f10508.txt>
</file>

<file path=ppt/media/f10509.txt>
</file>

<file path=ppt/media/f10510.txt>
</file>

<file path=ppt/media/f10511.txt>
</file>

<file path=ppt/media/f10512.txt>
</file>

<file path=ppt/media/f10513.txt>
</file>

<file path=ppt/media/f10514.txt>
</file>

<file path=ppt/media/f10515.txt>
</file>

<file path=ppt/media/f10516.txt>
</file>

<file path=ppt/media/f10517.txt>
</file>

<file path=ppt/media/f10518.txt>
</file>

<file path=ppt/media/f10519.txt>
</file>

<file path=ppt/media/f10520.txt>
</file>

<file path=ppt/media/f10521.txt>
</file>

<file path=ppt/media/f10522.txt>
</file>

<file path=ppt/media/f10523.txt>
</file>

<file path=ppt/media/f10524.txt>
</file>

<file path=ppt/media/f10525.txt>
</file>

<file path=ppt/media/f10526.txt>
</file>

<file path=ppt/media/f10527.txt>
</file>

<file path=ppt/media/f10528.txt>
</file>

<file path=ppt/media/f10529.txt>
</file>

<file path=ppt/media/f10530.txt>
</file>

<file path=ppt/media/f10531.txt>
</file>

<file path=ppt/media/f10532.txt>
</file>

<file path=ppt/media/f10533.txt>
</file>

<file path=ppt/media/f10534.txt>
</file>

<file path=ppt/media/f10535.txt>
</file>

<file path=ppt/media/f10536.txt>
</file>

<file path=ppt/media/f10537.txt>
</file>

<file path=ppt/media/f10538.txt>
</file>

<file path=ppt/media/f10539.txt>
</file>

<file path=ppt/media/f10540.txt>
</file>

<file path=ppt/media/f10541.txt>
</file>

<file path=ppt/media/f10542.txt>
</file>

<file path=ppt/media/f10543.txt>
</file>

<file path=ppt/media/f10544.txt>
</file>

<file path=ppt/media/f10545.txt>
</file>

<file path=ppt/media/f10546.txt>
</file>

<file path=ppt/media/f10547.txt>
</file>

<file path=ppt/media/f10548.txt>
</file>

<file path=ppt/media/f10549.txt>
</file>

<file path=ppt/media/f10550.txt>
</file>

<file path=ppt/media/f10551.txt>
</file>

<file path=ppt/media/f10552.txt>
</file>

<file path=ppt/media/f10553.txt>
</file>

<file path=ppt/media/f10554.txt>
</file>

<file path=ppt/media/f10555.txt>
</file>

<file path=ppt/media/f10556.txt>
</file>

<file path=ppt/media/f10557.txt>
</file>

<file path=ppt/media/f10558.txt>
</file>

<file path=ppt/media/f10559.txt>
</file>

<file path=ppt/media/f10560.txt>
</file>

<file path=ppt/media/f10561.txt>
</file>

<file path=ppt/media/f10562.txt>
</file>

<file path=ppt/media/f10563.txt>
</file>

<file path=ppt/media/f10564.txt>
</file>

<file path=ppt/media/f10565.txt>
</file>

<file path=ppt/media/f10566.txt>
</file>

<file path=ppt/media/f10567.txt>
</file>

<file path=ppt/media/f10568.txt>
</file>

<file path=ppt/media/f10569.txt>
</file>

<file path=ppt/media/f10570.txt>
</file>

<file path=ppt/media/f10571.txt>
</file>

<file path=ppt/media/f10572.txt>
</file>

<file path=ppt/media/f10573.txt>
</file>

<file path=ppt/media/f10574.txt>
</file>

<file path=ppt/media/f10575.txt>
</file>

<file path=ppt/media/f10576.txt>
</file>

<file path=ppt/media/f10577.txt>
</file>

<file path=ppt/media/f10578.txt>
</file>

<file path=ppt/media/f10579.txt>
</file>

<file path=ppt/media/f10580.txt>
</file>

<file path=ppt/media/f10581.txt>
</file>

<file path=ppt/media/f10582.txt>
</file>

<file path=ppt/media/f10583.txt>
</file>

<file path=ppt/media/f10584.txt>
</file>

<file path=ppt/media/f10585.txt>
</file>

<file path=ppt/media/f10586.txt>
</file>

<file path=ppt/media/f10587.txt>
</file>

<file path=ppt/media/f10588.txt>
</file>

<file path=ppt/media/f10589.txt>
</file>

<file path=ppt/media/f10590.txt>
</file>

<file path=ppt/media/f10591.txt>
</file>

<file path=ppt/media/f10592.txt>
</file>

<file path=ppt/media/f10593.txt>
</file>

<file path=ppt/media/f10594.txt>
</file>

<file path=ppt/media/f10595.txt>
</file>

<file path=ppt/media/f10596.txt>
</file>

<file path=ppt/media/f10597.txt>
</file>

<file path=ppt/media/f10598.txt>
</file>

<file path=ppt/media/f10599.txt>
</file>

<file path=ppt/media/f10600.txt>
</file>

<file path=ppt/media/f10601.txt>
</file>

<file path=ppt/media/f10602.txt>
</file>

<file path=ppt/media/f10603.txt>
</file>

<file path=ppt/media/f10604.txt>
</file>

<file path=ppt/media/f10605.txt>
</file>

<file path=ppt/media/f10606.txt>
</file>

<file path=ppt/media/f10607.txt>
</file>

<file path=ppt/media/f10608.txt>
</file>

<file path=ppt/media/f10609.txt>
</file>

<file path=ppt/media/f10610.txt>
</file>

<file path=ppt/media/f10611.txt>
</file>

<file path=ppt/media/f10612.txt>
</file>

<file path=ppt/media/f10613.txt>
</file>

<file path=ppt/media/f10614.txt>
</file>

<file path=ppt/media/f10615.txt>
</file>

<file path=ppt/media/f10616.txt>
</file>

<file path=ppt/media/f10617.txt>
</file>

<file path=ppt/media/f10618.txt>
</file>

<file path=ppt/media/f10619.txt>
</file>

<file path=ppt/media/f10620.txt>
</file>

<file path=ppt/media/f10621.txt>
</file>

<file path=ppt/media/f10622.txt>
</file>

<file path=ppt/media/f10623.txt>
</file>

<file path=ppt/media/f10624.txt>
</file>

<file path=ppt/media/f10625.txt>
</file>

<file path=ppt/media/f10626.txt>
</file>

<file path=ppt/media/f10627.txt>
</file>

<file path=ppt/media/f10628.txt>
</file>

<file path=ppt/media/f10629.txt>
</file>

<file path=ppt/media/f10630.txt>
</file>

<file path=ppt/media/f10631.txt>
</file>

<file path=ppt/media/f10632.txt>
</file>

<file path=ppt/media/f10633.txt>
</file>

<file path=ppt/media/f10634.txt>
</file>

<file path=ppt/media/f10635.txt>
</file>

<file path=ppt/media/f10636.txt>
</file>

<file path=ppt/media/f10637.txt>
</file>

<file path=ppt/media/f10638.txt>
</file>

<file path=ppt/media/f10639.txt>
</file>

<file path=ppt/media/f10640.txt>
</file>

<file path=ppt/media/f10641.txt>
</file>

<file path=ppt/media/f10642.txt>
</file>

<file path=ppt/media/f10643.txt>
</file>

<file path=ppt/media/f10644.txt>
</file>

<file path=ppt/media/f10645.txt>
</file>

<file path=ppt/media/f10646.txt>
</file>

<file path=ppt/media/f10647.txt>
</file>

<file path=ppt/media/f10648.txt>
</file>

<file path=ppt/media/f10649.txt>
</file>

<file path=ppt/media/f10650.txt>
</file>

<file path=ppt/media/f10651.txt>
</file>

<file path=ppt/media/f10652.txt>
</file>

<file path=ppt/media/f10653.txt>
</file>

<file path=ppt/media/f10654.txt>
</file>

<file path=ppt/media/f10655.txt>
</file>

<file path=ppt/media/f10656.txt>
</file>

<file path=ppt/media/f10657.txt>
</file>

<file path=ppt/media/f10658.txt>
</file>

<file path=ppt/media/f10659.txt>
</file>

<file path=ppt/media/f10660.txt>
</file>

<file path=ppt/media/f10661.txt>
</file>

<file path=ppt/media/f10662.txt>
</file>

<file path=ppt/media/f10663.txt>
</file>

<file path=ppt/media/f10664.txt>
</file>

<file path=ppt/media/f10665.txt>
</file>

<file path=ppt/media/f10666.txt>
</file>

<file path=ppt/media/f10667.txt>
</file>

<file path=ppt/media/f10668.txt>
</file>

<file path=ppt/media/f10669.txt>
</file>

<file path=ppt/media/f10670.txt>
</file>

<file path=ppt/media/f10671.txt>
</file>

<file path=ppt/media/f10672.txt>
</file>

<file path=ppt/media/f10673.txt>
</file>

<file path=ppt/media/f10674.txt>
</file>

<file path=ppt/media/f10675.txt>
</file>

<file path=ppt/media/f10676.txt>
</file>

<file path=ppt/media/f10677.txt>
</file>

<file path=ppt/media/f10678.txt>
</file>

<file path=ppt/media/f10679.txt>
</file>

<file path=ppt/media/f10680.txt>
</file>

<file path=ppt/media/f10681.txt>
</file>

<file path=ppt/media/f10682.txt>
</file>

<file path=ppt/media/f10683.txt>
</file>

<file path=ppt/media/f10684.txt>
</file>

<file path=ppt/media/f10685.txt>
</file>

<file path=ppt/media/f10686.txt>
</file>

<file path=ppt/media/f10687.txt>
</file>

<file path=ppt/media/f10688.txt>
</file>

<file path=ppt/media/f10689.txt>
</file>

<file path=ppt/media/f10690.txt>
</file>

<file path=ppt/media/f10691.txt>
</file>

<file path=ppt/media/f10692.txt>
</file>

<file path=ppt/media/f10693.txt>
</file>

<file path=ppt/media/f10694.txt>
</file>

<file path=ppt/media/f10695.txt>
</file>

<file path=ppt/media/f10696.txt>
</file>

<file path=ppt/media/f10697.txt>
</file>

<file path=ppt/media/f10698.txt>
</file>

<file path=ppt/media/f10699.txt>
</file>

<file path=ppt/media/f10700.txt>
</file>

<file path=ppt/media/f10701.txt>
</file>

<file path=ppt/media/f10702.txt>
</file>

<file path=ppt/media/f10703.txt>
</file>

<file path=ppt/media/f10704.txt>
</file>

<file path=ppt/media/f10705.txt>
</file>

<file path=ppt/media/f10706.txt>
</file>

<file path=ppt/media/f10707.txt>
</file>

<file path=ppt/media/f10708.txt>
</file>

<file path=ppt/media/f10709.txt>
</file>

<file path=ppt/media/f10710.txt>
</file>

<file path=ppt/media/f10711.txt>
</file>

<file path=ppt/media/f10712.txt>
</file>

<file path=ppt/media/f10713.txt>
</file>

<file path=ppt/media/f10714.txt>
</file>

<file path=ppt/media/f10715.txt>
</file>

<file path=ppt/media/f10716.txt>
</file>

<file path=ppt/media/f10717.txt>
</file>

<file path=ppt/media/f10718.txt>
</file>

<file path=ppt/media/f10719.txt>
</file>

<file path=ppt/media/f10720.txt>
</file>

<file path=ppt/media/f10721.txt>
</file>

<file path=ppt/media/f10722.txt>
</file>

<file path=ppt/media/f10723.txt>
</file>

<file path=ppt/media/f10724.txt>
</file>

<file path=ppt/media/f10725.txt>
</file>

<file path=ppt/media/f10726.txt>
</file>

<file path=ppt/media/f10727.txt>
</file>

<file path=ppt/media/f10728.txt>
</file>

<file path=ppt/media/f10729.txt>
</file>

<file path=ppt/media/f10730.txt>
</file>

<file path=ppt/media/f10731.txt>
</file>

<file path=ppt/media/f10732.txt>
</file>

<file path=ppt/media/f10733.txt>
</file>

<file path=ppt/media/f10734.txt>
</file>

<file path=ppt/media/f10735.txt>
</file>

<file path=ppt/media/f10736.txt>
</file>

<file path=ppt/media/f10737.txt>
</file>

<file path=ppt/media/f10738.txt>
</file>

<file path=ppt/media/f10739.txt>
</file>

<file path=ppt/media/f10740.txt>
</file>

<file path=ppt/media/f10741.txt>
</file>

<file path=ppt/media/f10742.txt>
</file>

<file path=ppt/media/f10743.txt>
</file>

<file path=ppt/media/f10744.txt>
</file>

<file path=ppt/media/f10745.txt>
</file>

<file path=ppt/media/f10746.txt>
</file>

<file path=ppt/media/f10747.txt>
</file>

<file path=ppt/media/f10748.txt>
</file>

<file path=ppt/media/f10749.txt>
</file>

<file path=ppt/media/f10750.txt>
</file>

<file path=ppt/media/f10751.txt>
</file>

<file path=ppt/media/f10752.txt>
</file>

<file path=ppt/media/f10753.txt>
</file>

<file path=ppt/media/f10754.txt>
</file>

<file path=ppt/media/f10755.txt>
</file>

<file path=ppt/media/f10756.txt>
</file>

<file path=ppt/media/f10757.txt>
</file>

<file path=ppt/media/f10758.txt>
</file>

<file path=ppt/media/f10759.txt>
</file>

<file path=ppt/media/f10760.txt>
</file>

<file path=ppt/media/f10761.txt>
</file>

<file path=ppt/media/f10762.txt>
</file>

<file path=ppt/media/f10763.txt>
</file>

<file path=ppt/media/f10764.txt>
</file>

<file path=ppt/media/f10765.txt>
</file>

<file path=ppt/media/f10766.txt>
</file>

<file path=ppt/media/f10767.txt>
</file>

<file path=ppt/media/f10768.txt>
</file>

<file path=ppt/media/f10769.txt>
</file>

<file path=ppt/media/f10770.txt>
</file>

<file path=ppt/media/f10771.txt>
</file>

<file path=ppt/media/f10772.txt>
</file>

<file path=ppt/media/f10773.txt>
</file>

<file path=ppt/media/f10774.txt>
</file>

<file path=ppt/media/f10775.txt>
</file>

<file path=ppt/media/f10776.txt>
</file>

<file path=ppt/media/f10777.txt>
</file>

<file path=ppt/media/f10778.txt>
</file>

<file path=ppt/media/f10779.txt>
</file>

<file path=ppt/media/f10780.txt>
</file>

<file path=ppt/media/f10781.txt>
</file>

<file path=ppt/media/f10782.txt>
</file>

<file path=ppt/media/f10783.txt>
</file>

<file path=ppt/media/f10784.txt>
</file>

<file path=ppt/media/f10785.txt>
</file>

<file path=ppt/media/f10786.txt>
</file>

<file path=ppt/media/f10787.txt>
</file>

<file path=ppt/media/f10788.txt>
</file>

<file path=ppt/media/f10789.txt>
</file>

<file path=ppt/media/f10790.txt>
</file>

<file path=ppt/media/f10791.txt>
</file>

<file path=ppt/media/f10792.txt>
</file>

<file path=ppt/media/f10793.txt>
</file>

<file path=ppt/media/f10794.txt>
</file>

<file path=ppt/media/f10795.txt>
</file>

<file path=ppt/media/f10796.txt>
</file>

<file path=ppt/media/f10797.txt>
</file>

<file path=ppt/media/f10798.txt>
</file>

<file path=ppt/media/f10799.txt>
</file>

<file path=ppt/media/f10800.txt>
</file>

<file path=ppt/media/f10801.txt>
</file>

<file path=ppt/media/f10802.txt>
</file>

<file path=ppt/media/f10803.txt>
</file>

<file path=ppt/media/f10804.txt>
</file>

<file path=ppt/media/f10805.txt>
</file>

<file path=ppt/media/f10806.txt>
</file>

<file path=ppt/media/f10807.txt>
</file>

<file path=ppt/media/f10808.txt>
</file>

<file path=ppt/media/f10809.txt>
</file>

<file path=ppt/media/f10810.txt>
</file>

<file path=ppt/media/f10811.txt>
</file>

<file path=ppt/media/f10812.txt>
</file>

<file path=ppt/media/f10813.txt>
</file>

<file path=ppt/media/f10814.txt>
</file>

<file path=ppt/media/f10815.txt>
</file>

<file path=ppt/media/f10816.txt>
</file>

<file path=ppt/media/f10817.txt>
</file>

<file path=ppt/media/f10818.txt>
</file>

<file path=ppt/media/f10819.txt>
</file>

<file path=ppt/media/f10820.txt>
</file>

<file path=ppt/media/f10821.txt>
</file>

<file path=ppt/media/f10822.txt>
</file>

<file path=ppt/media/f10823.txt>
</file>

<file path=ppt/media/f10824.txt>
</file>

<file path=ppt/media/f10825.txt>
</file>

<file path=ppt/media/f10826.txt>
</file>

<file path=ppt/media/f10827.txt>
</file>

<file path=ppt/media/f10828.txt>
</file>

<file path=ppt/media/f10829.txt>
</file>

<file path=ppt/media/f10830.txt>
</file>

<file path=ppt/media/f10831.txt>
</file>

<file path=ppt/media/f10832.txt>
</file>

<file path=ppt/media/f10833.txt>
</file>

<file path=ppt/media/f10834.txt>
</file>

<file path=ppt/media/f10835.txt>
</file>

<file path=ppt/media/f10836.txt>
</file>

<file path=ppt/media/f10837.txt>
</file>

<file path=ppt/media/f10838.txt>
</file>

<file path=ppt/media/f10839.txt>
</file>

<file path=ppt/media/f10840.txt>
</file>

<file path=ppt/media/f10841.txt>
</file>

<file path=ppt/media/f10842.txt>
</file>

<file path=ppt/media/f10843.txt>
</file>

<file path=ppt/media/f10844.txt>
</file>

<file path=ppt/media/f10845.txt>
</file>

<file path=ppt/media/f10846.txt>
</file>

<file path=ppt/media/f10847.txt>
</file>

<file path=ppt/media/f10848.txt>
</file>

<file path=ppt/media/f10849.txt>
</file>

<file path=ppt/media/f10850.txt>
</file>

<file path=ppt/media/f10851.txt>
</file>

<file path=ppt/media/f10852.txt>
</file>

<file path=ppt/media/f10853.txt>
</file>

<file path=ppt/media/f10854.txt>
</file>

<file path=ppt/media/f10855.txt>
</file>

<file path=ppt/media/f10856.txt>
</file>

<file path=ppt/media/f10857.txt>
</file>

<file path=ppt/media/f10858.txt>
</file>

<file path=ppt/media/f10859.txt>
</file>

<file path=ppt/media/f10860.txt>
</file>

<file path=ppt/media/f10861.txt>
</file>

<file path=ppt/media/f10862.txt>
</file>

<file path=ppt/media/f10863.txt>
</file>

<file path=ppt/media/f10864.txt>
</file>

<file path=ppt/media/f10865.txt>
</file>

<file path=ppt/media/f10866.txt>
</file>

<file path=ppt/media/f10867.txt>
</file>

<file path=ppt/media/f10868.txt>
</file>

<file path=ppt/media/f10869.txt>
</file>

<file path=ppt/media/f10870.txt>
</file>

<file path=ppt/media/f10871.txt>
</file>

<file path=ppt/media/f10872.txt>
</file>

<file path=ppt/media/f10873.txt>
</file>

<file path=ppt/media/f10874.txt>
</file>

<file path=ppt/media/f10875.txt>
</file>

<file path=ppt/media/f10876.txt>
</file>

<file path=ppt/media/f10877.txt>
</file>

<file path=ppt/media/f10878.txt>
</file>

<file path=ppt/media/f10879.txt>
</file>

<file path=ppt/media/f10880.txt>
</file>

<file path=ppt/media/f10881.txt>
</file>

<file path=ppt/media/f10882.txt>
</file>

<file path=ppt/media/f10883.txt>
</file>

<file path=ppt/media/f10884.txt>
</file>

<file path=ppt/media/f10885.txt>
</file>

<file path=ppt/media/f10886.txt>
</file>

<file path=ppt/media/f10887.txt>
</file>

<file path=ppt/media/f10888.txt>
</file>

<file path=ppt/media/f10889.txt>
</file>

<file path=ppt/media/f10890.txt>
</file>

<file path=ppt/media/f10891.txt>
</file>

<file path=ppt/media/f10892.txt>
</file>

<file path=ppt/media/f10893.txt>
</file>

<file path=ppt/media/f10894.txt>
</file>

<file path=ppt/media/f10895.txt>
</file>

<file path=ppt/media/f10896.txt>
</file>

<file path=ppt/media/f10897.txt>
</file>

<file path=ppt/media/f10898.txt>
</file>

<file path=ppt/media/f10899.txt>
</file>

<file path=ppt/media/f10900.txt>
</file>

<file path=ppt/media/f10901.txt>
</file>

<file path=ppt/media/f10902.txt>
</file>

<file path=ppt/media/f10903.txt>
</file>

<file path=ppt/media/f10904.txt>
</file>

<file path=ppt/media/f10905.txt>
</file>

<file path=ppt/media/f10906.txt>
</file>

<file path=ppt/media/f10907.txt>
</file>

<file path=ppt/media/f10908.txt>
</file>

<file path=ppt/media/f10909.txt>
</file>

<file path=ppt/media/f10910.txt>
</file>

<file path=ppt/media/f10911.txt>
</file>

<file path=ppt/media/f10912.txt>
</file>

<file path=ppt/media/f10913.txt>
</file>

<file path=ppt/media/f10914.txt>
</file>

<file path=ppt/media/f10915.txt>
</file>

<file path=ppt/media/f10916.txt>
</file>

<file path=ppt/media/f10917.txt>
</file>

<file path=ppt/media/f10918.txt>
</file>

<file path=ppt/media/f10919.txt>
</file>

<file path=ppt/media/f10920.txt>
</file>

<file path=ppt/media/f10921.txt>
</file>

<file path=ppt/media/f10922.txt>
</file>

<file path=ppt/media/f10923.txt>
</file>

<file path=ppt/media/f10924.txt>
</file>

<file path=ppt/media/f10925.txt>
</file>

<file path=ppt/media/f10926.txt>
</file>

<file path=ppt/media/f10927.txt>
</file>

<file path=ppt/media/f10928.txt>
</file>

<file path=ppt/media/f10929.txt>
</file>

<file path=ppt/media/f10930.txt>
</file>

<file path=ppt/media/f10931.txt>
</file>

<file path=ppt/media/f10932.txt>
</file>

<file path=ppt/media/f10933.txt>
</file>

<file path=ppt/media/f10934.txt>
</file>

<file path=ppt/media/f10935.txt>
</file>

<file path=ppt/media/f10936.txt>
</file>

<file path=ppt/media/f10937.txt>
</file>

<file path=ppt/media/f10938.txt>
</file>

<file path=ppt/media/f10939.txt>
</file>

<file path=ppt/media/f10940.txt>
</file>

<file path=ppt/media/f10941.txt>
</file>

<file path=ppt/media/f10942.txt>
</file>

<file path=ppt/media/f10943.txt>
</file>

<file path=ppt/media/f10944.txt>
</file>

<file path=ppt/media/f10945.txt>
</file>

<file path=ppt/media/f10946.txt>
</file>

<file path=ppt/media/f10947.txt>
</file>

<file path=ppt/media/f10948.txt>
</file>

<file path=ppt/media/f10949.txt>
</file>

<file path=ppt/media/f10950.txt>
</file>

<file path=ppt/media/f10951.txt>
</file>

<file path=ppt/media/f10952.txt>
</file>

<file path=ppt/media/f10953.txt>
</file>

<file path=ppt/media/f10954.txt>
</file>

<file path=ppt/media/f10955.txt>
</file>

<file path=ppt/media/f10956.txt>
</file>

<file path=ppt/media/f10957.txt>
</file>

<file path=ppt/media/f10958.txt>
</file>

<file path=ppt/media/f10959.txt>
</file>

<file path=ppt/media/f10960.txt>
</file>

<file path=ppt/media/f10961.txt>
</file>

<file path=ppt/media/f10962.txt>
</file>

<file path=ppt/media/f10963.txt>
</file>

<file path=ppt/media/f10964.txt>
</file>

<file path=ppt/media/f10965.txt>
</file>

<file path=ppt/media/f10966.txt>
</file>

<file path=ppt/media/f10967.txt>
</file>

<file path=ppt/media/f10968.txt>
</file>

<file path=ppt/media/f10969.txt>
</file>

<file path=ppt/media/f10970.txt>
</file>

<file path=ppt/media/f10971.txt>
</file>

<file path=ppt/media/f10972.txt>
</file>

<file path=ppt/media/f10973.txt>
</file>

<file path=ppt/media/f10974.txt>
</file>

<file path=ppt/media/f10975.txt>
</file>

<file path=ppt/media/f10976.txt>
</file>

<file path=ppt/media/f10977.txt>
</file>

<file path=ppt/media/f10978.txt>
</file>

<file path=ppt/media/f10979.txt>
</file>

<file path=ppt/media/f10980.txt>
</file>

<file path=ppt/media/f10981.txt>
</file>

<file path=ppt/media/f10982.txt>
</file>

<file path=ppt/media/f10983.txt>
</file>

<file path=ppt/media/f10984.txt>
</file>

<file path=ppt/media/f10985.txt>
</file>

<file path=ppt/media/f10986.txt>
</file>

<file path=ppt/media/f10987.txt>
</file>

<file path=ppt/media/f10988.txt>
</file>

<file path=ppt/media/f10989.txt>
</file>

<file path=ppt/media/f10990.txt>
</file>

<file path=ppt/media/f10991.txt>
</file>

<file path=ppt/media/f10992.txt>
</file>

<file path=ppt/media/f10993.txt>
</file>

<file path=ppt/media/f10994.txt>
</file>

<file path=ppt/media/f10995.txt>
</file>

<file path=ppt/media/f10996.txt>
</file>

<file path=ppt/media/f10997.txt>
</file>

<file path=ppt/media/f10998.txt>
</file>

<file path=ppt/media/f10999.txt>
</file>

<file path=ppt/media/f11000.txt>
</file>

<file path=ppt/media/f11001.txt>
</file>

<file path=ppt/media/f11002.txt>
</file>

<file path=ppt/media/f11003.txt>
</file>

<file path=ppt/media/f11004.txt>
</file>

<file path=ppt/media/f11005.txt>
</file>

<file path=ppt/media/f11006.txt>
</file>

<file path=ppt/media/f11007.txt>
</file>

<file path=ppt/media/f11008.txt>
</file>

<file path=ppt/media/f11009.txt>
</file>

<file path=ppt/media/f11010.txt>
</file>

<file path=ppt/media/f11011.txt>
</file>

<file path=ppt/media/f11012.txt>
</file>

<file path=ppt/media/f11013.txt>
</file>

<file path=ppt/media/f11014.txt>
</file>

<file path=ppt/media/f11015.txt>
</file>

<file path=ppt/media/f11016.txt>
</file>

<file path=ppt/media/f11017.txt>
</file>

<file path=ppt/media/f11018.txt>
</file>

<file path=ppt/media/f11019.txt>
</file>

<file path=ppt/media/f11020.txt>
</file>

<file path=ppt/media/f11021.txt>
</file>

<file path=ppt/media/f11022.txt>
</file>

<file path=ppt/media/f11023.txt>
</file>

<file path=ppt/media/f11024.txt>
</file>

<file path=ppt/media/f11025.txt>
</file>

<file path=ppt/media/f11026.txt>
</file>

<file path=ppt/media/f11027.txt>
</file>

<file path=ppt/media/f11028.txt>
</file>

<file path=ppt/media/f11029.txt>
</file>

<file path=ppt/media/f11030.txt>
</file>

<file path=ppt/media/f11031.txt>
</file>

<file path=ppt/media/f11032.txt>
</file>

<file path=ppt/media/f11033.txt>
</file>

<file path=ppt/media/f11034.txt>
</file>

<file path=ppt/media/f11035.txt>
</file>

<file path=ppt/media/f11036.txt>
</file>

<file path=ppt/media/f11037.txt>
</file>

<file path=ppt/media/f11038.txt>
</file>

<file path=ppt/media/f11039.txt>
</file>

<file path=ppt/media/f11040.txt>
</file>

<file path=ppt/media/f11041.txt>
</file>

<file path=ppt/media/f11042.txt>
</file>

<file path=ppt/media/f11043.txt>
</file>

<file path=ppt/media/f11044.txt>
</file>

<file path=ppt/media/f11045.txt>
</file>

<file path=ppt/media/f11046.txt>
</file>

<file path=ppt/media/f11047.txt>
</file>

<file path=ppt/media/f11048.txt>
</file>

<file path=ppt/media/f11049.txt>
</file>

<file path=ppt/media/f11050.txt>
</file>

<file path=ppt/media/f11051.txt>
</file>

<file path=ppt/media/f11052.txt>
</file>

<file path=ppt/media/f11053.txt>
</file>

<file path=ppt/media/f11054.txt>
</file>

<file path=ppt/media/f11055.txt>
</file>

<file path=ppt/media/f11056.txt>
</file>

<file path=ppt/media/f11057.txt>
</file>

<file path=ppt/media/f11058.txt>
</file>

<file path=ppt/media/f11059.txt>
</file>

<file path=ppt/media/f11060.txt>
</file>

<file path=ppt/media/f11061.txt>
</file>

<file path=ppt/media/f11062.txt>
</file>

<file path=ppt/media/f11063.txt>
</file>

<file path=ppt/media/f11064.txt>
</file>

<file path=ppt/media/f11065.txt>
</file>

<file path=ppt/media/f11066.txt>
</file>

<file path=ppt/media/f11067.txt>
</file>

<file path=ppt/media/f11068.txt>
</file>

<file path=ppt/media/f11069.txt>
</file>

<file path=ppt/media/f11070.txt>
</file>

<file path=ppt/media/f11071.txt>
</file>

<file path=ppt/media/f11072.txt>
</file>

<file path=ppt/media/f11073.txt>
</file>

<file path=ppt/media/f11074.txt>
</file>

<file path=ppt/media/f11075.txt>
</file>

<file path=ppt/media/f11076.txt>
</file>

<file path=ppt/media/f11077.txt>
</file>

<file path=ppt/media/f11078.txt>
</file>

<file path=ppt/media/f11079.txt>
</file>

<file path=ppt/media/f11080.txt>
</file>

<file path=ppt/media/f11081.txt>
</file>

<file path=ppt/media/f11082.txt>
</file>

<file path=ppt/media/f11083.txt>
</file>

<file path=ppt/media/f11084.txt>
</file>

<file path=ppt/media/f11085.txt>
</file>

<file path=ppt/media/f11086.txt>
</file>

<file path=ppt/media/f11087.txt>
</file>

<file path=ppt/media/f11088.txt>
</file>

<file path=ppt/media/f11089.txt>
</file>

<file path=ppt/media/f11090.txt>
</file>

<file path=ppt/media/f11091.txt>
</file>

<file path=ppt/media/f11092.txt>
</file>

<file path=ppt/media/f11093.txt>
</file>

<file path=ppt/media/f11094.txt>
</file>

<file path=ppt/media/f11095.txt>
</file>

<file path=ppt/media/f11096.txt>
</file>

<file path=ppt/media/f11097.txt>
</file>

<file path=ppt/media/f11098.txt>
</file>

<file path=ppt/media/f11099.txt>
</file>

<file path=ppt/media/f11100.txt>
</file>

<file path=ppt/media/f11101.txt>
</file>

<file path=ppt/media/f11102.txt>
</file>

<file path=ppt/media/f11103.txt>
</file>

<file path=ppt/media/f11104.txt>
</file>

<file path=ppt/media/f11105.txt>
</file>

<file path=ppt/media/f11106.txt>
</file>

<file path=ppt/media/f11107.txt>
</file>

<file path=ppt/media/f11108.txt>
</file>

<file path=ppt/media/f11109.txt>
</file>

<file path=ppt/media/f11110.txt>
</file>

<file path=ppt/media/f11111.txt>
</file>

<file path=ppt/media/f11112.txt>
</file>

<file path=ppt/media/f11113.txt>
</file>

<file path=ppt/media/f11114.txt>
</file>

<file path=ppt/media/f11115.txt>
</file>

<file path=ppt/media/f11116.txt>
</file>

<file path=ppt/media/f11117.txt>
</file>

<file path=ppt/media/f11118.txt>
</file>

<file path=ppt/media/f11119.txt>
</file>

<file path=ppt/media/f11120.txt>
</file>

<file path=ppt/media/f11121.txt>
</file>

<file path=ppt/media/f11122.txt>
</file>

<file path=ppt/media/f11123.txt>
</file>

<file path=ppt/media/f11124.txt>
</file>

<file path=ppt/media/f11125.txt>
</file>

<file path=ppt/media/f11126.txt>
</file>

<file path=ppt/media/f11127.txt>
</file>

<file path=ppt/media/f11128.txt>
</file>

<file path=ppt/media/f11129.txt>
</file>

<file path=ppt/media/f11130.txt>
</file>

<file path=ppt/media/f11131.txt>
</file>

<file path=ppt/media/f11132.txt>
</file>

<file path=ppt/media/f11133.txt>
</file>

<file path=ppt/media/f11134.txt>
</file>

<file path=ppt/media/f11135.txt>
</file>

<file path=ppt/media/f11136.txt>
</file>

<file path=ppt/media/f11137.txt>
</file>

<file path=ppt/media/f11138.txt>
</file>

<file path=ppt/media/f11139.txt>
</file>

<file path=ppt/media/f11140.txt>
</file>

<file path=ppt/media/f11141.txt>
</file>

<file path=ppt/media/f11142.txt>
</file>

<file path=ppt/media/f11143.txt>
</file>

<file path=ppt/media/f11144.txt>
</file>

<file path=ppt/media/f11145.txt>
</file>

<file path=ppt/media/f11146.txt>
</file>

<file path=ppt/media/f11147.txt>
</file>

<file path=ppt/media/f11148.txt>
</file>

<file path=ppt/media/f11149.txt>
</file>

<file path=ppt/media/f11150.txt>
</file>

<file path=ppt/media/f11151.txt>
</file>

<file path=ppt/media/f11152.txt>
</file>

<file path=ppt/media/f11153.txt>
</file>

<file path=ppt/media/f11154.txt>
</file>

<file path=ppt/media/f11155.txt>
</file>

<file path=ppt/media/f11156.txt>
</file>

<file path=ppt/media/f11157.txt>
</file>

<file path=ppt/media/f11158.txt>
</file>

<file path=ppt/media/f11159.txt>
</file>

<file path=ppt/media/f11160.txt>
</file>

<file path=ppt/media/f11161.txt>
</file>

<file path=ppt/media/f11162.txt>
</file>

<file path=ppt/media/f11163.txt>
</file>

<file path=ppt/media/f11164.txt>
</file>

<file path=ppt/media/f11165.txt>
</file>

<file path=ppt/media/f11166.txt>
</file>

<file path=ppt/media/f11167.txt>
</file>

<file path=ppt/media/f11168.txt>
</file>

<file path=ppt/media/f11169.txt>
</file>

<file path=ppt/media/f11170.txt>
</file>

<file path=ppt/media/f11171.txt>
</file>

<file path=ppt/media/f11172.txt>
</file>

<file path=ppt/media/f11173.txt>
</file>

<file path=ppt/media/f11174.txt>
</file>

<file path=ppt/media/f11175.txt>
</file>

<file path=ppt/media/f11176.txt>
</file>

<file path=ppt/media/f11177.txt>
</file>

<file path=ppt/media/f11178.txt>
</file>

<file path=ppt/media/f11179.txt>
</file>

<file path=ppt/media/f11180.txt>
</file>

<file path=ppt/media/f11181.txt>
</file>

<file path=ppt/media/f11182.txt>
</file>

<file path=ppt/media/f11183.txt>
</file>

<file path=ppt/media/f11184.txt>
</file>

<file path=ppt/media/f11185.txt>
</file>

<file path=ppt/media/f11186.txt>
</file>

<file path=ppt/media/f11187.txt>
</file>

<file path=ppt/media/f11188.txt>
</file>

<file path=ppt/media/f11189.txt>
</file>

<file path=ppt/media/f11190.txt>
</file>

<file path=ppt/media/f11191.txt>
</file>

<file path=ppt/media/f11192.txt>
</file>

<file path=ppt/media/f11193.txt>
</file>

<file path=ppt/media/f11194.txt>
</file>

<file path=ppt/media/f11195.txt>
</file>

<file path=ppt/media/f11196.txt>
</file>

<file path=ppt/media/f11197.txt>
</file>

<file path=ppt/media/f11198.txt>
</file>

<file path=ppt/media/f11199.txt>
</file>

<file path=ppt/media/f11200.txt>
</file>

<file path=ppt/media/f11201.txt>
</file>

<file path=ppt/media/f11202.txt>
</file>

<file path=ppt/media/f11203.txt>
</file>

<file path=ppt/media/f11204.txt>
</file>

<file path=ppt/media/f11205.txt>
</file>

<file path=ppt/media/f11206.txt>
</file>

<file path=ppt/media/f11207.txt>
</file>

<file path=ppt/media/f11208.txt>
</file>

<file path=ppt/media/f11209.txt>
</file>

<file path=ppt/media/f11210.txt>
</file>

<file path=ppt/media/f11211.txt>
</file>

<file path=ppt/media/f11212.txt>
</file>

<file path=ppt/media/f11213.txt>
</file>

<file path=ppt/media/f11214.txt>
</file>

<file path=ppt/media/f11215.txt>
</file>

<file path=ppt/media/f11216.txt>
</file>

<file path=ppt/media/f11217.txt>
</file>

<file path=ppt/media/f11218.txt>
</file>

<file path=ppt/media/f11219.txt>
</file>

<file path=ppt/media/f11220.txt>
</file>

<file path=ppt/media/f11221.txt>
</file>

<file path=ppt/media/f11222.txt>
</file>

<file path=ppt/media/f11223.txt>
</file>

<file path=ppt/media/f11224.txt>
</file>

<file path=ppt/media/f11225.txt>
</file>

<file path=ppt/media/f11226.txt>
</file>

<file path=ppt/media/f11227.txt>
</file>

<file path=ppt/media/f11228.txt>
</file>

<file path=ppt/media/f11229.txt>
</file>

<file path=ppt/media/f11230.txt>
</file>

<file path=ppt/media/f11231.txt>
</file>

<file path=ppt/media/f11232.txt>
</file>

<file path=ppt/media/f11233.txt>
</file>

<file path=ppt/media/f11234.txt>
</file>

<file path=ppt/media/f11235.txt>
</file>

<file path=ppt/media/f11236.txt>
</file>

<file path=ppt/media/f11237.txt>
</file>

<file path=ppt/media/f11238.txt>
</file>

<file path=ppt/media/f11239.txt>
</file>

<file path=ppt/media/f11240.txt>
</file>

<file path=ppt/media/f11241.txt>
</file>

<file path=ppt/media/f11242.txt>
</file>

<file path=ppt/media/f11243.txt>
</file>

<file path=ppt/media/f11244.txt>
</file>

<file path=ppt/media/f11245.txt>
</file>

<file path=ppt/media/f11246.txt>
</file>

<file path=ppt/media/f11247.txt>
</file>

<file path=ppt/media/f11248.txt>
</file>

<file path=ppt/media/f11249.txt>
</file>

<file path=ppt/media/f11250.txt>
</file>

<file path=ppt/media/f11251.txt>
</file>

<file path=ppt/media/f11252.txt>
</file>

<file path=ppt/media/f11253.txt>
</file>

<file path=ppt/media/f11254.txt>
</file>

<file path=ppt/media/f11255.txt>
</file>

<file path=ppt/media/f11256.txt>
</file>

<file path=ppt/media/f11257.txt>
</file>

<file path=ppt/media/f11258.txt>
</file>

<file path=ppt/media/f11259.txt>
</file>

<file path=ppt/media/f11260.txt>
</file>

<file path=ppt/media/f11261.txt>
</file>

<file path=ppt/media/f11262.txt>
</file>

<file path=ppt/media/f11263.txt>
</file>

<file path=ppt/media/f11264.txt>
</file>

<file path=ppt/media/f11265.txt>
</file>

<file path=ppt/media/f11266.txt>
</file>

<file path=ppt/media/f11267.txt>
</file>

<file path=ppt/media/f11268.txt>
</file>

<file path=ppt/media/f11269.txt>
</file>

<file path=ppt/media/f11270.txt>
</file>

<file path=ppt/media/f11271.txt>
</file>

<file path=ppt/media/f11272.txt>
</file>

<file path=ppt/media/f11273.txt>
</file>

<file path=ppt/media/f11274.txt>
</file>

<file path=ppt/media/f11275.txt>
</file>

<file path=ppt/media/f11276.txt>
</file>

<file path=ppt/media/f11277.txt>
</file>

<file path=ppt/media/f11278.txt>
</file>

<file path=ppt/media/f11279.txt>
</file>

<file path=ppt/media/f11280.txt>
</file>

<file path=ppt/media/f11281.txt>
</file>

<file path=ppt/media/f11282.txt>
</file>

<file path=ppt/media/f11283.txt>
</file>

<file path=ppt/media/f11284.txt>
</file>

<file path=ppt/media/f11285.txt>
</file>

<file path=ppt/media/f11286.txt>
</file>

<file path=ppt/media/f11287.txt>
</file>

<file path=ppt/media/f11288.txt>
</file>

<file path=ppt/media/f11289.txt>
</file>

<file path=ppt/media/f11290.txt>
</file>

<file path=ppt/media/f11291.txt>
</file>

<file path=ppt/media/f11292.txt>
</file>

<file path=ppt/media/f11293.txt>
</file>

<file path=ppt/media/f11294.txt>
</file>

<file path=ppt/media/f11295.txt>
</file>

<file path=ppt/media/f11296.txt>
</file>

<file path=ppt/media/f11297.txt>
</file>

<file path=ppt/media/f11298.txt>
</file>

<file path=ppt/media/f11299.txt>
</file>

<file path=ppt/media/f11300.txt>
</file>

<file path=ppt/media/f11301.txt>
</file>

<file path=ppt/media/f11302.txt>
</file>

<file path=ppt/media/f11303.txt>
</file>

<file path=ppt/media/f11304.txt>
</file>

<file path=ppt/media/f11305.txt>
</file>

<file path=ppt/media/f11306.txt>
</file>

<file path=ppt/media/f11307.txt>
</file>

<file path=ppt/media/f11308.txt>
</file>

<file path=ppt/media/f11309.txt>
</file>

<file path=ppt/media/f11310.txt>
</file>

<file path=ppt/media/f11311.txt>
</file>

<file path=ppt/media/f11312.txt>
</file>

<file path=ppt/media/f11313.txt>
</file>

<file path=ppt/media/f11314.txt>
</file>

<file path=ppt/media/f11315.txt>
</file>

<file path=ppt/media/f11316.txt>
</file>

<file path=ppt/media/f11317.txt>
</file>

<file path=ppt/media/f11318.txt>
</file>

<file path=ppt/media/f11319.txt>
</file>

<file path=ppt/media/f11320.txt>
</file>

<file path=ppt/media/f11321.txt>
</file>

<file path=ppt/media/f11322.txt>
</file>

<file path=ppt/media/f11323.txt>
</file>

<file path=ppt/media/f11324.txt>
</file>

<file path=ppt/media/f11325.txt>
</file>

<file path=ppt/media/f11326.txt>
</file>

<file path=ppt/media/f11327.txt>
</file>

<file path=ppt/media/f11328.txt>
</file>

<file path=ppt/media/f11329.txt>
</file>

<file path=ppt/media/f11330.txt>
</file>

<file path=ppt/media/f11331.txt>
</file>

<file path=ppt/media/f11332.txt>
</file>

<file path=ppt/media/f11333.txt>
</file>

<file path=ppt/media/f11334.txt>
</file>

<file path=ppt/media/f11335.txt>
</file>

<file path=ppt/media/f11336.txt>
</file>

<file path=ppt/media/f11337.txt>
</file>

<file path=ppt/media/f11338.txt>
</file>

<file path=ppt/media/f11339.txt>
</file>

<file path=ppt/media/f11340.txt>
</file>

<file path=ppt/media/f11341.txt>
</file>

<file path=ppt/media/f11342.txt>
</file>

<file path=ppt/media/f11343.txt>
</file>

<file path=ppt/media/f11344.txt>
</file>

<file path=ppt/media/f11345.txt>
</file>

<file path=ppt/media/f11346.txt>
</file>

<file path=ppt/media/f11347.txt>
</file>

<file path=ppt/media/f11348.txt>
</file>

<file path=ppt/media/f11349.txt>
</file>

<file path=ppt/media/f11350.txt>
</file>

<file path=ppt/media/f11351.txt>
</file>

<file path=ppt/media/f11352.txt>
</file>

<file path=ppt/media/f11353.txt>
</file>

<file path=ppt/media/f11354.txt>
</file>

<file path=ppt/media/f11355.txt>
</file>

<file path=ppt/media/f11356.txt>
</file>

<file path=ppt/media/f11357.txt>
</file>

<file path=ppt/media/f11358.txt>
</file>

<file path=ppt/media/f11359.txt>
</file>

<file path=ppt/media/f11360.txt>
</file>

<file path=ppt/media/f11361.txt>
</file>

<file path=ppt/media/f11362.txt>
</file>

<file path=ppt/media/f11363.txt>
</file>

<file path=ppt/media/f11364.txt>
</file>

<file path=ppt/media/f11365.txt>
</file>

<file path=ppt/media/f11366.txt>
</file>

<file path=ppt/media/f11367.txt>
</file>

<file path=ppt/media/f11368.txt>
</file>

<file path=ppt/media/f11369.txt>
</file>

<file path=ppt/media/f11370.txt>
</file>

<file path=ppt/media/f11371.txt>
</file>

<file path=ppt/media/f11372.txt>
</file>

<file path=ppt/media/f11373.txt>
</file>

<file path=ppt/media/f11374.txt>
</file>

<file path=ppt/media/f11375.txt>
</file>

<file path=ppt/media/f11376.txt>
</file>

<file path=ppt/media/f11377.txt>
</file>

<file path=ppt/media/f11378.txt>
</file>

<file path=ppt/media/f11379.txt>
</file>

<file path=ppt/media/f11380.txt>
</file>

<file path=ppt/media/f11381.txt>
</file>

<file path=ppt/media/f11382.txt>
</file>

<file path=ppt/media/f11383.txt>
</file>

<file path=ppt/media/f11384.txt>
</file>

<file path=ppt/media/f11385.txt>
</file>

<file path=ppt/media/f11386.txt>
</file>

<file path=ppt/media/f11387.txt>
</file>

<file path=ppt/media/f11388.txt>
</file>

<file path=ppt/media/f11389.txt>
</file>

<file path=ppt/media/f11390.txt>
</file>

<file path=ppt/media/f11391.txt>
</file>

<file path=ppt/media/f11392.txt>
</file>

<file path=ppt/media/f11393.txt>
</file>

<file path=ppt/media/f11394.txt>
</file>

<file path=ppt/media/f11395.txt>
</file>

<file path=ppt/media/f11396.txt>
</file>

<file path=ppt/media/f11397.txt>
</file>

<file path=ppt/media/f11398.txt>
</file>

<file path=ppt/media/f11399.txt>
</file>

<file path=ppt/media/f11400.txt>
</file>

<file path=ppt/media/f11401.txt>
</file>

<file path=ppt/media/f11402.txt>
</file>

<file path=ppt/media/f11403.txt>
</file>

<file path=ppt/media/f11404.txt>
</file>

<file path=ppt/media/f11405.txt>
</file>

<file path=ppt/media/f11406.txt>
</file>

<file path=ppt/media/f11407.txt>
</file>

<file path=ppt/media/f11408.txt>
</file>

<file path=ppt/media/f11409.txt>
</file>

<file path=ppt/media/f11410.txt>
</file>

<file path=ppt/media/f11411.txt>
</file>

<file path=ppt/media/f11412.txt>
</file>

<file path=ppt/media/f11413.txt>
</file>

<file path=ppt/media/f11414.txt>
</file>

<file path=ppt/media/f11415.txt>
</file>

<file path=ppt/media/f11416.txt>
</file>

<file path=ppt/media/f11417.txt>
</file>

<file path=ppt/media/f11418.txt>
</file>

<file path=ppt/media/f11419.txt>
</file>

<file path=ppt/media/f11420.txt>
</file>

<file path=ppt/media/f11421.txt>
</file>

<file path=ppt/media/f11422.txt>
</file>

<file path=ppt/media/f11423.txt>
</file>

<file path=ppt/media/f11424.txt>
</file>

<file path=ppt/media/f11425.txt>
</file>

<file path=ppt/media/f11426.txt>
</file>

<file path=ppt/media/f11427.txt>
</file>

<file path=ppt/media/f11428.txt>
</file>

<file path=ppt/media/f11429.txt>
</file>

<file path=ppt/media/f11430.txt>
</file>

<file path=ppt/media/f11431.txt>
</file>

<file path=ppt/media/f11432.txt>
</file>

<file path=ppt/media/f11433.txt>
</file>

<file path=ppt/media/f11434.txt>
</file>

<file path=ppt/media/f11435.txt>
</file>

<file path=ppt/media/f11436.txt>
</file>

<file path=ppt/media/f11437.txt>
</file>

<file path=ppt/media/f11438.txt>
</file>

<file path=ppt/media/f11439.txt>
</file>

<file path=ppt/media/f11440.txt>
</file>

<file path=ppt/media/f11441.txt>
</file>

<file path=ppt/media/f11442.txt>
</file>

<file path=ppt/media/f11443.txt>
</file>

<file path=ppt/media/f11444.txt>
</file>

<file path=ppt/media/f11445.txt>
</file>

<file path=ppt/media/f11446.txt>
</file>

<file path=ppt/media/f11447.txt>
</file>

<file path=ppt/media/f11448.txt>
</file>

<file path=ppt/media/f11449.txt>
</file>

<file path=ppt/media/f11450.txt>
</file>

<file path=ppt/media/f11451.txt>
</file>

<file path=ppt/media/f11452.txt>
</file>

<file path=ppt/media/f11453.txt>
</file>

<file path=ppt/media/f11454.txt>
</file>

<file path=ppt/media/f11455.txt>
</file>

<file path=ppt/media/f11456.txt>
</file>

<file path=ppt/media/f11457.txt>
</file>

<file path=ppt/media/f11458.txt>
</file>

<file path=ppt/media/f11459.txt>
</file>

<file path=ppt/media/f11460.txt>
</file>

<file path=ppt/media/f11461.txt>
</file>

<file path=ppt/media/f11462.txt>
</file>

<file path=ppt/media/f11463.txt>
</file>

<file path=ppt/media/f11464.txt>
</file>

<file path=ppt/media/f11465.txt>
</file>

<file path=ppt/media/f11466.txt>
</file>

<file path=ppt/media/f11467.txt>
</file>

<file path=ppt/media/f11468.txt>
</file>

<file path=ppt/media/f11469.txt>
</file>

<file path=ppt/media/f11470.txt>
</file>

<file path=ppt/media/f11471.txt>
</file>

<file path=ppt/media/f11472.txt>
</file>

<file path=ppt/media/f11473.txt>
</file>

<file path=ppt/media/f11474.txt>
</file>

<file path=ppt/media/f11475.txt>
</file>

<file path=ppt/media/f11476.txt>
</file>

<file path=ppt/media/f11477.txt>
</file>

<file path=ppt/media/f11478.txt>
</file>

<file path=ppt/media/f11479.txt>
</file>

<file path=ppt/media/f11480.txt>
</file>

<file path=ppt/media/f11481.txt>
</file>

<file path=ppt/media/f11482.txt>
</file>

<file path=ppt/media/f11483.txt>
</file>

<file path=ppt/media/f11484.txt>
</file>

<file path=ppt/media/f11485.txt>
</file>

<file path=ppt/media/f11486.txt>
</file>

<file path=ppt/media/f11487.txt>
</file>

<file path=ppt/media/f11488.txt>
</file>

<file path=ppt/media/f11489.txt>
</file>

<file path=ppt/media/f11490.txt>
</file>

<file path=ppt/media/f11491.txt>
</file>

<file path=ppt/media/f11492.txt>
</file>

<file path=ppt/media/f11493.txt>
</file>

<file path=ppt/media/f11494.txt>
</file>

<file path=ppt/media/f11495.txt>
</file>

<file path=ppt/media/f11496.txt>
</file>

<file path=ppt/media/f11497.txt>
</file>

<file path=ppt/media/f11498.txt>
</file>

<file path=ppt/media/f11499.txt>
</file>

<file path=ppt/media/f11500.txt>
</file>

<file path=ppt/media/f11501.txt>
</file>

<file path=ppt/media/f11502.txt>
</file>

<file path=ppt/media/f11503.txt>
</file>

<file path=ppt/media/f11504.txt>
</file>

<file path=ppt/media/f11505.txt>
</file>

<file path=ppt/media/f11506.txt>
</file>

<file path=ppt/media/f11507.txt>
</file>

<file path=ppt/media/f11508.txt>
</file>

<file path=ppt/media/f11509.txt>
</file>

<file path=ppt/media/f11510.txt>
</file>

<file path=ppt/media/f11511.txt>
</file>

<file path=ppt/media/f11512.txt>
</file>

<file path=ppt/media/f11513.txt>
</file>

<file path=ppt/media/f11514.txt>
</file>

<file path=ppt/media/f11515.txt>
</file>

<file path=ppt/media/f11516.txt>
</file>

<file path=ppt/media/f11517.txt>
</file>

<file path=ppt/media/f11518.txt>
</file>

<file path=ppt/media/f11519.txt>
</file>

<file path=ppt/media/f11520.txt>
</file>

<file path=ppt/media/f11521.txt>
</file>

<file path=ppt/media/f11522.txt>
</file>

<file path=ppt/media/f11523.txt>
</file>

<file path=ppt/media/f11524.txt>
</file>

<file path=ppt/media/f11525.txt>
</file>

<file path=ppt/media/f11526.txt>
</file>

<file path=ppt/media/f11527.txt>
</file>

<file path=ppt/media/f11528.txt>
</file>

<file path=ppt/media/f11529.txt>
</file>

<file path=ppt/media/f11530.txt>
</file>

<file path=ppt/media/f11531.txt>
</file>

<file path=ppt/media/f11532.txt>
</file>

<file path=ppt/media/f11533.txt>
</file>

<file path=ppt/media/f11534.txt>
</file>

<file path=ppt/media/f11535.txt>
</file>

<file path=ppt/media/f11536.txt>
</file>

<file path=ppt/media/f11537.txt>
</file>

<file path=ppt/media/f11538.txt>
</file>

<file path=ppt/media/f11539.txt>
</file>

<file path=ppt/media/f11540.txt>
</file>

<file path=ppt/media/f11541.txt>
</file>

<file path=ppt/media/f11542.txt>
</file>

<file path=ppt/media/f11543.txt>
</file>

<file path=ppt/media/f11544.txt>
</file>

<file path=ppt/media/f11545.txt>
</file>

<file path=ppt/media/f11546.txt>
</file>

<file path=ppt/media/f11547.txt>
</file>

<file path=ppt/media/f11548.txt>
</file>

<file path=ppt/media/f11549.txt>
</file>

<file path=ppt/media/f11550.txt>
</file>

<file path=ppt/media/f11551.txt>
</file>

<file path=ppt/media/f11552.txt>
</file>

<file path=ppt/media/f11553.txt>
</file>

<file path=ppt/media/f11554.txt>
</file>

<file path=ppt/media/f11555.txt>
</file>

<file path=ppt/media/f11556.txt>
</file>

<file path=ppt/media/f11557.txt>
</file>

<file path=ppt/media/f11558.txt>
</file>

<file path=ppt/media/f11559.txt>
</file>

<file path=ppt/media/f11560.txt>
</file>

<file path=ppt/media/f11561.txt>
</file>

<file path=ppt/media/f11562.txt>
</file>

<file path=ppt/media/f11563.txt>
</file>

<file path=ppt/media/f11564.txt>
</file>

<file path=ppt/media/f11565.txt>
</file>

<file path=ppt/media/f11566.txt>
</file>

<file path=ppt/media/f11567.txt>
</file>

<file path=ppt/media/f11568.txt>
</file>

<file path=ppt/media/f11569.txt>
</file>

<file path=ppt/media/f11570.txt>
</file>

<file path=ppt/media/f11571.txt>
</file>

<file path=ppt/media/f11572.txt>
</file>

<file path=ppt/media/f11573.txt>
</file>

<file path=ppt/media/f11574.txt>
</file>

<file path=ppt/media/f11575.txt>
</file>

<file path=ppt/media/f11576.txt>
</file>

<file path=ppt/media/f11577.txt>
</file>

<file path=ppt/media/f11578.txt>
</file>

<file path=ppt/media/f11579.txt>
</file>

<file path=ppt/media/f11580.txt>
</file>

<file path=ppt/media/f11581.txt>
</file>

<file path=ppt/media/f11582.txt>
</file>

<file path=ppt/media/f11583.txt>
</file>

<file path=ppt/media/f11584.txt>
</file>

<file path=ppt/media/f11585.txt>
</file>

<file path=ppt/media/f11586.txt>
</file>

<file path=ppt/media/f11587.txt>
</file>

<file path=ppt/media/f11588.txt>
</file>

<file path=ppt/media/f11589.txt>
</file>

<file path=ppt/media/f11590.txt>
</file>

<file path=ppt/media/f11591.txt>
</file>

<file path=ppt/media/f11592.txt>
</file>

<file path=ppt/media/f11593.txt>
</file>

<file path=ppt/media/f11594.txt>
</file>

<file path=ppt/media/f11595.txt>
</file>

<file path=ppt/media/f11596.txt>
</file>

<file path=ppt/media/f11597.txt>
</file>

<file path=ppt/media/f11598.txt>
</file>

<file path=ppt/media/f11599.txt>
</file>

<file path=ppt/media/f11600.txt>
</file>

<file path=ppt/media/f11601.txt>
</file>

<file path=ppt/media/f11602.txt>
</file>

<file path=ppt/media/f11603.txt>
</file>

<file path=ppt/media/f11604.txt>
</file>

<file path=ppt/media/f11605.txt>
</file>

<file path=ppt/media/f11606.txt>
</file>

<file path=ppt/media/f11607.txt>
</file>

<file path=ppt/media/f11608.txt>
</file>

<file path=ppt/media/f11609.txt>
</file>

<file path=ppt/media/f11610.txt>
</file>

<file path=ppt/media/f11611.txt>
</file>

<file path=ppt/media/f11612.txt>
</file>

<file path=ppt/media/f11613.txt>
</file>

<file path=ppt/media/f11614.txt>
</file>

<file path=ppt/media/f11615.txt>
</file>

<file path=ppt/media/f11616.txt>
</file>

<file path=ppt/media/f11617.txt>
</file>

<file path=ppt/media/f11618.txt>
</file>

<file path=ppt/media/f11619.txt>
</file>

<file path=ppt/media/f11620.txt>
</file>

<file path=ppt/media/f11621.txt>
</file>

<file path=ppt/media/f11622.txt>
</file>

<file path=ppt/media/f11623.txt>
</file>

<file path=ppt/media/f11624.txt>
</file>

<file path=ppt/media/f11625.txt>
</file>

<file path=ppt/media/f11626.txt>
</file>

<file path=ppt/media/f11627.txt>
</file>

<file path=ppt/media/f11628.txt>
</file>

<file path=ppt/media/f11629.txt>
</file>

<file path=ppt/media/f11630.txt>
</file>

<file path=ppt/media/f11631.txt>
</file>

<file path=ppt/media/f11632.txt>
</file>

<file path=ppt/media/f11633.txt>
</file>

<file path=ppt/media/f11634.txt>
</file>

<file path=ppt/media/f11635.txt>
</file>

<file path=ppt/media/f11636.txt>
</file>

<file path=ppt/media/f11637.txt>
</file>

<file path=ppt/media/f11638.txt>
</file>

<file path=ppt/media/f11639.txt>
</file>

<file path=ppt/media/f11640.txt>
</file>

<file path=ppt/media/f11641.txt>
</file>

<file path=ppt/media/f11642.txt>
</file>

<file path=ppt/media/f11643.txt>
</file>

<file path=ppt/media/f11644.txt>
</file>

<file path=ppt/media/f11645.txt>
</file>

<file path=ppt/media/f11646.txt>
</file>

<file path=ppt/media/f11647.txt>
</file>

<file path=ppt/media/f11648.txt>
</file>

<file path=ppt/media/f11649.txt>
</file>

<file path=ppt/media/f11650.txt>
</file>

<file path=ppt/media/f11651.txt>
</file>

<file path=ppt/media/f11652.txt>
</file>

<file path=ppt/media/f11653.txt>
</file>

<file path=ppt/media/f11654.txt>
</file>

<file path=ppt/media/f11655.txt>
</file>

<file path=ppt/media/f11656.txt>
</file>

<file path=ppt/media/f11657.txt>
</file>

<file path=ppt/media/f11658.txt>
</file>

<file path=ppt/media/f11659.txt>
</file>

<file path=ppt/media/f11660.txt>
</file>

<file path=ppt/media/f11661.txt>
</file>

<file path=ppt/media/f11662.txt>
</file>

<file path=ppt/media/f11663.txt>
</file>

<file path=ppt/media/f11664.txt>
</file>

<file path=ppt/media/f11665.txt>
</file>

<file path=ppt/media/f11666.txt>
</file>

<file path=ppt/media/f11667.txt>
</file>

<file path=ppt/media/f11668.txt>
</file>

<file path=ppt/media/f11669.txt>
</file>

<file path=ppt/media/f11670.txt>
</file>

<file path=ppt/media/f11671.txt>
</file>

<file path=ppt/media/f11672.txt>
</file>

<file path=ppt/media/f11673.txt>
</file>

<file path=ppt/media/f11674.txt>
</file>

<file path=ppt/media/f11675.txt>
</file>

<file path=ppt/media/f11676.txt>
</file>

<file path=ppt/media/f11677.txt>
</file>

<file path=ppt/media/f11678.txt>
</file>

<file path=ppt/media/f11679.txt>
</file>

<file path=ppt/media/f11680.txt>
</file>

<file path=ppt/media/f11681.txt>
</file>

<file path=ppt/media/f11682.txt>
</file>

<file path=ppt/media/f11683.txt>
</file>

<file path=ppt/media/f11684.txt>
</file>

<file path=ppt/media/f11685.txt>
</file>

<file path=ppt/media/f11686.txt>
</file>

<file path=ppt/media/f11687.txt>
</file>

<file path=ppt/media/f11688.txt>
</file>

<file path=ppt/media/f11689.txt>
</file>

<file path=ppt/media/f11690.txt>
</file>

<file path=ppt/media/f11691.txt>
</file>

<file path=ppt/media/f11692.txt>
</file>

<file path=ppt/media/f11693.txt>
</file>

<file path=ppt/media/f11694.txt>
</file>

<file path=ppt/media/f11695.txt>
</file>

<file path=ppt/media/f11696.txt>
</file>

<file path=ppt/media/f11697.txt>
</file>

<file path=ppt/media/f11698.txt>
</file>

<file path=ppt/media/f11699.txt>
</file>

<file path=ppt/media/f11700.txt>
</file>

<file path=ppt/media/f11701.txt>
</file>

<file path=ppt/media/f11702.txt>
</file>

<file path=ppt/media/f11703.txt>
</file>

<file path=ppt/media/f11704.txt>
</file>

<file path=ppt/media/f11705.txt>
</file>

<file path=ppt/media/f11706.txt>
</file>

<file path=ppt/media/f11707.txt>
</file>

<file path=ppt/media/f11708.txt>
</file>

<file path=ppt/media/f11709.txt>
</file>

<file path=ppt/media/f11710.txt>
</file>

<file path=ppt/media/f11711.txt>
</file>

<file path=ppt/media/f11712.txt>
</file>

<file path=ppt/media/f11713.txt>
</file>

<file path=ppt/media/f11714.txt>
</file>

<file path=ppt/media/f11715.txt>
</file>

<file path=ppt/media/f11716.txt>
</file>

<file path=ppt/media/f11717.txt>
</file>

<file path=ppt/media/f11718.txt>
</file>

<file path=ppt/media/f11719.txt>
</file>

<file path=ppt/media/f11720.txt>
</file>

<file path=ppt/media/f11721.txt>
</file>

<file path=ppt/media/f11722.txt>
</file>

<file path=ppt/media/f11723.txt>
</file>

<file path=ppt/media/f11724.txt>
</file>

<file path=ppt/media/f11725.txt>
</file>

<file path=ppt/media/f11726.txt>
</file>

<file path=ppt/media/f11727.txt>
</file>

<file path=ppt/media/f11728.txt>
</file>

<file path=ppt/media/f11729.txt>
</file>

<file path=ppt/media/f11730.txt>
</file>

<file path=ppt/media/f11731.txt>
</file>

<file path=ppt/media/f11732.txt>
</file>

<file path=ppt/media/f11733.txt>
</file>

<file path=ppt/media/f11734.txt>
</file>

<file path=ppt/media/f11735.txt>
</file>

<file path=ppt/media/f11736.txt>
</file>

<file path=ppt/media/f11737.txt>
</file>

<file path=ppt/media/f11738.txt>
</file>

<file path=ppt/media/f11739.txt>
</file>

<file path=ppt/media/f11740.txt>
</file>

<file path=ppt/media/f11741.txt>
</file>

<file path=ppt/media/f11742.txt>
</file>

<file path=ppt/media/f11743.txt>
</file>

<file path=ppt/media/f11744.txt>
</file>

<file path=ppt/media/f11745.txt>
</file>

<file path=ppt/media/f11746.txt>
</file>

<file path=ppt/media/f11747.txt>
</file>

<file path=ppt/media/f11748.txt>
</file>

<file path=ppt/media/f11749.txt>
</file>

<file path=ppt/media/f11750.txt>
</file>

<file path=ppt/media/f11751.txt>
</file>

<file path=ppt/media/f11752.txt>
</file>

<file path=ppt/media/f11753.txt>
</file>

<file path=ppt/media/f11754.txt>
</file>

<file path=ppt/media/f11755.txt>
</file>

<file path=ppt/media/f11756.txt>
</file>

<file path=ppt/media/f11757.txt>
</file>

<file path=ppt/media/f11758.txt>
</file>

<file path=ppt/media/f11759.txt>
</file>

<file path=ppt/media/f11760.txt>
</file>

<file path=ppt/media/f11761.txt>
</file>

<file path=ppt/media/f11762.txt>
</file>

<file path=ppt/media/f11763.txt>
</file>

<file path=ppt/media/f11764.txt>
</file>

<file path=ppt/media/f11765.txt>
</file>

<file path=ppt/media/f11766.txt>
</file>

<file path=ppt/media/f11767.txt>
</file>

<file path=ppt/media/f11768.txt>
</file>

<file path=ppt/media/f11769.txt>
</file>

<file path=ppt/media/f11770.txt>
</file>

<file path=ppt/media/f11771.txt>
</file>

<file path=ppt/media/f11772.txt>
</file>

<file path=ppt/media/f11773.txt>
</file>

<file path=ppt/media/f11774.txt>
</file>

<file path=ppt/media/f11775.txt>
</file>

<file path=ppt/media/f11776.txt>
</file>

<file path=ppt/media/f11777.txt>
</file>

<file path=ppt/media/f11778.txt>
</file>

<file path=ppt/media/f11779.txt>
</file>

<file path=ppt/media/f11780.txt>
</file>

<file path=ppt/media/f11781.txt>
</file>

<file path=ppt/media/f11782.txt>
</file>

<file path=ppt/media/f11783.txt>
</file>

<file path=ppt/media/f11784.txt>
</file>

<file path=ppt/media/f11785.txt>
</file>

<file path=ppt/media/f11786.txt>
</file>

<file path=ppt/media/f11787.txt>
</file>

<file path=ppt/media/f11788.txt>
</file>

<file path=ppt/media/f11789.txt>
</file>

<file path=ppt/media/f11790.txt>
</file>

<file path=ppt/media/f11791.txt>
</file>

<file path=ppt/media/f11792.txt>
</file>

<file path=ppt/media/f11793.txt>
</file>

<file path=ppt/media/f11794.txt>
</file>

<file path=ppt/media/f11795.txt>
</file>

<file path=ppt/media/f11796.txt>
</file>

<file path=ppt/media/f11797.txt>
</file>

<file path=ppt/media/f11798.txt>
</file>

<file path=ppt/media/f11799.txt>
</file>

<file path=ppt/media/f11800.txt>
</file>

<file path=ppt/media/f11801.txt>
</file>

<file path=ppt/media/f11802.txt>
</file>

<file path=ppt/media/f11803.txt>
</file>

<file path=ppt/media/f11804.txt>
</file>

<file path=ppt/media/f11805.txt>
</file>

<file path=ppt/media/f11806.txt>
</file>

<file path=ppt/media/f11807.txt>
</file>

<file path=ppt/media/f11808.txt>
</file>

<file path=ppt/media/f11809.txt>
</file>

<file path=ppt/media/f11810.txt>
</file>

<file path=ppt/media/f11811.txt>
</file>

<file path=ppt/media/f11812.txt>
</file>

<file path=ppt/media/f11813.txt>
</file>

<file path=ppt/media/f11814.txt>
</file>

<file path=ppt/media/f11815.txt>
</file>

<file path=ppt/media/f11816.txt>
</file>

<file path=ppt/media/f11817.txt>
</file>

<file path=ppt/media/f11818.txt>
</file>

<file path=ppt/media/f11819.txt>
</file>

<file path=ppt/media/f11820.txt>
</file>

<file path=ppt/media/f11821.txt>
</file>

<file path=ppt/media/f11822.txt>
</file>

<file path=ppt/media/f11823.txt>
</file>

<file path=ppt/media/f11824.txt>
</file>

<file path=ppt/media/f11825.txt>
</file>

<file path=ppt/media/f11826.txt>
</file>

<file path=ppt/media/f11827.txt>
</file>

<file path=ppt/media/f11828.txt>
</file>

<file path=ppt/media/f11829.txt>
</file>

<file path=ppt/media/f11830.txt>
</file>

<file path=ppt/media/f11831.txt>
</file>

<file path=ppt/media/f11832.txt>
</file>

<file path=ppt/media/f11833.txt>
</file>

<file path=ppt/media/f11834.txt>
</file>

<file path=ppt/media/f11835.txt>
</file>

<file path=ppt/media/f11836.txt>
</file>

<file path=ppt/media/f11837.txt>
</file>

<file path=ppt/media/f11838.txt>
</file>

<file path=ppt/media/f11839.txt>
</file>

<file path=ppt/media/f11840.txt>
</file>

<file path=ppt/media/f11841.txt>
</file>

<file path=ppt/media/f11842.txt>
</file>

<file path=ppt/media/f11843.txt>
</file>

<file path=ppt/media/f11844.txt>
</file>

<file path=ppt/media/f11845.txt>
</file>

<file path=ppt/media/f11846.txt>
</file>

<file path=ppt/media/f11847.txt>
</file>

<file path=ppt/media/f11848.txt>
</file>

<file path=ppt/media/f11849.txt>
</file>

<file path=ppt/media/f11850.txt>
</file>

<file path=ppt/media/f11851.txt>
</file>

<file path=ppt/media/f11852.txt>
</file>

<file path=ppt/media/f11853.txt>
</file>

<file path=ppt/media/f11854.txt>
</file>

<file path=ppt/media/f11855.txt>
</file>

<file path=ppt/media/f11856.txt>
</file>

<file path=ppt/media/f11857.txt>
</file>

<file path=ppt/media/f11858.txt>
</file>

<file path=ppt/media/f11859.txt>
</file>

<file path=ppt/media/f11860.txt>
</file>

<file path=ppt/media/f11861.txt>
</file>

<file path=ppt/media/f11862.txt>
</file>

<file path=ppt/media/f11863.txt>
</file>

<file path=ppt/media/f11864.txt>
</file>

<file path=ppt/media/f11865.txt>
</file>

<file path=ppt/media/f11866.txt>
</file>

<file path=ppt/media/f11867.txt>
</file>

<file path=ppt/media/f11868.txt>
</file>

<file path=ppt/media/f11869.txt>
</file>

<file path=ppt/media/f11870.txt>
</file>

<file path=ppt/media/f11871.txt>
</file>

<file path=ppt/media/f11872.txt>
</file>

<file path=ppt/media/f11873.txt>
</file>

<file path=ppt/media/f11874.txt>
</file>

<file path=ppt/media/f11875.txt>
</file>

<file path=ppt/media/f11876.txt>
</file>

<file path=ppt/media/f11877.txt>
</file>

<file path=ppt/media/f11878.txt>
</file>

<file path=ppt/media/f11879.txt>
</file>

<file path=ppt/media/f11880.txt>
</file>

<file path=ppt/media/f11881.txt>
</file>

<file path=ppt/media/f11882.txt>
</file>

<file path=ppt/media/f11883.txt>
</file>

<file path=ppt/media/f11884.txt>
</file>

<file path=ppt/media/f11885.txt>
</file>

<file path=ppt/media/f11886.txt>
</file>

<file path=ppt/media/f11887.txt>
</file>

<file path=ppt/media/f11888.txt>
</file>

<file path=ppt/media/f11889.txt>
</file>

<file path=ppt/media/f11890.txt>
</file>

<file path=ppt/media/f11891.txt>
</file>

<file path=ppt/media/f11892.txt>
</file>

<file path=ppt/media/f11893.txt>
</file>

<file path=ppt/media/f11894.txt>
</file>

<file path=ppt/media/f11895.txt>
</file>

<file path=ppt/media/f11896.txt>
</file>

<file path=ppt/media/f11897.txt>
</file>

<file path=ppt/media/f11898.txt>
</file>

<file path=ppt/media/f11899.txt>
</file>

<file path=ppt/media/f11900.txt>
</file>

<file path=ppt/media/f11901.txt>
</file>

<file path=ppt/media/f11902.txt>
</file>

<file path=ppt/media/f11903.txt>
</file>

<file path=ppt/media/f11904.txt>
</file>

<file path=ppt/media/f11905.txt>
</file>

<file path=ppt/media/f11906.txt>
</file>

<file path=ppt/media/f11907.txt>
</file>

<file path=ppt/media/f11908.txt>
</file>

<file path=ppt/media/f11909.txt>
</file>

<file path=ppt/media/f11910.txt>
</file>

<file path=ppt/media/f11911.txt>
</file>

<file path=ppt/media/f11912.txt>
</file>

<file path=ppt/media/f11913.txt>
</file>

<file path=ppt/media/f11914.txt>
</file>

<file path=ppt/media/f11915.txt>
</file>

<file path=ppt/media/f11916.txt>
</file>

<file path=ppt/media/f11917.txt>
</file>

<file path=ppt/media/f11918.txt>
</file>

<file path=ppt/media/f11919.txt>
</file>

<file path=ppt/media/f11920.txt>
</file>

<file path=ppt/media/f11921.txt>
</file>

<file path=ppt/media/f11922.txt>
</file>

<file path=ppt/media/f11923.txt>
</file>

<file path=ppt/media/f11924.txt>
</file>

<file path=ppt/media/f11925.txt>
</file>

<file path=ppt/media/f11926.txt>
</file>

<file path=ppt/media/f11927.txt>
</file>

<file path=ppt/media/f11928.txt>
</file>

<file path=ppt/media/f11929.txt>
</file>

<file path=ppt/media/f11930.txt>
</file>

<file path=ppt/media/f11931.txt>
</file>

<file path=ppt/media/f11932.txt>
</file>

<file path=ppt/media/f11933.txt>
</file>

<file path=ppt/media/f11934.txt>
</file>

<file path=ppt/media/f11935.txt>
</file>

<file path=ppt/media/f11936.txt>
</file>

<file path=ppt/media/f11937.txt>
</file>

<file path=ppt/media/f11938.txt>
</file>

<file path=ppt/media/f11939.txt>
</file>

<file path=ppt/media/f11940.txt>
</file>

<file path=ppt/media/f11941.txt>
</file>

<file path=ppt/media/f11942.txt>
</file>

<file path=ppt/media/f11943.txt>
</file>

<file path=ppt/media/f11944.txt>
</file>

<file path=ppt/media/f11945.txt>
</file>

<file path=ppt/media/f11946.txt>
</file>

<file path=ppt/media/f11947.txt>
</file>

<file path=ppt/media/f11948.txt>
</file>

<file path=ppt/media/f11949.txt>
</file>

<file path=ppt/media/f11950.txt>
</file>

<file path=ppt/media/f11951.txt>
</file>

<file path=ppt/media/f11952.txt>
</file>

<file path=ppt/media/f11953.txt>
</file>

<file path=ppt/media/f11954.txt>
</file>

<file path=ppt/media/f11955.txt>
</file>

<file path=ppt/media/f11956.txt>
</file>

<file path=ppt/media/f11957.txt>
</file>

<file path=ppt/media/f11958.txt>
</file>

<file path=ppt/media/f11959.txt>
</file>

<file path=ppt/media/f11960.txt>
</file>

<file path=ppt/media/f11961.txt>
</file>

<file path=ppt/media/f11962.txt>
</file>

<file path=ppt/media/f11963.txt>
</file>

<file path=ppt/media/f11964.txt>
</file>

<file path=ppt/media/f11965.txt>
</file>

<file path=ppt/media/f11966.txt>
</file>

<file path=ppt/media/f11967.txt>
</file>

<file path=ppt/media/f11968.txt>
</file>

<file path=ppt/media/f11969.txt>
</file>

<file path=ppt/media/f11970.txt>
</file>

<file path=ppt/media/f11971.txt>
</file>

<file path=ppt/media/f11972.txt>
</file>

<file path=ppt/media/f11973.txt>
</file>

<file path=ppt/media/f11974.txt>
</file>

<file path=ppt/media/f11975.txt>
</file>

<file path=ppt/media/f11976.txt>
</file>

<file path=ppt/media/f11977.txt>
</file>

<file path=ppt/media/f11978.txt>
</file>

<file path=ppt/media/f11979.txt>
</file>

<file path=ppt/media/f11980.txt>
</file>

<file path=ppt/media/f11981.txt>
</file>

<file path=ppt/media/f11982.txt>
</file>

<file path=ppt/media/f11983.txt>
</file>

<file path=ppt/media/f11984.txt>
</file>

<file path=ppt/media/f11985.txt>
</file>

<file path=ppt/media/f11986.txt>
</file>

<file path=ppt/media/f11987.txt>
</file>

<file path=ppt/media/f11988.txt>
</file>

<file path=ppt/media/f11989.txt>
</file>

<file path=ppt/media/f11990.txt>
</file>

<file path=ppt/media/f11991.txt>
</file>

<file path=ppt/media/f11992.txt>
</file>

<file path=ppt/media/f11993.txt>
</file>

<file path=ppt/media/f11994.txt>
</file>

<file path=ppt/media/f11995.txt>
</file>

<file path=ppt/media/f11996.txt>
</file>

<file path=ppt/media/f11997.txt>
</file>

<file path=ppt/media/f11998.txt>
</file>

<file path=ppt/media/f11999.txt>
</file>

<file path=ppt/media/f12000.txt>
</file>

<file path=ppt/media/f12001.txt>
</file>

<file path=ppt/media/f12002.txt>
</file>

<file path=ppt/media/f12003.txt>
</file>

<file path=ppt/media/f12004.txt>
</file>

<file path=ppt/media/f12005.txt>
</file>

<file path=ppt/media/f12006.txt>
</file>

<file path=ppt/media/f12007.txt>
</file>

<file path=ppt/media/f12008.txt>
</file>

<file path=ppt/media/f12009.txt>
</file>

<file path=ppt/media/f12010.txt>
</file>

<file path=ppt/media/f12011.txt>
</file>

<file path=ppt/media/f12012.txt>
</file>

<file path=ppt/media/f12013.txt>
</file>

<file path=ppt/media/f12014.txt>
</file>

<file path=ppt/media/f12015.txt>
</file>

<file path=ppt/media/f12016.txt>
</file>

<file path=ppt/media/f12017.txt>
</file>

<file path=ppt/media/f12018.txt>
</file>

<file path=ppt/media/f12019.txt>
</file>

<file path=ppt/media/f12020.txt>
</file>

<file path=ppt/media/f12021.txt>
</file>

<file path=ppt/media/f12022.txt>
</file>

<file path=ppt/media/f12023.txt>
</file>

<file path=ppt/media/f12024.txt>
</file>

<file path=ppt/media/f12025.txt>
</file>

<file path=ppt/media/f12026.txt>
</file>

<file path=ppt/media/f12027.txt>
</file>

<file path=ppt/media/f12028.txt>
</file>

<file path=ppt/media/f12029.txt>
</file>

<file path=ppt/media/f12030.txt>
</file>

<file path=ppt/media/f12031.txt>
</file>

<file path=ppt/media/f12032.txt>
</file>

<file path=ppt/media/f12033.txt>
</file>

<file path=ppt/media/f12034.txt>
</file>

<file path=ppt/media/f12035.txt>
</file>

<file path=ppt/media/f12036.txt>
</file>

<file path=ppt/media/f12037.txt>
</file>

<file path=ppt/media/f12038.txt>
</file>

<file path=ppt/media/f12039.txt>
</file>

<file path=ppt/media/f12040.txt>
</file>

<file path=ppt/media/f12041.txt>
</file>

<file path=ppt/media/f12042.txt>
</file>

<file path=ppt/media/f12043.txt>
</file>

<file path=ppt/media/f12044.txt>
</file>

<file path=ppt/media/f12045.txt>
</file>

<file path=ppt/media/f12046.txt>
</file>

<file path=ppt/media/f12047.txt>
</file>

<file path=ppt/media/f12048.txt>
</file>

<file path=ppt/media/f12049.txt>
</file>

<file path=ppt/media/f12050.txt>
</file>

<file path=ppt/media/f12051.txt>
</file>

<file path=ppt/media/f12052.txt>
</file>

<file path=ppt/media/f12053.txt>
</file>

<file path=ppt/media/f12054.txt>
</file>

<file path=ppt/media/f12055.txt>
</file>

<file path=ppt/media/f12056.txt>
</file>

<file path=ppt/media/f12057.txt>
</file>

<file path=ppt/media/f12058.txt>
</file>

<file path=ppt/media/f12059.txt>
</file>

<file path=ppt/media/f12060.txt>
</file>

<file path=ppt/media/f12061.txt>
</file>

<file path=ppt/media/f12062.txt>
</file>

<file path=ppt/media/f12063.txt>
</file>

<file path=ppt/media/f12064.txt>
</file>

<file path=ppt/media/f12065.txt>
</file>

<file path=ppt/media/f12066.txt>
</file>

<file path=ppt/media/f12067.txt>
</file>

<file path=ppt/media/f12068.txt>
</file>

<file path=ppt/media/f12069.txt>
</file>

<file path=ppt/media/f12070.txt>
</file>

<file path=ppt/media/f12071.txt>
</file>

<file path=ppt/media/f12072.txt>
</file>

<file path=ppt/media/f12073.txt>
</file>

<file path=ppt/media/f12074.txt>
</file>

<file path=ppt/media/f12075.txt>
</file>

<file path=ppt/media/f12076.txt>
</file>

<file path=ppt/media/f12077.txt>
</file>

<file path=ppt/media/f12078.txt>
</file>

<file path=ppt/media/f12079.txt>
</file>

<file path=ppt/media/f12080.txt>
</file>

<file path=ppt/media/f12081.txt>
</file>

<file path=ppt/media/f12082.txt>
</file>

<file path=ppt/media/f12083.txt>
</file>

<file path=ppt/media/f12084.txt>
</file>

<file path=ppt/media/f12085.txt>
</file>

<file path=ppt/media/f12086.txt>
</file>

<file path=ppt/media/f12087.txt>
</file>

<file path=ppt/media/f12088.txt>
</file>

<file path=ppt/media/f12089.txt>
</file>

<file path=ppt/media/f12090.txt>
</file>

<file path=ppt/media/f12091.txt>
</file>

<file path=ppt/media/f12092.txt>
</file>

<file path=ppt/media/f12093.txt>
</file>

<file path=ppt/media/f12094.txt>
</file>

<file path=ppt/media/f12095.txt>
</file>

<file path=ppt/media/f12096.txt>
</file>

<file path=ppt/media/f12097.txt>
</file>

<file path=ppt/media/f12098.txt>
</file>

<file path=ppt/media/f12099.txt>
</file>

<file path=ppt/media/f12100.txt>
</file>

<file path=ppt/media/f12101.txt>
</file>

<file path=ppt/media/f12102.txt>
</file>

<file path=ppt/media/f12103.txt>
</file>

<file path=ppt/media/f12104.txt>
</file>

<file path=ppt/media/f12105.txt>
</file>

<file path=ppt/media/f12106.txt>
</file>

<file path=ppt/media/f12107.txt>
</file>

<file path=ppt/media/f12108.txt>
</file>

<file path=ppt/media/f12109.txt>
</file>

<file path=ppt/media/f12110.txt>
</file>

<file path=ppt/media/f12111.txt>
</file>

<file path=ppt/media/f12112.txt>
</file>

<file path=ppt/media/f12113.txt>
</file>

<file path=ppt/media/f12114.txt>
</file>

<file path=ppt/media/f12115.txt>
</file>

<file path=ppt/media/f12116.txt>
</file>

<file path=ppt/media/f12117.txt>
</file>

<file path=ppt/media/f12118.txt>
</file>

<file path=ppt/media/f12119.txt>
</file>

<file path=ppt/media/f12120.txt>
</file>

<file path=ppt/media/f12121.txt>
</file>

<file path=ppt/media/f12122.txt>
</file>

<file path=ppt/media/f12123.txt>
</file>

<file path=ppt/media/f12124.txt>
</file>

<file path=ppt/media/f12125.txt>
</file>

<file path=ppt/media/f12126.txt>
</file>

<file path=ppt/media/f12127.txt>
</file>

<file path=ppt/media/f12128.txt>
</file>

<file path=ppt/media/f12129.txt>
</file>

<file path=ppt/media/f12130.txt>
</file>

<file path=ppt/media/f12131.txt>
</file>

<file path=ppt/media/f12132.txt>
</file>

<file path=ppt/media/f12133.txt>
</file>

<file path=ppt/media/f12134.txt>
</file>

<file path=ppt/media/f12135.txt>
</file>

<file path=ppt/media/f12136.txt>
</file>

<file path=ppt/media/f12137.txt>
</file>

<file path=ppt/media/f12138.txt>
</file>

<file path=ppt/media/f12139.txt>
</file>

<file path=ppt/media/f12140.txt>
</file>

<file path=ppt/media/f12141.txt>
</file>

<file path=ppt/media/f12142.txt>
</file>

<file path=ppt/media/f12143.txt>
</file>

<file path=ppt/media/f12144.txt>
</file>

<file path=ppt/media/f12145.txt>
</file>

<file path=ppt/media/f12146.txt>
</file>

<file path=ppt/media/f12147.txt>
</file>

<file path=ppt/media/f12148.txt>
</file>

<file path=ppt/media/f12149.txt>
</file>

<file path=ppt/media/f12150.txt>
</file>

<file path=ppt/media/f12151.txt>
</file>

<file path=ppt/media/f12152.txt>
</file>

<file path=ppt/media/f12153.txt>
</file>

<file path=ppt/media/f12154.txt>
</file>

<file path=ppt/media/f12155.txt>
</file>

<file path=ppt/media/f12156.txt>
</file>

<file path=ppt/media/f12157.txt>
</file>

<file path=ppt/media/f12158.txt>
</file>

<file path=ppt/media/f12159.txt>
</file>

<file path=ppt/media/f12160.txt>
</file>

<file path=ppt/media/f12161.txt>
</file>

<file path=ppt/media/f12162.txt>
</file>

<file path=ppt/media/f12163.txt>
</file>

<file path=ppt/media/f12164.txt>
</file>

<file path=ppt/media/f12165.txt>
</file>

<file path=ppt/media/f12166.txt>
</file>

<file path=ppt/media/f12167.txt>
</file>

<file path=ppt/media/f12168.txt>
</file>

<file path=ppt/media/f12169.txt>
</file>

<file path=ppt/media/f12170.txt>
</file>

<file path=ppt/media/f12171.txt>
</file>

<file path=ppt/media/f12172.txt>
</file>

<file path=ppt/media/f12173.txt>
</file>

<file path=ppt/media/f12174.txt>
</file>

<file path=ppt/media/f12175.txt>
</file>

<file path=ppt/media/f12176.txt>
</file>

<file path=ppt/media/f12177.txt>
</file>

<file path=ppt/media/f12178.txt>
</file>

<file path=ppt/media/f12179.txt>
</file>

<file path=ppt/media/f12180.txt>
</file>

<file path=ppt/media/f12181.txt>
</file>

<file path=ppt/media/f12182.txt>
</file>

<file path=ppt/media/f12183.txt>
</file>

<file path=ppt/media/f12184.txt>
</file>

<file path=ppt/media/f12185.txt>
</file>

<file path=ppt/media/f12186.txt>
</file>

<file path=ppt/media/f12187.txt>
</file>

<file path=ppt/media/f12188.txt>
</file>

<file path=ppt/media/f12189.txt>
</file>

<file path=ppt/media/f12190.txt>
</file>

<file path=ppt/media/f12191.txt>
</file>

<file path=ppt/media/f12192.txt>
</file>

<file path=ppt/media/f12193.txt>
</file>

<file path=ppt/media/f12194.txt>
</file>

<file path=ppt/media/f12195.txt>
</file>

<file path=ppt/media/f12196.txt>
</file>

<file path=ppt/media/f12197.txt>
</file>

<file path=ppt/media/f12198.txt>
</file>

<file path=ppt/media/f12199.txt>
</file>

<file path=ppt/media/f12200.txt>
</file>

<file path=ppt/media/f12201.txt>
</file>

<file path=ppt/media/f12202.txt>
</file>

<file path=ppt/media/f12203.txt>
</file>

<file path=ppt/media/f12204.txt>
</file>

<file path=ppt/media/f12205.txt>
</file>

<file path=ppt/media/f12206.txt>
</file>

<file path=ppt/media/f12207.txt>
</file>

<file path=ppt/media/f12208.txt>
</file>

<file path=ppt/media/f12209.txt>
</file>

<file path=ppt/media/f12210.txt>
</file>

<file path=ppt/media/f12211.txt>
</file>

<file path=ppt/media/f12212.txt>
</file>

<file path=ppt/media/f12213.txt>
</file>

<file path=ppt/media/f12214.txt>
</file>

<file path=ppt/media/f12215.txt>
</file>

<file path=ppt/media/f12216.txt>
</file>

<file path=ppt/media/f12217.txt>
</file>

<file path=ppt/media/f12218.txt>
</file>

<file path=ppt/media/f12219.txt>
</file>

<file path=ppt/media/f12220.txt>
</file>

<file path=ppt/media/f12221.txt>
</file>

<file path=ppt/media/f12222.txt>
</file>

<file path=ppt/media/f12223.txt>
</file>

<file path=ppt/media/f12224.txt>
</file>

<file path=ppt/media/f12225.txt>
</file>

<file path=ppt/media/f12226.txt>
</file>

<file path=ppt/media/f12227.txt>
</file>

<file path=ppt/media/f12228.txt>
</file>

<file path=ppt/media/f12229.txt>
</file>

<file path=ppt/media/f12230.txt>
</file>

<file path=ppt/media/f12231.txt>
</file>

<file path=ppt/media/f12232.txt>
</file>

<file path=ppt/media/f12233.txt>
</file>

<file path=ppt/media/f12234.txt>
</file>

<file path=ppt/media/f12235.txt>
</file>

<file path=ppt/media/f12236.txt>
</file>

<file path=ppt/media/f12237.txt>
</file>

<file path=ppt/media/f12238.txt>
</file>

<file path=ppt/media/f12239.txt>
</file>

<file path=ppt/media/f12240.txt>
</file>

<file path=ppt/media/f12241.txt>
</file>

<file path=ppt/media/f12242.txt>
</file>

<file path=ppt/media/f12243.txt>
</file>

<file path=ppt/media/f12244.txt>
</file>

<file path=ppt/media/f12245.txt>
</file>

<file path=ppt/media/f12246.txt>
</file>

<file path=ppt/media/f12247.txt>
</file>

<file path=ppt/media/f12248.txt>
</file>

<file path=ppt/media/f12249.txt>
</file>

<file path=ppt/media/f12250.txt>
</file>

<file path=ppt/media/f12251.txt>
</file>

<file path=ppt/media/f12252.txt>
</file>

<file path=ppt/media/f12253.txt>
</file>

<file path=ppt/media/f12254.txt>
</file>

<file path=ppt/media/f12255.txt>
</file>

<file path=ppt/media/f12256.txt>
</file>

<file path=ppt/media/f12257.txt>
</file>

<file path=ppt/media/f12258.txt>
</file>

<file path=ppt/media/f12259.txt>
</file>

<file path=ppt/media/f12260.txt>
</file>

<file path=ppt/media/f12261.txt>
</file>

<file path=ppt/media/f12262.txt>
</file>

<file path=ppt/media/f12263.txt>
</file>

<file path=ppt/media/f12264.txt>
</file>

<file path=ppt/media/f12265.txt>
</file>

<file path=ppt/media/f12266.txt>
</file>

<file path=ppt/media/f12267.txt>
</file>

<file path=ppt/media/f12268.txt>
</file>

<file path=ppt/media/f12269.txt>
</file>

<file path=ppt/media/f12270.txt>
</file>

<file path=ppt/media/f12271.txt>
</file>

<file path=ppt/media/f12272.txt>
</file>

<file path=ppt/media/f12273.txt>
</file>

<file path=ppt/media/f12274.txt>
</file>

<file path=ppt/media/f12275.txt>
</file>

<file path=ppt/media/f12276.txt>
</file>

<file path=ppt/media/f12277.txt>
</file>

<file path=ppt/media/f12278.txt>
</file>

<file path=ppt/media/f12279.txt>
</file>

<file path=ppt/media/f12280.txt>
</file>

<file path=ppt/media/f12281.txt>
</file>

<file path=ppt/media/f12282.txt>
</file>

<file path=ppt/media/f12283.txt>
</file>

<file path=ppt/media/f12284.txt>
</file>

<file path=ppt/media/f12285.txt>
</file>

<file path=ppt/media/f12286.txt>
</file>

<file path=ppt/media/f12287.txt>
</file>

<file path=ppt/media/f12288.txt>
</file>

<file path=ppt/media/f12289.txt>
</file>

<file path=ppt/media/f12290.txt>
</file>

<file path=ppt/media/f12291.txt>
</file>

<file path=ppt/media/f12292.txt>
</file>

<file path=ppt/media/f12293.txt>
</file>

<file path=ppt/media/f12294.txt>
</file>

<file path=ppt/media/f12295.txt>
</file>

<file path=ppt/media/f12296.txt>
</file>

<file path=ppt/media/f12297.txt>
</file>

<file path=ppt/media/f12298.txt>
</file>

<file path=ppt/media/f12299.txt>
</file>

<file path=ppt/media/f12300.txt>
</file>

<file path=ppt/media/f12301.txt>
</file>

<file path=ppt/media/f12302.txt>
</file>

<file path=ppt/media/f12303.txt>
</file>

<file path=ppt/media/f12304.txt>
</file>

<file path=ppt/media/f12305.txt>
</file>

<file path=ppt/media/f12306.txt>
</file>

<file path=ppt/media/f12307.txt>
</file>

<file path=ppt/media/f12308.txt>
</file>

<file path=ppt/media/f12309.txt>
</file>

<file path=ppt/media/f12310.txt>
</file>

<file path=ppt/media/f12311.txt>
</file>

<file path=ppt/media/f12312.txt>
</file>

<file path=ppt/media/f12313.txt>
</file>

<file path=ppt/media/f12314.txt>
</file>

<file path=ppt/media/f12315.txt>
</file>

<file path=ppt/media/f12316.txt>
</file>

<file path=ppt/media/f12317.txt>
</file>

<file path=ppt/media/f12318.txt>
</file>

<file path=ppt/media/f12319.txt>
</file>

<file path=ppt/media/f12320.txt>
</file>

<file path=ppt/media/f12321.txt>
</file>

<file path=ppt/media/f12322.txt>
</file>

<file path=ppt/media/f12323.txt>
</file>

<file path=ppt/media/f12324.txt>
</file>

<file path=ppt/media/f12325.txt>
</file>

<file path=ppt/media/f12326.txt>
</file>

<file path=ppt/media/f12327.txt>
</file>

<file path=ppt/media/f12328.txt>
</file>

<file path=ppt/media/f12329.txt>
</file>

<file path=ppt/media/f12330.txt>
</file>

<file path=ppt/media/f12331.txt>
</file>

<file path=ppt/media/f12332.txt>
</file>

<file path=ppt/media/f12333.txt>
</file>

<file path=ppt/media/f12334.txt>
</file>

<file path=ppt/media/f12335.txt>
</file>

<file path=ppt/media/f12336.txt>
</file>

<file path=ppt/media/f12337.txt>
</file>

<file path=ppt/media/f12338.txt>
</file>

<file path=ppt/media/f12339.txt>
</file>

<file path=ppt/media/f12340.txt>
</file>

<file path=ppt/media/f12341.txt>
</file>

<file path=ppt/media/f12342.txt>
</file>

<file path=ppt/media/f12343.txt>
</file>

<file path=ppt/media/f12344.txt>
</file>

<file path=ppt/media/f12345.txt>
</file>

<file path=ppt/media/f12346.txt>
</file>

<file path=ppt/media/f12347.txt>
</file>

<file path=ppt/media/f12348.txt>
</file>

<file path=ppt/media/f12349.txt>
</file>

<file path=ppt/media/f12350.txt>
</file>

<file path=ppt/media/f12351.txt>
</file>

<file path=ppt/media/f12352.txt>
</file>

<file path=ppt/media/f12353.txt>
</file>

<file path=ppt/media/f12354.txt>
</file>

<file path=ppt/media/f12355.txt>
</file>

<file path=ppt/media/f12356.txt>
</file>

<file path=ppt/media/f12357.txt>
</file>

<file path=ppt/media/f12358.txt>
</file>

<file path=ppt/media/f12359.txt>
</file>

<file path=ppt/media/f12360.txt>
</file>

<file path=ppt/media/f12361.txt>
</file>

<file path=ppt/media/f12362.txt>
</file>

<file path=ppt/media/f12363.txt>
</file>

<file path=ppt/media/f12364.txt>
</file>

<file path=ppt/media/f12365.txt>
</file>

<file path=ppt/media/f12366.txt>
</file>

<file path=ppt/media/f12367.txt>
</file>

<file path=ppt/media/f12368.txt>
</file>

<file path=ppt/media/f12369.txt>
</file>

<file path=ppt/media/f12370.txt>
</file>

<file path=ppt/media/f12371.txt>
</file>

<file path=ppt/media/f12372.txt>
</file>

<file path=ppt/media/f12373.txt>
</file>

<file path=ppt/media/f12374.txt>
</file>

<file path=ppt/media/f12375.txt>
</file>

<file path=ppt/media/f12376.txt>
</file>

<file path=ppt/media/f12377.txt>
</file>

<file path=ppt/media/f12378.txt>
</file>

<file path=ppt/media/f12379.txt>
</file>

<file path=ppt/media/f12380.txt>
</file>

<file path=ppt/media/f12381.txt>
</file>

<file path=ppt/media/f12382.txt>
</file>

<file path=ppt/media/f12383.txt>
</file>

<file path=ppt/media/f12384.txt>
</file>

<file path=ppt/media/f12385.txt>
</file>

<file path=ppt/media/f12386.txt>
</file>

<file path=ppt/media/f12387.txt>
</file>

<file path=ppt/media/f12388.txt>
</file>

<file path=ppt/media/f12389.txt>
</file>

<file path=ppt/media/f12390.txt>
</file>

<file path=ppt/media/f12391.txt>
</file>

<file path=ppt/media/f12392.txt>
</file>

<file path=ppt/media/f12393.txt>
</file>

<file path=ppt/media/f12394.txt>
</file>

<file path=ppt/media/f12395.txt>
</file>

<file path=ppt/media/f12396.txt>
</file>

<file path=ppt/media/f12397.txt>
</file>

<file path=ppt/media/f12398.txt>
</file>

<file path=ppt/media/f12399.txt>
</file>

<file path=ppt/media/f12400.txt>
</file>

<file path=ppt/media/f12401.txt>
</file>

<file path=ppt/media/f12402.txt>
</file>

<file path=ppt/media/f12403.txt>
</file>

<file path=ppt/media/f12404.txt>
</file>

<file path=ppt/media/f12405.txt>
</file>

<file path=ppt/media/f12406.txt>
</file>

<file path=ppt/media/f12407.txt>
</file>

<file path=ppt/media/f12408.txt>
</file>

<file path=ppt/media/f12409.txt>
</file>

<file path=ppt/media/f12410.txt>
</file>

<file path=ppt/media/f12411.txt>
</file>

<file path=ppt/media/f12412.txt>
</file>

<file path=ppt/media/f12413.txt>
</file>

<file path=ppt/media/f12414.txt>
</file>

<file path=ppt/media/f12415.txt>
</file>

<file path=ppt/media/f12416.txt>
</file>

<file path=ppt/media/f12417.txt>
</file>

<file path=ppt/media/f12418.txt>
</file>

<file path=ppt/media/f12419.txt>
</file>

<file path=ppt/media/f12420.txt>
</file>

<file path=ppt/media/f12421.txt>
</file>

<file path=ppt/media/f12422.txt>
</file>

<file path=ppt/media/f12423.txt>
</file>

<file path=ppt/media/f12424.txt>
</file>

<file path=ppt/media/f12425.txt>
</file>

<file path=ppt/media/f12426.txt>
</file>

<file path=ppt/media/f12427.txt>
</file>

<file path=ppt/media/f12428.txt>
</file>

<file path=ppt/media/f12429.txt>
</file>

<file path=ppt/media/f12430.txt>
</file>

<file path=ppt/media/f12431.txt>
</file>

<file path=ppt/media/f12432.txt>
</file>

<file path=ppt/media/f12433.txt>
</file>

<file path=ppt/media/f12434.txt>
</file>

<file path=ppt/media/f12435.txt>
</file>

<file path=ppt/media/f12436.txt>
</file>

<file path=ppt/media/f12437.txt>
</file>

<file path=ppt/media/f12438.txt>
</file>

<file path=ppt/media/f12439.txt>
</file>

<file path=ppt/media/f12440.txt>
</file>

<file path=ppt/media/f12441.txt>
</file>

<file path=ppt/media/f12442.txt>
</file>

<file path=ppt/media/f12443.txt>
</file>

<file path=ppt/media/f12444.txt>
</file>

<file path=ppt/media/f12445.txt>
</file>

<file path=ppt/media/f12446.txt>
</file>

<file path=ppt/media/f12447.txt>
</file>

<file path=ppt/media/f12448.txt>
</file>

<file path=ppt/media/f12449.txt>
</file>

<file path=ppt/media/f12450.txt>
</file>

<file path=ppt/media/f12451.txt>
</file>

<file path=ppt/media/f12452.txt>
</file>

<file path=ppt/media/f12453.txt>
</file>

<file path=ppt/media/f12454.txt>
</file>

<file path=ppt/media/f12455.txt>
</file>

<file path=ppt/media/f12456.txt>
</file>

<file path=ppt/media/f12457.txt>
</file>

<file path=ppt/media/f12458.txt>
</file>

<file path=ppt/media/f12459.txt>
</file>

<file path=ppt/media/f12460.txt>
</file>

<file path=ppt/media/f12461.txt>
</file>

<file path=ppt/media/f12462.txt>
</file>

<file path=ppt/media/f12463.txt>
</file>

<file path=ppt/media/f12464.txt>
</file>

<file path=ppt/media/f12465.txt>
</file>

<file path=ppt/media/f12466.txt>
</file>

<file path=ppt/media/f12467.txt>
</file>

<file path=ppt/media/f12468.txt>
</file>

<file path=ppt/media/f12469.txt>
</file>

<file path=ppt/media/f12470.txt>
</file>

<file path=ppt/media/f12471.txt>
</file>

<file path=ppt/media/f12472.txt>
</file>

<file path=ppt/media/f12473.txt>
</file>

<file path=ppt/media/f12474.txt>
</file>

<file path=ppt/media/f12475.txt>
</file>

<file path=ppt/media/f12476.txt>
</file>

<file path=ppt/media/f12477.txt>
</file>

<file path=ppt/media/f12478.txt>
</file>

<file path=ppt/media/f12479.txt>
</file>

<file path=ppt/media/f12480.txt>
</file>

<file path=ppt/media/f12481.txt>
</file>

<file path=ppt/media/f12482.txt>
</file>

<file path=ppt/media/f12483.txt>
</file>

<file path=ppt/media/f12484.txt>
</file>

<file path=ppt/media/f12485.txt>
</file>

<file path=ppt/media/f12486.txt>
</file>

<file path=ppt/media/f12487.txt>
</file>

<file path=ppt/media/f12488.txt>
</file>

<file path=ppt/media/f12489.txt>
</file>

<file path=ppt/media/f12490.txt>
</file>

<file path=ppt/media/f12491.txt>
</file>

<file path=ppt/media/f12492.txt>
</file>

<file path=ppt/media/f12493.txt>
</file>

<file path=ppt/media/f12494.txt>
</file>

<file path=ppt/media/f12495.txt>
</file>

<file path=ppt/media/f12496.txt>
</file>

<file path=ppt/media/f12497.txt>
</file>

<file path=ppt/media/f12498.txt>
</file>

<file path=ppt/media/f12499.txt>
</file>

<file path=ppt/media/f12500.txt>
</file>

<file path=ppt/media/f12501.txt>
</file>

<file path=ppt/media/f12502.txt>
</file>

<file path=ppt/media/f12503.txt>
</file>

<file path=ppt/media/f12504.txt>
</file>

<file path=ppt/media/f12505.txt>
</file>

<file path=ppt/media/f12506.txt>
</file>

<file path=ppt/media/f12507.txt>
</file>

<file path=ppt/media/f12508.txt>
</file>

<file path=ppt/media/f12509.txt>
</file>

<file path=ppt/media/f12510.txt>
</file>

<file path=ppt/media/f12511.txt>
</file>

<file path=ppt/media/f12512.txt>
</file>

<file path=ppt/media/f12513.txt>
</file>

<file path=ppt/media/f12514.txt>
</file>

<file path=ppt/media/f12515.txt>
</file>

<file path=ppt/media/f12516.txt>
</file>

<file path=ppt/media/f12517.txt>
</file>

<file path=ppt/media/f12518.txt>
</file>

<file path=ppt/media/f12519.txt>
</file>

<file path=ppt/media/f12520.txt>
</file>

<file path=ppt/media/f12521.txt>
</file>

<file path=ppt/media/f12522.txt>
</file>

<file path=ppt/media/f12523.txt>
</file>

<file path=ppt/media/f12524.txt>
</file>

<file path=ppt/media/f12525.txt>
</file>

<file path=ppt/media/f12526.txt>
</file>

<file path=ppt/media/f12527.txt>
</file>

<file path=ppt/media/f12528.txt>
</file>

<file path=ppt/media/f12529.txt>
</file>

<file path=ppt/media/f12530.txt>
</file>

<file path=ppt/media/f12531.txt>
</file>

<file path=ppt/media/f12532.txt>
</file>

<file path=ppt/media/f12533.txt>
</file>

<file path=ppt/media/f12534.txt>
</file>

<file path=ppt/media/f12535.txt>
</file>

<file path=ppt/media/f12536.txt>
</file>

<file path=ppt/media/f12537.txt>
</file>

<file path=ppt/media/f12538.txt>
</file>

<file path=ppt/media/f12539.txt>
</file>

<file path=ppt/media/f12540.txt>
</file>

<file path=ppt/media/f12541.txt>
</file>

<file path=ppt/media/f12542.txt>
</file>

<file path=ppt/media/f12543.txt>
</file>

<file path=ppt/media/f12544.txt>
</file>

<file path=ppt/media/f12545.txt>
</file>

<file path=ppt/media/f12546.txt>
</file>

<file path=ppt/media/f12547.txt>
</file>

<file path=ppt/media/f12548.txt>
</file>

<file path=ppt/media/f12549.txt>
</file>

<file path=ppt/media/f12550.txt>
</file>

<file path=ppt/media/f12551.txt>
</file>

<file path=ppt/media/f12552.txt>
</file>

<file path=ppt/media/f12553.txt>
</file>

<file path=ppt/media/f12554.txt>
</file>

<file path=ppt/media/f12555.txt>
</file>

<file path=ppt/media/f12556.txt>
</file>

<file path=ppt/media/f12557.txt>
</file>

<file path=ppt/media/f12558.txt>
</file>

<file path=ppt/media/f12559.txt>
</file>

<file path=ppt/media/f12560.txt>
</file>

<file path=ppt/media/f12561.txt>
</file>

<file path=ppt/media/f12562.txt>
</file>

<file path=ppt/media/f12563.txt>
</file>

<file path=ppt/media/f12564.txt>
</file>

<file path=ppt/media/f12565.txt>
</file>

<file path=ppt/media/f12566.txt>
</file>

<file path=ppt/media/f12567.txt>
</file>

<file path=ppt/media/f12568.txt>
</file>

<file path=ppt/media/f12569.txt>
</file>

<file path=ppt/media/f12570.txt>
</file>

<file path=ppt/media/f12571.txt>
</file>

<file path=ppt/media/f12572.txt>
</file>

<file path=ppt/media/f12573.txt>
</file>

<file path=ppt/media/f12574.txt>
</file>

<file path=ppt/media/f12575.txt>
</file>

<file path=ppt/media/f12576.txt>
</file>

<file path=ppt/media/f12577.txt>
</file>

<file path=ppt/media/f12578.txt>
</file>

<file path=ppt/media/f12579.txt>
</file>

<file path=ppt/media/f12580.txt>
</file>

<file path=ppt/media/f12581.txt>
</file>

<file path=ppt/media/f12582.txt>
</file>

<file path=ppt/media/f12583.txt>
</file>

<file path=ppt/media/f12584.txt>
</file>

<file path=ppt/media/f12585.txt>
</file>

<file path=ppt/media/f12586.txt>
</file>

<file path=ppt/media/f12587.txt>
</file>

<file path=ppt/media/f12588.txt>
</file>

<file path=ppt/media/f12589.txt>
</file>

<file path=ppt/media/f12590.txt>
</file>

<file path=ppt/media/f12591.txt>
</file>

<file path=ppt/media/f12592.txt>
</file>

<file path=ppt/media/f12593.txt>
</file>

<file path=ppt/media/f12594.txt>
</file>

<file path=ppt/media/f12595.txt>
</file>

<file path=ppt/media/f12596.txt>
</file>

<file path=ppt/media/f12597.txt>
</file>

<file path=ppt/media/f12598.txt>
</file>

<file path=ppt/media/f12599.txt>
</file>

<file path=ppt/media/f12600.txt>
</file>

<file path=ppt/media/f12601.txt>
</file>

<file path=ppt/media/f12602.txt>
</file>

<file path=ppt/media/f12603.txt>
</file>

<file path=ppt/media/f12604.txt>
</file>

<file path=ppt/media/f12605.txt>
</file>

<file path=ppt/media/f12606.txt>
</file>

<file path=ppt/media/f12607.txt>
</file>

<file path=ppt/media/f12608.txt>
</file>

<file path=ppt/media/f12609.txt>
</file>

<file path=ppt/media/f12610.txt>
</file>

<file path=ppt/media/f12611.txt>
</file>

<file path=ppt/media/f12612.txt>
</file>

<file path=ppt/media/f12613.txt>
</file>

<file path=ppt/media/f12614.txt>
</file>

<file path=ppt/media/f12615.txt>
</file>

<file path=ppt/media/f12616.txt>
</file>

<file path=ppt/media/f12617.txt>
</file>

<file path=ppt/media/f12618.txt>
</file>

<file path=ppt/media/f12619.txt>
</file>

<file path=ppt/media/f12620.txt>
</file>

<file path=ppt/media/f12621.txt>
</file>

<file path=ppt/media/f12622.txt>
</file>

<file path=ppt/media/f12623.txt>
</file>

<file path=ppt/media/f12624.txt>
</file>

<file path=ppt/media/f12625.txt>
</file>

<file path=ppt/media/f12626.txt>
</file>

<file path=ppt/media/f12627.txt>
</file>

<file path=ppt/media/f12628.txt>
</file>

<file path=ppt/media/f12629.txt>
</file>

<file path=ppt/media/f12630.txt>
</file>

<file path=ppt/media/f12631.txt>
</file>

<file path=ppt/media/f12632.txt>
</file>

<file path=ppt/media/f12633.txt>
</file>

<file path=ppt/media/f12634.txt>
</file>

<file path=ppt/media/f12635.txt>
</file>

<file path=ppt/media/f12636.txt>
</file>

<file path=ppt/media/f12637.txt>
</file>

<file path=ppt/media/f12638.txt>
</file>

<file path=ppt/media/f12639.txt>
</file>

<file path=ppt/media/f12640.txt>
</file>

<file path=ppt/media/f12641.txt>
</file>

<file path=ppt/media/f12642.txt>
</file>

<file path=ppt/media/f12643.txt>
</file>

<file path=ppt/media/f12644.txt>
</file>

<file path=ppt/media/f12645.txt>
</file>

<file path=ppt/media/f12646.txt>
</file>

<file path=ppt/media/f12647.txt>
</file>

<file path=ppt/media/f12648.txt>
</file>

<file path=ppt/media/f12649.txt>
</file>

<file path=ppt/media/f12650.txt>
</file>

<file path=ppt/media/f12651.txt>
</file>

<file path=ppt/media/f12652.txt>
</file>

<file path=ppt/media/f12653.txt>
</file>

<file path=ppt/media/f12654.txt>
</file>

<file path=ppt/media/f12655.txt>
</file>

<file path=ppt/media/f12656.txt>
</file>

<file path=ppt/media/f12657.txt>
</file>

<file path=ppt/media/f12658.txt>
</file>

<file path=ppt/media/f12659.txt>
</file>

<file path=ppt/media/f12660.txt>
</file>

<file path=ppt/media/f12661.txt>
</file>

<file path=ppt/media/f12662.txt>
</file>

<file path=ppt/media/f12663.txt>
</file>

<file path=ppt/media/f12664.txt>
</file>

<file path=ppt/media/f12665.txt>
</file>

<file path=ppt/media/f12666.txt>
</file>

<file path=ppt/media/f12667.txt>
</file>

<file path=ppt/media/f12668.txt>
</file>

<file path=ppt/media/f12669.txt>
</file>

<file path=ppt/media/f12670.txt>
</file>

<file path=ppt/media/f12671.txt>
</file>

<file path=ppt/media/f12672.txt>
</file>

<file path=ppt/media/f12673.txt>
</file>

<file path=ppt/media/f12674.txt>
</file>

<file path=ppt/media/f12675.txt>
</file>

<file path=ppt/media/f12676.txt>
</file>

<file path=ppt/media/f12677.txt>
</file>

<file path=ppt/media/f12678.txt>
</file>

<file path=ppt/media/f12679.txt>
</file>

<file path=ppt/media/f12680.txt>
</file>

<file path=ppt/media/f12681.txt>
</file>

<file path=ppt/media/f12682.txt>
</file>

<file path=ppt/media/f12683.txt>
</file>

<file path=ppt/media/f12684.txt>
</file>

<file path=ppt/media/f12685.txt>
</file>

<file path=ppt/media/f12686.txt>
</file>

<file path=ppt/media/f12687.txt>
</file>

<file path=ppt/media/f12688.txt>
</file>

<file path=ppt/media/f12689.txt>
</file>

<file path=ppt/media/f12690.txt>
</file>

<file path=ppt/media/f12691.txt>
</file>

<file path=ppt/media/f12692.txt>
</file>

<file path=ppt/media/f12693.txt>
</file>

<file path=ppt/media/f12694.txt>
</file>

<file path=ppt/media/f12695.txt>
</file>

<file path=ppt/media/f12696.txt>
</file>

<file path=ppt/media/f12697.txt>
</file>

<file path=ppt/media/f12698.txt>
</file>

<file path=ppt/media/f12699.txt>
</file>

<file path=ppt/media/f12700.txt>
</file>

<file path=ppt/media/f12701.txt>
</file>

<file path=ppt/media/f12702.txt>
</file>

<file path=ppt/media/f12703.txt>
</file>

<file path=ppt/media/f12704.txt>
</file>

<file path=ppt/media/f12705.txt>
</file>

<file path=ppt/media/f12706.txt>
</file>

<file path=ppt/media/f12707.txt>
</file>

<file path=ppt/media/f12708.txt>
</file>

<file path=ppt/media/f12709.txt>
</file>

<file path=ppt/media/f12710.txt>
</file>

<file path=ppt/media/f12711.txt>
</file>

<file path=ppt/media/f12712.txt>
</file>

<file path=ppt/media/f12713.txt>
</file>

<file path=ppt/media/f12714.txt>
</file>

<file path=ppt/media/f12715.txt>
</file>

<file path=ppt/media/f12716.txt>
</file>

<file path=ppt/media/f12717.txt>
</file>

<file path=ppt/media/f12718.txt>
</file>

<file path=ppt/media/f12719.txt>
</file>

<file path=ppt/media/f12720.txt>
</file>

<file path=ppt/media/f12721.txt>
</file>

<file path=ppt/media/f12722.txt>
</file>

<file path=ppt/media/f12723.txt>
</file>

<file path=ppt/media/f12724.txt>
</file>

<file path=ppt/media/f12725.txt>
</file>

<file path=ppt/media/f12726.txt>
</file>

<file path=ppt/media/f12727.txt>
</file>

<file path=ppt/media/f12728.txt>
</file>

<file path=ppt/media/f12729.txt>
</file>

<file path=ppt/media/f12730.txt>
</file>

<file path=ppt/media/f12731.txt>
</file>

<file path=ppt/media/f12732.txt>
</file>

<file path=ppt/media/f12733.txt>
</file>

<file path=ppt/media/f12734.txt>
</file>

<file path=ppt/media/f12735.txt>
</file>

<file path=ppt/media/f12736.txt>
</file>

<file path=ppt/media/f12737.txt>
</file>

<file path=ppt/media/f12738.txt>
</file>

<file path=ppt/media/f12739.txt>
</file>

<file path=ppt/media/f12740.txt>
</file>

<file path=ppt/media/f12741.txt>
</file>

<file path=ppt/media/f12742.txt>
</file>

<file path=ppt/media/f12743.txt>
</file>

<file path=ppt/media/f12744.txt>
</file>

<file path=ppt/media/f12745.txt>
</file>

<file path=ppt/media/f12746.txt>
</file>

<file path=ppt/media/f12747.txt>
</file>

<file path=ppt/media/f12748.txt>
</file>

<file path=ppt/media/f12749.txt>
</file>

<file path=ppt/media/f12750.txt>
</file>

<file path=ppt/media/f12751.txt>
</file>

<file path=ppt/media/f12752.txt>
</file>

<file path=ppt/media/f12753.txt>
</file>

<file path=ppt/media/f12754.txt>
</file>

<file path=ppt/media/f12755.txt>
</file>

<file path=ppt/media/f12756.txt>
</file>

<file path=ppt/media/f12757.txt>
</file>

<file path=ppt/media/f12758.txt>
</file>

<file path=ppt/media/f12759.txt>
</file>

<file path=ppt/media/f12760.txt>
</file>

<file path=ppt/media/f12761.txt>
</file>

<file path=ppt/media/f12762.txt>
</file>

<file path=ppt/media/f12763.txt>
</file>

<file path=ppt/media/f12764.txt>
</file>

<file path=ppt/media/f12765.txt>
</file>

<file path=ppt/media/f12766.txt>
</file>

<file path=ppt/media/f12767.txt>
</file>

<file path=ppt/media/f12768.txt>
</file>

<file path=ppt/media/f12769.txt>
</file>

<file path=ppt/media/f12770.txt>
</file>

<file path=ppt/media/f12771.txt>
</file>

<file path=ppt/media/f12772.txt>
</file>

<file path=ppt/media/f12773.txt>
</file>

<file path=ppt/media/f12774.txt>
</file>

<file path=ppt/media/f12775.txt>
</file>

<file path=ppt/media/f12776.txt>
</file>

<file path=ppt/media/f12777.txt>
</file>

<file path=ppt/media/f12778.txt>
</file>

<file path=ppt/media/f12779.txt>
</file>

<file path=ppt/media/f12780.txt>
</file>

<file path=ppt/media/f12781.txt>
</file>

<file path=ppt/media/f12782.txt>
</file>

<file path=ppt/media/f12783.txt>
</file>

<file path=ppt/media/f12784.txt>
</file>

<file path=ppt/media/f12785.txt>
</file>

<file path=ppt/media/f12786.txt>
</file>

<file path=ppt/media/f12787.txt>
</file>

<file path=ppt/media/f12788.txt>
</file>

<file path=ppt/media/f12789.txt>
</file>

<file path=ppt/media/f12790.txt>
</file>

<file path=ppt/media/f12791.txt>
</file>

<file path=ppt/media/f12792.txt>
</file>

<file path=ppt/media/f12793.txt>
</file>

<file path=ppt/media/f12794.txt>
</file>

<file path=ppt/media/f12795.txt>
</file>

<file path=ppt/media/f12796.txt>
</file>

<file path=ppt/media/f12797.txt>
</file>

<file path=ppt/media/f12798.txt>
</file>

<file path=ppt/media/f12799.txt>
</file>

<file path=ppt/media/f12800.txt>
</file>

<file path=ppt/media/f12801.txt>
</file>

<file path=ppt/media/f12802.txt>
</file>

<file path=ppt/media/f12803.txt>
</file>

<file path=ppt/media/f12804.txt>
</file>

<file path=ppt/media/f12805.txt>
</file>

<file path=ppt/media/f12806.txt>
</file>

<file path=ppt/media/f12807.txt>
</file>

<file path=ppt/media/f12808.txt>
</file>

<file path=ppt/media/f12809.txt>
</file>

<file path=ppt/media/f12810.txt>
</file>

<file path=ppt/media/f12811.txt>
</file>

<file path=ppt/media/f12812.txt>
</file>

<file path=ppt/media/f12813.txt>
</file>

<file path=ppt/media/f12814.txt>
</file>

<file path=ppt/media/f12815.txt>
</file>

<file path=ppt/media/f12816.txt>
</file>

<file path=ppt/media/f12817.txt>
</file>

<file path=ppt/media/f12818.txt>
</file>

<file path=ppt/media/f12819.txt>
</file>

<file path=ppt/media/f12820.txt>
</file>

<file path=ppt/media/f12821.txt>
</file>

<file path=ppt/media/f12822.txt>
</file>

<file path=ppt/media/f12823.txt>
</file>

<file path=ppt/media/f12824.txt>
</file>

<file path=ppt/media/f12825.txt>
</file>

<file path=ppt/media/f12826.txt>
</file>

<file path=ppt/media/f12827.txt>
</file>

<file path=ppt/media/f12828.txt>
</file>

<file path=ppt/media/f12829.txt>
</file>

<file path=ppt/media/f12830.txt>
</file>

<file path=ppt/media/f12831.txt>
</file>

<file path=ppt/media/f12832.txt>
</file>

<file path=ppt/media/f12833.txt>
</file>

<file path=ppt/media/f12834.txt>
</file>

<file path=ppt/media/f12835.txt>
</file>

<file path=ppt/media/f12836.txt>
</file>

<file path=ppt/media/f12837.txt>
</file>

<file path=ppt/media/f12838.txt>
</file>

<file path=ppt/media/f12839.txt>
</file>

<file path=ppt/media/f12840.txt>
</file>

<file path=ppt/media/f12841.txt>
</file>

<file path=ppt/media/f12842.txt>
</file>

<file path=ppt/media/f12843.txt>
</file>

<file path=ppt/media/f12844.txt>
</file>

<file path=ppt/media/f12845.txt>
</file>

<file path=ppt/media/f12846.txt>
</file>

<file path=ppt/media/f12847.txt>
</file>

<file path=ppt/media/f12848.txt>
</file>

<file path=ppt/media/f12849.txt>
</file>

<file path=ppt/media/f12850.txt>
</file>

<file path=ppt/media/f12851.txt>
</file>

<file path=ppt/media/f12852.txt>
</file>

<file path=ppt/media/f12853.txt>
</file>

<file path=ppt/media/f12854.txt>
</file>

<file path=ppt/media/f12855.txt>
</file>

<file path=ppt/media/f12856.txt>
</file>

<file path=ppt/media/f12857.txt>
</file>

<file path=ppt/media/f12858.txt>
</file>

<file path=ppt/media/f12859.txt>
</file>

<file path=ppt/media/f12860.txt>
</file>

<file path=ppt/media/f12861.txt>
</file>

<file path=ppt/media/f12862.txt>
</file>

<file path=ppt/media/f12863.txt>
</file>

<file path=ppt/media/f12864.txt>
</file>

<file path=ppt/media/f12865.txt>
</file>

<file path=ppt/media/f12866.txt>
</file>

<file path=ppt/media/f12867.txt>
</file>

<file path=ppt/media/f12868.txt>
</file>

<file path=ppt/media/f12869.txt>
</file>

<file path=ppt/media/f12870.txt>
</file>

<file path=ppt/media/f12871.txt>
</file>

<file path=ppt/media/f12872.txt>
</file>

<file path=ppt/media/f12873.txt>
</file>

<file path=ppt/media/f12874.txt>
</file>

<file path=ppt/media/f12875.txt>
</file>

<file path=ppt/media/f12876.txt>
</file>

<file path=ppt/media/f12877.txt>
</file>

<file path=ppt/media/f12878.txt>
</file>

<file path=ppt/media/f12879.txt>
</file>

<file path=ppt/media/f12880.txt>
</file>

<file path=ppt/media/f12881.txt>
</file>

<file path=ppt/media/f12882.txt>
</file>

<file path=ppt/media/f12883.txt>
</file>

<file path=ppt/media/f12884.txt>
</file>

<file path=ppt/media/f12885.txt>
</file>

<file path=ppt/media/f12886.txt>
</file>

<file path=ppt/media/f12887.txt>
</file>

<file path=ppt/media/f12888.txt>
</file>

<file path=ppt/media/f12889.txt>
</file>

<file path=ppt/media/f12890.txt>
</file>

<file path=ppt/media/f12891.txt>
</file>

<file path=ppt/media/f12892.txt>
</file>

<file path=ppt/media/f12893.txt>
</file>

<file path=ppt/media/f12894.txt>
</file>

<file path=ppt/media/f12895.txt>
</file>

<file path=ppt/media/f12896.txt>
</file>

<file path=ppt/media/f12897.txt>
</file>

<file path=ppt/media/f12898.txt>
</file>

<file path=ppt/media/f12899.txt>
</file>

<file path=ppt/media/f12900.txt>
</file>

<file path=ppt/media/f12901.txt>
</file>

<file path=ppt/media/f12902.txt>
</file>

<file path=ppt/media/f12903.txt>
</file>

<file path=ppt/media/f12904.txt>
</file>

<file path=ppt/media/f12905.txt>
</file>

<file path=ppt/media/f12906.txt>
</file>

<file path=ppt/media/f12907.txt>
</file>

<file path=ppt/media/f12908.txt>
</file>

<file path=ppt/media/f12909.txt>
</file>

<file path=ppt/media/f12910.txt>
</file>

<file path=ppt/media/f12911.txt>
</file>

<file path=ppt/media/f12912.txt>
</file>

<file path=ppt/media/f12913.txt>
</file>

<file path=ppt/media/f12914.txt>
</file>

<file path=ppt/media/f12915.txt>
</file>

<file path=ppt/media/f12916.txt>
</file>

<file path=ppt/media/f12917.txt>
</file>

<file path=ppt/media/f12918.txt>
</file>

<file path=ppt/media/f12919.txt>
</file>

<file path=ppt/media/f12920.txt>
</file>

<file path=ppt/media/f12921.txt>
</file>

<file path=ppt/media/f12922.txt>
</file>

<file path=ppt/media/f12923.txt>
</file>

<file path=ppt/media/f12924.txt>
</file>

<file path=ppt/media/f12925.txt>
</file>

<file path=ppt/media/f12926.txt>
</file>

<file path=ppt/media/f12927.txt>
</file>

<file path=ppt/media/f12928.txt>
</file>

<file path=ppt/media/f12929.txt>
</file>

<file path=ppt/media/f12930.txt>
</file>

<file path=ppt/media/f12931.txt>
</file>

<file path=ppt/media/f12932.txt>
</file>

<file path=ppt/media/f12933.txt>
</file>

<file path=ppt/media/f12934.txt>
</file>

<file path=ppt/media/f12935.txt>
</file>

<file path=ppt/media/f12936.txt>
</file>

<file path=ppt/media/f12937.txt>
</file>

<file path=ppt/media/f12938.txt>
</file>

<file path=ppt/media/f12939.txt>
</file>

<file path=ppt/media/f12940.txt>
</file>

<file path=ppt/media/f12941.txt>
</file>

<file path=ppt/media/f12942.txt>
</file>

<file path=ppt/media/f12943.txt>
</file>

<file path=ppt/media/f12944.txt>
</file>

<file path=ppt/media/f12945.txt>
</file>

<file path=ppt/media/f12946.txt>
</file>

<file path=ppt/media/f12947.txt>
</file>

<file path=ppt/media/f12948.txt>
</file>

<file path=ppt/media/f12949.txt>
</file>

<file path=ppt/media/f12950.txt>
</file>

<file path=ppt/media/f12951.txt>
</file>

<file path=ppt/media/f12952.txt>
</file>

<file path=ppt/media/f12953.txt>
</file>

<file path=ppt/media/f12954.txt>
</file>

<file path=ppt/media/f12955.txt>
</file>

<file path=ppt/media/f12956.txt>
</file>

<file path=ppt/media/f12957.txt>
</file>

<file path=ppt/media/f12958.txt>
</file>

<file path=ppt/media/f12959.txt>
</file>

<file path=ppt/media/f12960.txt>
</file>

<file path=ppt/media/f12961.txt>
</file>

<file path=ppt/media/f12962.txt>
</file>

<file path=ppt/media/f12963.txt>
</file>

<file path=ppt/media/f12964.txt>
</file>

<file path=ppt/media/f12965.txt>
</file>

<file path=ppt/media/f12966.txt>
</file>

<file path=ppt/media/f12967.txt>
</file>

<file path=ppt/media/f12968.txt>
</file>

<file path=ppt/media/f12969.txt>
</file>

<file path=ppt/media/f12970.txt>
</file>

<file path=ppt/media/f12971.txt>
</file>

<file path=ppt/media/f12972.txt>
</file>

<file path=ppt/media/f12973.txt>
</file>

<file path=ppt/media/f12974.txt>
</file>

<file path=ppt/media/f12975.txt>
</file>

<file path=ppt/media/f12976.txt>
</file>

<file path=ppt/media/f12977.txt>
</file>

<file path=ppt/media/f12978.txt>
</file>

<file path=ppt/media/f12979.txt>
</file>

<file path=ppt/media/f12980.txt>
</file>

<file path=ppt/media/f12981.txt>
</file>

<file path=ppt/media/f12982.txt>
</file>

<file path=ppt/media/f12983.txt>
</file>

<file path=ppt/media/f12984.txt>
</file>

<file path=ppt/media/f12985.txt>
</file>

<file path=ppt/media/f12986.txt>
</file>

<file path=ppt/media/f12987.txt>
</file>

<file path=ppt/media/f12988.txt>
</file>

<file path=ppt/media/f12989.txt>
</file>

<file path=ppt/media/f12990.txt>
</file>

<file path=ppt/media/f12991.txt>
</file>

<file path=ppt/media/f12992.txt>
</file>

<file path=ppt/media/f12993.txt>
</file>

<file path=ppt/media/f12994.txt>
</file>

<file path=ppt/media/f12995.txt>
</file>

<file path=ppt/media/f12996.txt>
</file>

<file path=ppt/media/f12997.txt>
</file>

<file path=ppt/media/f12998.txt>
</file>

<file path=ppt/media/f12999.txt>
</file>

<file path=ppt/media/f13000.txt>
</file>

<file path=ppt/media/f13001.txt>
</file>

<file path=ppt/media/f13002.txt>
</file>

<file path=ppt/media/f13003.txt>
</file>

<file path=ppt/media/f13004.txt>
</file>

<file path=ppt/media/f13005.txt>
</file>

<file path=ppt/media/f13006.txt>
</file>

<file path=ppt/media/f13007.txt>
</file>

<file path=ppt/media/f13008.txt>
</file>

<file path=ppt/media/f13009.txt>
</file>

<file path=ppt/media/f13010.txt>
</file>

<file path=ppt/media/f13011.txt>
</file>

<file path=ppt/media/f13012.txt>
</file>

<file path=ppt/media/f13013.txt>
</file>

<file path=ppt/media/f13014.txt>
</file>

<file path=ppt/media/f13015.txt>
</file>

<file path=ppt/media/f13016.txt>
</file>

<file path=ppt/media/f13017.txt>
</file>

<file path=ppt/media/f13018.txt>
</file>

<file path=ppt/media/f13019.txt>
</file>

<file path=ppt/media/f13020.txt>
</file>

<file path=ppt/media/f13021.txt>
</file>

<file path=ppt/media/f13022.txt>
</file>

<file path=ppt/media/f13023.txt>
</file>

<file path=ppt/media/f13024.txt>
</file>

<file path=ppt/media/f13025.txt>
</file>

<file path=ppt/media/f13026.txt>
</file>

<file path=ppt/media/f13027.txt>
</file>

<file path=ppt/media/f13028.txt>
</file>

<file path=ppt/media/f13029.txt>
</file>

<file path=ppt/media/f13030.txt>
</file>

<file path=ppt/media/f13031.txt>
</file>

<file path=ppt/media/f13032.txt>
</file>

<file path=ppt/media/f13033.txt>
</file>

<file path=ppt/media/f13034.txt>
</file>

<file path=ppt/media/f13035.txt>
</file>

<file path=ppt/media/f13036.txt>
</file>

<file path=ppt/media/f13037.txt>
</file>

<file path=ppt/media/f13038.txt>
</file>

<file path=ppt/media/f13039.txt>
</file>

<file path=ppt/media/f13040.txt>
</file>

<file path=ppt/media/f13041.txt>
</file>

<file path=ppt/media/f13042.txt>
</file>

<file path=ppt/media/f13043.txt>
</file>

<file path=ppt/media/f13044.txt>
</file>

<file path=ppt/media/f13045.txt>
</file>

<file path=ppt/media/f13046.txt>
</file>

<file path=ppt/media/f13047.txt>
</file>

<file path=ppt/media/f13048.txt>
</file>

<file path=ppt/media/f13049.txt>
</file>

<file path=ppt/media/f13050.txt>
</file>

<file path=ppt/media/f13051.txt>
</file>

<file path=ppt/media/f13052.txt>
</file>

<file path=ppt/media/f13053.txt>
</file>

<file path=ppt/media/f13054.txt>
</file>

<file path=ppt/media/f13055.txt>
</file>

<file path=ppt/media/f13056.txt>
</file>

<file path=ppt/media/f13057.txt>
</file>

<file path=ppt/media/f13058.txt>
</file>

<file path=ppt/media/f13059.txt>
</file>

<file path=ppt/media/f13060.txt>
</file>

<file path=ppt/media/f13061.txt>
</file>

<file path=ppt/media/f13062.txt>
</file>

<file path=ppt/media/f13063.txt>
</file>

<file path=ppt/media/f13064.txt>
</file>

<file path=ppt/media/f13065.txt>
</file>

<file path=ppt/media/f13066.txt>
</file>

<file path=ppt/media/f13067.txt>
</file>

<file path=ppt/media/f13068.txt>
</file>

<file path=ppt/media/f13069.txt>
</file>

<file path=ppt/media/f13070.txt>
</file>

<file path=ppt/media/f13071.txt>
</file>

<file path=ppt/media/f13072.txt>
</file>

<file path=ppt/media/f13073.txt>
</file>

<file path=ppt/media/f13074.txt>
</file>

<file path=ppt/media/f13075.txt>
</file>

<file path=ppt/media/f13076.txt>
</file>

<file path=ppt/media/f13077.txt>
</file>

<file path=ppt/media/f13078.txt>
</file>

<file path=ppt/media/f13079.txt>
</file>

<file path=ppt/media/f13080.txt>
</file>

<file path=ppt/media/f13081.txt>
</file>

<file path=ppt/media/f13082.txt>
</file>

<file path=ppt/media/f13083.txt>
</file>

<file path=ppt/media/f13084.txt>
</file>

<file path=ppt/media/f13085.txt>
</file>

<file path=ppt/media/f13086.txt>
</file>

<file path=ppt/media/f13087.txt>
</file>

<file path=ppt/media/f13088.txt>
</file>

<file path=ppt/media/f13089.txt>
</file>

<file path=ppt/media/f13090.txt>
</file>

<file path=ppt/media/f13091.txt>
</file>

<file path=ppt/media/f13092.txt>
</file>

<file path=ppt/media/f13093.txt>
</file>

<file path=ppt/media/f13094.txt>
</file>

<file path=ppt/media/f13095.txt>
</file>

<file path=ppt/media/f13096.txt>
</file>

<file path=ppt/media/f13097.txt>
</file>

<file path=ppt/media/f13098.txt>
</file>

<file path=ppt/media/f13099.txt>
</file>

<file path=ppt/media/f13100.txt>
</file>

<file path=ppt/media/f13101.txt>
</file>

<file path=ppt/media/f13102.txt>
</file>

<file path=ppt/media/f13103.txt>
</file>

<file path=ppt/media/f13104.txt>
</file>

<file path=ppt/media/f13105.txt>
</file>

<file path=ppt/media/f13106.txt>
</file>

<file path=ppt/media/f13107.txt>
</file>

<file path=ppt/media/f13108.txt>
</file>

<file path=ppt/media/f13109.txt>
</file>

<file path=ppt/media/f13110.txt>
</file>

<file path=ppt/media/f13111.txt>
</file>

<file path=ppt/media/f13112.txt>
</file>

<file path=ppt/media/f13113.txt>
</file>

<file path=ppt/media/f13114.txt>
</file>

<file path=ppt/media/f13115.txt>
</file>

<file path=ppt/media/f13116.txt>
</file>

<file path=ppt/media/f13117.txt>
</file>

<file path=ppt/media/f13118.txt>
</file>

<file path=ppt/media/f13119.txt>
</file>

<file path=ppt/media/f13120.txt>
</file>

<file path=ppt/media/f13121.txt>
</file>

<file path=ppt/media/f13122.txt>
</file>

<file path=ppt/media/f13123.txt>
</file>

<file path=ppt/media/f13124.txt>
</file>

<file path=ppt/media/f13125.txt>
</file>

<file path=ppt/media/f13126.txt>
</file>

<file path=ppt/media/f13127.txt>
</file>

<file path=ppt/media/f13128.txt>
</file>

<file path=ppt/media/f13129.txt>
</file>

<file path=ppt/media/f13130.txt>
</file>

<file path=ppt/media/f13131.txt>
</file>

<file path=ppt/media/f13132.txt>
</file>

<file path=ppt/media/f13133.txt>
</file>

<file path=ppt/media/f13134.txt>
</file>

<file path=ppt/media/f13135.txt>
</file>

<file path=ppt/media/f13136.txt>
</file>

<file path=ppt/media/f13137.txt>
</file>

<file path=ppt/media/f13138.txt>
</file>

<file path=ppt/media/f13139.txt>
</file>

<file path=ppt/media/f13140.txt>
</file>

<file path=ppt/media/f13141.txt>
</file>

<file path=ppt/media/f13142.txt>
</file>

<file path=ppt/media/f13143.txt>
</file>

<file path=ppt/media/f13144.txt>
</file>

<file path=ppt/media/f13145.txt>
</file>

<file path=ppt/media/f13146.txt>
</file>

<file path=ppt/media/f13147.txt>
</file>

<file path=ppt/media/f13148.txt>
</file>

<file path=ppt/media/f13149.txt>
</file>

<file path=ppt/media/f13150.txt>
</file>

<file path=ppt/media/f13151.txt>
</file>

<file path=ppt/media/f13152.txt>
</file>

<file path=ppt/media/f13153.txt>
</file>

<file path=ppt/media/f13154.txt>
</file>

<file path=ppt/media/f13155.txt>
</file>

<file path=ppt/media/f13156.txt>
</file>

<file path=ppt/media/f13157.txt>
</file>

<file path=ppt/media/f13158.txt>
</file>

<file path=ppt/media/f13159.txt>
</file>

<file path=ppt/media/f13160.txt>
</file>

<file path=ppt/media/f13161.txt>
</file>

<file path=ppt/media/f13162.txt>
</file>

<file path=ppt/media/f13163.txt>
</file>

<file path=ppt/media/f13164.txt>
</file>

<file path=ppt/media/f13165.txt>
</file>

<file path=ppt/media/f13166.txt>
</file>

<file path=ppt/media/f13167.txt>
</file>

<file path=ppt/media/f13168.txt>
</file>

<file path=ppt/media/f13169.txt>
</file>

<file path=ppt/media/f13170.txt>
</file>

<file path=ppt/media/f13171.txt>
</file>

<file path=ppt/media/f13172.txt>
</file>

<file path=ppt/media/f13173.txt>
</file>

<file path=ppt/media/f13174.txt>
</file>

<file path=ppt/media/f13175.txt>
</file>

<file path=ppt/media/f13176.txt>
</file>

<file path=ppt/media/f13177.txt>
</file>

<file path=ppt/media/f13178.txt>
</file>

<file path=ppt/media/f13179.txt>
</file>

<file path=ppt/media/f13180.txt>
</file>

<file path=ppt/media/f13181.txt>
</file>

<file path=ppt/media/f13182.txt>
</file>

<file path=ppt/media/f13183.txt>
</file>

<file path=ppt/media/f13184.txt>
</file>

<file path=ppt/media/f13185.txt>
</file>

<file path=ppt/media/f13186.txt>
</file>

<file path=ppt/media/f13187.txt>
</file>

<file path=ppt/media/f13188.txt>
</file>

<file path=ppt/media/f13189.txt>
</file>

<file path=ppt/media/f13190.txt>
</file>

<file path=ppt/media/f13191.txt>
</file>

<file path=ppt/media/f13192.txt>
</file>

<file path=ppt/media/f13193.txt>
</file>

<file path=ppt/media/f13194.txt>
</file>

<file path=ppt/media/f13195.txt>
</file>

<file path=ppt/media/f13196.txt>
</file>

<file path=ppt/media/f13197.txt>
</file>

<file path=ppt/media/f13198.txt>
</file>

<file path=ppt/media/f13199.txt>
</file>

<file path=ppt/media/f13200.txt>
</file>

<file path=ppt/media/f13201.txt>
</file>

<file path=ppt/media/f13202.txt>
</file>

<file path=ppt/media/f13203.txt>
</file>

<file path=ppt/media/f13204.txt>
</file>

<file path=ppt/media/f13205.txt>
</file>

<file path=ppt/media/f13206.txt>
</file>

<file path=ppt/media/f13207.txt>
</file>

<file path=ppt/media/f13208.txt>
</file>

<file path=ppt/media/f13209.txt>
</file>

<file path=ppt/media/f13210.txt>
</file>

<file path=ppt/media/f13211.txt>
</file>

<file path=ppt/media/f13212.txt>
</file>

<file path=ppt/media/f13213.txt>
</file>

<file path=ppt/media/f13214.txt>
</file>

<file path=ppt/media/f13215.txt>
</file>

<file path=ppt/media/f13216.txt>
</file>

<file path=ppt/media/f13217.txt>
</file>

<file path=ppt/media/f13218.txt>
</file>

<file path=ppt/media/f13219.txt>
</file>

<file path=ppt/media/f13220.txt>
</file>

<file path=ppt/media/f13221.txt>
</file>

<file path=ppt/media/f13222.txt>
</file>

<file path=ppt/media/f13223.txt>
</file>

<file path=ppt/media/f13224.txt>
</file>

<file path=ppt/media/f13225.txt>
</file>

<file path=ppt/media/f13226.txt>
</file>

<file path=ppt/media/f13227.txt>
</file>

<file path=ppt/media/f13228.txt>
</file>

<file path=ppt/media/f13229.txt>
</file>

<file path=ppt/media/f13230.txt>
</file>

<file path=ppt/media/f13231.txt>
</file>

<file path=ppt/media/f13232.txt>
</file>

<file path=ppt/media/f13233.txt>
</file>

<file path=ppt/media/f13234.txt>
</file>

<file path=ppt/media/f13235.txt>
</file>

<file path=ppt/media/f13236.txt>
</file>

<file path=ppt/media/f13237.txt>
</file>

<file path=ppt/media/f13238.txt>
</file>

<file path=ppt/media/f13239.txt>
</file>

<file path=ppt/media/f13240.txt>
</file>

<file path=ppt/media/f13241.txt>
</file>

<file path=ppt/media/f13242.txt>
</file>

<file path=ppt/media/f13243.txt>
</file>

<file path=ppt/media/f13244.txt>
</file>

<file path=ppt/media/f13245.txt>
</file>

<file path=ppt/media/f13246.txt>
</file>

<file path=ppt/media/f13247.txt>
</file>

<file path=ppt/media/f13248.txt>
</file>

<file path=ppt/media/f13249.txt>
</file>

<file path=ppt/media/f13250.txt>
</file>

<file path=ppt/media/f13251.txt>
</file>

<file path=ppt/media/f13252.txt>
</file>

<file path=ppt/media/f13253.txt>
</file>

<file path=ppt/media/f13254.txt>
</file>

<file path=ppt/media/f13255.txt>
</file>

<file path=ppt/media/f13256.txt>
</file>

<file path=ppt/media/f13257.txt>
</file>

<file path=ppt/media/f13258.txt>
</file>

<file path=ppt/media/f13259.txt>
</file>

<file path=ppt/media/f13260.txt>
</file>

<file path=ppt/media/f13261.txt>
</file>

<file path=ppt/media/f13262.txt>
</file>

<file path=ppt/media/f13263.txt>
</file>

<file path=ppt/media/f13264.txt>
</file>

<file path=ppt/media/f13265.txt>
</file>

<file path=ppt/media/f13266.txt>
</file>

<file path=ppt/media/f13267.txt>
</file>

<file path=ppt/media/f13268.txt>
</file>

<file path=ppt/media/f13269.txt>
</file>

<file path=ppt/media/f13270.txt>
</file>

<file path=ppt/media/f13271.txt>
</file>

<file path=ppt/media/f13272.txt>
</file>

<file path=ppt/media/f13273.txt>
</file>

<file path=ppt/media/f13274.txt>
</file>

<file path=ppt/media/f13275.txt>
</file>

<file path=ppt/media/f13276.txt>
</file>

<file path=ppt/media/f13277.txt>
</file>

<file path=ppt/media/f13278.txt>
</file>

<file path=ppt/media/f13279.txt>
</file>

<file path=ppt/media/f13280.txt>
</file>

<file path=ppt/media/f13281.txt>
</file>

<file path=ppt/media/f13282.txt>
</file>

<file path=ppt/media/f13283.txt>
</file>

<file path=ppt/media/f13284.txt>
</file>

<file path=ppt/media/f13285.txt>
</file>

<file path=ppt/media/f13286.txt>
</file>

<file path=ppt/media/f13287.txt>
</file>

<file path=ppt/media/f13288.txt>
</file>

<file path=ppt/media/f13289.txt>
</file>

<file path=ppt/media/f13290.txt>
</file>

<file path=ppt/media/f13291.txt>
</file>

<file path=ppt/media/f13292.txt>
</file>

<file path=ppt/media/f13293.txt>
</file>

<file path=ppt/media/f13294.txt>
</file>

<file path=ppt/media/f13295.txt>
</file>

<file path=ppt/media/f13296.txt>
</file>

<file path=ppt/media/f13297.txt>
</file>

<file path=ppt/media/f13298.txt>
</file>

<file path=ppt/media/f13299.txt>
</file>

<file path=ppt/media/f13300.txt>
</file>

<file path=ppt/media/f13301.txt>
</file>

<file path=ppt/media/f13302.txt>
</file>

<file path=ppt/media/f13303.txt>
</file>

<file path=ppt/media/f13304.txt>
</file>

<file path=ppt/media/f13305.txt>
</file>

<file path=ppt/media/f13306.txt>
</file>

<file path=ppt/media/f13307.txt>
</file>

<file path=ppt/media/f13308.txt>
</file>

<file path=ppt/media/f13309.txt>
</file>

<file path=ppt/media/f13310.txt>
</file>

<file path=ppt/media/f13311.txt>
</file>

<file path=ppt/media/f13312.txt>
</file>

<file path=ppt/media/f13313.txt>
</file>

<file path=ppt/media/f13314.txt>
</file>

<file path=ppt/media/f13315.txt>
</file>

<file path=ppt/media/f13316.txt>
</file>

<file path=ppt/media/f13317.txt>
</file>

<file path=ppt/media/f13318.txt>
</file>

<file path=ppt/media/f13319.txt>
</file>

<file path=ppt/media/f13320.txt>
</file>

<file path=ppt/media/f13321.txt>
</file>

<file path=ppt/media/f13322.txt>
</file>

<file path=ppt/media/f13323.txt>
</file>

<file path=ppt/media/f13324.txt>
</file>

<file path=ppt/media/f13325.txt>
</file>

<file path=ppt/media/f13326.txt>
</file>

<file path=ppt/media/f13327.txt>
</file>

<file path=ppt/media/f13328.txt>
</file>

<file path=ppt/media/f13329.txt>
</file>

<file path=ppt/media/f13330.txt>
</file>

<file path=ppt/media/f13331.txt>
</file>

<file path=ppt/media/f13332.txt>
</file>

<file path=ppt/media/f13333.txt>
</file>

<file path=ppt/media/f13334.txt>
</file>

<file path=ppt/media/f13335.txt>
</file>

<file path=ppt/media/f13336.txt>
</file>

<file path=ppt/media/f13337.txt>
</file>

<file path=ppt/media/f13338.txt>
</file>

<file path=ppt/media/f13339.txt>
</file>

<file path=ppt/media/f13340.txt>
</file>

<file path=ppt/media/f13341.txt>
</file>

<file path=ppt/media/f13342.txt>
</file>

<file path=ppt/media/f13343.txt>
</file>

<file path=ppt/media/f13344.txt>
</file>

<file path=ppt/media/f13345.txt>
</file>

<file path=ppt/media/f13346.txt>
</file>

<file path=ppt/media/f13347.txt>
</file>

<file path=ppt/media/f13348.txt>
</file>

<file path=ppt/media/f13349.txt>
</file>

<file path=ppt/media/f13350.txt>
</file>

<file path=ppt/media/f13351.txt>
</file>

<file path=ppt/media/f13352.txt>
</file>

<file path=ppt/media/f13353.txt>
</file>

<file path=ppt/media/f13354.txt>
</file>

<file path=ppt/media/f13355.txt>
</file>

<file path=ppt/media/f13356.txt>
</file>

<file path=ppt/media/f13357.txt>
</file>

<file path=ppt/media/f13358.txt>
</file>

<file path=ppt/media/f13359.txt>
</file>

<file path=ppt/media/f13360.txt>
</file>

<file path=ppt/media/f13361.txt>
</file>

<file path=ppt/media/f13362.txt>
</file>

<file path=ppt/media/f13363.txt>
</file>

<file path=ppt/media/f13364.txt>
</file>

<file path=ppt/media/f13365.txt>
</file>

<file path=ppt/media/f13366.txt>
</file>

<file path=ppt/media/f13367.txt>
</file>

<file path=ppt/media/f13368.txt>
</file>

<file path=ppt/media/f13369.txt>
</file>

<file path=ppt/media/f13370.txt>
</file>

<file path=ppt/media/f13371.txt>
</file>

<file path=ppt/media/f13372.txt>
</file>

<file path=ppt/media/f13373.txt>
</file>

<file path=ppt/media/f13374.txt>
</file>

<file path=ppt/media/f13375.txt>
</file>

<file path=ppt/media/f13376.txt>
</file>

<file path=ppt/media/f13377.txt>
</file>

<file path=ppt/media/f13378.txt>
</file>

<file path=ppt/media/f13379.txt>
</file>

<file path=ppt/media/f13380.txt>
</file>

<file path=ppt/media/f13381.txt>
</file>

<file path=ppt/media/f13382.txt>
</file>

<file path=ppt/media/f13383.txt>
</file>

<file path=ppt/media/f13384.txt>
</file>

<file path=ppt/media/f13385.txt>
</file>

<file path=ppt/media/f13386.txt>
</file>

<file path=ppt/media/f13387.txt>
</file>

<file path=ppt/media/f13388.txt>
</file>

<file path=ppt/media/f13389.txt>
</file>

<file path=ppt/media/f13390.txt>
</file>

<file path=ppt/media/f13391.txt>
</file>

<file path=ppt/media/f13392.txt>
</file>

<file path=ppt/media/f13393.txt>
</file>

<file path=ppt/media/f13394.txt>
</file>

<file path=ppt/media/f13395.txt>
</file>

<file path=ppt/media/f13396.txt>
</file>

<file path=ppt/media/f13397.txt>
</file>

<file path=ppt/media/f13398.txt>
</file>

<file path=ppt/media/f13399.txt>
</file>

<file path=ppt/media/f13400.txt>
</file>

<file path=ppt/media/f13401.txt>
</file>

<file path=ppt/media/f13402.txt>
</file>

<file path=ppt/media/f13403.txt>
</file>

<file path=ppt/media/f13404.txt>
</file>

<file path=ppt/media/f13405.txt>
</file>

<file path=ppt/media/f13406.txt>
</file>

<file path=ppt/media/f13407.txt>
</file>

<file path=ppt/media/f13408.txt>
</file>

<file path=ppt/media/f13409.txt>
</file>

<file path=ppt/media/f13410.txt>
</file>

<file path=ppt/media/f13411.txt>
</file>

<file path=ppt/media/f13412.txt>
</file>

<file path=ppt/media/f13413.txt>
</file>

<file path=ppt/media/f13414.txt>
</file>

<file path=ppt/media/f13415.txt>
</file>

<file path=ppt/media/f13416.txt>
</file>

<file path=ppt/media/f13417.txt>
</file>

<file path=ppt/media/f13418.txt>
</file>

<file path=ppt/media/f13419.txt>
</file>

<file path=ppt/media/f13420.txt>
</file>

<file path=ppt/media/f13421.txt>
</file>

<file path=ppt/media/f13422.txt>
</file>

<file path=ppt/media/f13423.txt>
</file>

<file path=ppt/media/f13424.txt>
</file>

<file path=ppt/media/f13425.txt>
</file>

<file path=ppt/media/f13426.txt>
</file>

<file path=ppt/media/f13427.txt>
</file>

<file path=ppt/media/f13428.txt>
</file>

<file path=ppt/media/f13429.txt>
</file>

<file path=ppt/media/f13430.txt>
</file>

<file path=ppt/media/f13431.txt>
</file>

<file path=ppt/media/f13432.txt>
</file>

<file path=ppt/media/f13433.txt>
</file>

<file path=ppt/media/f13434.txt>
</file>

<file path=ppt/media/f13435.txt>
</file>

<file path=ppt/media/f13436.txt>
</file>

<file path=ppt/media/f13437.txt>
</file>

<file path=ppt/media/f13438.txt>
</file>

<file path=ppt/media/f13439.txt>
</file>

<file path=ppt/media/f13440.txt>
</file>

<file path=ppt/media/f13441.txt>
</file>

<file path=ppt/media/f13442.txt>
</file>

<file path=ppt/media/f13443.txt>
</file>

<file path=ppt/media/f13444.txt>
</file>

<file path=ppt/media/f13445.txt>
</file>

<file path=ppt/media/f13446.txt>
</file>

<file path=ppt/media/f13447.txt>
</file>

<file path=ppt/media/f13448.txt>
</file>

<file path=ppt/media/f13449.txt>
</file>

<file path=ppt/media/f13450.txt>
</file>

<file path=ppt/media/f13451.txt>
</file>

<file path=ppt/media/f13452.txt>
</file>

<file path=ppt/media/f13453.txt>
</file>

<file path=ppt/media/f13454.txt>
</file>

<file path=ppt/media/f13455.txt>
</file>

<file path=ppt/media/f13456.txt>
</file>

<file path=ppt/media/f13457.txt>
</file>

<file path=ppt/media/f13458.txt>
</file>

<file path=ppt/media/f13459.txt>
</file>

<file path=ppt/media/f13460.txt>
</file>

<file path=ppt/media/f13461.txt>
</file>

<file path=ppt/media/f13462.txt>
</file>

<file path=ppt/media/f13463.txt>
</file>

<file path=ppt/media/f13464.txt>
</file>

<file path=ppt/media/f13465.txt>
</file>

<file path=ppt/media/f13466.txt>
</file>

<file path=ppt/media/f13467.txt>
</file>

<file path=ppt/media/f13468.txt>
</file>

<file path=ppt/media/f13469.txt>
</file>

<file path=ppt/media/f13470.txt>
</file>

<file path=ppt/media/f13471.txt>
</file>

<file path=ppt/media/f13472.txt>
</file>

<file path=ppt/media/f13473.txt>
</file>

<file path=ppt/media/f13474.txt>
</file>

<file path=ppt/media/f13475.txt>
</file>

<file path=ppt/media/f13476.txt>
</file>

<file path=ppt/media/f13477.txt>
</file>

<file path=ppt/media/f13478.txt>
</file>

<file path=ppt/media/f13479.txt>
</file>

<file path=ppt/media/f13480.txt>
</file>

<file path=ppt/media/f13481.txt>
</file>

<file path=ppt/media/f13482.txt>
</file>

<file path=ppt/media/f13483.txt>
</file>

<file path=ppt/media/f13484.txt>
</file>

<file path=ppt/media/f13485.txt>
</file>

<file path=ppt/media/f13486.txt>
</file>

<file path=ppt/media/f13487.txt>
</file>

<file path=ppt/media/f13488.txt>
</file>

<file path=ppt/media/f13489.txt>
</file>

<file path=ppt/media/f13490.txt>
</file>

<file path=ppt/media/f13491.txt>
</file>

<file path=ppt/media/f13492.txt>
</file>

<file path=ppt/media/f13493.txt>
</file>

<file path=ppt/media/f13494.txt>
</file>

<file path=ppt/media/f13495.txt>
</file>

<file path=ppt/media/f13496.txt>
</file>

<file path=ppt/media/f13497.txt>
</file>

<file path=ppt/media/f13498.txt>
</file>

<file path=ppt/media/f13499.txt>
</file>

<file path=ppt/media/f13500.txt>
</file>

<file path=ppt/media/f13501.txt>
</file>

<file path=ppt/media/f13502.txt>
</file>

<file path=ppt/media/f13503.txt>
</file>

<file path=ppt/media/f13504.txt>
</file>

<file path=ppt/media/f13505.txt>
</file>

<file path=ppt/media/f13506.txt>
</file>

<file path=ppt/media/f13507.txt>
</file>

<file path=ppt/media/f13508.txt>
</file>

<file path=ppt/media/f13509.txt>
</file>

<file path=ppt/media/f13510.txt>
</file>

<file path=ppt/media/f13511.txt>
</file>

<file path=ppt/media/f13512.txt>
</file>

<file path=ppt/media/f13513.txt>
</file>

<file path=ppt/media/f13514.txt>
</file>

<file path=ppt/media/f13515.txt>
</file>

<file path=ppt/media/f13516.txt>
</file>

<file path=ppt/media/f13517.txt>
</file>

<file path=ppt/media/f13518.txt>
</file>

<file path=ppt/media/f13519.txt>
</file>

<file path=ppt/media/f13520.txt>
</file>

<file path=ppt/media/f13521.txt>
</file>

<file path=ppt/media/f13522.txt>
</file>

<file path=ppt/media/f13523.txt>
</file>

<file path=ppt/media/f13524.txt>
</file>

<file path=ppt/media/f13525.txt>
</file>

<file path=ppt/media/f13526.txt>
</file>

<file path=ppt/media/f13527.txt>
</file>

<file path=ppt/media/f13528.txt>
</file>

<file path=ppt/media/f13529.txt>
</file>

<file path=ppt/media/f13530.txt>
</file>

<file path=ppt/media/f13531.txt>
</file>

<file path=ppt/media/f13532.txt>
</file>

<file path=ppt/media/f13533.txt>
</file>

<file path=ppt/media/f13534.txt>
</file>

<file path=ppt/media/f13535.txt>
</file>

<file path=ppt/media/f13536.txt>
</file>

<file path=ppt/media/f13537.txt>
</file>

<file path=ppt/media/f13538.txt>
</file>

<file path=ppt/media/f13539.txt>
</file>

<file path=ppt/media/f13540.txt>
</file>

<file path=ppt/media/f13541.txt>
</file>

<file path=ppt/media/f13542.txt>
</file>

<file path=ppt/media/f13543.txt>
</file>

<file path=ppt/media/f13544.txt>
</file>

<file path=ppt/media/f13545.txt>
</file>

<file path=ppt/media/f13546.txt>
</file>

<file path=ppt/media/f13547.txt>
</file>

<file path=ppt/media/f13548.txt>
</file>

<file path=ppt/media/f13549.txt>
</file>

<file path=ppt/media/f13550.txt>
</file>

<file path=ppt/media/f13551.txt>
</file>

<file path=ppt/media/f13552.txt>
</file>

<file path=ppt/media/f13553.txt>
</file>

<file path=ppt/media/f13554.txt>
</file>

<file path=ppt/media/f13555.txt>
</file>

<file path=ppt/media/f13556.txt>
</file>

<file path=ppt/media/f13557.txt>
</file>

<file path=ppt/media/f13558.txt>
</file>

<file path=ppt/media/f13559.txt>
</file>

<file path=ppt/media/f13560.txt>
</file>

<file path=ppt/media/f13561.txt>
</file>

<file path=ppt/media/f13562.txt>
</file>

<file path=ppt/media/f13563.txt>
</file>

<file path=ppt/media/f13564.txt>
</file>

<file path=ppt/media/f13565.txt>
</file>

<file path=ppt/media/f13566.txt>
</file>

<file path=ppt/media/f13567.txt>
</file>

<file path=ppt/media/f13568.txt>
</file>

<file path=ppt/media/f13569.txt>
</file>

<file path=ppt/media/f13570.txt>
</file>

<file path=ppt/media/f13571.txt>
</file>

<file path=ppt/media/f13572.txt>
</file>

<file path=ppt/media/f13573.txt>
</file>

<file path=ppt/media/f13574.txt>
</file>

<file path=ppt/media/f13575.txt>
</file>

<file path=ppt/media/f13576.txt>
</file>

<file path=ppt/media/f13577.txt>
</file>

<file path=ppt/media/f13578.txt>
</file>

<file path=ppt/media/f13579.txt>
</file>

<file path=ppt/media/f13580.txt>
</file>

<file path=ppt/media/f13581.txt>
</file>

<file path=ppt/media/f13582.txt>
</file>

<file path=ppt/media/f13583.txt>
</file>

<file path=ppt/media/f13584.txt>
</file>

<file path=ppt/media/f13585.txt>
</file>

<file path=ppt/media/f13586.txt>
</file>

<file path=ppt/media/f13587.txt>
</file>

<file path=ppt/media/f13588.txt>
</file>

<file path=ppt/media/f13589.txt>
</file>

<file path=ppt/media/f13590.txt>
</file>

<file path=ppt/media/f13591.txt>
</file>

<file path=ppt/media/f13592.txt>
</file>

<file path=ppt/media/f13593.txt>
</file>

<file path=ppt/media/f13594.txt>
</file>

<file path=ppt/media/f13595.txt>
</file>

<file path=ppt/media/f13596.txt>
</file>

<file path=ppt/media/f13597.txt>
</file>

<file path=ppt/media/f13598.txt>
</file>

<file path=ppt/media/f13599.txt>
</file>

<file path=ppt/media/f13600.txt>
</file>

<file path=ppt/media/f13601.txt>
</file>

<file path=ppt/media/f13602.txt>
</file>

<file path=ppt/media/f13603.txt>
</file>

<file path=ppt/media/f13604.txt>
</file>

<file path=ppt/media/f13605.txt>
</file>

<file path=ppt/media/f13606.txt>
</file>

<file path=ppt/media/f13607.txt>
</file>

<file path=ppt/media/f13608.txt>
</file>

<file path=ppt/media/f13609.txt>
</file>

<file path=ppt/media/f13610.txt>
</file>

<file path=ppt/media/f13611.txt>
</file>

<file path=ppt/media/f13612.txt>
</file>

<file path=ppt/media/f13613.txt>
</file>

<file path=ppt/media/f13614.txt>
</file>

<file path=ppt/media/f13615.txt>
</file>

<file path=ppt/media/f13616.txt>
</file>

<file path=ppt/media/f13617.txt>
</file>

<file path=ppt/media/f13618.txt>
</file>

<file path=ppt/media/f13619.txt>
</file>

<file path=ppt/media/f13620.txt>
</file>

<file path=ppt/media/f13621.txt>
</file>

<file path=ppt/media/f13622.txt>
</file>

<file path=ppt/media/f13623.txt>
</file>

<file path=ppt/media/f13624.txt>
</file>

<file path=ppt/media/f13625.txt>
</file>

<file path=ppt/media/f13626.txt>
</file>

<file path=ppt/media/f13627.txt>
</file>

<file path=ppt/media/f13628.txt>
</file>

<file path=ppt/media/f13629.txt>
</file>

<file path=ppt/media/f13630.txt>
</file>

<file path=ppt/media/f13631.txt>
</file>

<file path=ppt/media/f13632.txt>
</file>

<file path=ppt/media/f13633.txt>
</file>

<file path=ppt/media/f13634.txt>
</file>

<file path=ppt/media/f13635.txt>
</file>

<file path=ppt/media/f13636.txt>
</file>

<file path=ppt/media/f13637.txt>
</file>

<file path=ppt/media/f13638.txt>
</file>

<file path=ppt/media/f13639.txt>
</file>

<file path=ppt/media/f13640.txt>
</file>

<file path=ppt/media/f13641.txt>
</file>

<file path=ppt/media/f13642.txt>
</file>

<file path=ppt/media/f13643.txt>
</file>

<file path=ppt/media/f13644.txt>
</file>

<file path=ppt/media/f13645.txt>
</file>

<file path=ppt/media/f13646.txt>
</file>

<file path=ppt/media/f13647.txt>
</file>

<file path=ppt/media/f13648.txt>
</file>

<file path=ppt/media/f13649.txt>
</file>

<file path=ppt/media/f13650.txt>
</file>

<file path=ppt/media/f13651.txt>
</file>

<file path=ppt/media/f13652.txt>
</file>

<file path=ppt/media/f13653.txt>
</file>

<file path=ppt/media/f13654.txt>
</file>

<file path=ppt/media/f13655.txt>
</file>

<file path=ppt/media/f13656.txt>
</file>

<file path=ppt/media/f13657.txt>
</file>

<file path=ppt/media/f13658.txt>
</file>

<file path=ppt/media/f13659.txt>
</file>

<file path=ppt/media/f13660.txt>
</file>

<file path=ppt/media/f13661.txt>
</file>

<file path=ppt/media/f13662.txt>
</file>

<file path=ppt/media/f13663.txt>
</file>

<file path=ppt/media/f13664.txt>
</file>

<file path=ppt/media/f13665.txt>
</file>

<file path=ppt/media/f13666.txt>
</file>

<file path=ppt/media/f13667.txt>
</file>

<file path=ppt/media/f13668.txt>
</file>

<file path=ppt/media/f13669.txt>
</file>

<file path=ppt/media/f13670.txt>
</file>

<file path=ppt/media/f13671.txt>
</file>

<file path=ppt/media/f13672.txt>
</file>

<file path=ppt/media/f13673.txt>
</file>

<file path=ppt/media/f13674.txt>
</file>

<file path=ppt/media/f13675.txt>
</file>

<file path=ppt/media/f13676.txt>
</file>

<file path=ppt/media/f13677.txt>
</file>

<file path=ppt/media/f13678.txt>
</file>

<file path=ppt/media/f13679.txt>
</file>

<file path=ppt/media/f13680.txt>
</file>

<file path=ppt/media/f13681.txt>
</file>

<file path=ppt/media/f13682.txt>
</file>

<file path=ppt/media/f13683.txt>
</file>

<file path=ppt/media/f13684.txt>
</file>

<file path=ppt/media/f13685.txt>
</file>

<file path=ppt/media/f13686.txt>
</file>

<file path=ppt/media/f13687.txt>
</file>

<file path=ppt/media/f13688.txt>
</file>

<file path=ppt/media/f13689.txt>
</file>

<file path=ppt/media/f13690.txt>
</file>

<file path=ppt/media/f13691.txt>
</file>

<file path=ppt/media/f13692.txt>
</file>

<file path=ppt/media/f13693.txt>
</file>

<file path=ppt/media/f13694.txt>
</file>

<file path=ppt/media/f13695.txt>
</file>

<file path=ppt/media/f13696.txt>
</file>

<file path=ppt/media/f13697.txt>
</file>

<file path=ppt/media/f13698.txt>
</file>

<file path=ppt/media/f13699.txt>
</file>

<file path=ppt/media/f13700.txt>
</file>

<file path=ppt/media/f13701.txt>
</file>

<file path=ppt/media/f13702.txt>
</file>

<file path=ppt/media/f13703.txt>
</file>

<file path=ppt/media/f13704.txt>
</file>

<file path=ppt/media/f13705.txt>
</file>

<file path=ppt/media/f13706.txt>
</file>

<file path=ppt/media/f13707.txt>
</file>

<file path=ppt/media/f13708.txt>
</file>

<file path=ppt/media/f13709.txt>
</file>

<file path=ppt/media/f13710.txt>
</file>

<file path=ppt/media/f13711.txt>
</file>

<file path=ppt/media/f13712.txt>
</file>

<file path=ppt/media/f13713.txt>
</file>

<file path=ppt/media/f13714.txt>
</file>

<file path=ppt/media/f13715.txt>
</file>

<file path=ppt/media/f13716.txt>
</file>

<file path=ppt/media/f13717.txt>
</file>

<file path=ppt/media/f13718.txt>
</file>

<file path=ppt/media/f13719.txt>
</file>

<file path=ppt/media/f13720.txt>
</file>

<file path=ppt/media/f13721.txt>
</file>

<file path=ppt/media/f13722.txt>
</file>

<file path=ppt/media/f13723.txt>
</file>

<file path=ppt/media/f13724.txt>
</file>

<file path=ppt/media/f13725.txt>
</file>

<file path=ppt/media/f13726.txt>
</file>

<file path=ppt/media/f13727.txt>
</file>

<file path=ppt/media/f13728.txt>
</file>

<file path=ppt/media/f13729.txt>
</file>

<file path=ppt/media/f13730.txt>
</file>

<file path=ppt/media/f13731.txt>
</file>

<file path=ppt/media/f13732.txt>
</file>

<file path=ppt/media/f13733.txt>
</file>

<file path=ppt/media/f13734.txt>
</file>

<file path=ppt/media/f13735.txt>
</file>

<file path=ppt/media/f13736.txt>
</file>

<file path=ppt/media/f13737.txt>
</file>

<file path=ppt/media/f13738.txt>
</file>

<file path=ppt/media/f13739.txt>
</file>

<file path=ppt/media/f13740.txt>
</file>

<file path=ppt/media/f13741.txt>
</file>

<file path=ppt/media/f13742.txt>
</file>

<file path=ppt/media/f13743.txt>
</file>

<file path=ppt/media/f13744.txt>
</file>

<file path=ppt/media/f13745.txt>
</file>

<file path=ppt/media/f13746.txt>
</file>

<file path=ppt/media/f13747.txt>
</file>

<file path=ppt/media/f13748.txt>
</file>

<file path=ppt/media/f13749.txt>
</file>

<file path=ppt/media/f13750.txt>
</file>

<file path=ppt/media/f13751.txt>
</file>

<file path=ppt/media/f13752.txt>
</file>

<file path=ppt/media/f13753.txt>
</file>

<file path=ppt/media/f13754.txt>
</file>

<file path=ppt/media/f13755.txt>
</file>

<file path=ppt/media/f13756.txt>
</file>

<file path=ppt/media/f13757.txt>
</file>

<file path=ppt/media/f13758.txt>
</file>

<file path=ppt/media/f13759.txt>
</file>

<file path=ppt/media/f13760.txt>
</file>

<file path=ppt/media/f13761.txt>
</file>

<file path=ppt/media/f13762.txt>
</file>

<file path=ppt/media/f13763.txt>
</file>

<file path=ppt/media/f13764.txt>
</file>

<file path=ppt/media/f13765.txt>
</file>

<file path=ppt/media/f13766.txt>
</file>

<file path=ppt/media/f13767.txt>
</file>

<file path=ppt/media/f13768.txt>
</file>

<file path=ppt/media/f13769.txt>
</file>

<file path=ppt/media/f13770.txt>
</file>

<file path=ppt/media/f13771.txt>
</file>

<file path=ppt/media/f13772.txt>
</file>

<file path=ppt/media/f13773.txt>
</file>

<file path=ppt/media/f13774.txt>
</file>

<file path=ppt/media/f13775.txt>
</file>

<file path=ppt/media/f13776.txt>
</file>

<file path=ppt/media/f13777.txt>
</file>

<file path=ppt/media/f13778.txt>
</file>

<file path=ppt/media/f13779.txt>
</file>

<file path=ppt/media/f13780.txt>
</file>

<file path=ppt/media/f13781.txt>
</file>

<file path=ppt/media/f13782.txt>
</file>

<file path=ppt/media/f13783.txt>
</file>

<file path=ppt/media/f13784.txt>
</file>

<file path=ppt/media/f13785.txt>
</file>

<file path=ppt/media/f13786.txt>
</file>

<file path=ppt/media/f13787.txt>
</file>

<file path=ppt/media/f13788.txt>
</file>

<file path=ppt/media/f13789.txt>
</file>

<file path=ppt/media/f13790.txt>
</file>

<file path=ppt/media/f13791.txt>
</file>

<file path=ppt/media/f13792.txt>
</file>

<file path=ppt/media/f13793.txt>
</file>

<file path=ppt/media/f13794.txt>
</file>

<file path=ppt/media/f13795.txt>
</file>

<file path=ppt/media/f13796.txt>
</file>

<file path=ppt/media/f13797.txt>
</file>

<file path=ppt/media/f13798.txt>
</file>

<file path=ppt/media/f13799.txt>
</file>

<file path=ppt/media/f13800.txt>
</file>

<file path=ppt/media/f13801.txt>
</file>

<file path=ppt/media/f13802.txt>
</file>

<file path=ppt/media/f13803.txt>
</file>

<file path=ppt/media/f13804.txt>
</file>

<file path=ppt/media/f13805.txt>
</file>

<file path=ppt/media/f13806.txt>
</file>

<file path=ppt/media/f13807.txt>
</file>

<file path=ppt/media/f13808.txt>
</file>

<file path=ppt/media/f13809.txt>
</file>

<file path=ppt/media/f13810.txt>
</file>

<file path=ppt/media/f13811.txt>
</file>

<file path=ppt/media/f13812.txt>
</file>

<file path=ppt/media/f13813.txt>
</file>

<file path=ppt/media/f13814.txt>
</file>

<file path=ppt/media/f13815.txt>
</file>

<file path=ppt/media/f13816.txt>
</file>

<file path=ppt/media/f13817.txt>
</file>

<file path=ppt/media/f13818.txt>
</file>

<file path=ppt/media/f13819.txt>
</file>

<file path=ppt/media/f13820.txt>
</file>

<file path=ppt/media/f13821.txt>
</file>

<file path=ppt/media/f13822.txt>
</file>

<file path=ppt/media/f13823.txt>
</file>

<file path=ppt/media/f13824.txt>
</file>

<file path=ppt/media/f13825.txt>
</file>

<file path=ppt/media/f13826.txt>
</file>

<file path=ppt/media/f13827.txt>
</file>

<file path=ppt/media/f13828.txt>
</file>

<file path=ppt/media/f13829.txt>
</file>

<file path=ppt/media/f13830.txt>
</file>

<file path=ppt/media/f13831.txt>
</file>

<file path=ppt/media/f13832.txt>
</file>

<file path=ppt/media/f13833.txt>
</file>

<file path=ppt/media/f13834.txt>
</file>

<file path=ppt/media/f13835.txt>
</file>

<file path=ppt/media/f13836.txt>
</file>

<file path=ppt/media/f13837.txt>
</file>

<file path=ppt/media/f13838.txt>
</file>

<file path=ppt/media/f13839.txt>
</file>

<file path=ppt/media/f13840.txt>
</file>

<file path=ppt/media/f13841.txt>
</file>

<file path=ppt/media/f13842.txt>
</file>

<file path=ppt/media/f13843.txt>
</file>

<file path=ppt/media/f13844.txt>
</file>

<file path=ppt/media/f13845.txt>
</file>

<file path=ppt/media/f13846.txt>
</file>

<file path=ppt/media/f13847.txt>
</file>

<file path=ppt/media/f13848.txt>
</file>

<file path=ppt/media/f13849.txt>
</file>

<file path=ppt/media/f13850.txt>
</file>

<file path=ppt/media/f13851.txt>
</file>

<file path=ppt/media/f13852.txt>
</file>

<file path=ppt/media/f13853.txt>
</file>

<file path=ppt/media/f13854.txt>
</file>

<file path=ppt/media/f13855.txt>
</file>

<file path=ppt/media/f13856.txt>
</file>

<file path=ppt/media/f13857.txt>
</file>

<file path=ppt/media/f13858.txt>
</file>

<file path=ppt/media/f13859.txt>
</file>

<file path=ppt/media/f13860.txt>
</file>

<file path=ppt/media/f13861.txt>
</file>

<file path=ppt/media/f13862.txt>
</file>

<file path=ppt/media/f13863.txt>
</file>

<file path=ppt/media/f13864.txt>
</file>

<file path=ppt/media/f13865.txt>
</file>

<file path=ppt/media/f13866.txt>
</file>

<file path=ppt/media/f13867.txt>
</file>

<file path=ppt/media/f13868.txt>
</file>

<file path=ppt/media/f13869.txt>
</file>

<file path=ppt/media/f13870.txt>
</file>

<file path=ppt/media/f13871.txt>
</file>

<file path=ppt/media/f13872.txt>
</file>

<file path=ppt/media/f13873.txt>
</file>

<file path=ppt/media/f13874.txt>
</file>

<file path=ppt/media/f13875.txt>
</file>

<file path=ppt/media/f13876.txt>
</file>

<file path=ppt/media/f13877.txt>
</file>

<file path=ppt/media/f13878.txt>
</file>

<file path=ppt/media/f13879.txt>
</file>

<file path=ppt/media/f13880.txt>
</file>

<file path=ppt/media/f13881.txt>
</file>

<file path=ppt/media/f13882.txt>
</file>

<file path=ppt/media/f13883.txt>
</file>

<file path=ppt/media/f13884.txt>
</file>

<file path=ppt/media/f13885.txt>
</file>

<file path=ppt/media/f13886.txt>
</file>

<file path=ppt/media/f13887.txt>
</file>

<file path=ppt/media/f13888.txt>
</file>

<file path=ppt/media/f13889.txt>
</file>

<file path=ppt/media/f13890.txt>
</file>

<file path=ppt/media/f13891.txt>
</file>

<file path=ppt/media/f13892.txt>
</file>

<file path=ppt/media/f13893.txt>
</file>

<file path=ppt/media/f13894.txt>
</file>

<file path=ppt/media/f13895.txt>
</file>

<file path=ppt/media/f13896.txt>
</file>

<file path=ppt/media/f13897.txt>
</file>

<file path=ppt/media/f13898.txt>
</file>

<file path=ppt/media/f13899.txt>
</file>

<file path=ppt/media/f13900.txt>
</file>

<file path=ppt/media/f13901.txt>
</file>

<file path=ppt/media/f13902.txt>
</file>

<file path=ppt/media/f13903.txt>
</file>

<file path=ppt/media/f13904.txt>
</file>

<file path=ppt/media/f13905.txt>
</file>

<file path=ppt/media/f13906.txt>
</file>

<file path=ppt/media/f13907.txt>
</file>

<file path=ppt/media/f13908.txt>
</file>

<file path=ppt/media/f13909.txt>
</file>

<file path=ppt/media/f13910.txt>
</file>

<file path=ppt/media/f13911.txt>
</file>

<file path=ppt/media/f13912.txt>
</file>

<file path=ppt/media/f13913.txt>
</file>

<file path=ppt/media/f13914.txt>
</file>

<file path=ppt/media/f13915.txt>
</file>

<file path=ppt/media/f13916.txt>
</file>

<file path=ppt/media/f13917.txt>
</file>

<file path=ppt/media/f13918.txt>
</file>

<file path=ppt/media/f13919.txt>
</file>

<file path=ppt/media/f13920.txt>
</file>

<file path=ppt/media/f13921.txt>
</file>

<file path=ppt/media/f13922.txt>
</file>

<file path=ppt/media/f13923.txt>
</file>

<file path=ppt/media/f13924.txt>
</file>

<file path=ppt/media/f13925.txt>
</file>

<file path=ppt/media/f13926.txt>
</file>

<file path=ppt/media/f13927.txt>
</file>

<file path=ppt/media/f13928.txt>
</file>

<file path=ppt/media/f13929.txt>
</file>

<file path=ppt/media/f13930.txt>
</file>

<file path=ppt/media/f13931.txt>
</file>

<file path=ppt/media/f13932.txt>
</file>

<file path=ppt/media/f13933.txt>
</file>

<file path=ppt/media/f13934.txt>
</file>

<file path=ppt/media/f13935.txt>
</file>

<file path=ppt/media/f13936.txt>
</file>

<file path=ppt/media/f13937.txt>
</file>

<file path=ppt/media/f13938.txt>
</file>

<file path=ppt/media/f13939.txt>
</file>

<file path=ppt/media/f13940.txt>
</file>

<file path=ppt/media/f13941.txt>
</file>

<file path=ppt/media/f13942.txt>
</file>

<file path=ppt/media/f13943.txt>
</file>

<file path=ppt/media/f13944.txt>
</file>

<file path=ppt/media/f13945.txt>
</file>

<file path=ppt/media/f13946.txt>
</file>

<file path=ppt/media/f13947.txt>
</file>

<file path=ppt/media/f13948.txt>
</file>

<file path=ppt/media/f13949.txt>
</file>

<file path=ppt/media/f13950.txt>
</file>

<file path=ppt/media/f13951.txt>
</file>

<file path=ppt/media/f13952.txt>
</file>

<file path=ppt/media/f13953.txt>
</file>

<file path=ppt/media/f13954.txt>
</file>

<file path=ppt/media/f13955.txt>
</file>

<file path=ppt/media/f13956.txt>
</file>

<file path=ppt/media/f13957.txt>
</file>

<file path=ppt/media/f13958.txt>
</file>

<file path=ppt/media/f13959.txt>
</file>

<file path=ppt/media/f13960.txt>
</file>

<file path=ppt/media/f13961.txt>
</file>

<file path=ppt/media/f13962.txt>
</file>

<file path=ppt/media/f13963.txt>
</file>

<file path=ppt/media/f13964.txt>
</file>

<file path=ppt/media/f13965.txt>
</file>

<file path=ppt/media/f13966.txt>
</file>

<file path=ppt/media/f13967.txt>
</file>

<file path=ppt/media/f13968.txt>
</file>

<file path=ppt/media/f13969.txt>
</file>

<file path=ppt/media/f13970.txt>
</file>

<file path=ppt/media/f13971.txt>
</file>

<file path=ppt/media/f13972.txt>
</file>

<file path=ppt/media/f13973.txt>
</file>

<file path=ppt/media/f13974.txt>
</file>

<file path=ppt/media/f13975.txt>
</file>

<file path=ppt/media/f13976.txt>
</file>

<file path=ppt/media/f13977.txt>
</file>

<file path=ppt/media/f13978.txt>
</file>

<file path=ppt/media/f13979.txt>
</file>

<file path=ppt/media/f13980.txt>
</file>

<file path=ppt/media/f13981.txt>
</file>

<file path=ppt/media/f13982.txt>
</file>

<file path=ppt/media/f13983.txt>
</file>

<file path=ppt/media/f13984.txt>
</file>

<file path=ppt/media/f13985.txt>
</file>

<file path=ppt/media/f13986.txt>
</file>

<file path=ppt/media/f13987.txt>
</file>

<file path=ppt/media/f13988.txt>
</file>

<file path=ppt/media/f13989.txt>
</file>

<file path=ppt/media/f13990.txt>
</file>

<file path=ppt/media/f13991.txt>
</file>

<file path=ppt/media/f13992.txt>
</file>

<file path=ppt/media/f13993.txt>
</file>

<file path=ppt/media/f13994.txt>
</file>

<file path=ppt/media/f13995.txt>
</file>

<file path=ppt/media/f13996.txt>
</file>

<file path=ppt/media/f13997.txt>
</file>

<file path=ppt/media/f13998.txt>
</file>

<file path=ppt/media/f13999.txt>
</file>

<file path=ppt/media/f14000.txt>
</file>

<file path=ppt/media/f14001.txt>
</file>

<file path=ppt/media/f14002.txt>
</file>

<file path=ppt/media/f14003.txt>
</file>

<file path=ppt/media/f14004.txt>
</file>

<file path=ppt/media/f14005.txt>
</file>

<file path=ppt/media/f14006.txt>
</file>

<file path=ppt/media/f14007.txt>
</file>

<file path=ppt/media/f14008.txt>
</file>

<file path=ppt/media/f14009.txt>
</file>

<file path=ppt/media/f14010.txt>
</file>

<file path=ppt/media/f14011.txt>
</file>

<file path=ppt/media/f14012.txt>
</file>

<file path=ppt/media/f14013.txt>
</file>

<file path=ppt/media/f14014.txt>
</file>

<file path=ppt/media/f14015.txt>
</file>

<file path=ppt/media/f14016.txt>
</file>

<file path=ppt/media/f14017.txt>
</file>

<file path=ppt/media/f14018.txt>
</file>

<file path=ppt/media/f14019.txt>
</file>

<file path=ppt/media/f14020.txt>
</file>

<file path=ppt/media/f14021.txt>
</file>

<file path=ppt/media/f14022.txt>
</file>

<file path=ppt/media/f14023.txt>
</file>

<file path=ppt/media/f14024.txt>
</file>

<file path=ppt/media/f14025.txt>
</file>

<file path=ppt/media/f14026.txt>
</file>

<file path=ppt/media/f14027.txt>
</file>

<file path=ppt/media/f14028.txt>
</file>

<file path=ppt/media/f14029.txt>
</file>

<file path=ppt/media/f14030.txt>
</file>

<file path=ppt/media/f14031.txt>
</file>

<file path=ppt/media/f14032.txt>
</file>

<file path=ppt/media/f14033.txt>
</file>

<file path=ppt/media/f14034.txt>
</file>

<file path=ppt/media/f14035.txt>
</file>

<file path=ppt/media/f14036.txt>
</file>

<file path=ppt/media/f14037.txt>
</file>

<file path=ppt/media/f14038.txt>
</file>

<file path=ppt/media/f14039.txt>
</file>

<file path=ppt/media/f14040.txt>
</file>

<file path=ppt/media/f14041.txt>
</file>

<file path=ppt/media/f14042.txt>
</file>

<file path=ppt/media/f14043.txt>
</file>

<file path=ppt/media/f14044.txt>
</file>

<file path=ppt/media/f14045.txt>
</file>

<file path=ppt/media/f14046.txt>
</file>

<file path=ppt/media/f14047.txt>
</file>

<file path=ppt/media/f14048.txt>
</file>

<file path=ppt/media/f14049.txt>
</file>

<file path=ppt/media/f14050.txt>
</file>

<file path=ppt/media/f14051.txt>
</file>

<file path=ppt/media/f14052.txt>
</file>

<file path=ppt/media/f14053.txt>
</file>

<file path=ppt/media/f14054.txt>
</file>

<file path=ppt/media/f14055.txt>
</file>

<file path=ppt/media/f14056.txt>
</file>

<file path=ppt/media/f14057.txt>
</file>

<file path=ppt/media/f14058.txt>
</file>

<file path=ppt/media/f14059.txt>
</file>

<file path=ppt/media/f14060.txt>
</file>

<file path=ppt/media/f14061.txt>
</file>

<file path=ppt/media/f14062.txt>
</file>

<file path=ppt/media/f14063.txt>
</file>

<file path=ppt/media/f14064.txt>
</file>

<file path=ppt/media/f14065.txt>
</file>

<file path=ppt/media/f14066.txt>
</file>

<file path=ppt/media/f14067.txt>
</file>

<file path=ppt/media/f14068.txt>
</file>

<file path=ppt/media/f14069.txt>
</file>

<file path=ppt/media/f14070.txt>
</file>

<file path=ppt/media/f14071.txt>
</file>

<file path=ppt/media/f14072.txt>
</file>

<file path=ppt/media/f14073.txt>
</file>

<file path=ppt/media/f14074.txt>
</file>

<file path=ppt/media/f14075.txt>
</file>

<file path=ppt/media/f14076.txt>
</file>

<file path=ppt/media/f14077.txt>
</file>

<file path=ppt/media/f14078.txt>
</file>

<file path=ppt/media/f14079.txt>
</file>

<file path=ppt/media/f14080.txt>
</file>

<file path=ppt/media/f14081.txt>
</file>

<file path=ppt/media/f14082.txt>
</file>

<file path=ppt/media/f14083.txt>
</file>

<file path=ppt/media/f14084.txt>
</file>

<file path=ppt/media/f14085.txt>
</file>

<file path=ppt/media/f14086.txt>
</file>

<file path=ppt/media/f14087.txt>
</file>

<file path=ppt/media/f14088.txt>
</file>

<file path=ppt/media/f14089.txt>
</file>

<file path=ppt/media/f14090.txt>
</file>

<file path=ppt/media/f14091.txt>
</file>

<file path=ppt/media/f14092.txt>
</file>

<file path=ppt/media/f14093.txt>
</file>

<file path=ppt/media/f14094.txt>
</file>

<file path=ppt/media/f14095.txt>
</file>

<file path=ppt/media/f14096.txt>
</file>

<file path=ppt/media/f14097.txt>
</file>

<file path=ppt/media/f14098.txt>
</file>

<file path=ppt/media/f14099.txt>
</file>

<file path=ppt/media/f14100.txt>
</file>

<file path=ppt/media/f14101.txt>
</file>

<file path=ppt/media/f14102.txt>
</file>

<file path=ppt/media/f14103.txt>
</file>

<file path=ppt/media/f14104.txt>
</file>

<file path=ppt/media/f14105.txt>
</file>

<file path=ppt/media/f14106.txt>
</file>

<file path=ppt/media/f14107.txt>
</file>

<file path=ppt/media/f14108.txt>
</file>

<file path=ppt/media/f14109.txt>
</file>

<file path=ppt/media/f14110.txt>
</file>

<file path=ppt/media/f14111.txt>
</file>

<file path=ppt/media/f14112.txt>
</file>

<file path=ppt/media/f14113.txt>
</file>

<file path=ppt/media/f14114.txt>
</file>

<file path=ppt/media/f14115.txt>
</file>

<file path=ppt/media/f14116.txt>
</file>

<file path=ppt/media/f14117.txt>
</file>

<file path=ppt/media/f14118.txt>
</file>

<file path=ppt/media/f14119.txt>
</file>

<file path=ppt/media/f14120.txt>
</file>

<file path=ppt/media/f14121.txt>
</file>

<file path=ppt/media/f14122.txt>
</file>

<file path=ppt/media/f14123.txt>
</file>

<file path=ppt/media/f14124.txt>
</file>

<file path=ppt/media/f14125.txt>
</file>

<file path=ppt/media/f14126.txt>
</file>

<file path=ppt/media/f14127.txt>
</file>

<file path=ppt/media/f14128.txt>
</file>

<file path=ppt/media/f14129.txt>
</file>

<file path=ppt/media/f14130.txt>
</file>

<file path=ppt/media/f14131.txt>
</file>

<file path=ppt/media/f14132.txt>
</file>

<file path=ppt/media/f14133.txt>
</file>

<file path=ppt/media/f14134.txt>
</file>

<file path=ppt/media/f14135.txt>
</file>

<file path=ppt/media/f14136.txt>
</file>

<file path=ppt/media/f14137.txt>
</file>

<file path=ppt/media/f14138.txt>
</file>

<file path=ppt/media/f14139.txt>
</file>

<file path=ppt/media/f14140.txt>
</file>

<file path=ppt/media/f14141.txt>
</file>

<file path=ppt/media/f14142.txt>
</file>

<file path=ppt/media/f14143.txt>
</file>

<file path=ppt/media/f14144.txt>
</file>

<file path=ppt/media/f14145.txt>
</file>

<file path=ppt/media/f14146.txt>
</file>

<file path=ppt/media/f14147.txt>
</file>

<file path=ppt/media/f14148.txt>
</file>

<file path=ppt/media/f14149.txt>
</file>

<file path=ppt/media/f14150.txt>
</file>

<file path=ppt/media/f14151.txt>
</file>

<file path=ppt/media/f14152.txt>
</file>

<file path=ppt/media/f14153.txt>
</file>

<file path=ppt/media/f14154.txt>
</file>

<file path=ppt/media/f14155.txt>
</file>

<file path=ppt/media/f14156.txt>
</file>

<file path=ppt/media/f14157.txt>
</file>

<file path=ppt/media/f14158.txt>
</file>

<file path=ppt/media/f14159.txt>
</file>

<file path=ppt/media/f14160.txt>
</file>

<file path=ppt/media/f14161.txt>
</file>

<file path=ppt/media/f14162.txt>
</file>

<file path=ppt/media/f14163.txt>
</file>

<file path=ppt/media/f14164.txt>
</file>

<file path=ppt/media/f14165.txt>
</file>

<file path=ppt/media/f14166.txt>
</file>

<file path=ppt/media/f14167.txt>
</file>

<file path=ppt/media/f14168.txt>
</file>

<file path=ppt/media/f14169.txt>
</file>

<file path=ppt/media/f14170.txt>
</file>

<file path=ppt/media/f14171.txt>
</file>

<file path=ppt/media/f14172.txt>
</file>

<file path=ppt/media/f14173.txt>
</file>

<file path=ppt/media/f14174.txt>
</file>

<file path=ppt/media/f14175.txt>
</file>

<file path=ppt/media/f14176.txt>
</file>

<file path=ppt/media/f14177.txt>
</file>

<file path=ppt/media/f14178.txt>
</file>

<file path=ppt/media/f14179.txt>
</file>

<file path=ppt/media/f14180.txt>
</file>

<file path=ppt/media/f14181.txt>
</file>

<file path=ppt/media/f14182.txt>
</file>

<file path=ppt/media/f14183.txt>
</file>

<file path=ppt/media/f14184.txt>
</file>

<file path=ppt/media/f14185.txt>
</file>

<file path=ppt/media/f14186.txt>
</file>

<file path=ppt/media/f14187.txt>
</file>

<file path=ppt/media/f14188.txt>
</file>

<file path=ppt/media/f14189.txt>
</file>

<file path=ppt/media/f14190.txt>
</file>

<file path=ppt/media/f14191.txt>
</file>

<file path=ppt/media/f14192.txt>
</file>

<file path=ppt/media/f14193.txt>
</file>

<file path=ppt/media/f14194.txt>
</file>

<file path=ppt/media/f14195.txt>
</file>

<file path=ppt/media/f14196.txt>
</file>

<file path=ppt/media/f14197.txt>
</file>

<file path=ppt/media/f14198.txt>
</file>

<file path=ppt/media/f14199.txt>
</file>

<file path=ppt/media/f14200.txt>
</file>

<file path=ppt/media/f14201.txt>
</file>

<file path=ppt/media/f14202.txt>
</file>

<file path=ppt/media/f14203.txt>
</file>

<file path=ppt/media/f14204.txt>
</file>

<file path=ppt/media/f14205.txt>
</file>

<file path=ppt/media/f14206.txt>
</file>

<file path=ppt/media/f14207.txt>
</file>

<file path=ppt/media/f14208.txt>
</file>

<file path=ppt/media/f14209.txt>
</file>

<file path=ppt/media/f14210.txt>
</file>

<file path=ppt/media/f14211.txt>
</file>

<file path=ppt/media/f14212.txt>
</file>

<file path=ppt/media/f14213.txt>
</file>

<file path=ppt/media/f14214.txt>
</file>

<file path=ppt/media/f14215.txt>
</file>

<file path=ppt/media/f14216.txt>
</file>

<file path=ppt/media/f14217.txt>
</file>

<file path=ppt/media/f14218.txt>
</file>

<file path=ppt/media/f14219.txt>
</file>

<file path=ppt/media/f14220.txt>
</file>

<file path=ppt/media/f14221.txt>
</file>

<file path=ppt/media/f14222.txt>
</file>

<file path=ppt/media/f14223.txt>
</file>

<file path=ppt/media/f14224.txt>
</file>

<file path=ppt/media/f14225.txt>
</file>

<file path=ppt/media/f14226.txt>
</file>

<file path=ppt/media/f14227.txt>
</file>

<file path=ppt/media/f14228.txt>
</file>

<file path=ppt/media/f14229.txt>
</file>

<file path=ppt/media/f14230.txt>
</file>

<file path=ppt/media/f14231.txt>
</file>

<file path=ppt/media/f14232.txt>
</file>

<file path=ppt/media/f14233.txt>
</file>

<file path=ppt/media/f14234.txt>
</file>

<file path=ppt/media/f14235.txt>
</file>

<file path=ppt/media/f14236.txt>
</file>

<file path=ppt/media/f14237.txt>
</file>

<file path=ppt/media/f14238.txt>
</file>

<file path=ppt/media/f14239.txt>
</file>

<file path=ppt/media/f14240.txt>
</file>

<file path=ppt/media/f14241.txt>
</file>

<file path=ppt/media/f14242.txt>
</file>

<file path=ppt/media/f14243.txt>
</file>

<file path=ppt/media/f14244.txt>
</file>

<file path=ppt/media/f14245.txt>
</file>

<file path=ppt/media/f14246.txt>
</file>

<file path=ppt/media/f14247.txt>
</file>

<file path=ppt/media/f14248.txt>
</file>

<file path=ppt/media/f14249.txt>
</file>

<file path=ppt/media/f14250.txt>
</file>

<file path=ppt/media/f14251.txt>
</file>

<file path=ppt/media/f14252.txt>
</file>

<file path=ppt/media/f14253.txt>
</file>

<file path=ppt/media/f14254.txt>
</file>

<file path=ppt/media/f14255.txt>
</file>

<file path=ppt/media/f14256.txt>
</file>

<file path=ppt/media/f14257.txt>
</file>

<file path=ppt/media/f14258.txt>
</file>

<file path=ppt/media/f14259.txt>
</file>

<file path=ppt/media/f14260.txt>
</file>

<file path=ppt/media/f14261.txt>
</file>

<file path=ppt/media/f14262.txt>
</file>

<file path=ppt/media/f14263.txt>
</file>

<file path=ppt/media/f14264.txt>
</file>

<file path=ppt/media/f14265.txt>
</file>

<file path=ppt/media/f14266.txt>
</file>

<file path=ppt/media/f14267.txt>
</file>

<file path=ppt/media/f14268.txt>
</file>

<file path=ppt/media/f14269.txt>
</file>

<file path=ppt/media/f14270.txt>
</file>

<file path=ppt/media/f14271.txt>
</file>

<file path=ppt/media/f14272.txt>
</file>

<file path=ppt/media/f14273.txt>
</file>

<file path=ppt/media/f14274.txt>
</file>

<file path=ppt/media/f14275.txt>
</file>

<file path=ppt/media/f14276.txt>
</file>

<file path=ppt/media/f14277.txt>
</file>

<file path=ppt/media/f14278.txt>
</file>

<file path=ppt/media/f14279.txt>
</file>

<file path=ppt/media/f14280.txt>
</file>

<file path=ppt/media/f14281.txt>
</file>

<file path=ppt/media/f14282.txt>
</file>

<file path=ppt/media/f14283.txt>
</file>

<file path=ppt/media/f14284.txt>
</file>

<file path=ppt/media/f14285.txt>
</file>

<file path=ppt/media/f14286.txt>
</file>

<file path=ppt/media/f14287.txt>
</file>

<file path=ppt/media/f14288.txt>
</file>

<file path=ppt/media/f14289.txt>
</file>

<file path=ppt/media/f14290.txt>
</file>

<file path=ppt/media/f14291.txt>
</file>

<file path=ppt/media/f14292.txt>
</file>

<file path=ppt/media/f14293.txt>
</file>

<file path=ppt/media/f14294.txt>
</file>

<file path=ppt/media/f14295.txt>
</file>

<file path=ppt/media/f14296.txt>
</file>

<file path=ppt/media/f14297.txt>
</file>

<file path=ppt/media/f14298.txt>
</file>

<file path=ppt/media/f14299.txt>
</file>

<file path=ppt/media/f14300.txt>
</file>

<file path=ppt/media/f14301.txt>
</file>

<file path=ppt/media/f14302.txt>
</file>

<file path=ppt/media/f14303.txt>
</file>

<file path=ppt/media/f14304.txt>
</file>

<file path=ppt/media/f14305.txt>
</file>

<file path=ppt/media/f14306.txt>
</file>

<file path=ppt/media/f14307.txt>
</file>

<file path=ppt/media/f14308.txt>
</file>

<file path=ppt/media/f14309.txt>
</file>

<file path=ppt/media/f14310.txt>
</file>

<file path=ppt/media/f14311.txt>
</file>

<file path=ppt/media/f14312.txt>
</file>

<file path=ppt/media/f14313.txt>
</file>

<file path=ppt/media/f14314.txt>
</file>

<file path=ppt/media/f14315.txt>
</file>

<file path=ppt/media/f14316.txt>
</file>

<file path=ppt/media/f14317.txt>
</file>

<file path=ppt/media/f14318.txt>
</file>

<file path=ppt/media/f14319.txt>
</file>

<file path=ppt/media/f14320.txt>
</file>

<file path=ppt/media/f14321.txt>
</file>

<file path=ppt/media/f14322.txt>
</file>

<file path=ppt/media/f14323.txt>
</file>

<file path=ppt/media/f14324.txt>
</file>

<file path=ppt/media/f14325.txt>
</file>

<file path=ppt/media/f14326.txt>
</file>

<file path=ppt/media/f14327.txt>
</file>

<file path=ppt/media/f14328.txt>
</file>

<file path=ppt/media/f14329.txt>
</file>

<file path=ppt/media/f14330.txt>
</file>

<file path=ppt/media/f14331.txt>
</file>

<file path=ppt/media/f14332.txt>
</file>

<file path=ppt/media/f14333.txt>
</file>

<file path=ppt/media/f14334.txt>
</file>

<file path=ppt/media/f14335.txt>
</file>

<file path=ppt/media/f14336.txt>
</file>

<file path=ppt/media/f14337.txt>
</file>

<file path=ppt/media/f14338.txt>
</file>

<file path=ppt/media/f14339.txt>
</file>

<file path=ppt/media/f14340.txt>
</file>

<file path=ppt/media/f14341.txt>
</file>

<file path=ppt/media/f14342.txt>
</file>

<file path=ppt/media/f14343.txt>
</file>

<file path=ppt/media/f14344.txt>
</file>

<file path=ppt/media/f14345.txt>
</file>

<file path=ppt/media/f14346.txt>
</file>

<file path=ppt/media/f14347.txt>
</file>

<file path=ppt/media/f14348.txt>
</file>

<file path=ppt/media/f14349.txt>
</file>

<file path=ppt/media/f14350.txt>
</file>

<file path=ppt/media/f14351.txt>
</file>

<file path=ppt/media/f14352.txt>
</file>

<file path=ppt/media/f14353.txt>
</file>

<file path=ppt/media/f14354.txt>
</file>

<file path=ppt/media/f14355.txt>
</file>

<file path=ppt/media/f14356.txt>
</file>

<file path=ppt/media/f14357.txt>
</file>

<file path=ppt/media/f14358.txt>
</file>

<file path=ppt/media/f14359.txt>
</file>

<file path=ppt/media/f14360.txt>
</file>

<file path=ppt/media/f14361.txt>
</file>

<file path=ppt/media/f14362.txt>
</file>

<file path=ppt/media/f14363.txt>
</file>

<file path=ppt/media/f14364.txt>
</file>

<file path=ppt/media/f14365.txt>
</file>

<file path=ppt/media/f14366.txt>
</file>

<file path=ppt/media/f14367.txt>
</file>

<file path=ppt/media/f14368.txt>
</file>

<file path=ppt/media/f14369.txt>
</file>

<file path=ppt/media/f14370.txt>
</file>

<file path=ppt/media/f14371.txt>
</file>

<file path=ppt/media/f14372.txt>
</file>

<file path=ppt/media/f14373.txt>
</file>

<file path=ppt/media/f14374.txt>
</file>

<file path=ppt/media/f14375.txt>
</file>

<file path=ppt/media/f14376.txt>
</file>

<file path=ppt/media/f14377.txt>
</file>

<file path=ppt/media/f14378.txt>
</file>

<file path=ppt/media/f14379.txt>
</file>

<file path=ppt/media/f14380.txt>
</file>

<file path=ppt/media/f14381.txt>
</file>

<file path=ppt/media/f14382.txt>
</file>

<file path=ppt/media/f14383.txt>
</file>

<file path=ppt/media/f14384.txt>
</file>

<file path=ppt/media/f14385.txt>
</file>

<file path=ppt/media/f14386.txt>
</file>

<file path=ppt/media/f14387.txt>
</file>

<file path=ppt/media/f14388.txt>
</file>

<file path=ppt/media/f14389.txt>
</file>

<file path=ppt/media/f14390.txt>
</file>

<file path=ppt/media/f14391.txt>
</file>

<file path=ppt/media/f14392.txt>
</file>

<file path=ppt/media/f14393.txt>
</file>

<file path=ppt/media/f14394.txt>
</file>

<file path=ppt/media/f14395.txt>
</file>

<file path=ppt/media/f14396.txt>
</file>

<file path=ppt/media/f14397.txt>
</file>

<file path=ppt/media/f14398.txt>
</file>

<file path=ppt/media/f14399.txt>
</file>

<file path=ppt/media/f14400.txt>
</file>

<file path=ppt/media/f14401.txt>
</file>

<file path=ppt/media/f14402.txt>
</file>

<file path=ppt/media/f14403.txt>
</file>

<file path=ppt/media/f14404.txt>
</file>

<file path=ppt/media/f14405.txt>
</file>

<file path=ppt/media/f14406.txt>
</file>

<file path=ppt/media/f14407.txt>
</file>

<file path=ppt/media/f14408.txt>
</file>

<file path=ppt/media/f14409.txt>
</file>

<file path=ppt/media/f14410.txt>
</file>

<file path=ppt/media/f14411.txt>
</file>

<file path=ppt/media/f14412.txt>
</file>

<file path=ppt/media/f14413.txt>
</file>

<file path=ppt/media/f14414.txt>
</file>

<file path=ppt/media/f14415.txt>
</file>

<file path=ppt/media/f14416.txt>
</file>

<file path=ppt/media/f14417.txt>
</file>

<file path=ppt/media/f14418.txt>
</file>

<file path=ppt/media/f14419.txt>
</file>

<file path=ppt/media/f14420.txt>
</file>

<file path=ppt/media/f14421.txt>
</file>

<file path=ppt/media/f14422.txt>
</file>

<file path=ppt/media/f14423.txt>
</file>

<file path=ppt/media/f14424.txt>
</file>

<file path=ppt/media/f14425.txt>
</file>

<file path=ppt/media/f14426.txt>
</file>

<file path=ppt/media/f14427.txt>
</file>

<file path=ppt/media/f14428.txt>
</file>

<file path=ppt/media/f14429.txt>
</file>

<file path=ppt/media/f14430.txt>
</file>

<file path=ppt/media/f14431.txt>
</file>

<file path=ppt/media/f14432.txt>
</file>

<file path=ppt/media/f14433.txt>
</file>

<file path=ppt/media/f14434.txt>
</file>

<file path=ppt/media/f14435.txt>
</file>

<file path=ppt/media/f14436.txt>
</file>

<file path=ppt/media/f14437.txt>
</file>

<file path=ppt/media/f14438.txt>
</file>

<file path=ppt/media/f14439.txt>
</file>

<file path=ppt/media/f14440.txt>
</file>

<file path=ppt/media/f14441.txt>
</file>

<file path=ppt/media/f14442.txt>
</file>

<file path=ppt/media/f14443.txt>
</file>

<file path=ppt/media/f14444.txt>
</file>

<file path=ppt/media/f14445.txt>
</file>

<file path=ppt/media/f14446.txt>
</file>

<file path=ppt/media/f14447.txt>
</file>

<file path=ppt/media/f14448.txt>
</file>

<file path=ppt/media/f14449.txt>
</file>

<file path=ppt/media/f14450.txt>
</file>

<file path=ppt/media/f14451.txt>
</file>

<file path=ppt/media/f14452.txt>
</file>

<file path=ppt/media/f14453.txt>
</file>

<file path=ppt/media/f14454.txt>
</file>

<file path=ppt/media/f14455.txt>
</file>

<file path=ppt/media/f14456.txt>
</file>

<file path=ppt/media/f14457.txt>
</file>

<file path=ppt/media/f14458.txt>
</file>

<file path=ppt/media/f14459.txt>
</file>

<file path=ppt/media/f14460.txt>
</file>

<file path=ppt/media/f14461.txt>
</file>

<file path=ppt/media/f14462.txt>
</file>

<file path=ppt/media/f14463.txt>
</file>

<file path=ppt/media/f14464.txt>
</file>

<file path=ppt/media/f14465.txt>
</file>

<file path=ppt/media/f14466.txt>
</file>

<file path=ppt/media/f14467.txt>
</file>

<file path=ppt/media/f14468.txt>
</file>

<file path=ppt/media/f14469.txt>
</file>

<file path=ppt/media/f14470.txt>
</file>

<file path=ppt/media/f14471.txt>
</file>

<file path=ppt/media/f14472.txt>
</file>

<file path=ppt/media/f14473.txt>
</file>

<file path=ppt/media/f14474.txt>
</file>

<file path=ppt/media/f14475.txt>
</file>

<file path=ppt/media/f14476.txt>
</file>

<file path=ppt/media/f14477.txt>
</file>

<file path=ppt/media/f14478.txt>
</file>

<file path=ppt/media/f14479.txt>
</file>

<file path=ppt/media/f14480.txt>
</file>

<file path=ppt/media/f14481.txt>
</file>

<file path=ppt/media/f14482.txt>
</file>

<file path=ppt/media/f14483.txt>
</file>

<file path=ppt/media/f14484.txt>
</file>

<file path=ppt/media/f14485.txt>
</file>

<file path=ppt/media/f14486.txt>
</file>

<file path=ppt/media/f14487.txt>
</file>

<file path=ppt/media/f14488.txt>
</file>

<file path=ppt/media/f14489.txt>
</file>

<file path=ppt/media/f14490.txt>
</file>

<file path=ppt/media/f14491.txt>
</file>

<file path=ppt/media/f14492.txt>
</file>

<file path=ppt/media/f14493.txt>
</file>

<file path=ppt/media/f14494.txt>
</file>

<file path=ppt/media/f14495.txt>
</file>

<file path=ppt/media/f14496.txt>
</file>

<file path=ppt/media/f14497.txt>
</file>

<file path=ppt/media/f14498.txt>
</file>

<file path=ppt/media/f14499.txt>
</file>

<file path=ppt/media/f14500.txt>
</file>

<file path=ppt/media/f14501.txt>
</file>

<file path=ppt/media/f14502.txt>
</file>

<file path=ppt/media/f14503.txt>
</file>

<file path=ppt/media/f14504.txt>
</file>

<file path=ppt/media/f14505.txt>
</file>

<file path=ppt/media/f14506.txt>
</file>

<file path=ppt/media/f14507.txt>
</file>

<file path=ppt/media/f14508.txt>
</file>

<file path=ppt/media/f14509.txt>
</file>

<file path=ppt/media/f14510.txt>
</file>

<file path=ppt/media/f14511.txt>
</file>

<file path=ppt/media/f14512.txt>
</file>

<file path=ppt/media/f14513.txt>
</file>

<file path=ppt/media/f14514.txt>
</file>

<file path=ppt/media/f14515.txt>
</file>

<file path=ppt/media/f14516.txt>
</file>

<file path=ppt/media/f14517.txt>
</file>

<file path=ppt/media/f14518.txt>
</file>

<file path=ppt/media/f14519.txt>
</file>

<file path=ppt/media/f14520.txt>
</file>

<file path=ppt/media/f14521.txt>
</file>

<file path=ppt/media/f14522.txt>
</file>

<file path=ppt/media/f14523.txt>
</file>

<file path=ppt/media/f14524.txt>
</file>

<file path=ppt/media/f14525.txt>
</file>

<file path=ppt/media/f14526.txt>
</file>

<file path=ppt/media/f14527.txt>
</file>

<file path=ppt/media/f14528.txt>
</file>

<file path=ppt/media/f14529.txt>
</file>

<file path=ppt/media/f14530.txt>
</file>

<file path=ppt/media/f14531.txt>
</file>

<file path=ppt/media/f14532.txt>
</file>

<file path=ppt/media/f14533.txt>
</file>

<file path=ppt/media/f14534.txt>
</file>

<file path=ppt/media/f14535.txt>
</file>

<file path=ppt/media/f14536.txt>
</file>

<file path=ppt/media/f14537.txt>
</file>

<file path=ppt/media/f14538.txt>
</file>

<file path=ppt/media/f14539.txt>
</file>

<file path=ppt/media/f14540.txt>
</file>

<file path=ppt/media/f14541.txt>
</file>

<file path=ppt/media/f14542.txt>
</file>

<file path=ppt/media/f14543.txt>
</file>

<file path=ppt/media/f14544.txt>
</file>

<file path=ppt/media/f14545.txt>
</file>

<file path=ppt/media/f14546.txt>
</file>

<file path=ppt/media/f14547.txt>
</file>

<file path=ppt/media/f14548.txt>
</file>

<file path=ppt/media/f14549.txt>
</file>

<file path=ppt/media/f14550.txt>
</file>

<file path=ppt/media/f14551.txt>
</file>

<file path=ppt/media/f14552.txt>
</file>

<file path=ppt/media/f14553.txt>
</file>

<file path=ppt/media/f14554.txt>
</file>

<file path=ppt/media/f14555.txt>
</file>

<file path=ppt/media/f14556.txt>
</file>

<file path=ppt/media/f14557.txt>
</file>

<file path=ppt/media/f14558.txt>
</file>

<file path=ppt/media/f14559.txt>
</file>

<file path=ppt/media/f14560.txt>
</file>

<file path=ppt/media/f14561.txt>
</file>

<file path=ppt/media/f14562.txt>
</file>

<file path=ppt/media/f14563.txt>
</file>

<file path=ppt/media/f14564.txt>
</file>

<file path=ppt/media/f14565.txt>
</file>

<file path=ppt/media/f14566.txt>
</file>

<file path=ppt/media/f14567.txt>
</file>

<file path=ppt/media/f14568.txt>
</file>

<file path=ppt/media/f14569.txt>
</file>

<file path=ppt/media/f14570.txt>
</file>

<file path=ppt/media/f14571.txt>
</file>

<file path=ppt/media/f14572.txt>
</file>

<file path=ppt/media/f14573.txt>
</file>

<file path=ppt/media/f14574.txt>
</file>

<file path=ppt/media/f14575.txt>
</file>

<file path=ppt/media/f14576.txt>
</file>

<file path=ppt/media/f14577.txt>
</file>

<file path=ppt/media/f14578.txt>
</file>

<file path=ppt/media/f14579.txt>
</file>

<file path=ppt/media/f14580.txt>
</file>

<file path=ppt/media/f14581.txt>
</file>

<file path=ppt/media/f14582.txt>
</file>

<file path=ppt/media/f14583.txt>
</file>

<file path=ppt/media/f14584.txt>
</file>

<file path=ppt/media/f14585.txt>
</file>

<file path=ppt/media/f14586.txt>
</file>

<file path=ppt/media/f14587.txt>
</file>

<file path=ppt/media/f14588.txt>
</file>

<file path=ppt/media/f14589.txt>
</file>

<file path=ppt/media/f14590.txt>
</file>

<file path=ppt/media/f14591.txt>
</file>

<file path=ppt/media/f14592.txt>
</file>

<file path=ppt/media/f14593.txt>
</file>

<file path=ppt/media/f14594.txt>
</file>

<file path=ppt/media/f14595.txt>
</file>

<file path=ppt/media/f14596.txt>
</file>

<file path=ppt/media/f14597.txt>
</file>

<file path=ppt/media/f14598.txt>
</file>

<file path=ppt/media/f14599.txt>
</file>

<file path=ppt/media/f14600.txt>
</file>

<file path=ppt/media/f14601.txt>
</file>

<file path=ppt/media/f14602.txt>
</file>

<file path=ppt/media/f14603.txt>
</file>

<file path=ppt/media/f14604.txt>
</file>

<file path=ppt/media/f14605.txt>
</file>

<file path=ppt/media/f14606.txt>
</file>

<file path=ppt/media/f14607.txt>
</file>

<file path=ppt/media/f14608.txt>
</file>

<file path=ppt/media/f14609.txt>
</file>

<file path=ppt/media/f14610.txt>
</file>

<file path=ppt/media/f14611.txt>
</file>

<file path=ppt/media/f14612.txt>
</file>

<file path=ppt/media/f14613.txt>
</file>

<file path=ppt/media/f14614.txt>
</file>

<file path=ppt/media/f14615.txt>
</file>

<file path=ppt/media/f14616.txt>
</file>

<file path=ppt/media/f14617.txt>
</file>

<file path=ppt/media/f14618.txt>
</file>

<file path=ppt/media/f14619.txt>
</file>

<file path=ppt/media/f14620.txt>
</file>

<file path=ppt/media/f14621.txt>
</file>

<file path=ppt/media/f14622.txt>
</file>

<file path=ppt/media/f14623.txt>
</file>

<file path=ppt/media/f14624.txt>
</file>

<file path=ppt/media/f14625.txt>
</file>

<file path=ppt/media/f14626.txt>
</file>

<file path=ppt/media/f14627.txt>
</file>

<file path=ppt/media/f14628.txt>
</file>

<file path=ppt/media/f14629.txt>
</file>

<file path=ppt/media/f14630.txt>
</file>

<file path=ppt/media/f14631.txt>
</file>

<file path=ppt/media/f14632.txt>
</file>

<file path=ppt/media/f14633.txt>
</file>

<file path=ppt/media/f14634.txt>
</file>

<file path=ppt/media/f14635.txt>
</file>

<file path=ppt/media/f14636.txt>
</file>

<file path=ppt/media/f14637.txt>
</file>

<file path=ppt/media/f14638.txt>
</file>

<file path=ppt/media/f14639.txt>
</file>

<file path=ppt/media/f14640.txt>
</file>

<file path=ppt/media/f14641.txt>
</file>

<file path=ppt/media/f14642.txt>
</file>

<file path=ppt/media/f14643.txt>
</file>

<file path=ppt/media/f14644.txt>
</file>

<file path=ppt/media/f14645.txt>
</file>

<file path=ppt/media/f14646.txt>
</file>

<file path=ppt/media/f14647.txt>
</file>

<file path=ppt/media/f14648.txt>
</file>

<file path=ppt/media/f14649.txt>
</file>

<file path=ppt/media/f14650.txt>
</file>

<file path=ppt/media/f14651.txt>
</file>

<file path=ppt/media/f14652.txt>
</file>

<file path=ppt/media/f14653.txt>
</file>

<file path=ppt/media/f14654.txt>
</file>

<file path=ppt/media/f14655.txt>
</file>

<file path=ppt/media/f14656.txt>
</file>

<file path=ppt/media/f14657.txt>
</file>

<file path=ppt/media/f14658.txt>
</file>

<file path=ppt/media/f14659.txt>
</file>

<file path=ppt/media/f14660.txt>
</file>

<file path=ppt/media/f14661.txt>
</file>

<file path=ppt/media/f14662.txt>
</file>

<file path=ppt/media/f14663.txt>
</file>

<file path=ppt/media/f14664.txt>
</file>

<file path=ppt/media/f14665.txt>
</file>

<file path=ppt/media/f14666.txt>
</file>

<file path=ppt/media/f14667.txt>
</file>

<file path=ppt/media/f14668.txt>
</file>

<file path=ppt/media/f14669.txt>
</file>

<file path=ppt/media/f14670.txt>
</file>

<file path=ppt/media/f14671.txt>
</file>

<file path=ppt/media/f14672.txt>
</file>

<file path=ppt/media/f14673.txt>
</file>

<file path=ppt/media/f14674.txt>
</file>

<file path=ppt/media/f14675.txt>
</file>

<file path=ppt/media/f14676.txt>
</file>

<file path=ppt/media/f14677.txt>
</file>

<file path=ppt/media/f14678.txt>
</file>

<file path=ppt/media/f14679.txt>
</file>

<file path=ppt/media/f14680.txt>
</file>

<file path=ppt/media/f14681.txt>
</file>

<file path=ppt/media/f14682.txt>
</file>

<file path=ppt/media/f14683.txt>
</file>

<file path=ppt/media/f14684.txt>
</file>

<file path=ppt/media/f14685.txt>
</file>

<file path=ppt/media/f14686.txt>
</file>

<file path=ppt/media/f14687.txt>
</file>

<file path=ppt/media/f14688.txt>
</file>

<file path=ppt/media/f14689.txt>
</file>

<file path=ppt/media/f14690.txt>
</file>

<file path=ppt/media/f14691.txt>
</file>

<file path=ppt/media/f14692.txt>
</file>

<file path=ppt/media/f14693.txt>
</file>

<file path=ppt/media/f14694.txt>
</file>

<file path=ppt/media/f14695.txt>
</file>

<file path=ppt/media/f14696.txt>
</file>

<file path=ppt/media/f14697.txt>
</file>

<file path=ppt/media/f14698.txt>
</file>

<file path=ppt/media/f14699.txt>
</file>

<file path=ppt/media/f14700.txt>
</file>

<file path=ppt/media/f14701.txt>
</file>

<file path=ppt/media/f14702.txt>
</file>

<file path=ppt/media/f14703.txt>
</file>

<file path=ppt/media/f14704.txt>
</file>

<file path=ppt/media/f14705.txt>
</file>

<file path=ppt/media/f14706.txt>
</file>

<file path=ppt/media/f14707.txt>
</file>

<file path=ppt/media/f14708.txt>
</file>

<file path=ppt/media/f14709.txt>
</file>

<file path=ppt/media/f14710.txt>
</file>

<file path=ppt/media/f14711.txt>
</file>

<file path=ppt/media/f14712.txt>
</file>

<file path=ppt/media/f14713.txt>
</file>

<file path=ppt/media/f14714.txt>
</file>

<file path=ppt/media/f14715.txt>
</file>

<file path=ppt/media/f14716.txt>
</file>

<file path=ppt/media/f14717.txt>
</file>

<file path=ppt/media/f14718.txt>
</file>

<file path=ppt/media/f14719.txt>
</file>

<file path=ppt/media/f14720.txt>
</file>

<file path=ppt/media/f14721.txt>
</file>

<file path=ppt/media/f14722.txt>
</file>

<file path=ppt/media/f14723.txt>
</file>

<file path=ppt/media/f14724.txt>
</file>

<file path=ppt/media/f14725.txt>
</file>

<file path=ppt/media/f14726.txt>
</file>

<file path=ppt/media/f14727.txt>
</file>

<file path=ppt/media/f14728.txt>
</file>

<file path=ppt/media/f14729.txt>
</file>

<file path=ppt/media/f14730.txt>
</file>

<file path=ppt/media/f14731.txt>
</file>

<file path=ppt/media/f14732.txt>
</file>

<file path=ppt/media/f14733.txt>
</file>

<file path=ppt/media/f14734.txt>
</file>

<file path=ppt/media/f14735.txt>
</file>

<file path=ppt/media/f14736.txt>
</file>

<file path=ppt/media/f14737.txt>
</file>

<file path=ppt/media/f14738.txt>
</file>

<file path=ppt/media/f14739.txt>
</file>

<file path=ppt/media/f14740.txt>
</file>

<file path=ppt/media/f14741.txt>
</file>

<file path=ppt/media/f14742.txt>
</file>

<file path=ppt/media/f14743.txt>
</file>

<file path=ppt/media/f14744.txt>
</file>

<file path=ppt/media/f14745.txt>
</file>

<file path=ppt/media/f14746.txt>
</file>

<file path=ppt/media/f14747.txt>
</file>

<file path=ppt/media/f14748.txt>
</file>

<file path=ppt/media/f14749.txt>
</file>

<file path=ppt/media/f14750.txt>
</file>

<file path=ppt/media/f14751.txt>
</file>

<file path=ppt/media/f14752.txt>
</file>

<file path=ppt/media/f14753.txt>
</file>

<file path=ppt/media/f14754.txt>
</file>

<file path=ppt/media/f14755.txt>
</file>

<file path=ppt/media/f14756.txt>
</file>

<file path=ppt/media/f14757.txt>
</file>

<file path=ppt/media/f14758.txt>
</file>

<file path=ppt/media/f14759.txt>
</file>

<file path=ppt/media/f14760.txt>
</file>

<file path=ppt/media/f14761.txt>
</file>

<file path=ppt/media/f14762.txt>
</file>

<file path=ppt/media/f14763.txt>
</file>

<file path=ppt/media/f14764.txt>
</file>

<file path=ppt/media/f14765.txt>
</file>

<file path=ppt/media/f14766.txt>
</file>

<file path=ppt/media/f14767.txt>
</file>

<file path=ppt/media/f14768.txt>
</file>

<file path=ppt/media/f14769.txt>
</file>

<file path=ppt/media/f14770.txt>
</file>

<file path=ppt/media/f14771.txt>
</file>

<file path=ppt/media/f14772.txt>
</file>

<file path=ppt/media/f14773.txt>
</file>

<file path=ppt/media/f14774.txt>
</file>

<file path=ppt/media/f14775.txt>
</file>

<file path=ppt/media/f14776.txt>
</file>

<file path=ppt/media/f14777.txt>
</file>

<file path=ppt/media/f14778.txt>
</file>

<file path=ppt/media/f14779.txt>
</file>

<file path=ppt/media/f14780.txt>
</file>

<file path=ppt/media/f14781.txt>
</file>

<file path=ppt/media/f14782.txt>
</file>

<file path=ppt/media/f14783.txt>
</file>

<file path=ppt/media/f14784.txt>
</file>

<file path=ppt/media/f14785.txt>
</file>

<file path=ppt/media/f14786.txt>
</file>

<file path=ppt/media/f14787.txt>
</file>

<file path=ppt/media/f14788.txt>
</file>

<file path=ppt/media/f14789.txt>
</file>

<file path=ppt/media/f14790.txt>
</file>

<file path=ppt/media/f14791.txt>
</file>

<file path=ppt/media/f14792.txt>
</file>

<file path=ppt/media/f14793.txt>
</file>

<file path=ppt/media/f14794.txt>
</file>

<file path=ppt/media/f14795.txt>
</file>

<file path=ppt/media/f14796.txt>
</file>

<file path=ppt/media/f14797.txt>
</file>

<file path=ppt/media/f14798.txt>
</file>

<file path=ppt/media/f14799.txt>
</file>

<file path=ppt/media/f14800.txt>
</file>

<file path=ppt/media/f14801.txt>
</file>

<file path=ppt/media/f14802.txt>
</file>

<file path=ppt/media/f14803.txt>
</file>

<file path=ppt/media/f14804.txt>
</file>

<file path=ppt/media/f14805.txt>
</file>

<file path=ppt/media/f14806.txt>
</file>

<file path=ppt/media/f14807.txt>
</file>

<file path=ppt/media/f14808.txt>
</file>

<file path=ppt/media/f14809.txt>
</file>

<file path=ppt/media/f14810.txt>
</file>

<file path=ppt/media/f14811.txt>
</file>

<file path=ppt/media/f14812.txt>
</file>

<file path=ppt/media/f14813.txt>
</file>

<file path=ppt/media/f14814.txt>
</file>

<file path=ppt/media/f14815.txt>
</file>

<file path=ppt/media/f14816.txt>
</file>

<file path=ppt/media/f14817.txt>
</file>

<file path=ppt/media/f14818.txt>
</file>

<file path=ppt/media/f14819.txt>
</file>

<file path=ppt/media/f14820.txt>
</file>

<file path=ppt/media/f14821.txt>
</file>

<file path=ppt/media/f14822.txt>
</file>

<file path=ppt/media/f14823.txt>
</file>

<file path=ppt/media/f14824.txt>
</file>

<file path=ppt/media/f14825.txt>
</file>

<file path=ppt/media/f14826.txt>
</file>

<file path=ppt/media/f14827.txt>
</file>

<file path=ppt/media/f14828.txt>
</file>

<file path=ppt/media/f14829.txt>
</file>

<file path=ppt/media/f14830.txt>
</file>

<file path=ppt/media/f14831.txt>
</file>

<file path=ppt/media/f14832.txt>
</file>

<file path=ppt/media/f14833.txt>
</file>

<file path=ppt/media/f14834.txt>
</file>

<file path=ppt/media/f14835.txt>
</file>

<file path=ppt/media/f14836.txt>
</file>

<file path=ppt/media/f14837.txt>
</file>

<file path=ppt/media/f14838.txt>
</file>

<file path=ppt/media/f14839.txt>
</file>

<file path=ppt/media/f14840.txt>
</file>

<file path=ppt/media/f14841.txt>
</file>

<file path=ppt/media/f14842.txt>
</file>

<file path=ppt/media/f14843.txt>
</file>

<file path=ppt/media/f14844.txt>
</file>

<file path=ppt/media/f14845.txt>
</file>

<file path=ppt/media/f14846.txt>
</file>

<file path=ppt/media/f14847.txt>
</file>

<file path=ppt/media/f14848.txt>
</file>

<file path=ppt/media/f14849.txt>
</file>

<file path=ppt/media/f14850.txt>
</file>

<file path=ppt/media/f14851.txt>
</file>

<file path=ppt/media/f14852.txt>
</file>

<file path=ppt/media/f14853.txt>
</file>

<file path=ppt/media/f14854.txt>
</file>

<file path=ppt/media/f14855.txt>
</file>

<file path=ppt/media/f14856.txt>
</file>

<file path=ppt/media/f14857.txt>
</file>

<file path=ppt/media/f14858.txt>
</file>

<file path=ppt/media/f14859.txt>
</file>

<file path=ppt/media/f14860.txt>
</file>

<file path=ppt/media/f14861.txt>
</file>

<file path=ppt/media/f14862.txt>
</file>

<file path=ppt/media/f14863.txt>
</file>

<file path=ppt/media/f14864.txt>
</file>

<file path=ppt/media/f14865.txt>
</file>

<file path=ppt/media/f14866.txt>
</file>

<file path=ppt/media/f14867.txt>
</file>

<file path=ppt/media/f14868.txt>
</file>

<file path=ppt/media/f14869.txt>
</file>

<file path=ppt/media/f14870.txt>
</file>

<file path=ppt/media/f14871.txt>
</file>

<file path=ppt/media/f14872.txt>
</file>

<file path=ppt/media/f14873.txt>
</file>

<file path=ppt/media/f14874.txt>
</file>

<file path=ppt/media/f14875.txt>
</file>

<file path=ppt/media/f14876.txt>
</file>

<file path=ppt/media/f14877.txt>
</file>

<file path=ppt/media/f14878.txt>
</file>

<file path=ppt/media/f14879.txt>
</file>

<file path=ppt/media/f14880.txt>
</file>

<file path=ppt/media/f14881.txt>
</file>

<file path=ppt/media/f14882.txt>
</file>

<file path=ppt/media/f14883.txt>
</file>

<file path=ppt/media/f14884.txt>
</file>

<file path=ppt/media/f14885.txt>
</file>

<file path=ppt/media/f14886.txt>
</file>

<file path=ppt/media/f14887.txt>
</file>

<file path=ppt/media/f14888.txt>
</file>

<file path=ppt/media/f14889.txt>
</file>

<file path=ppt/media/f14890.txt>
</file>

<file path=ppt/media/f14891.txt>
</file>

<file path=ppt/media/f14892.txt>
</file>

<file path=ppt/media/f14893.txt>
</file>

<file path=ppt/media/f14894.txt>
</file>

<file path=ppt/media/f14895.txt>
</file>

<file path=ppt/media/f14896.txt>
</file>

<file path=ppt/media/f14897.txt>
</file>

<file path=ppt/media/f14898.txt>
</file>

<file path=ppt/media/f14899.txt>
</file>

<file path=ppt/media/f14900.txt>
</file>

<file path=ppt/media/f14901.txt>
</file>

<file path=ppt/media/f14902.txt>
</file>

<file path=ppt/media/f14903.txt>
</file>

<file path=ppt/media/f14904.txt>
</file>

<file path=ppt/media/f14905.txt>
</file>

<file path=ppt/media/f14906.txt>
</file>

<file path=ppt/media/f14907.txt>
</file>

<file path=ppt/media/f14908.txt>
</file>

<file path=ppt/media/f14909.txt>
</file>

<file path=ppt/media/f14910.txt>
</file>

<file path=ppt/media/f14911.txt>
</file>

<file path=ppt/media/f14912.txt>
</file>

<file path=ppt/media/f14913.txt>
</file>

<file path=ppt/media/f14914.txt>
</file>

<file path=ppt/media/f14915.txt>
</file>

<file path=ppt/media/f14916.txt>
</file>

<file path=ppt/media/f14917.txt>
</file>

<file path=ppt/media/f14918.txt>
</file>

<file path=ppt/media/f14919.txt>
</file>

<file path=ppt/media/f14920.txt>
</file>

<file path=ppt/media/f14921.txt>
</file>

<file path=ppt/media/f14922.txt>
</file>

<file path=ppt/media/f14923.txt>
</file>

<file path=ppt/media/f14924.txt>
</file>

<file path=ppt/media/f14925.txt>
</file>

<file path=ppt/media/f14926.txt>
</file>

<file path=ppt/media/f14927.txt>
</file>

<file path=ppt/media/f14928.txt>
</file>

<file path=ppt/media/f14929.txt>
</file>

<file path=ppt/media/f14930.txt>
</file>

<file path=ppt/media/f14931.txt>
</file>

<file path=ppt/media/f14932.txt>
</file>

<file path=ppt/media/f14933.txt>
</file>

<file path=ppt/media/f14934.txt>
</file>

<file path=ppt/media/f14935.txt>
</file>

<file path=ppt/media/f14936.txt>
</file>

<file path=ppt/media/f14937.txt>
</file>

<file path=ppt/media/f14938.txt>
</file>

<file path=ppt/media/f14939.txt>
</file>

<file path=ppt/media/f14940.txt>
</file>

<file path=ppt/media/f14941.txt>
</file>

<file path=ppt/media/f14942.txt>
</file>

<file path=ppt/media/f14943.txt>
</file>

<file path=ppt/media/f14944.txt>
</file>

<file path=ppt/media/f14945.txt>
</file>

<file path=ppt/media/f14946.txt>
</file>

<file path=ppt/media/f14947.txt>
</file>

<file path=ppt/media/f14948.txt>
</file>

<file path=ppt/media/f14949.txt>
</file>

<file path=ppt/media/f14950.txt>
</file>

<file path=ppt/media/f14951.txt>
</file>

<file path=ppt/media/f14952.txt>
</file>

<file path=ppt/media/f14953.txt>
</file>

<file path=ppt/media/f14954.txt>
</file>

<file path=ppt/media/f14955.txt>
</file>

<file path=ppt/media/f14956.txt>
</file>

<file path=ppt/media/f14957.txt>
</file>

<file path=ppt/media/f14958.txt>
</file>

<file path=ppt/media/f14959.txt>
</file>

<file path=ppt/media/f14960.txt>
</file>

<file path=ppt/media/f14961.txt>
</file>

<file path=ppt/media/f14962.txt>
</file>

<file path=ppt/media/f14963.txt>
</file>

<file path=ppt/media/f14964.txt>
</file>

<file path=ppt/media/f14965.txt>
</file>

<file path=ppt/media/f14966.txt>
</file>

<file path=ppt/media/f14967.txt>
</file>

<file path=ppt/media/f14968.txt>
</file>

<file path=ppt/media/f14969.txt>
</file>

<file path=ppt/media/f14970.txt>
</file>

<file path=ppt/media/f14971.txt>
</file>

<file path=ppt/media/f14972.txt>
</file>

<file path=ppt/media/f14973.txt>
</file>

<file path=ppt/media/f14974.txt>
</file>

<file path=ppt/media/f14975.txt>
</file>

<file path=ppt/media/f14976.txt>
</file>

<file path=ppt/media/f14977.txt>
</file>

<file path=ppt/media/f14978.txt>
</file>

<file path=ppt/media/f14979.txt>
</file>

<file path=ppt/media/f14980.txt>
</file>

<file path=ppt/media/f14981.txt>
</file>

<file path=ppt/media/f14982.txt>
</file>

<file path=ppt/media/f14983.txt>
</file>

<file path=ppt/media/f14984.txt>
</file>

<file path=ppt/media/f14985.txt>
</file>

<file path=ppt/media/f14986.txt>
</file>

<file path=ppt/media/f14987.txt>
</file>

<file path=ppt/media/f14988.txt>
</file>

<file path=ppt/media/f14989.txt>
</file>

<file path=ppt/media/f14990.txt>
</file>

<file path=ppt/media/f14991.txt>
</file>

<file path=ppt/media/f14992.txt>
</file>

<file path=ppt/media/f14993.txt>
</file>

<file path=ppt/media/f14994.txt>
</file>

<file path=ppt/media/f14995.txt>
</file>

<file path=ppt/media/f14996.txt>
</file>

<file path=ppt/media/f14997.txt>
</file>

<file path=ppt/media/f14998.txt>
</file>

<file path=ppt/media/f14999.txt>
</file>

<file path=ppt/media/f15000.txt>
</file>

<file path=ppt/media/f15001.txt>
</file>

<file path=ppt/media/f15002.txt>
</file>

<file path=ppt/media/f15003.txt>
</file>

<file path=ppt/media/f15004.txt>
</file>

<file path=ppt/media/f15005.txt>
</file>

<file path=ppt/media/f15006.txt>
</file>

<file path=ppt/media/f15007.txt>
</file>

<file path=ppt/media/f15008.txt>
</file>

<file path=ppt/media/f15009.txt>
</file>

<file path=ppt/media/f15010.txt>
</file>

<file path=ppt/media/f15011.txt>
</file>

<file path=ppt/media/f15012.txt>
</file>

<file path=ppt/media/f15013.txt>
</file>

<file path=ppt/media/f15014.txt>
</file>

<file path=ppt/media/f15015.txt>
</file>

<file path=ppt/media/f15016.txt>
</file>

<file path=ppt/media/f15017.txt>
</file>

<file path=ppt/media/f15018.txt>
</file>

<file path=ppt/media/f15019.txt>
</file>

<file path=ppt/media/f15020.txt>
</file>

<file path=ppt/media/f15021.txt>
</file>

<file path=ppt/media/f15022.txt>
</file>

<file path=ppt/media/f15023.txt>
</file>

<file path=ppt/media/f15024.txt>
</file>

<file path=ppt/media/f15025.txt>
</file>

<file path=ppt/media/f15026.txt>
</file>

<file path=ppt/media/f15027.txt>
</file>

<file path=ppt/media/f15028.txt>
</file>

<file path=ppt/media/f15029.txt>
</file>

<file path=ppt/media/f15030.txt>
</file>

<file path=ppt/media/f15031.txt>
</file>

<file path=ppt/media/f15032.txt>
</file>

<file path=ppt/media/f15033.txt>
</file>

<file path=ppt/media/f15034.txt>
</file>

<file path=ppt/media/f15035.txt>
</file>

<file path=ppt/media/f15036.txt>
</file>

<file path=ppt/media/f15037.txt>
</file>

<file path=ppt/media/f15038.txt>
</file>

<file path=ppt/media/f15039.txt>
</file>

<file path=ppt/media/f15040.txt>
</file>

<file path=ppt/media/f15041.txt>
</file>

<file path=ppt/media/f15042.txt>
</file>

<file path=ppt/media/f15043.txt>
</file>

<file path=ppt/media/f15044.txt>
</file>

<file path=ppt/media/f15045.txt>
</file>

<file path=ppt/media/f15046.txt>
</file>

<file path=ppt/media/f15047.txt>
</file>

<file path=ppt/media/f15048.txt>
</file>

<file path=ppt/media/f15049.txt>
</file>

<file path=ppt/media/f15050.txt>
</file>

<file path=ppt/media/f15051.txt>
</file>

<file path=ppt/media/f15052.txt>
</file>

<file path=ppt/media/f15053.txt>
</file>

<file path=ppt/media/f15054.txt>
</file>

<file path=ppt/media/f15055.txt>
</file>

<file path=ppt/media/f15056.txt>
</file>

<file path=ppt/media/f15057.txt>
</file>

<file path=ppt/media/f15058.txt>
</file>

<file path=ppt/media/f15059.txt>
</file>

<file path=ppt/media/f15060.txt>
</file>

<file path=ppt/media/f15061.txt>
</file>

<file path=ppt/media/f15062.txt>
</file>

<file path=ppt/media/f15063.txt>
</file>

<file path=ppt/media/f15064.txt>
</file>

<file path=ppt/media/f15065.txt>
</file>

<file path=ppt/media/f15066.txt>
</file>

<file path=ppt/media/f15067.txt>
</file>

<file path=ppt/media/f15068.txt>
</file>

<file path=ppt/media/f15069.txt>
</file>

<file path=ppt/media/f15070.txt>
</file>

<file path=ppt/media/f15071.txt>
</file>

<file path=ppt/media/f15072.txt>
</file>

<file path=ppt/media/f15073.txt>
</file>

<file path=ppt/media/f15074.txt>
</file>

<file path=ppt/media/f15075.txt>
</file>

<file path=ppt/media/f15076.txt>
</file>

<file path=ppt/media/f15077.txt>
</file>

<file path=ppt/media/f15078.txt>
</file>

<file path=ppt/media/f15079.txt>
</file>

<file path=ppt/media/f15080.txt>
</file>

<file path=ppt/media/f15081.txt>
</file>

<file path=ppt/media/f15082.txt>
</file>

<file path=ppt/media/f15083.txt>
</file>

<file path=ppt/media/f15084.txt>
</file>

<file path=ppt/media/f15085.txt>
</file>

<file path=ppt/media/f15086.txt>
</file>

<file path=ppt/media/f15087.txt>
</file>

<file path=ppt/media/f15088.txt>
</file>

<file path=ppt/media/f15089.txt>
</file>

<file path=ppt/media/f15090.txt>
</file>

<file path=ppt/media/f15091.txt>
</file>

<file path=ppt/media/f15092.txt>
</file>

<file path=ppt/media/f15093.txt>
</file>

<file path=ppt/media/f15094.txt>
</file>

<file path=ppt/media/f15095.txt>
</file>

<file path=ppt/media/f15096.txt>
</file>

<file path=ppt/media/f15097.txt>
</file>

<file path=ppt/media/f15098.txt>
</file>

<file path=ppt/media/f15099.txt>
</file>

<file path=ppt/media/f15100.txt>
</file>

<file path=ppt/media/f15101.txt>
</file>

<file path=ppt/media/f15102.txt>
</file>

<file path=ppt/media/f15103.txt>
</file>

<file path=ppt/media/f15104.txt>
</file>

<file path=ppt/media/f15105.txt>
</file>

<file path=ppt/media/f15106.txt>
</file>

<file path=ppt/media/f15107.txt>
</file>

<file path=ppt/media/f15108.txt>
</file>

<file path=ppt/media/f15109.txt>
</file>

<file path=ppt/media/f15110.txt>
</file>

<file path=ppt/media/f15111.txt>
</file>

<file path=ppt/media/f15112.txt>
</file>

<file path=ppt/media/f15113.txt>
</file>

<file path=ppt/media/f15114.txt>
</file>

<file path=ppt/media/f15115.txt>
</file>

<file path=ppt/media/f15116.txt>
</file>

<file path=ppt/media/f15117.txt>
</file>

<file path=ppt/media/f15118.txt>
</file>

<file path=ppt/media/f15119.txt>
</file>

<file path=ppt/media/f15120.txt>
</file>

<file path=ppt/media/f15121.txt>
</file>

<file path=ppt/media/f15122.txt>
</file>

<file path=ppt/media/f15123.txt>
</file>

<file path=ppt/media/f15124.txt>
</file>

<file path=ppt/media/f15125.txt>
</file>

<file path=ppt/media/f15126.txt>
</file>

<file path=ppt/media/f15127.txt>
</file>

<file path=ppt/media/f15128.txt>
</file>

<file path=ppt/media/f15129.txt>
</file>

<file path=ppt/media/f15130.txt>
</file>

<file path=ppt/media/f15131.txt>
</file>

<file path=ppt/media/f15132.txt>
</file>

<file path=ppt/media/f15133.txt>
</file>

<file path=ppt/media/f15134.txt>
</file>

<file path=ppt/media/f15135.txt>
</file>

<file path=ppt/media/f15136.txt>
</file>

<file path=ppt/media/f15137.txt>
</file>

<file path=ppt/media/f15138.txt>
</file>

<file path=ppt/media/f15139.txt>
</file>

<file path=ppt/media/f15140.txt>
</file>

<file path=ppt/media/f15141.txt>
</file>

<file path=ppt/media/f15142.txt>
</file>

<file path=ppt/media/f15143.txt>
</file>

<file path=ppt/media/f15144.txt>
</file>

<file path=ppt/media/f15145.txt>
</file>

<file path=ppt/media/f15146.txt>
</file>

<file path=ppt/media/f15147.txt>
</file>

<file path=ppt/media/f15148.txt>
</file>

<file path=ppt/media/f15149.txt>
</file>

<file path=ppt/media/f15150.txt>
</file>

<file path=ppt/media/f15151.txt>
</file>

<file path=ppt/media/f15152.txt>
</file>

<file path=ppt/media/f15153.txt>
</file>

<file path=ppt/media/f15154.txt>
</file>

<file path=ppt/media/f15155.txt>
</file>

<file path=ppt/media/f15156.txt>
</file>

<file path=ppt/media/f15157.txt>
</file>

<file path=ppt/media/f15158.txt>
</file>

<file path=ppt/media/f15159.txt>
</file>

<file path=ppt/media/f15160.txt>
</file>

<file path=ppt/media/f15161.txt>
</file>

<file path=ppt/media/f15162.txt>
</file>

<file path=ppt/media/f15163.txt>
</file>

<file path=ppt/media/f15164.txt>
</file>

<file path=ppt/media/f15165.txt>
</file>

<file path=ppt/media/f15166.txt>
</file>

<file path=ppt/media/f15167.txt>
</file>

<file path=ppt/media/f15168.txt>
</file>

<file path=ppt/media/f15169.txt>
</file>

<file path=ppt/media/f15170.txt>
</file>

<file path=ppt/media/f15171.txt>
</file>

<file path=ppt/media/f15172.txt>
</file>

<file path=ppt/media/f15173.txt>
</file>

<file path=ppt/media/f15174.txt>
</file>

<file path=ppt/media/f15175.txt>
</file>

<file path=ppt/media/f15176.txt>
</file>

<file path=ppt/media/f15177.txt>
</file>

<file path=ppt/media/f15178.txt>
</file>

<file path=ppt/media/f15179.txt>
</file>

<file path=ppt/media/f15180.txt>
</file>

<file path=ppt/media/f15181.txt>
</file>

<file path=ppt/media/f15182.txt>
</file>

<file path=ppt/media/f15183.txt>
</file>

<file path=ppt/media/f15184.txt>
</file>

<file path=ppt/media/f15185.txt>
</file>

<file path=ppt/media/f15186.txt>
</file>

<file path=ppt/media/f15187.txt>
</file>

<file path=ppt/media/f15188.txt>
</file>

<file path=ppt/media/f15189.txt>
</file>

<file path=ppt/media/f15190.txt>
</file>

<file path=ppt/media/f15191.txt>
</file>

<file path=ppt/media/f15192.txt>
</file>

<file path=ppt/media/f15193.txt>
</file>

<file path=ppt/media/f15194.txt>
</file>

<file path=ppt/media/f15195.txt>
</file>

<file path=ppt/media/f15196.txt>
</file>

<file path=ppt/media/f15197.txt>
</file>

<file path=ppt/media/f15198.txt>
</file>

<file path=ppt/media/f15199.txt>
</file>

<file path=ppt/media/f15200.txt>
</file>

<file path=ppt/media/f15201.txt>
</file>

<file path=ppt/media/f15202.txt>
</file>

<file path=ppt/media/f15203.txt>
</file>

<file path=ppt/media/f15204.txt>
</file>

<file path=ppt/media/f15205.txt>
</file>

<file path=ppt/media/f15206.txt>
</file>

<file path=ppt/media/f15207.txt>
</file>

<file path=ppt/media/f15208.txt>
</file>

<file path=ppt/media/f15209.txt>
</file>

<file path=ppt/media/f15210.txt>
</file>

<file path=ppt/media/f15211.txt>
</file>

<file path=ppt/media/f15212.txt>
</file>

<file path=ppt/media/f15213.txt>
</file>

<file path=ppt/media/f15214.txt>
</file>

<file path=ppt/media/f15215.txt>
</file>

<file path=ppt/media/f15216.txt>
</file>

<file path=ppt/media/f15217.txt>
</file>

<file path=ppt/media/f15218.txt>
</file>

<file path=ppt/media/f15219.txt>
</file>

<file path=ppt/media/f15220.txt>
</file>

<file path=ppt/media/f15221.txt>
</file>

<file path=ppt/media/f15222.txt>
</file>

<file path=ppt/media/f15223.txt>
</file>

<file path=ppt/media/f15224.txt>
</file>

<file path=ppt/media/f15225.txt>
</file>

<file path=ppt/media/f15226.txt>
</file>

<file path=ppt/media/f15227.txt>
</file>

<file path=ppt/media/f15228.txt>
</file>

<file path=ppt/media/f15229.txt>
</file>

<file path=ppt/media/f15230.txt>
</file>

<file path=ppt/media/f15231.txt>
</file>

<file path=ppt/media/f15232.txt>
</file>

<file path=ppt/media/f15233.txt>
</file>

<file path=ppt/media/f15234.txt>
</file>

<file path=ppt/media/f15235.txt>
</file>

<file path=ppt/media/f15236.txt>
</file>

<file path=ppt/media/f15237.txt>
</file>

<file path=ppt/media/f15238.txt>
</file>

<file path=ppt/media/f15239.txt>
</file>

<file path=ppt/media/f15240.txt>
</file>

<file path=ppt/media/f15241.txt>
</file>

<file path=ppt/media/f15242.txt>
</file>

<file path=ppt/media/f15243.txt>
</file>

<file path=ppt/media/f15244.txt>
</file>

<file path=ppt/media/f15245.txt>
</file>

<file path=ppt/media/f15246.txt>
</file>

<file path=ppt/media/f15247.txt>
</file>

<file path=ppt/media/f15248.txt>
</file>

<file path=ppt/media/f15249.txt>
</file>

<file path=ppt/media/f15250.txt>
</file>

<file path=ppt/media/f15251.txt>
</file>

<file path=ppt/media/f15252.txt>
</file>

<file path=ppt/media/f15253.txt>
</file>

<file path=ppt/media/f15254.txt>
</file>

<file path=ppt/media/f15255.txt>
</file>

<file path=ppt/media/f15256.txt>
</file>

<file path=ppt/media/f15257.txt>
</file>

<file path=ppt/media/f15258.txt>
</file>

<file path=ppt/media/f15259.txt>
</file>

<file path=ppt/media/f15260.txt>
</file>

<file path=ppt/media/f15261.txt>
</file>

<file path=ppt/media/f15262.txt>
</file>

<file path=ppt/media/f15263.txt>
</file>

<file path=ppt/media/f15264.txt>
</file>

<file path=ppt/media/f15265.txt>
</file>

<file path=ppt/media/f15266.txt>
</file>

<file path=ppt/media/f15267.txt>
</file>

<file path=ppt/media/f15268.txt>
</file>

<file path=ppt/media/f15269.txt>
</file>

<file path=ppt/media/f15270.txt>
</file>

<file path=ppt/media/f15271.txt>
</file>

<file path=ppt/media/f15272.txt>
</file>

<file path=ppt/media/f15273.txt>
</file>

<file path=ppt/media/f15274.txt>
</file>

<file path=ppt/media/f15275.txt>
</file>

<file path=ppt/media/f15276.txt>
</file>

<file path=ppt/media/f15277.txt>
</file>

<file path=ppt/media/f15278.txt>
</file>

<file path=ppt/media/f15279.txt>
</file>

<file path=ppt/media/f15280.txt>
</file>

<file path=ppt/media/f15281.txt>
</file>

<file path=ppt/media/f15282.txt>
</file>

<file path=ppt/media/f15283.txt>
</file>

<file path=ppt/media/f15284.txt>
</file>

<file path=ppt/media/f15285.txt>
</file>

<file path=ppt/media/f15286.txt>
</file>

<file path=ppt/media/f15287.txt>
</file>

<file path=ppt/media/f15288.txt>
</file>

<file path=ppt/media/f15289.txt>
</file>

<file path=ppt/media/f15290.txt>
</file>

<file path=ppt/media/f15291.txt>
</file>

<file path=ppt/media/f15292.txt>
</file>

<file path=ppt/media/f15293.txt>
</file>

<file path=ppt/media/f15294.txt>
</file>

<file path=ppt/media/f15295.txt>
</file>

<file path=ppt/media/f15296.txt>
</file>

<file path=ppt/media/f15297.txt>
</file>

<file path=ppt/media/f15298.txt>
</file>

<file path=ppt/media/f15299.txt>
</file>

<file path=ppt/media/f15300.txt>
</file>

<file path=ppt/media/f15301.txt>
</file>

<file path=ppt/media/f15302.txt>
</file>

<file path=ppt/media/f15303.txt>
</file>

<file path=ppt/media/f15304.txt>
</file>

<file path=ppt/media/f15305.txt>
</file>

<file path=ppt/media/f15306.txt>
</file>

<file path=ppt/media/f15307.txt>
</file>

<file path=ppt/media/f15308.txt>
</file>

<file path=ppt/media/f15309.txt>
</file>

<file path=ppt/media/f15310.txt>
</file>

<file path=ppt/media/f15311.txt>
</file>

<file path=ppt/media/f15312.txt>
</file>

<file path=ppt/media/f15313.txt>
</file>

<file path=ppt/media/f15314.txt>
</file>

<file path=ppt/media/f15315.txt>
</file>

<file path=ppt/media/f15316.txt>
</file>

<file path=ppt/media/f15317.txt>
</file>

<file path=ppt/media/f15318.txt>
</file>

<file path=ppt/media/f15319.txt>
</file>

<file path=ppt/media/f15320.txt>
</file>

<file path=ppt/media/f15321.txt>
</file>

<file path=ppt/media/f15322.txt>
</file>

<file path=ppt/media/f15323.txt>
</file>

<file path=ppt/media/f15324.txt>
</file>

<file path=ppt/media/f15325.txt>
</file>

<file path=ppt/media/f15326.txt>
</file>

<file path=ppt/media/f15327.txt>
</file>

<file path=ppt/media/f15328.txt>
</file>

<file path=ppt/media/f15329.txt>
</file>

<file path=ppt/media/f15330.txt>
</file>

<file path=ppt/media/f15331.txt>
</file>

<file path=ppt/media/f15332.txt>
</file>

<file path=ppt/media/f15333.txt>
</file>

<file path=ppt/media/f15334.txt>
</file>

<file path=ppt/media/f15335.txt>
</file>

<file path=ppt/media/f15336.txt>
</file>

<file path=ppt/media/f15337.txt>
</file>

<file path=ppt/media/f15338.txt>
</file>

<file path=ppt/media/f15339.txt>
</file>

<file path=ppt/media/f15340.txt>
</file>

<file path=ppt/media/f15341.txt>
</file>

<file path=ppt/media/f15342.txt>
</file>

<file path=ppt/media/f15343.txt>
</file>

<file path=ppt/media/f15344.txt>
</file>

<file path=ppt/media/f15345.txt>
</file>

<file path=ppt/media/f15346.txt>
</file>

<file path=ppt/media/f15347.txt>
</file>

<file path=ppt/media/f15348.txt>
</file>

<file path=ppt/media/f15349.txt>
</file>

<file path=ppt/media/f15350.txt>
</file>

<file path=ppt/media/f15351.txt>
</file>

<file path=ppt/media/f15352.txt>
</file>

<file path=ppt/media/f15353.txt>
</file>

<file path=ppt/media/f15354.txt>
</file>

<file path=ppt/media/f15355.txt>
</file>

<file path=ppt/media/f15356.txt>
</file>

<file path=ppt/media/f15357.txt>
</file>

<file path=ppt/media/f15358.txt>
</file>

<file path=ppt/media/f15359.txt>
</file>

<file path=ppt/media/f15360.txt>
</file>

<file path=ppt/media/f15361.txt>
</file>

<file path=ppt/media/f15362.txt>
</file>

<file path=ppt/media/f15363.txt>
</file>

<file path=ppt/media/f15364.txt>
</file>

<file path=ppt/media/f15365.txt>
</file>

<file path=ppt/media/f15366.txt>
</file>

<file path=ppt/media/f15367.txt>
</file>

<file path=ppt/media/f15368.txt>
</file>

<file path=ppt/media/f15369.txt>
</file>

<file path=ppt/media/f15370.txt>
</file>

<file path=ppt/media/f15371.txt>
</file>

<file path=ppt/media/f15372.txt>
</file>

<file path=ppt/media/f15373.txt>
</file>

<file path=ppt/media/f15374.txt>
</file>

<file path=ppt/media/f15375.txt>
</file>

<file path=ppt/media/f15376.txt>
</file>

<file path=ppt/media/f15377.txt>
</file>

<file path=ppt/media/f15378.txt>
</file>

<file path=ppt/media/f15379.txt>
</file>

<file path=ppt/media/f15380.txt>
</file>

<file path=ppt/media/f15381.txt>
</file>

<file path=ppt/media/f15382.txt>
</file>

<file path=ppt/media/f15383.txt>
</file>

<file path=ppt/media/f15384.txt>
</file>

<file path=ppt/media/f15385.txt>
</file>

<file path=ppt/media/f15386.txt>
</file>

<file path=ppt/media/f15387.txt>
</file>

<file path=ppt/media/f15388.txt>
</file>

<file path=ppt/media/f15389.txt>
</file>

<file path=ppt/media/f15390.txt>
</file>

<file path=ppt/media/f15391.txt>
</file>

<file path=ppt/media/f15392.txt>
</file>

<file path=ppt/media/f15393.txt>
</file>

<file path=ppt/media/f15394.txt>
</file>

<file path=ppt/media/f15395.txt>
</file>

<file path=ppt/media/f15396.txt>
</file>

<file path=ppt/media/f15397.txt>
</file>

<file path=ppt/media/f15398.txt>
</file>

<file path=ppt/media/f15399.txt>
</file>

<file path=ppt/media/f15400.txt>
</file>

<file path=ppt/media/f15401.txt>
</file>

<file path=ppt/media/f15402.txt>
</file>

<file path=ppt/media/f15403.txt>
</file>

<file path=ppt/media/f15404.txt>
</file>

<file path=ppt/media/f15405.txt>
</file>

<file path=ppt/media/f15406.txt>
</file>

<file path=ppt/media/f15407.txt>
</file>

<file path=ppt/media/f15408.txt>
</file>

<file path=ppt/media/f15409.txt>
</file>

<file path=ppt/media/f15410.txt>
</file>

<file path=ppt/media/f15411.txt>
</file>

<file path=ppt/media/f15412.txt>
</file>

<file path=ppt/media/f15413.txt>
</file>

<file path=ppt/media/f15414.txt>
</file>

<file path=ppt/media/f15415.txt>
</file>

<file path=ppt/media/f15416.txt>
</file>

<file path=ppt/media/f15417.txt>
</file>

<file path=ppt/media/f15418.txt>
</file>

<file path=ppt/media/f15419.txt>
</file>

<file path=ppt/media/f15420.txt>
</file>

<file path=ppt/media/f15421.txt>
</file>

<file path=ppt/media/f15422.txt>
</file>

<file path=ppt/media/f15423.txt>
</file>

<file path=ppt/media/f15424.txt>
</file>

<file path=ppt/media/f15425.txt>
</file>

<file path=ppt/media/f15426.txt>
</file>

<file path=ppt/media/f15427.txt>
</file>

<file path=ppt/media/f15428.txt>
</file>

<file path=ppt/media/f15429.txt>
</file>

<file path=ppt/media/f15430.txt>
</file>

<file path=ppt/media/f15431.txt>
</file>

<file path=ppt/media/f15432.txt>
</file>

<file path=ppt/media/f15433.txt>
</file>

<file path=ppt/media/f15434.txt>
</file>

<file path=ppt/media/f15435.txt>
</file>

<file path=ppt/media/f15436.txt>
</file>

<file path=ppt/media/f15437.txt>
</file>

<file path=ppt/media/f15438.txt>
</file>

<file path=ppt/media/f15439.txt>
</file>

<file path=ppt/media/f15440.txt>
</file>

<file path=ppt/media/f15441.txt>
</file>

<file path=ppt/media/f15442.txt>
</file>

<file path=ppt/media/f15443.txt>
</file>

<file path=ppt/media/f15444.txt>
</file>

<file path=ppt/media/f15445.txt>
</file>

<file path=ppt/media/f15446.txt>
</file>

<file path=ppt/media/f15447.txt>
</file>

<file path=ppt/media/f15448.txt>
</file>

<file path=ppt/media/f15449.txt>
</file>

<file path=ppt/media/f15450.txt>
</file>

<file path=ppt/media/f15451.txt>
</file>

<file path=ppt/media/f15452.txt>
</file>

<file path=ppt/media/f15453.txt>
</file>

<file path=ppt/media/f15454.txt>
</file>

<file path=ppt/media/f15455.txt>
</file>

<file path=ppt/media/f15456.txt>
</file>

<file path=ppt/media/f15457.txt>
</file>

<file path=ppt/media/f15458.txt>
</file>

<file path=ppt/media/f15459.txt>
</file>

<file path=ppt/media/f15460.txt>
</file>

<file path=ppt/media/f15461.txt>
</file>

<file path=ppt/media/f15462.txt>
</file>

<file path=ppt/media/f15463.txt>
</file>

<file path=ppt/media/f15464.txt>
</file>

<file path=ppt/media/f15465.txt>
</file>

<file path=ppt/media/f15466.txt>
</file>

<file path=ppt/media/f15467.txt>
</file>

<file path=ppt/media/f15468.txt>
</file>

<file path=ppt/media/f15469.txt>
</file>

<file path=ppt/media/f15470.txt>
</file>

<file path=ppt/media/f15471.txt>
</file>

<file path=ppt/media/f15472.txt>
</file>

<file path=ppt/media/f15473.txt>
</file>

<file path=ppt/media/f15474.txt>
</file>

<file path=ppt/media/f15475.txt>
</file>

<file path=ppt/media/f15476.txt>
</file>

<file path=ppt/media/f15477.txt>
</file>

<file path=ppt/media/f15478.txt>
</file>

<file path=ppt/media/f15479.txt>
</file>

<file path=ppt/media/f15480.txt>
</file>

<file path=ppt/media/f15481.txt>
</file>

<file path=ppt/media/f15482.txt>
</file>

<file path=ppt/media/f15483.txt>
</file>

<file path=ppt/media/f15484.txt>
</file>

<file path=ppt/media/f15485.txt>
</file>

<file path=ppt/media/f15486.txt>
</file>

<file path=ppt/media/f15487.txt>
</file>

<file path=ppt/media/f15488.txt>
</file>

<file path=ppt/media/f15489.txt>
</file>

<file path=ppt/media/f15490.txt>
</file>

<file path=ppt/media/f15491.txt>
</file>

<file path=ppt/media/f15492.txt>
</file>

<file path=ppt/media/f15493.txt>
</file>

<file path=ppt/media/f15494.txt>
</file>

<file path=ppt/media/f15495.txt>
</file>

<file path=ppt/media/f15496.txt>
</file>

<file path=ppt/media/f15497.txt>
</file>

<file path=ppt/media/f15498.txt>
</file>

<file path=ppt/media/f15499.txt>
</file>

<file path=ppt/media/f15500.txt>
</file>

<file path=ppt/media/f15501.txt>
</file>

<file path=ppt/media/f15502.txt>
</file>

<file path=ppt/media/f15503.txt>
</file>

<file path=ppt/media/f15504.txt>
</file>

<file path=ppt/media/f15505.txt>
</file>

<file path=ppt/media/f15506.txt>
</file>

<file path=ppt/media/f15507.txt>
</file>

<file path=ppt/media/f15508.txt>
</file>

<file path=ppt/media/f15509.txt>
</file>

<file path=ppt/media/f15510.txt>
</file>

<file path=ppt/media/f15511.txt>
</file>

<file path=ppt/media/f15512.txt>
</file>

<file path=ppt/media/f15513.txt>
</file>

<file path=ppt/media/f15514.txt>
</file>

<file path=ppt/media/f15515.txt>
</file>

<file path=ppt/media/f15516.txt>
</file>

<file path=ppt/media/f15517.txt>
</file>

<file path=ppt/media/f15518.txt>
</file>

<file path=ppt/media/f15519.txt>
</file>

<file path=ppt/media/f15520.txt>
</file>

<file path=ppt/media/f15521.txt>
</file>

<file path=ppt/media/f15522.txt>
</file>

<file path=ppt/media/f15523.txt>
</file>

<file path=ppt/media/f15524.txt>
</file>

<file path=ppt/media/f15525.txt>
</file>

<file path=ppt/media/f15526.txt>
</file>

<file path=ppt/media/f15527.txt>
</file>

<file path=ppt/media/f15528.txt>
</file>

<file path=ppt/media/f15529.txt>
</file>

<file path=ppt/media/f15530.txt>
</file>

<file path=ppt/media/f15531.txt>
</file>

<file path=ppt/media/f15532.txt>
</file>

<file path=ppt/media/f15533.txt>
</file>

<file path=ppt/media/f15534.txt>
</file>

<file path=ppt/media/f15535.txt>
</file>

<file path=ppt/media/f15536.txt>
</file>

<file path=ppt/media/f15537.txt>
</file>

<file path=ppt/media/f15538.txt>
</file>

<file path=ppt/media/f15539.txt>
</file>

<file path=ppt/media/f15540.txt>
</file>

<file path=ppt/media/f15541.txt>
</file>

<file path=ppt/media/f15542.txt>
</file>

<file path=ppt/media/f15543.txt>
</file>

<file path=ppt/media/f15544.txt>
</file>

<file path=ppt/media/f15545.txt>
</file>

<file path=ppt/media/f15546.txt>
</file>

<file path=ppt/media/f15547.txt>
</file>

<file path=ppt/media/f15548.txt>
</file>

<file path=ppt/media/f15549.txt>
</file>

<file path=ppt/media/f15550.txt>
</file>

<file path=ppt/media/f15551.txt>
</file>

<file path=ppt/media/f15552.txt>
</file>

<file path=ppt/media/f15553.txt>
</file>

<file path=ppt/media/f15554.txt>
</file>

<file path=ppt/media/f15555.txt>
</file>

<file path=ppt/media/f15556.txt>
</file>

<file path=ppt/media/f15557.txt>
</file>

<file path=ppt/media/f15558.txt>
</file>

<file path=ppt/media/f15559.txt>
</file>

<file path=ppt/media/f15560.txt>
</file>

<file path=ppt/media/f15561.txt>
</file>

<file path=ppt/media/f15562.txt>
</file>

<file path=ppt/media/f15563.txt>
</file>

<file path=ppt/media/f15564.txt>
</file>

<file path=ppt/media/f15565.txt>
</file>

<file path=ppt/media/f15566.txt>
</file>

<file path=ppt/media/f15567.txt>
</file>

<file path=ppt/media/f15568.txt>
</file>

<file path=ppt/media/f15569.txt>
</file>

<file path=ppt/media/f15570.txt>
</file>

<file path=ppt/media/f15571.txt>
</file>

<file path=ppt/media/f15572.txt>
</file>

<file path=ppt/media/f15573.txt>
</file>

<file path=ppt/media/f15574.txt>
</file>

<file path=ppt/media/f15575.txt>
</file>

<file path=ppt/media/f15576.txt>
</file>

<file path=ppt/media/f15577.txt>
</file>

<file path=ppt/media/f15578.txt>
</file>

<file path=ppt/media/f15579.txt>
</file>

<file path=ppt/media/f15580.txt>
</file>

<file path=ppt/media/f15581.txt>
</file>

<file path=ppt/media/f15582.txt>
</file>

<file path=ppt/media/f15583.txt>
</file>

<file path=ppt/media/f15584.txt>
</file>

<file path=ppt/media/f15585.txt>
</file>

<file path=ppt/media/f15586.txt>
</file>

<file path=ppt/media/f15587.txt>
</file>

<file path=ppt/media/f15588.txt>
</file>

<file path=ppt/media/f15589.txt>
</file>

<file path=ppt/media/f15590.txt>
</file>

<file path=ppt/media/f15591.txt>
</file>

<file path=ppt/media/f15592.txt>
</file>

<file path=ppt/media/f15593.txt>
</file>

<file path=ppt/media/f15594.txt>
</file>

<file path=ppt/media/f15595.txt>
</file>

<file path=ppt/media/f15596.txt>
</file>

<file path=ppt/media/f15597.txt>
</file>

<file path=ppt/media/f15598.txt>
</file>

<file path=ppt/media/f15599.txt>
</file>

<file path=ppt/media/f15600.txt>
</file>

<file path=ppt/media/f15601.txt>
</file>

<file path=ppt/media/f15602.txt>
</file>

<file path=ppt/media/f15603.txt>
</file>

<file path=ppt/media/f15604.txt>
</file>

<file path=ppt/media/f15605.txt>
</file>

<file path=ppt/media/f15606.txt>
</file>

<file path=ppt/media/f15607.txt>
</file>

<file path=ppt/media/f15608.txt>
</file>

<file path=ppt/media/f15609.txt>
</file>

<file path=ppt/media/f15610.txt>
</file>

<file path=ppt/media/f15611.txt>
</file>

<file path=ppt/media/f15612.txt>
</file>

<file path=ppt/media/f15613.txt>
</file>

<file path=ppt/media/f15614.txt>
</file>

<file path=ppt/media/f15615.txt>
</file>

<file path=ppt/media/f15616.txt>
</file>

<file path=ppt/media/f15617.txt>
</file>

<file path=ppt/media/f15618.txt>
</file>

<file path=ppt/media/f15619.txt>
</file>

<file path=ppt/media/f15620.txt>
</file>

<file path=ppt/media/f15621.txt>
</file>

<file path=ppt/media/f15622.txt>
</file>

<file path=ppt/media/f15623.txt>
</file>

<file path=ppt/media/f15624.txt>
</file>

<file path=ppt/media/f15625.txt>
</file>

<file path=ppt/media/f15626.txt>
</file>

<file path=ppt/media/f15627.txt>
</file>

<file path=ppt/media/f15628.txt>
</file>

<file path=ppt/media/f15629.txt>
</file>

<file path=ppt/media/f15630.txt>
</file>

<file path=ppt/media/f15631.txt>
</file>

<file path=ppt/media/f15632.txt>
</file>

<file path=ppt/media/f15633.txt>
</file>

<file path=ppt/media/f15634.txt>
</file>

<file path=ppt/media/f15635.txt>
</file>

<file path=ppt/media/f15636.txt>
</file>

<file path=ppt/media/f15637.txt>
</file>

<file path=ppt/media/f15638.txt>
</file>

<file path=ppt/media/f15639.txt>
</file>

<file path=ppt/media/f15640.txt>
</file>

<file path=ppt/media/f15641.txt>
</file>

<file path=ppt/media/f15642.txt>
</file>

<file path=ppt/media/f15643.txt>
</file>

<file path=ppt/media/f15644.txt>
</file>

<file path=ppt/media/f15645.txt>
</file>

<file path=ppt/media/f15646.txt>
</file>

<file path=ppt/media/f15647.txt>
</file>

<file path=ppt/media/f15648.txt>
</file>

<file path=ppt/media/f15649.txt>
</file>

<file path=ppt/media/f15650.txt>
</file>

<file path=ppt/media/f15651.txt>
</file>

<file path=ppt/media/f15652.txt>
</file>

<file path=ppt/media/f15653.txt>
</file>

<file path=ppt/media/f15654.txt>
</file>

<file path=ppt/media/f15655.txt>
</file>

<file path=ppt/media/f15656.txt>
</file>

<file path=ppt/media/f15657.txt>
</file>

<file path=ppt/media/f15658.txt>
</file>

<file path=ppt/media/f15659.txt>
</file>

<file path=ppt/media/f15660.txt>
</file>

<file path=ppt/media/f15661.txt>
</file>

<file path=ppt/media/f15662.txt>
</file>

<file path=ppt/media/f15663.txt>
</file>

<file path=ppt/media/f15664.txt>
</file>

<file path=ppt/media/f15665.txt>
</file>

<file path=ppt/media/f15666.txt>
</file>

<file path=ppt/media/f15667.txt>
</file>

<file path=ppt/media/f15668.txt>
</file>

<file path=ppt/media/f15669.txt>
</file>

<file path=ppt/media/f15670.txt>
</file>

<file path=ppt/media/f15671.txt>
</file>

<file path=ppt/media/f15672.txt>
</file>

<file path=ppt/media/f15673.txt>
</file>

<file path=ppt/media/f15674.txt>
</file>

<file path=ppt/media/f15675.txt>
</file>

<file path=ppt/media/f15676.txt>
</file>

<file path=ppt/media/f15677.txt>
</file>

<file path=ppt/media/f15678.txt>
</file>

<file path=ppt/media/f15679.txt>
</file>

<file path=ppt/media/f15680.txt>
</file>

<file path=ppt/media/f15681.txt>
</file>

<file path=ppt/media/f15682.txt>
</file>

<file path=ppt/media/f15683.txt>
</file>

<file path=ppt/media/f15684.txt>
</file>

<file path=ppt/media/f15685.txt>
</file>

<file path=ppt/media/f15686.txt>
</file>

<file path=ppt/media/f15687.txt>
</file>

<file path=ppt/media/f15688.txt>
</file>

<file path=ppt/media/f15689.txt>
</file>

<file path=ppt/media/f15690.txt>
</file>

<file path=ppt/media/f15691.txt>
</file>

<file path=ppt/media/f15692.txt>
</file>

<file path=ppt/media/f15693.txt>
</file>

<file path=ppt/media/f15694.txt>
</file>

<file path=ppt/media/f15695.txt>
</file>

<file path=ppt/media/f15696.txt>
</file>

<file path=ppt/media/f15697.txt>
</file>

<file path=ppt/media/f15698.txt>
</file>

<file path=ppt/media/f15699.txt>
</file>

<file path=ppt/media/f15700.txt>
</file>

<file path=ppt/media/f15701.txt>
</file>

<file path=ppt/media/f15702.txt>
</file>

<file path=ppt/media/f15703.txt>
</file>

<file path=ppt/media/f15704.txt>
</file>

<file path=ppt/media/f15705.txt>
</file>

<file path=ppt/media/f15706.txt>
</file>

<file path=ppt/media/f15707.txt>
</file>

<file path=ppt/media/f15708.txt>
</file>

<file path=ppt/media/f15709.txt>
</file>

<file path=ppt/media/f15710.txt>
</file>

<file path=ppt/media/f15711.txt>
</file>

<file path=ppt/media/f15712.txt>
</file>

<file path=ppt/media/f15713.txt>
</file>

<file path=ppt/media/f15714.txt>
</file>

<file path=ppt/media/f15715.txt>
</file>

<file path=ppt/media/f15716.txt>
</file>

<file path=ppt/media/f15717.txt>
</file>

<file path=ppt/media/f15718.txt>
</file>

<file path=ppt/media/f15719.txt>
</file>

<file path=ppt/media/f15720.txt>
</file>

<file path=ppt/media/f15721.txt>
</file>

<file path=ppt/media/f15722.txt>
</file>

<file path=ppt/media/f15723.txt>
</file>

<file path=ppt/media/f15724.txt>
</file>

<file path=ppt/media/f15725.txt>
</file>

<file path=ppt/media/f15726.txt>
</file>

<file path=ppt/media/f15727.txt>
</file>

<file path=ppt/media/f15728.txt>
</file>

<file path=ppt/media/f15729.txt>
</file>

<file path=ppt/media/f15730.txt>
</file>

<file path=ppt/media/f15731.txt>
</file>

<file path=ppt/media/f15732.txt>
</file>

<file path=ppt/media/f15733.txt>
</file>

<file path=ppt/media/f15734.txt>
</file>

<file path=ppt/media/f15735.txt>
</file>

<file path=ppt/media/f15736.txt>
</file>

<file path=ppt/media/f15737.txt>
</file>

<file path=ppt/media/f15738.txt>
</file>

<file path=ppt/media/f15739.txt>
</file>

<file path=ppt/media/f15740.txt>
</file>

<file path=ppt/media/f15741.txt>
</file>

<file path=ppt/media/f15742.txt>
</file>

<file path=ppt/media/f15743.txt>
</file>

<file path=ppt/media/f15744.txt>
</file>

<file path=ppt/media/f15745.txt>
</file>

<file path=ppt/media/f15746.txt>
</file>

<file path=ppt/media/f15747.txt>
</file>

<file path=ppt/media/f15748.txt>
</file>

<file path=ppt/media/f15749.txt>
</file>

<file path=ppt/media/f15750.txt>
</file>

<file path=ppt/media/f15751.txt>
</file>

<file path=ppt/media/f15752.txt>
</file>

<file path=ppt/media/f15753.txt>
</file>

<file path=ppt/media/f15754.txt>
</file>

<file path=ppt/media/f15755.txt>
</file>

<file path=ppt/media/f15756.txt>
</file>

<file path=ppt/media/f15757.txt>
</file>

<file path=ppt/media/f15758.txt>
</file>

<file path=ppt/media/f15759.txt>
</file>

<file path=ppt/media/f15760.txt>
</file>

<file path=ppt/media/f15761.txt>
</file>

<file path=ppt/media/f15762.txt>
</file>

<file path=ppt/media/f15763.txt>
</file>

<file path=ppt/media/f15764.txt>
</file>

<file path=ppt/media/f15765.txt>
</file>

<file path=ppt/media/f15766.txt>
</file>

<file path=ppt/media/f15767.txt>
</file>

<file path=ppt/media/f15768.txt>
</file>

<file path=ppt/media/f15769.txt>
</file>

<file path=ppt/media/f15770.txt>
</file>

<file path=ppt/media/f15771.txt>
</file>

<file path=ppt/media/f15772.txt>
</file>

<file path=ppt/media/f15773.txt>
</file>

<file path=ppt/media/f15774.txt>
</file>

<file path=ppt/media/f15775.txt>
</file>

<file path=ppt/media/f15776.txt>
</file>

<file path=ppt/media/f15777.txt>
</file>

<file path=ppt/media/f15778.txt>
</file>

<file path=ppt/media/f15779.txt>
</file>

<file path=ppt/media/f15780.txt>
</file>

<file path=ppt/media/f15781.txt>
</file>

<file path=ppt/media/f15782.txt>
</file>

<file path=ppt/media/f15783.txt>
</file>

<file path=ppt/media/f15784.txt>
</file>

<file path=ppt/media/f15785.txt>
</file>

<file path=ppt/media/f15786.txt>
</file>

<file path=ppt/media/f15787.txt>
</file>

<file path=ppt/media/f15788.txt>
</file>

<file path=ppt/media/f15789.txt>
</file>

<file path=ppt/media/f15790.txt>
</file>

<file path=ppt/media/f15791.txt>
</file>

<file path=ppt/media/f15792.txt>
</file>

<file path=ppt/media/f15793.txt>
</file>

<file path=ppt/media/f15794.txt>
</file>

<file path=ppt/media/f15795.txt>
</file>

<file path=ppt/media/f15796.txt>
</file>

<file path=ppt/media/f15797.txt>
</file>

<file path=ppt/media/f15798.txt>
</file>

<file path=ppt/media/f15799.txt>
</file>

<file path=ppt/media/f15800.txt>
</file>

<file path=ppt/media/f15801.txt>
</file>

<file path=ppt/media/f15802.txt>
</file>

<file path=ppt/media/f15803.txt>
</file>

<file path=ppt/media/f15804.txt>
</file>

<file path=ppt/media/f15805.txt>
</file>

<file path=ppt/media/f15806.txt>
</file>

<file path=ppt/media/f15807.txt>
</file>

<file path=ppt/media/f15808.txt>
</file>

<file path=ppt/media/f15809.txt>
</file>

<file path=ppt/media/f15810.txt>
</file>

<file path=ppt/media/f15811.txt>
</file>

<file path=ppt/media/f15812.txt>
</file>

<file path=ppt/media/f15813.txt>
</file>

<file path=ppt/media/f15814.txt>
</file>

<file path=ppt/media/f15815.txt>
</file>

<file path=ppt/media/f15816.txt>
</file>

<file path=ppt/media/f15817.txt>
</file>

<file path=ppt/media/f15818.txt>
</file>

<file path=ppt/media/f15819.txt>
</file>

<file path=ppt/media/f15820.txt>
</file>

<file path=ppt/media/f15821.txt>
</file>

<file path=ppt/media/f15822.txt>
</file>

<file path=ppt/media/f15823.txt>
</file>

<file path=ppt/media/f15824.txt>
</file>

<file path=ppt/media/f15825.txt>
</file>

<file path=ppt/media/f15826.txt>
</file>

<file path=ppt/media/f15827.txt>
</file>

<file path=ppt/media/f15828.txt>
</file>

<file path=ppt/media/f15829.txt>
</file>

<file path=ppt/media/f15830.txt>
</file>

<file path=ppt/media/f15831.txt>
</file>

<file path=ppt/media/f15832.txt>
</file>

<file path=ppt/media/f15833.txt>
</file>

<file path=ppt/media/f15834.txt>
</file>

<file path=ppt/media/f15835.txt>
</file>

<file path=ppt/media/f15836.txt>
</file>

<file path=ppt/media/f15837.txt>
</file>

<file path=ppt/media/f15838.txt>
</file>

<file path=ppt/media/f15839.txt>
</file>

<file path=ppt/media/f15840.txt>
</file>

<file path=ppt/media/f15841.txt>
</file>

<file path=ppt/media/f15842.txt>
</file>

<file path=ppt/media/f15843.txt>
</file>

<file path=ppt/media/f15844.txt>
</file>

<file path=ppt/media/f15845.txt>
</file>

<file path=ppt/media/f15846.txt>
</file>

<file path=ppt/media/f15847.txt>
</file>

<file path=ppt/media/f15848.txt>
</file>

<file path=ppt/media/f15849.txt>
</file>

<file path=ppt/media/f15850.txt>
</file>

<file path=ppt/media/f15851.txt>
</file>

<file path=ppt/media/f15852.txt>
</file>

<file path=ppt/media/f15853.txt>
</file>

<file path=ppt/media/f15854.txt>
</file>

<file path=ppt/media/f15855.txt>
</file>

<file path=ppt/media/f15856.txt>
</file>

<file path=ppt/media/f15857.txt>
</file>

<file path=ppt/media/f15858.txt>
</file>

<file path=ppt/media/f15859.txt>
</file>

<file path=ppt/media/f15860.txt>
</file>

<file path=ppt/media/f15861.txt>
</file>

<file path=ppt/media/f15862.txt>
</file>

<file path=ppt/media/f15863.txt>
</file>

<file path=ppt/media/f15864.txt>
</file>

<file path=ppt/media/f15865.txt>
</file>

<file path=ppt/media/f15866.txt>
</file>

<file path=ppt/media/f15867.txt>
</file>

<file path=ppt/media/f15868.txt>
</file>

<file path=ppt/media/f15869.txt>
</file>

<file path=ppt/media/f15870.txt>
</file>

<file path=ppt/media/f15871.txt>
</file>

<file path=ppt/media/f15872.txt>
</file>

<file path=ppt/media/f15873.txt>
</file>

<file path=ppt/media/f15874.txt>
</file>

<file path=ppt/media/f15875.txt>
</file>

<file path=ppt/media/f15876.txt>
</file>

<file path=ppt/media/f15877.txt>
</file>

<file path=ppt/media/f15878.txt>
</file>

<file path=ppt/media/f15879.txt>
</file>

<file path=ppt/media/f15880.txt>
</file>

<file path=ppt/media/f15881.txt>
</file>

<file path=ppt/media/f15882.txt>
</file>

<file path=ppt/media/f15883.txt>
</file>

<file path=ppt/media/f15884.txt>
</file>

<file path=ppt/media/f15885.txt>
</file>

<file path=ppt/media/f15886.txt>
</file>

<file path=ppt/media/f15887.txt>
</file>

<file path=ppt/media/f15888.txt>
</file>

<file path=ppt/media/f15889.txt>
</file>

<file path=ppt/media/f15890.txt>
</file>

<file path=ppt/media/f15891.txt>
</file>

<file path=ppt/media/f15892.txt>
</file>

<file path=ppt/media/f15893.txt>
</file>

<file path=ppt/media/f15894.txt>
</file>

<file path=ppt/media/f15895.txt>
</file>

<file path=ppt/media/f15896.txt>
</file>

<file path=ppt/media/f15897.txt>
</file>

<file path=ppt/media/f15898.txt>
</file>

<file path=ppt/media/f15899.txt>
</file>

<file path=ppt/media/f15900.txt>
</file>

<file path=ppt/media/f15901.txt>
</file>

<file path=ppt/media/f15902.txt>
</file>

<file path=ppt/media/f15903.txt>
</file>

<file path=ppt/media/f15904.txt>
</file>

<file path=ppt/media/f15905.txt>
</file>

<file path=ppt/media/f15906.txt>
</file>

<file path=ppt/media/f15907.txt>
</file>

<file path=ppt/media/f15908.txt>
</file>

<file path=ppt/media/f15909.txt>
</file>

<file path=ppt/media/f15910.txt>
</file>

<file path=ppt/media/f15911.txt>
</file>

<file path=ppt/media/f15912.txt>
</file>

<file path=ppt/media/f15913.txt>
</file>

<file path=ppt/media/f15914.txt>
</file>

<file path=ppt/media/f15915.txt>
</file>

<file path=ppt/media/f15916.txt>
</file>

<file path=ppt/media/f15917.txt>
</file>

<file path=ppt/media/f15918.txt>
</file>

<file path=ppt/media/f15919.txt>
</file>

<file path=ppt/media/f15920.txt>
</file>

<file path=ppt/media/f15921.txt>
</file>

<file path=ppt/media/f15922.txt>
</file>

<file path=ppt/media/f15923.txt>
</file>

<file path=ppt/media/f15924.txt>
</file>

<file path=ppt/media/f15925.txt>
</file>

<file path=ppt/media/f15926.txt>
</file>

<file path=ppt/media/f15927.txt>
</file>

<file path=ppt/media/f15928.txt>
</file>

<file path=ppt/media/f15929.txt>
</file>

<file path=ppt/media/f15930.txt>
</file>

<file path=ppt/media/f15931.txt>
</file>

<file path=ppt/media/f15932.txt>
</file>

<file path=ppt/media/f15933.txt>
</file>

<file path=ppt/media/f15934.txt>
</file>

<file path=ppt/media/f15935.txt>
</file>

<file path=ppt/media/f15936.txt>
</file>

<file path=ppt/media/f15937.txt>
</file>

<file path=ppt/media/f15938.txt>
</file>

<file path=ppt/media/f15939.txt>
</file>

<file path=ppt/media/f15940.txt>
</file>

<file path=ppt/media/f15941.txt>
</file>

<file path=ppt/media/f15942.txt>
</file>

<file path=ppt/media/f15943.txt>
</file>

<file path=ppt/media/f15944.txt>
</file>

<file path=ppt/media/f15945.txt>
</file>

<file path=ppt/media/f15946.txt>
</file>

<file path=ppt/media/f15947.txt>
</file>

<file path=ppt/media/f15948.txt>
</file>

<file path=ppt/media/f15949.txt>
</file>

<file path=ppt/media/f15950.txt>
</file>

<file path=ppt/media/f15951.txt>
</file>

<file path=ppt/media/f15952.txt>
</file>

<file path=ppt/media/f15953.txt>
</file>

<file path=ppt/media/f15954.txt>
</file>

<file path=ppt/media/f15955.txt>
</file>

<file path=ppt/media/f15956.txt>
</file>

<file path=ppt/media/f15957.txt>
</file>

<file path=ppt/media/f15958.txt>
</file>

<file path=ppt/media/f15959.txt>
</file>

<file path=ppt/media/f15960.txt>
</file>

<file path=ppt/media/f15961.txt>
</file>

<file path=ppt/media/f15962.txt>
</file>

<file path=ppt/media/f15963.txt>
</file>

<file path=ppt/media/f15964.txt>
</file>

<file path=ppt/media/f15965.txt>
</file>

<file path=ppt/media/f15966.txt>
</file>

<file path=ppt/media/f15967.txt>
</file>

<file path=ppt/media/f15968.txt>
</file>

<file path=ppt/media/f15969.txt>
</file>

<file path=ppt/media/f15970.txt>
</file>

<file path=ppt/media/f15971.txt>
</file>

<file path=ppt/media/f15972.txt>
</file>

<file path=ppt/media/f15973.txt>
</file>

<file path=ppt/media/f15974.txt>
</file>

<file path=ppt/media/f15975.txt>
</file>

<file path=ppt/media/f15976.txt>
</file>

<file path=ppt/media/f15977.txt>
</file>

<file path=ppt/media/f15978.txt>
</file>

<file path=ppt/media/f15979.txt>
</file>

<file path=ppt/media/f15980.txt>
</file>

<file path=ppt/media/f15981.txt>
</file>

<file path=ppt/media/f15982.txt>
</file>

<file path=ppt/media/f15983.txt>
</file>

<file path=ppt/media/f15984.txt>
</file>

<file path=ppt/media/f15985.txt>
</file>

<file path=ppt/media/f15986.txt>
</file>

<file path=ppt/media/f15987.txt>
</file>

<file path=ppt/media/f15988.txt>
</file>

<file path=ppt/media/f15989.txt>
</file>

<file path=ppt/media/f15990.txt>
</file>

<file path=ppt/media/f15991.txt>
</file>

<file path=ppt/media/f15992.txt>
</file>

<file path=ppt/media/f15993.txt>
</file>

<file path=ppt/media/f15994.txt>
</file>

<file path=ppt/media/f15995.txt>
</file>

<file path=ppt/media/f15996.txt>
</file>

<file path=ppt/media/f15997.txt>
</file>

<file path=ppt/media/f15998.txt>
</file>

<file path=ppt/media/f15999.txt>
</file>

<file path=ppt/media/f16000.txt>
</file>

<file path=ppt/media/f16001.txt>
</file>

<file path=ppt/media/f16002.txt>
</file>

<file path=ppt/media/f16003.txt>
</file>

<file path=ppt/media/f16004.txt>
</file>

<file path=ppt/media/f16005.txt>
</file>

<file path=ppt/media/f16006.txt>
</file>

<file path=ppt/media/f16007.txt>
</file>

<file path=ppt/media/f16008.txt>
</file>

<file path=ppt/media/f16009.txt>
</file>

<file path=ppt/media/f16010.txt>
</file>

<file path=ppt/media/f16011.txt>
</file>

<file path=ppt/media/f16012.txt>
</file>

<file path=ppt/media/f16013.txt>
</file>

<file path=ppt/media/f16014.txt>
</file>

<file path=ppt/media/f16015.txt>
</file>

<file path=ppt/media/f16016.txt>
</file>

<file path=ppt/media/f16017.txt>
</file>

<file path=ppt/media/f16018.txt>
</file>

<file path=ppt/media/f16019.txt>
</file>

<file path=ppt/media/f16020.txt>
</file>

<file path=ppt/media/f16021.txt>
</file>

<file path=ppt/media/f16022.txt>
</file>

<file path=ppt/media/f16023.txt>
</file>

<file path=ppt/media/f16024.txt>
</file>

<file path=ppt/media/f16025.txt>
</file>

<file path=ppt/media/f16026.txt>
</file>

<file path=ppt/media/f16027.txt>
</file>

<file path=ppt/media/f16028.txt>
</file>

<file path=ppt/media/f16029.txt>
</file>

<file path=ppt/media/f16030.txt>
</file>

<file path=ppt/media/f16031.txt>
</file>

<file path=ppt/media/f16032.txt>
</file>

<file path=ppt/media/f16033.txt>
</file>

<file path=ppt/media/f16034.txt>
</file>

<file path=ppt/media/f16035.txt>
</file>

<file path=ppt/media/f16036.txt>
</file>

<file path=ppt/media/f16037.txt>
</file>

<file path=ppt/media/f16038.txt>
</file>

<file path=ppt/media/f16039.txt>
</file>

<file path=ppt/media/f16040.txt>
</file>

<file path=ppt/media/f16041.txt>
</file>

<file path=ppt/media/f16042.txt>
</file>

<file path=ppt/media/f16043.txt>
</file>

<file path=ppt/media/f16044.txt>
</file>

<file path=ppt/media/f16045.txt>
</file>

<file path=ppt/media/f16046.txt>
</file>

<file path=ppt/media/f16047.txt>
</file>

<file path=ppt/media/f16048.txt>
</file>

<file path=ppt/media/f16049.txt>
</file>

<file path=ppt/media/f16050.txt>
</file>

<file path=ppt/media/f16051.txt>
</file>

<file path=ppt/media/f16052.txt>
</file>

<file path=ppt/media/f16053.txt>
</file>

<file path=ppt/media/f16054.txt>
</file>

<file path=ppt/media/f16055.txt>
</file>

<file path=ppt/media/f16056.txt>
</file>

<file path=ppt/media/f16057.txt>
</file>

<file path=ppt/media/f16058.txt>
</file>

<file path=ppt/media/f16059.txt>
</file>

<file path=ppt/media/f16060.txt>
</file>

<file path=ppt/media/f16061.txt>
</file>

<file path=ppt/media/f16062.txt>
</file>

<file path=ppt/media/f16063.txt>
</file>

<file path=ppt/media/f16064.txt>
</file>

<file path=ppt/media/f16065.txt>
</file>

<file path=ppt/media/f16066.txt>
</file>

<file path=ppt/media/f16067.txt>
</file>

<file path=ppt/media/f16068.txt>
</file>

<file path=ppt/media/f16069.txt>
</file>

<file path=ppt/media/f16070.txt>
</file>

<file path=ppt/media/f16071.txt>
</file>

<file path=ppt/media/f16072.txt>
</file>

<file path=ppt/media/f16073.txt>
</file>

<file path=ppt/media/f16074.txt>
</file>

<file path=ppt/media/f16075.txt>
</file>

<file path=ppt/media/f16076.txt>
</file>

<file path=ppt/media/f16077.txt>
</file>

<file path=ppt/media/f16078.txt>
</file>

<file path=ppt/media/f16079.txt>
</file>

<file path=ppt/media/f16080.txt>
</file>

<file path=ppt/media/f16081.txt>
</file>

<file path=ppt/media/f16082.txt>
</file>

<file path=ppt/media/f16083.txt>
</file>

<file path=ppt/media/f16084.txt>
</file>

<file path=ppt/media/f16085.txt>
</file>

<file path=ppt/media/f16086.txt>
</file>

<file path=ppt/media/f16087.txt>
</file>

<file path=ppt/media/f16088.txt>
</file>

<file path=ppt/media/f16089.txt>
</file>

<file path=ppt/media/f16090.txt>
</file>

<file path=ppt/media/f16091.txt>
</file>

<file path=ppt/media/f16092.txt>
</file>

<file path=ppt/media/f16093.txt>
</file>

<file path=ppt/media/f16094.txt>
</file>

<file path=ppt/media/f16095.txt>
</file>

<file path=ppt/media/f16096.txt>
</file>

<file path=ppt/media/f16097.txt>
</file>

<file path=ppt/media/f16098.txt>
</file>

<file path=ppt/media/f16099.txt>
</file>

<file path=ppt/media/f16100.txt>
</file>

<file path=ppt/media/f16101.txt>
</file>

<file path=ppt/media/f16102.txt>
</file>

<file path=ppt/media/f16103.txt>
</file>

<file path=ppt/media/f16104.txt>
</file>

<file path=ppt/media/f16105.txt>
</file>

<file path=ppt/media/f16106.txt>
</file>

<file path=ppt/media/f16107.txt>
</file>

<file path=ppt/media/f16108.txt>
</file>

<file path=ppt/media/f16109.txt>
</file>

<file path=ppt/media/f16110.txt>
</file>

<file path=ppt/media/f16111.txt>
</file>

<file path=ppt/media/f16112.txt>
</file>

<file path=ppt/media/f16113.txt>
</file>

<file path=ppt/media/f16114.txt>
</file>

<file path=ppt/media/f16115.txt>
</file>

<file path=ppt/media/f16116.txt>
</file>

<file path=ppt/media/f16117.txt>
</file>

<file path=ppt/media/f16118.txt>
</file>

<file path=ppt/media/f16119.txt>
</file>

<file path=ppt/media/f16120.txt>
</file>

<file path=ppt/media/f16121.txt>
</file>

<file path=ppt/media/f16122.txt>
</file>

<file path=ppt/media/f16123.txt>
</file>

<file path=ppt/media/f16124.txt>
</file>

<file path=ppt/media/f16125.txt>
</file>

<file path=ppt/media/f16126.txt>
</file>

<file path=ppt/media/f16127.txt>
</file>

<file path=ppt/media/f16128.txt>
</file>

<file path=ppt/media/f16129.txt>
</file>

<file path=ppt/media/f16130.txt>
</file>

<file path=ppt/media/f16131.txt>
</file>

<file path=ppt/media/f16132.txt>
</file>

<file path=ppt/media/f16133.txt>
</file>

<file path=ppt/media/f16134.txt>
</file>

<file path=ppt/media/f16135.txt>
</file>

<file path=ppt/media/f16136.txt>
</file>

<file path=ppt/media/f16137.txt>
</file>

<file path=ppt/media/f16138.txt>
</file>

<file path=ppt/media/f16139.txt>
</file>

<file path=ppt/media/f16140.txt>
</file>

<file path=ppt/media/f16141.txt>
</file>

<file path=ppt/media/f16142.txt>
</file>

<file path=ppt/media/f16143.txt>
</file>

<file path=ppt/media/f16144.txt>
</file>

<file path=ppt/media/f16145.txt>
</file>

<file path=ppt/media/f16146.txt>
</file>

<file path=ppt/media/f16147.txt>
</file>

<file path=ppt/media/f16148.txt>
</file>

<file path=ppt/media/f16149.txt>
</file>

<file path=ppt/media/f16150.txt>
</file>

<file path=ppt/media/f16151.txt>
</file>

<file path=ppt/media/f16152.txt>
</file>

<file path=ppt/media/f16153.txt>
</file>

<file path=ppt/media/f16154.txt>
</file>

<file path=ppt/media/f16155.txt>
</file>

<file path=ppt/media/f16156.txt>
</file>

<file path=ppt/media/f16157.txt>
</file>

<file path=ppt/media/f16158.txt>
</file>

<file path=ppt/media/f16159.txt>
</file>

<file path=ppt/media/f16160.txt>
</file>

<file path=ppt/media/f16161.txt>
</file>

<file path=ppt/media/f16162.txt>
</file>

<file path=ppt/media/f16163.txt>
</file>

<file path=ppt/media/f16164.txt>
</file>

<file path=ppt/media/f16165.txt>
</file>

<file path=ppt/media/f16166.txt>
</file>

<file path=ppt/media/f16167.txt>
</file>

<file path=ppt/media/f16168.txt>
</file>

<file path=ppt/media/f16169.txt>
</file>

<file path=ppt/media/f16170.txt>
</file>

<file path=ppt/media/f16171.txt>
</file>

<file path=ppt/media/f16172.txt>
</file>

<file path=ppt/media/f16173.txt>
</file>

<file path=ppt/media/f16174.txt>
</file>

<file path=ppt/media/f16175.txt>
</file>

<file path=ppt/media/f16176.txt>
</file>

<file path=ppt/media/f16177.txt>
</file>

<file path=ppt/media/f16178.txt>
</file>

<file path=ppt/media/f16179.txt>
</file>

<file path=ppt/media/f16180.txt>
</file>

<file path=ppt/media/f16181.txt>
</file>

<file path=ppt/media/f16182.txt>
</file>

<file path=ppt/media/f16183.txt>
</file>

<file path=ppt/media/f16184.txt>
</file>

<file path=ppt/media/f16185.txt>
</file>

<file path=ppt/media/f16186.txt>
</file>

<file path=ppt/media/f16187.txt>
</file>

<file path=ppt/media/f16188.txt>
</file>

<file path=ppt/media/f16189.txt>
</file>

<file path=ppt/media/f16190.txt>
</file>

<file path=ppt/media/f16191.txt>
</file>

<file path=ppt/media/f16192.txt>
</file>

<file path=ppt/media/f16193.txt>
</file>

<file path=ppt/media/f16194.txt>
</file>

<file path=ppt/media/f16195.txt>
</file>

<file path=ppt/media/f16196.txt>
</file>

<file path=ppt/media/f16197.txt>
</file>

<file path=ppt/media/f16198.txt>
</file>

<file path=ppt/media/f16199.txt>
</file>

<file path=ppt/media/f16200.txt>
</file>

<file path=ppt/media/f16201.txt>
</file>

<file path=ppt/media/f16202.txt>
</file>

<file path=ppt/media/f16203.txt>
</file>

<file path=ppt/media/f16204.txt>
</file>

<file path=ppt/media/f16205.txt>
</file>

<file path=ppt/media/f16206.txt>
</file>

<file path=ppt/media/f16207.txt>
</file>

<file path=ppt/media/f16208.txt>
</file>

<file path=ppt/media/f16209.txt>
</file>

<file path=ppt/media/f16210.txt>
</file>

<file path=ppt/media/f16211.txt>
</file>

<file path=ppt/media/f16212.txt>
</file>

<file path=ppt/media/f16213.txt>
</file>

<file path=ppt/media/f16214.txt>
</file>

<file path=ppt/media/f16215.txt>
</file>

<file path=ppt/media/f16216.txt>
</file>

<file path=ppt/media/f16217.txt>
</file>

<file path=ppt/media/f16218.txt>
</file>

<file path=ppt/media/f16219.txt>
</file>

<file path=ppt/media/f16220.txt>
</file>

<file path=ppt/media/f16221.txt>
</file>

<file path=ppt/media/f16222.txt>
</file>

<file path=ppt/media/f16223.txt>
</file>

<file path=ppt/media/f16224.txt>
</file>

<file path=ppt/media/f16225.txt>
</file>

<file path=ppt/media/f16226.txt>
</file>

<file path=ppt/media/f16227.txt>
</file>

<file path=ppt/media/f16228.txt>
</file>

<file path=ppt/media/f16229.txt>
</file>

<file path=ppt/media/f16230.txt>
</file>

<file path=ppt/media/f16231.txt>
</file>

<file path=ppt/media/f16232.txt>
</file>

<file path=ppt/media/f16233.txt>
</file>

<file path=ppt/media/f16234.txt>
</file>

<file path=ppt/media/f16235.txt>
</file>

<file path=ppt/media/f16236.txt>
</file>

<file path=ppt/media/f16237.txt>
</file>

<file path=ppt/media/f16238.txt>
</file>

<file path=ppt/media/f16239.txt>
</file>

<file path=ppt/media/f16240.txt>
</file>

<file path=ppt/media/f16241.txt>
</file>

<file path=ppt/media/f16242.txt>
</file>

<file path=ppt/media/f16243.txt>
</file>

<file path=ppt/media/f16244.txt>
</file>

<file path=ppt/media/f16245.txt>
</file>

<file path=ppt/media/f16246.txt>
</file>

<file path=ppt/media/f16247.txt>
</file>

<file path=ppt/media/f16248.txt>
</file>

<file path=ppt/media/f16249.txt>
</file>

<file path=ppt/media/f16250.txt>
</file>

<file path=ppt/media/f16251.txt>
</file>

<file path=ppt/media/f16252.txt>
</file>

<file path=ppt/media/f16253.txt>
</file>

<file path=ppt/media/f16254.txt>
</file>

<file path=ppt/media/f16255.txt>
</file>

<file path=ppt/media/f16256.txt>
</file>

<file path=ppt/media/f16257.txt>
</file>

<file path=ppt/media/f16258.txt>
</file>

<file path=ppt/media/f16259.txt>
</file>

<file path=ppt/media/f16260.txt>
</file>

<file path=ppt/media/f16261.txt>
</file>

<file path=ppt/media/f16262.txt>
</file>

<file path=ppt/media/f16263.txt>
</file>

<file path=ppt/media/f16264.txt>
</file>

<file path=ppt/media/f16265.txt>
</file>

<file path=ppt/media/f16266.txt>
</file>

<file path=ppt/media/f16267.txt>
</file>

<file path=ppt/media/f16268.txt>
</file>

<file path=ppt/media/f16269.txt>
</file>

<file path=ppt/media/f16270.txt>
</file>

<file path=ppt/media/f16271.txt>
</file>

<file path=ppt/media/f16272.txt>
</file>

<file path=ppt/media/f16273.txt>
</file>

<file path=ppt/media/f16274.txt>
</file>

<file path=ppt/media/f16275.txt>
</file>

<file path=ppt/media/f16276.txt>
</file>

<file path=ppt/media/f16277.txt>
</file>

<file path=ppt/media/f16278.txt>
</file>

<file path=ppt/media/f16279.txt>
</file>

<file path=ppt/media/f16280.txt>
</file>

<file path=ppt/media/f16281.txt>
</file>

<file path=ppt/media/f16282.txt>
</file>

<file path=ppt/media/f16283.txt>
</file>

<file path=ppt/media/f16284.txt>
</file>

<file path=ppt/media/f16285.txt>
</file>

<file path=ppt/media/f16286.txt>
</file>

<file path=ppt/media/f16287.txt>
</file>

<file path=ppt/media/f16288.txt>
</file>

<file path=ppt/media/f16289.txt>
</file>

<file path=ppt/media/f16290.txt>
</file>

<file path=ppt/media/f16291.txt>
</file>

<file path=ppt/media/f16292.txt>
</file>

<file path=ppt/media/f16293.txt>
</file>

<file path=ppt/media/f16294.txt>
</file>

<file path=ppt/media/f16295.txt>
</file>

<file path=ppt/media/f16296.txt>
</file>

<file path=ppt/media/f16297.txt>
</file>

<file path=ppt/media/f16298.txt>
</file>

<file path=ppt/media/f16299.txt>
</file>

<file path=ppt/media/f16300.txt>
</file>

<file path=ppt/media/f16301.txt>
</file>

<file path=ppt/media/f16302.txt>
</file>

<file path=ppt/media/f16303.txt>
</file>

<file path=ppt/media/f16304.txt>
</file>

<file path=ppt/media/f16305.txt>
</file>

<file path=ppt/media/f16306.txt>
</file>

<file path=ppt/media/f16307.txt>
</file>

<file path=ppt/media/f16308.txt>
</file>

<file path=ppt/media/f16309.txt>
</file>

<file path=ppt/media/f16310.txt>
</file>

<file path=ppt/media/f16311.txt>
</file>

<file path=ppt/media/f16312.txt>
</file>

<file path=ppt/media/f16313.txt>
</file>

<file path=ppt/media/f16314.txt>
</file>

<file path=ppt/media/f16315.txt>
</file>

<file path=ppt/media/f16316.txt>
</file>

<file path=ppt/media/f16317.txt>
</file>

<file path=ppt/media/f16318.txt>
</file>

<file path=ppt/media/f16319.txt>
</file>

<file path=ppt/media/f16320.txt>
</file>

<file path=ppt/media/f16321.txt>
</file>

<file path=ppt/media/f16322.txt>
</file>

<file path=ppt/media/f16323.txt>
</file>

<file path=ppt/media/f16324.txt>
</file>

<file path=ppt/media/f16325.txt>
</file>

<file path=ppt/media/f16326.txt>
</file>

<file path=ppt/media/f16327.txt>
</file>

<file path=ppt/media/f16328.txt>
</file>

<file path=ppt/media/f16329.txt>
</file>

<file path=ppt/media/f16330.txt>
</file>

<file path=ppt/media/f16331.txt>
</file>

<file path=ppt/media/f16332.txt>
</file>

<file path=ppt/media/f16333.txt>
</file>

<file path=ppt/media/f16334.txt>
</file>

<file path=ppt/media/f16335.txt>
</file>

<file path=ppt/media/f16336.txt>
</file>

<file path=ppt/media/f16337.txt>
</file>

<file path=ppt/media/f16338.txt>
</file>

<file path=ppt/media/f16339.txt>
</file>

<file path=ppt/media/f16340.txt>
</file>

<file path=ppt/media/f16341.txt>
</file>

<file path=ppt/media/f16342.txt>
</file>

<file path=ppt/media/f16343.txt>
</file>

<file path=ppt/media/f16344.txt>
</file>

<file path=ppt/media/f16345.txt>
</file>

<file path=ppt/media/f16346.txt>
</file>

<file path=ppt/media/f16347.txt>
</file>

<file path=ppt/media/f16348.txt>
</file>

<file path=ppt/media/f16349.txt>
</file>

<file path=ppt/media/f16350.txt>
</file>

<file path=ppt/media/f16351.txt>
</file>

<file path=ppt/media/f16352.txt>
</file>

<file path=ppt/media/f16353.txt>
</file>

<file path=ppt/media/f16354.txt>
</file>

<file path=ppt/media/f16355.txt>
</file>

<file path=ppt/media/f16356.txt>
</file>

<file path=ppt/media/f16357.txt>
</file>

<file path=ppt/media/f16358.txt>
</file>

<file path=ppt/media/f16359.txt>
</file>

<file path=ppt/media/f16360.txt>
</file>

<file path=ppt/media/f16361.txt>
</file>

<file path=ppt/media/f16362.txt>
</file>

<file path=ppt/media/f16363.txt>
</file>

<file path=ppt/media/f16364.txt>
</file>

<file path=ppt/media/f16365.txt>
</file>

<file path=ppt/media/f16366.txt>
</file>

<file path=ppt/media/f16367.txt>
</file>

<file path=ppt/media/f16368.txt>
</file>

<file path=ppt/media/f16369.txt>
</file>

<file path=ppt/media/f16370.txt>
</file>

<file path=ppt/media/f16371.txt>
</file>

<file path=ppt/media/f16372.txt>
</file>

<file path=ppt/media/f16373.txt>
</file>

<file path=ppt/media/f16374.txt>
</file>

<file path=ppt/media/f16375.txt>
</file>

<file path=ppt/media/f16376.txt>
</file>

<file path=ppt/media/f16377.txt>
</file>

<file path=ppt/media/f16378.txt>
</file>

<file path=ppt/media/f16379.txt>
</file>

<file path=ppt/media/f16380.txt>
</file>

<file path=ppt/media/f16381.txt>
</file>

<file path=ppt/media/f16382.txt>
</file>

<file path=ppt/media/f16383.txt>
</file>

<file path=ppt/media/f16384.txt>
</file>

<file path=ppt/media/f16385.txt>
</file>

<file path=ppt/media/f16386.txt>
</file>

<file path=ppt/media/f16387.txt>
</file>

<file path=ppt/media/f16388.txt>
</file>

<file path=ppt/media/f16389.txt>
</file>

<file path=ppt/media/f16390.txt>
</file>

<file path=ppt/media/f16391.txt>
</file>

<file path=ppt/media/f16392.txt>
</file>

<file path=ppt/media/f16393.txt>
</file>

<file path=ppt/media/f16394.txt>
</file>

<file path=ppt/media/f16395.txt>
</file>

<file path=ppt/media/f16396.txt>
</file>

<file path=ppt/media/f16397.txt>
</file>

<file path=ppt/media/f16398.txt>
</file>

<file path=ppt/media/f16399.txt>
</file>

<file path=ppt/media/f16400.txt>
</file>

<file path=ppt/media/f16401.txt>
</file>

<file path=ppt/media/f16402.txt>
</file>

<file path=ppt/media/f16403.txt>
</file>

<file path=ppt/media/f16404.txt>
</file>

<file path=ppt/media/f16405.txt>
</file>

<file path=ppt/media/f16406.txt>
</file>

<file path=ppt/media/f16407.txt>
</file>

<file path=ppt/media/f16408.txt>
</file>

<file path=ppt/media/f16409.txt>
</file>

<file path=ppt/media/f16410.txt>
</file>

<file path=ppt/media/f16411.txt>
</file>

<file path=ppt/media/f16412.txt>
</file>

<file path=ppt/media/f16413.txt>
</file>

<file path=ppt/media/f16414.txt>
</file>

<file path=ppt/media/f16415.txt>
</file>

<file path=ppt/media/f16416.txt>
</file>

<file path=ppt/media/f16417.txt>
</file>

<file path=ppt/media/f16418.txt>
</file>

<file path=ppt/media/f16419.txt>
</file>

<file path=ppt/media/f16420.txt>
</file>

<file path=ppt/media/f16421.txt>
</file>

<file path=ppt/media/f16422.txt>
</file>

<file path=ppt/media/f16423.txt>
</file>

<file path=ppt/media/f16424.txt>
</file>

<file path=ppt/media/f16425.txt>
</file>

<file path=ppt/media/f16426.txt>
</file>

<file path=ppt/media/f16427.txt>
</file>

<file path=ppt/media/f16428.txt>
</file>

<file path=ppt/media/f16429.txt>
</file>

<file path=ppt/media/f16430.txt>
</file>

<file path=ppt/media/f16431.txt>
</file>

<file path=ppt/media/f16432.txt>
</file>

<file path=ppt/media/f16433.txt>
</file>

<file path=ppt/media/f16434.txt>
</file>

<file path=ppt/media/f16435.txt>
</file>

<file path=ppt/media/f16436.txt>
</file>

<file path=ppt/media/f16437.txt>
</file>

<file path=ppt/media/f16438.txt>
</file>

<file path=ppt/media/f16439.txt>
</file>

<file path=ppt/media/f16440.txt>
</file>

<file path=ppt/media/f16441.txt>
</file>

<file path=ppt/media/f16442.txt>
</file>

<file path=ppt/media/f16443.txt>
</file>

<file path=ppt/media/f16444.txt>
</file>

<file path=ppt/media/f16445.txt>
</file>

<file path=ppt/media/f16446.txt>
</file>

<file path=ppt/media/f16447.txt>
</file>

<file path=ppt/media/f16448.txt>
</file>

<file path=ppt/media/f16449.txt>
</file>

<file path=ppt/media/f16450.txt>
</file>

<file path=ppt/media/f16451.txt>
</file>

<file path=ppt/media/f16452.txt>
</file>

<file path=ppt/media/f16453.txt>
</file>

<file path=ppt/media/f16454.txt>
</file>

<file path=ppt/media/f16455.txt>
</file>

<file path=ppt/media/f16456.txt>
</file>

<file path=ppt/media/f16457.txt>
</file>

<file path=ppt/media/f16458.txt>
</file>

<file path=ppt/media/f16459.txt>
</file>

<file path=ppt/media/f16460.txt>
</file>

<file path=ppt/media/f16461.txt>
</file>

<file path=ppt/media/f16462.txt>
</file>

<file path=ppt/media/f16463.txt>
</file>

<file path=ppt/media/f16464.txt>
</file>

<file path=ppt/media/f16465.txt>
</file>

<file path=ppt/media/f16466.txt>
</file>

<file path=ppt/media/f16467.txt>
</file>

<file path=ppt/media/f16468.txt>
</file>

<file path=ppt/media/f16469.txt>
</file>

<file path=ppt/media/f16470.txt>
</file>

<file path=ppt/media/f16471.txt>
</file>

<file path=ppt/media/f16472.txt>
</file>

<file path=ppt/media/f16473.txt>
</file>

<file path=ppt/media/f16474.txt>
</file>

<file path=ppt/media/f16475.txt>
</file>

<file path=ppt/media/f16476.txt>
</file>

<file path=ppt/media/f16477.txt>
</file>

<file path=ppt/media/f16478.txt>
</file>

<file path=ppt/media/f16479.txt>
</file>

<file path=ppt/media/f16480.txt>
</file>

<file path=ppt/media/f16481.txt>
</file>

<file path=ppt/media/f16482.txt>
</file>

<file path=ppt/media/f16483.txt>
</file>

<file path=ppt/media/f16484.txt>
</file>

<file path=ppt/media/f16485.txt>
</file>

<file path=ppt/media/f16486.txt>
</file>

<file path=ppt/media/f16487.txt>
</file>

<file path=ppt/media/f16488.txt>
</file>

<file path=ppt/media/f16489.txt>
</file>

<file path=ppt/media/f16490.txt>
</file>

<file path=ppt/media/f16491.txt>
</file>

<file path=ppt/media/f16492.txt>
</file>

<file path=ppt/media/f16493.txt>
</file>

<file path=ppt/media/f16494.txt>
</file>

<file path=ppt/media/f16495.txt>
</file>

<file path=ppt/media/f16496.txt>
</file>

<file path=ppt/media/f16497.txt>
</file>

<file path=ppt/media/f16498.txt>
</file>

<file path=ppt/media/f16499.txt>
</file>

<file path=ppt/media/f16500.txt>
</file>

<file path=ppt/media/f16501.txt>
</file>

<file path=ppt/media/f16502.txt>
</file>

<file path=ppt/media/f16503.txt>
</file>

<file path=ppt/media/f16504.txt>
</file>

<file path=ppt/media/f16505.txt>
</file>

<file path=ppt/media/f16506.txt>
</file>

<file path=ppt/media/f16507.txt>
</file>

<file path=ppt/media/f16508.txt>
</file>

<file path=ppt/media/f16509.txt>
</file>

<file path=ppt/media/f16510.txt>
</file>

<file path=ppt/media/f16511.txt>
</file>

<file path=ppt/media/f16512.txt>
</file>

<file path=ppt/media/f16513.txt>
</file>

<file path=ppt/media/f16514.txt>
</file>

<file path=ppt/media/f16515.txt>
</file>

<file path=ppt/media/f16516.txt>
</file>

<file path=ppt/media/f16517.txt>
</file>

<file path=ppt/media/f16518.txt>
</file>

<file path=ppt/media/f16519.txt>
</file>

<file path=ppt/media/f16520.txt>
</file>

<file path=ppt/media/f16521.txt>
</file>

<file path=ppt/media/f16522.txt>
</file>

<file path=ppt/media/f16523.txt>
</file>

<file path=ppt/media/f16524.txt>
</file>

<file path=ppt/media/f16525.txt>
</file>

<file path=ppt/media/f16526.txt>
</file>

<file path=ppt/media/f16527.txt>
</file>

<file path=ppt/media/f16528.txt>
</file>

<file path=ppt/media/f16529.txt>
</file>

<file path=ppt/media/f16530.txt>
</file>

<file path=ppt/media/f16531.txt>
</file>

<file path=ppt/media/f16532.txt>
</file>

<file path=ppt/media/f16533.txt>
</file>

<file path=ppt/media/f16534.txt>
</file>

<file path=ppt/media/f16535.txt>
</file>

<file path=ppt/media/f16536.txt>
</file>

<file path=ppt/media/f16537.txt>
</file>

<file path=ppt/media/f16538.txt>
</file>

<file path=ppt/media/f16539.txt>
</file>

<file path=ppt/media/f16540.txt>
</file>

<file path=ppt/media/f16541.txt>
</file>

<file path=ppt/media/f16542.txt>
</file>

<file path=ppt/media/f16543.txt>
</file>

<file path=ppt/media/f16544.txt>
</file>

<file path=ppt/media/f16545.txt>
</file>

<file path=ppt/media/f16546.txt>
</file>

<file path=ppt/media/f16547.txt>
</file>

<file path=ppt/media/f16548.txt>
</file>

<file path=ppt/media/f16549.txt>
</file>

<file path=ppt/media/f16550.txt>
</file>

<file path=ppt/media/f16551.txt>
</file>

<file path=ppt/media/f16552.txt>
</file>

<file path=ppt/media/f16553.txt>
</file>

<file path=ppt/media/f16554.txt>
</file>

<file path=ppt/media/f16555.txt>
</file>

<file path=ppt/media/f16556.txt>
</file>

<file path=ppt/media/f16557.txt>
</file>

<file path=ppt/media/f16558.txt>
</file>

<file path=ppt/media/f16559.txt>
</file>

<file path=ppt/media/f16560.txt>
</file>

<file path=ppt/media/f16561.txt>
</file>

<file path=ppt/media/f16562.txt>
</file>

<file path=ppt/media/f16563.txt>
</file>

<file path=ppt/media/f16564.txt>
</file>

<file path=ppt/media/f16565.txt>
</file>

<file path=ppt/media/f16566.txt>
</file>

<file path=ppt/media/f16567.txt>
</file>

<file path=ppt/media/f16568.txt>
</file>

<file path=ppt/media/f16569.txt>
</file>

<file path=ppt/media/f16570.txt>
</file>

<file path=ppt/media/f16571.txt>
</file>

<file path=ppt/media/f16572.txt>
</file>

<file path=ppt/media/f16573.txt>
</file>

<file path=ppt/media/f16574.txt>
</file>

<file path=ppt/media/f16575.txt>
</file>

<file path=ppt/media/f16576.txt>
</file>

<file path=ppt/media/f16577.txt>
</file>

<file path=ppt/media/f16578.txt>
</file>

<file path=ppt/media/f16579.txt>
</file>

<file path=ppt/media/f16580.txt>
</file>

<file path=ppt/media/f16581.txt>
</file>

<file path=ppt/media/f16582.txt>
</file>

<file path=ppt/media/f16583.txt>
</file>

<file path=ppt/media/f16584.txt>
</file>

<file path=ppt/media/f16585.txt>
</file>

<file path=ppt/media/f16586.txt>
</file>

<file path=ppt/media/f16587.txt>
</file>

<file path=ppt/media/f16588.txt>
</file>

<file path=ppt/media/f16589.txt>
</file>

<file path=ppt/media/f16590.txt>
</file>

<file path=ppt/media/f16591.txt>
</file>

<file path=ppt/media/f16592.txt>
</file>

<file path=ppt/media/f16593.txt>
</file>

<file path=ppt/media/f16594.txt>
</file>

<file path=ppt/media/f16595.txt>
</file>

<file path=ppt/media/f16596.txt>
</file>

<file path=ppt/media/f16597.txt>
</file>

<file path=ppt/media/f16598.txt>
</file>

<file path=ppt/media/f16599.txt>
</file>

<file path=ppt/media/f16600.txt>
</file>

<file path=ppt/media/f16601.txt>
</file>

<file path=ppt/media/f16602.txt>
</file>

<file path=ppt/media/f16603.txt>
</file>

<file path=ppt/media/f16604.txt>
</file>

<file path=ppt/media/f16605.txt>
</file>

<file path=ppt/media/f16606.txt>
</file>

<file path=ppt/media/f16607.txt>
</file>

<file path=ppt/media/f16608.txt>
</file>

<file path=ppt/media/f16609.txt>
</file>

<file path=ppt/media/f16610.txt>
</file>

<file path=ppt/media/f16611.txt>
</file>

<file path=ppt/media/f16612.txt>
</file>

<file path=ppt/media/f16613.txt>
</file>

<file path=ppt/media/f16614.txt>
</file>

<file path=ppt/media/f16615.txt>
</file>

<file path=ppt/media/f16616.txt>
</file>

<file path=ppt/media/f16617.txt>
</file>

<file path=ppt/media/f16618.txt>
</file>

<file path=ppt/media/f16619.txt>
</file>

<file path=ppt/media/f16620.txt>
</file>

<file path=ppt/media/f16621.txt>
</file>

<file path=ppt/media/f16622.txt>
</file>

<file path=ppt/media/f16623.txt>
</file>

<file path=ppt/media/f16624.txt>
</file>

<file path=ppt/media/f16625.txt>
</file>

<file path=ppt/media/f16626.txt>
</file>

<file path=ppt/media/f16627.txt>
</file>

<file path=ppt/media/f16628.txt>
</file>

<file path=ppt/media/f16629.txt>
</file>

<file path=ppt/media/f16630.txt>
</file>

<file path=ppt/media/f16631.txt>
</file>

<file path=ppt/media/f16632.txt>
</file>

<file path=ppt/media/f16633.txt>
</file>

<file path=ppt/media/f16634.txt>
</file>

<file path=ppt/media/f16635.txt>
</file>

<file path=ppt/media/f16636.txt>
</file>

<file path=ppt/media/f16637.txt>
</file>

<file path=ppt/media/f16638.txt>
</file>

<file path=ppt/media/f16639.txt>
</file>

<file path=ppt/media/f16640.txt>
</file>

<file path=ppt/media/f16641.txt>
</file>

<file path=ppt/media/f16642.txt>
</file>

<file path=ppt/media/f16643.txt>
</file>

<file path=ppt/media/f16644.txt>
</file>

<file path=ppt/media/f16645.txt>
</file>

<file path=ppt/media/f16646.txt>
</file>

<file path=ppt/media/f16647.txt>
</file>

<file path=ppt/media/f16648.txt>
</file>

<file path=ppt/media/f16649.txt>
</file>

<file path=ppt/media/f16650.txt>
</file>

<file path=ppt/media/f16651.txt>
</file>

<file path=ppt/media/f16652.txt>
</file>

<file path=ppt/media/f16653.txt>
</file>

<file path=ppt/media/f16654.txt>
</file>

<file path=ppt/media/f16655.txt>
</file>

<file path=ppt/media/f16656.txt>
</file>

<file path=ppt/media/f16657.txt>
</file>

<file path=ppt/media/f16658.txt>
</file>

<file path=ppt/media/f16659.txt>
</file>

<file path=ppt/media/f16660.txt>
</file>

<file path=ppt/media/f16661.txt>
</file>

<file path=ppt/media/f16662.txt>
</file>

<file path=ppt/media/f16663.txt>
</file>

<file path=ppt/media/f16664.txt>
</file>

<file path=ppt/media/f16665.txt>
</file>

<file path=ppt/media/f16666.txt>
</file>

<file path=ppt/media/f16667.txt>
</file>

<file path=ppt/media/f16668.txt>
</file>

<file path=ppt/media/f16669.txt>
</file>

<file path=ppt/media/f16670.txt>
</file>

<file path=ppt/media/f16671.txt>
</file>

<file path=ppt/media/f16672.txt>
</file>

<file path=ppt/media/f16673.txt>
</file>

<file path=ppt/media/f16674.txt>
</file>

<file path=ppt/media/f16675.txt>
</file>

<file path=ppt/media/f16676.txt>
</file>

<file path=ppt/media/f16677.txt>
</file>

<file path=ppt/media/f16678.txt>
</file>

<file path=ppt/media/f16679.txt>
</file>

<file path=ppt/media/f16680.txt>
</file>

<file path=ppt/media/f16681.txt>
</file>

<file path=ppt/media/f16682.txt>
</file>

<file path=ppt/media/f16683.txt>
</file>

<file path=ppt/media/f16684.txt>
</file>

<file path=ppt/media/f16685.txt>
</file>

<file path=ppt/media/f16686.txt>
</file>

<file path=ppt/media/f16687.txt>
</file>

<file path=ppt/media/f16688.txt>
</file>

<file path=ppt/media/f16689.txt>
</file>

<file path=ppt/media/f16690.txt>
</file>

<file path=ppt/media/f16691.txt>
</file>

<file path=ppt/media/f16692.txt>
</file>

<file path=ppt/media/f16693.txt>
</file>

<file path=ppt/media/f16694.txt>
</file>

<file path=ppt/media/f16695.txt>
</file>

<file path=ppt/media/f16696.txt>
</file>

<file path=ppt/media/f16697.txt>
</file>

<file path=ppt/media/f16698.txt>
</file>

<file path=ppt/media/f16699.txt>
</file>

<file path=ppt/media/f16700.txt>
</file>

<file path=ppt/media/f16701.txt>
</file>

<file path=ppt/media/f16702.txt>
</file>

<file path=ppt/media/f16703.txt>
</file>

<file path=ppt/media/f16704.txt>
</file>

<file path=ppt/media/f16705.txt>
</file>

<file path=ppt/media/f16706.txt>
</file>

<file path=ppt/media/f16707.txt>
</file>

<file path=ppt/media/f16708.txt>
</file>

<file path=ppt/media/f16709.txt>
</file>

<file path=ppt/media/f16710.txt>
</file>

<file path=ppt/media/f16711.txt>
</file>

<file path=ppt/media/f16712.txt>
</file>

<file path=ppt/media/f16713.txt>
</file>

<file path=ppt/media/f16714.txt>
</file>

<file path=ppt/media/f16715.txt>
</file>

<file path=ppt/media/f16716.txt>
</file>

<file path=ppt/media/f16717.txt>
</file>

<file path=ppt/media/f16718.txt>
</file>

<file path=ppt/media/f16719.txt>
</file>

<file path=ppt/media/f16720.txt>
</file>

<file path=ppt/media/f16721.txt>
</file>

<file path=ppt/media/f16722.txt>
</file>

<file path=ppt/media/f16723.txt>
</file>

<file path=ppt/media/f16724.txt>
</file>

<file path=ppt/media/f16725.txt>
</file>

<file path=ppt/media/f16726.txt>
</file>

<file path=ppt/media/f16727.txt>
</file>

<file path=ppt/media/f16728.txt>
</file>

<file path=ppt/media/f16729.txt>
</file>

<file path=ppt/media/f16730.txt>
</file>

<file path=ppt/media/f16731.txt>
</file>

<file path=ppt/media/f16732.txt>
</file>

<file path=ppt/media/f16733.txt>
</file>

<file path=ppt/media/f16734.txt>
</file>

<file path=ppt/media/f16735.txt>
</file>

<file path=ppt/media/f16736.txt>
</file>

<file path=ppt/media/f16737.txt>
</file>

<file path=ppt/media/f16738.txt>
</file>

<file path=ppt/media/f16739.txt>
</file>

<file path=ppt/media/f16740.txt>
</file>

<file path=ppt/media/f16741.txt>
</file>

<file path=ppt/media/f16742.txt>
</file>

<file path=ppt/media/f16743.txt>
</file>

<file path=ppt/media/f16744.txt>
</file>

<file path=ppt/media/f16745.txt>
</file>

<file path=ppt/media/f16746.txt>
</file>

<file path=ppt/media/f16747.txt>
</file>

<file path=ppt/media/f16748.txt>
</file>

<file path=ppt/media/f16749.txt>
</file>

<file path=ppt/media/f16750.txt>
</file>

<file path=ppt/media/f16751.txt>
</file>

<file path=ppt/media/f16752.txt>
</file>

<file path=ppt/media/f16753.txt>
</file>

<file path=ppt/media/f16754.txt>
</file>

<file path=ppt/media/f16755.txt>
</file>

<file path=ppt/media/f16756.txt>
</file>

<file path=ppt/media/f16757.txt>
</file>

<file path=ppt/media/f16758.txt>
</file>

<file path=ppt/media/f16759.txt>
</file>

<file path=ppt/media/f16760.txt>
</file>

<file path=ppt/media/f16761.txt>
</file>

<file path=ppt/media/f16762.txt>
</file>

<file path=ppt/media/f16763.txt>
</file>

<file path=ppt/media/f16764.txt>
</file>

<file path=ppt/media/f16765.txt>
</file>

<file path=ppt/media/f16766.txt>
</file>

<file path=ppt/media/f16767.txt>
</file>

<file path=ppt/media/f16768.txt>
</file>

<file path=ppt/media/f16769.txt>
</file>

<file path=ppt/media/f16770.txt>
</file>

<file path=ppt/media/f16771.txt>
</file>

<file path=ppt/media/f16772.txt>
</file>

<file path=ppt/media/f16773.txt>
</file>

<file path=ppt/media/f16774.txt>
</file>

<file path=ppt/media/f16775.txt>
</file>

<file path=ppt/media/f16776.txt>
</file>

<file path=ppt/media/f16777.txt>
</file>

<file path=ppt/media/f16778.txt>
</file>

<file path=ppt/media/f16779.txt>
</file>

<file path=ppt/media/f16780.txt>
</file>

<file path=ppt/media/f16781.txt>
</file>

<file path=ppt/media/f16782.txt>
</file>

<file path=ppt/media/f16783.txt>
</file>

<file path=ppt/media/f16784.txt>
</file>

<file path=ppt/media/f16785.txt>
</file>

<file path=ppt/media/f16786.txt>
</file>

<file path=ppt/media/f16787.txt>
</file>

<file path=ppt/media/f16788.txt>
</file>

<file path=ppt/media/f16789.txt>
</file>

<file path=ppt/media/f16790.txt>
</file>

<file path=ppt/media/f16791.txt>
</file>

<file path=ppt/media/f16792.txt>
</file>

<file path=ppt/media/f16793.txt>
</file>

<file path=ppt/media/f16794.txt>
</file>

<file path=ppt/media/f16795.txt>
</file>

<file path=ppt/media/f16796.txt>
</file>

<file path=ppt/media/f16797.txt>
</file>

<file path=ppt/media/f16798.txt>
</file>

<file path=ppt/media/f16799.txt>
</file>

<file path=ppt/media/f16800.txt>
</file>

<file path=ppt/media/f16801.txt>
</file>

<file path=ppt/media/f16802.txt>
</file>

<file path=ppt/media/f16803.txt>
</file>

<file path=ppt/media/f16804.txt>
</file>

<file path=ppt/media/f16805.txt>
</file>

<file path=ppt/media/f16806.txt>
</file>

<file path=ppt/media/f16807.txt>
</file>

<file path=ppt/media/f16808.txt>
</file>

<file path=ppt/media/f16809.txt>
</file>

<file path=ppt/media/f16810.txt>
</file>

<file path=ppt/media/f16811.txt>
</file>

<file path=ppt/media/f16812.txt>
</file>

<file path=ppt/media/f16813.txt>
</file>

<file path=ppt/media/f16814.txt>
</file>

<file path=ppt/media/f16815.txt>
</file>

<file path=ppt/media/f16816.txt>
</file>

<file path=ppt/media/f16817.txt>
</file>

<file path=ppt/media/f16818.txt>
</file>

<file path=ppt/media/f16819.txt>
</file>

<file path=ppt/media/f16820.txt>
</file>

<file path=ppt/media/f16821.txt>
</file>

<file path=ppt/media/f16822.txt>
</file>

<file path=ppt/media/f16823.txt>
</file>

<file path=ppt/media/f16824.txt>
</file>

<file path=ppt/media/f16825.txt>
</file>

<file path=ppt/media/f16826.txt>
</file>

<file path=ppt/media/f16827.txt>
</file>

<file path=ppt/media/f16828.txt>
</file>

<file path=ppt/media/f16829.txt>
</file>

<file path=ppt/media/f16830.txt>
</file>

<file path=ppt/media/f16831.txt>
</file>

<file path=ppt/media/f16832.txt>
</file>

<file path=ppt/media/f16833.txt>
</file>

<file path=ppt/media/f16834.txt>
</file>

<file path=ppt/media/f16835.txt>
</file>

<file path=ppt/media/f16836.txt>
</file>

<file path=ppt/media/f16837.txt>
</file>

<file path=ppt/media/f16838.txt>
</file>

<file path=ppt/media/f16839.txt>
</file>

<file path=ppt/media/f16840.txt>
</file>

<file path=ppt/media/f16841.txt>
</file>

<file path=ppt/media/f16842.txt>
</file>

<file path=ppt/media/f16843.txt>
</file>

<file path=ppt/media/f16844.txt>
</file>

<file path=ppt/media/f16845.txt>
</file>

<file path=ppt/media/f16846.txt>
</file>

<file path=ppt/media/f16847.txt>
</file>

<file path=ppt/media/f16848.txt>
</file>

<file path=ppt/media/f16849.txt>
</file>

<file path=ppt/media/f16850.txt>
</file>

<file path=ppt/media/f16851.txt>
</file>

<file path=ppt/media/f16852.txt>
</file>

<file path=ppt/media/f16853.txt>
</file>

<file path=ppt/media/f16854.txt>
</file>

<file path=ppt/media/f16855.txt>
</file>

<file path=ppt/media/f16856.txt>
</file>

<file path=ppt/media/f16857.txt>
</file>

<file path=ppt/media/f16858.txt>
</file>

<file path=ppt/media/f16859.txt>
</file>

<file path=ppt/media/f16860.txt>
</file>

<file path=ppt/media/f16861.txt>
</file>

<file path=ppt/media/f16862.txt>
</file>

<file path=ppt/media/f16863.txt>
</file>

<file path=ppt/media/f16864.txt>
</file>

<file path=ppt/media/f16865.txt>
</file>

<file path=ppt/media/f16866.txt>
</file>

<file path=ppt/media/f16867.txt>
</file>

<file path=ppt/media/f16868.txt>
</file>

<file path=ppt/media/f16869.txt>
</file>

<file path=ppt/media/f16870.txt>
</file>

<file path=ppt/media/f16871.txt>
</file>

<file path=ppt/media/f16872.txt>
</file>

<file path=ppt/media/f16873.txt>
</file>

<file path=ppt/media/f16874.txt>
</file>

<file path=ppt/media/f16875.txt>
</file>

<file path=ppt/media/f16876.txt>
</file>

<file path=ppt/media/f16877.txt>
</file>

<file path=ppt/media/f16878.txt>
</file>

<file path=ppt/media/f16879.txt>
</file>

<file path=ppt/media/f16880.txt>
</file>

<file path=ppt/media/f16881.txt>
</file>

<file path=ppt/media/f16882.txt>
</file>

<file path=ppt/media/f16883.txt>
</file>

<file path=ppt/media/f16884.txt>
</file>

<file path=ppt/media/f16885.txt>
</file>

<file path=ppt/media/f16886.txt>
</file>

<file path=ppt/media/f16887.txt>
</file>

<file path=ppt/media/f16888.txt>
</file>

<file path=ppt/media/f16889.txt>
</file>

<file path=ppt/media/f16890.txt>
</file>

<file path=ppt/media/f16891.txt>
</file>

<file path=ppt/media/f16892.txt>
</file>

<file path=ppt/media/f16893.txt>
</file>

<file path=ppt/media/f16894.txt>
</file>

<file path=ppt/media/f16895.txt>
</file>

<file path=ppt/media/f16896.txt>
</file>

<file path=ppt/media/f16897.txt>
</file>

<file path=ppt/media/f16898.txt>
</file>

<file path=ppt/media/f16899.txt>
</file>

<file path=ppt/media/f16900.txt>
</file>

<file path=ppt/media/f16901.txt>
</file>

<file path=ppt/media/f16902.txt>
</file>

<file path=ppt/media/f16903.txt>
</file>

<file path=ppt/media/f16904.txt>
</file>

<file path=ppt/media/f16905.txt>
</file>

<file path=ppt/media/f16906.txt>
</file>

<file path=ppt/media/f16907.txt>
</file>

<file path=ppt/media/f16908.txt>
</file>

<file path=ppt/media/f16909.txt>
</file>

<file path=ppt/media/f16910.txt>
</file>

<file path=ppt/media/f16911.txt>
</file>

<file path=ppt/media/f16912.txt>
</file>

<file path=ppt/media/f16913.txt>
</file>

<file path=ppt/media/f16914.txt>
</file>

<file path=ppt/media/f16915.txt>
</file>

<file path=ppt/media/f16916.txt>
</file>

<file path=ppt/media/f16917.txt>
</file>

<file path=ppt/media/f16918.txt>
</file>

<file path=ppt/media/f16919.txt>
</file>

<file path=ppt/media/f16920.txt>
</file>

<file path=ppt/media/f16921.txt>
</file>

<file path=ppt/media/f16922.txt>
</file>

<file path=ppt/media/f16923.txt>
</file>

<file path=ppt/media/f16924.txt>
</file>

<file path=ppt/media/f16925.txt>
</file>

<file path=ppt/media/f16926.txt>
</file>

<file path=ppt/media/f16927.txt>
</file>

<file path=ppt/media/f16928.txt>
</file>

<file path=ppt/media/f16929.txt>
</file>

<file path=ppt/media/f16930.txt>
</file>

<file path=ppt/media/f16931.txt>
</file>

<file path=ppt/media/f16932.txt>
</file>

<file path=ppt/media/f16933.txt>
</file>

<file path=ppt/media/f16934.txt>
</file>

<file path=ppt/media/f16935.txt>
</file>

<file path=ppt/media/f16936.txt>
</file>

<file path=ppt/media/f16937.txt>
</file>

<file path=ppt/media/f16938.txt>
</file>

<file path=ppt/media/f16939.txt>
</file>

<file path=ppt/media/f16940.txt>
</file>

<file path=ppt/media/f16941.txt>
</file>

<file path=ppt/media/f16942.txt>
</file>

<file path=ppt/media/f16943.txt>
</file>

<file path=ppt/media/f16944.txt>
</file>

<file path=ppt/media/f16945.txt>
</file>

<file path=ppt/media/f16946.txt>
</file>

<file path=ppt/media/f16947.txt>
</file>

<file path=ppt/media/f16948.txt>
</file>

<file path=ppt/media/f16949.txt>
</file>

<file path=ppt/media/f16950.txt>
</file>

<file path=ppt/media/f16951.txt>
</file>

<file path=ppt/media/f16952.txt>
</file>

<file path=ppt/media/f16953.txt>
</file>

<file path=ppt/media/f16954.txt>
</file>

<file path=ppt/media/f16955.txt>
</file>

<file path=ppt/media/f16956.txt>
</file>

<file path=ppt/media/f16957.txt>
</file>

<file path=ppt/media/f16958.txt>
</file>

<file path=ppt/media/f16959.txt>
</file>

<file path=ppt/media/f16960.txt>
</file>

<file path=ppt/media/f16961.txt>
</file>

<file path=ppt/media/f16962.txt>
</file>

<file path=ppt/media/f16963.txt>
</file>

<file path=ppt/media/f16964.txt>
</file>

<file path=ppt/media/f16965.txt>
</file>

<file path=ppt/media/f16966.txt>
</file>

<file path=ppt/media/f16967.txt>
</file>

<file path=ppt/media/f16968.txt>
</file>

<file path=ppt/media/f16969.txt>
</file>

<file path=ppt/media/f16970.txt>
</file>

<file path=ppt/media/f16971.txt>
</file>

<file path=ppt/media/f16972.txt>
</file>

<file path=ppt/media/f16973.txt>
</file>

<file path=ppt/media/f16974.txt>
</file>

<file path=ppt/media/f16975.txt>
</file>

<file path=ppt/media/f16976.txt>
</file>

<file path=ppt/media/f16977.txt>
</file>

<file path=ppt/media/f16978.txt>
</file>

<file path=ppt/media/f16979.txt>
</file>

<file path=ppt/media/f16980.txt>
</file>

<file path=ppt/media/f16981.txt>
</file>

<file path=ppt/media/f16982.txt>
</file>

<file path=ppt/media/f16983.txt>
</file>

<file path=ppt/media/f16984.txt>
</file>

<file path=ppt/media/f16985.txt>
</file>

<file path=ppt/media/f16986.txt>
</file>

<file path=ppt/media/f16987.txt>
</file>

<file path=ppt/media/f16988.txt>
</file>

<file path=ppt/media/f16989.txt>
</file>

<file path=ppt/media/f16990.txt>
</file>

<file path=ppt/media/f16991.txt>
</file>

<file path=ppt/media/f16992.txt>
</file>

<file path=ppt/media/f16993.txt>
</file>

<file path=ppt/media/f16994.txt>
</file>

<file path=ppt/media/f16995.txt>
</file>

<file path=ppt/media/f16996.txt>
</file>

<file path=ppt/media/f16997.txt>
</file>

<file path=ppt/media/f16998.txt>
</file>

<file path=ppt/media/f16999.txt>
</file>

<file path=ppt/media/f17000.txt>
</file>

<file path=ppt/media/f17001.txt>
</file>

<file path=ppt/media/f17002.txt>
</file>

<file path=ppt/media/f17003.txt>
</file>

<file path=ppt/media/f17004.txt>
</file>

<file path=ppt/media/f17005.txt>
</file>

<file path=ppt/media/f17006.txt>
</file>

<file path=ppt/media/f17007.txt>
</file>

<file path=ppt/media/f17008.txt>
</file>

<file path=ppt/media/f17009.txt>
</file>

<file path=ppt/media/f17010.txt>
</file>

<file path=ppt/media/f17011.txt>
</file>

<file path=ppt/media/f17012.txt>
</file>

<file path=ppt/media/f17013.txt>
</file>

<file path=ppt/media/f17014.txt>
</file>

<file path=ppt/media/f17015.txt>
</file>

<file path=ppt/media/f17016.txt>
</file>

<file path=ppt/media/f17017.txt>
</file>

<file path=ppt/media/f17018.txt>
</file>

<file path=ppt/media/f17019.txt>
</file>

<file path=ppt/media/f17020.txt>
</file>

<file path=ppt/media/f17021.txt>
</file>

<file path=ppt/media/f17022.txt>
</file>

<file path=ppt/media/f17023.txt>
</file>

<file path=ppt/media/f17024.txt>
</file>

<file path=ppt/media/f17025.txt>
</file>

<file path=ppt/media/f17026.txt>
</file>

<file path=ppt/media/f17027.txt>
</file>

<file path=ppt/media/f17028.txt>
</file>

<file path=ppt/media/f17029.txt>
</file>

<file path=ppt/media/f17030.txt>
</file>

<file path=ppt/media/f17031.txt>
</file>

<file path=ppt/media/f17032.txt>
</file>

<file path=ppt/media/f17033.txt>
</file>

<file path=ppt/media/f17034.txt>
</file>

<file path=ppt/media/f17035.txt>
</file>

<file path=ppt/media/f17036.txt>
</file>

<file path=ppt/media/f17037.txt>
</file>

<file path=ppt/media/f17038.txt>
</file>

<file path=ppt/media/f17039.txt>
</file>

<file path=ppt/media/f17040.txt>
</file>

<file path=ppt/media/f17041.txt>
</file>

<file path=ppt/media/f17042.txt>
</file>

<file path=ppt/media/f17043.txt>
</file>

<file path=ppt/media/f17044.txt>
</file>

<file path=ppt/media/f17045.txt>
</file>

<file path=ppt/media/f17046.txt>
</file>

<file path=ppt/media/f17047.txt>
</file>

<file path=ppt/media/f17048.txt>
</file>

<file path=ppt/media/f17049.txt>
</file>

<file path=ppt/media/f17050.txt>
</file>

<file path=ppt/media/f17051.txt>
</file>

<file path=ppt/media/f17052.txt>
</file>

<file path=ppt/media/f17053.txt>
</file>

<file path=ppt/media/f17054.txt>
</file>

<file path=ppt/media/f17055.txt>
</file>

<file path=ppt/media/f17056.txt>
</file>

<file path=ppt/media/f17057.txt>
</file>

<file path=ppt/media/f17058.txt>
</file>

<file path=ppt/media/f17059.txt>
</file>

<file path=ppt/media/f17060.txt>
</file>

<file path=ppt/media/f17061.txt>
</file>

<file path=ppt/media/f17062.txt>
</file>

<file path=ppt/media/f17063.txt>
</file>

<file path=ppt/media/f17064.txt>
</file>

<file path=ppt/media/f17065.txt>
</file>

<file path=ppt/media/f17066.txt>
</file>

<file path=ppt/media/f17067.txt>
</file>

<file path=ppt/media/f17068.txt>
</file>

<file path=ppt/media/f17069.txt>
</file>

<file path=ppt/media/f17070.txt>
</file>

<file path=ppt/media/f17071.txt>
</file>

<file path=ppt/media/f17072.txt>
</file>

<file path=ppt/media/f17073.txt>
</file>

<file path=ppt/media/f17074.txt>
</file>

<file path=ppt/media/f17075.txt>
</file>

<file path=ppt/media/f17076.txt>
</file>

<file path=ppt/media/f17077.txt>
</file>

<file path=ppt/media/f17078.txt>
</file>

<file path=ppt/media/f17079.txt>
</file>

<file path=ppt/media/f17080.txt>
</file>

<file path=ppt/media/f17081.txt>
</file>

<file path=ppt/media/f17082.txt>
</file>

<file path=ppt/media/f17083.txt>
</file>

<file path=ppt/media/f17084.txt>
</file>

<file path=ppt/media/f17085.txt>
</file>

<file path=ppt/media/f17086.txt>
</file>

<file path=ppt/media/f17087.txt>
</file>

<file path=ppt/media/f17088.txt>
</file>

<file path=ppt/media/f17089.txt>
</file>

<file path=ppt/media/f17090.txt>
</file>

<file path=ppt/media/f17091.txt>
</file>

<file path=ppt/media/f17092.txt>
</file>

<file path=ppt/media/f17093.txt>
</file>

<file path=ppt/media/f17094.txt>
</file>

<file path=ppt/media/f17095.txt>
</file>

<file path=ppt/media/f17096.txt>
</file>

<file path=ppt/media/f17097.txt>
</file>

<file path=ppt/media/f17098.txt>
</file>

<file path=ppt/media/f17099.txt>
</file>

<file path=ppt/media/f17100.txt>
</file>

<file path=ppt/media/f17101.txt>
</file>

<file path=ppt/media/f17102.txt>
</file>

<file path=ppt/media/f17103.txt>
</file>

<file path=ppt/media/f17104.txt>
</file>

<file path=ppt/media/f17105.txt>
</file>

<file path=ppt/media/f17106.txt>
</file>

<file path=ppt/media/f17107.txt>
</file>

<file path=ppt/media/f17108.txt>
</file>

<file path=ppt/media/f17109.txt>
</file>

<file path=ppt/media/f17110.txt>
</file>

<file path=ppt/media/f17111.txt>
</file>

<file path=ppt/media/f17112.txt>
</file>

<file path=ppt/media/f17113.txt>
</file>

<file path=ppt/media/f17114.txt>
</file>

<file path=ppt/media/f17115.txt>
</file>

<file path=ppt/media/f17116.txt>
</file>

<file path=ppt/media/f17117.txt>
</file>

<file path=ppt/media/f17118.txt>
</file>

<file path=ppt/media/f17119.txt>
</file>

<file path=ppt/media/f17120.txt>
</file>

<file path=ppt/media/f17121.txt>
</file>

<file path=ppt/media/f17122.txt>
</file>

<file path=ppt/media/f17123.txt>
</file>

<file path=ppt/media/f17124.txt>
</file>

<file path=ppt/media/f17125.txt>
</file>

<file path=ppt/media/f17126.txt>
</file>

<file path=ppt/media/f17127.txt>
</file>

<file path=ppt/media/f17128.txt>
</file>

<file path=ppt/media/f17129.txt>
</file>

<file path=ppt/media/f17130.txt>
</file>

<file path=ppt/media/f17131.txt>
</file>

<file path=ppt/media/f17132.txt>
</file>

<file path=ppt/media/f17133.txt>
</file>

<file path=ppt/media/f17134.txt>
</file>

<file path=ppt/media/f17135.txt>
</file>

<file path=ppt/media/f17136.txt>
</file>

<file path=ppt/media/f17137.txt>
</file>

<file path=ppt/media/f17138.txt>
</file>

<file path=ppt/media/f17139.txt>
</file>

<file path=ppt/media/f17140.txt>
</file>

<file path=ppt/media/f17141.txt>
</file>

<file path=ppt/media/f17142.txt>
</file>

<file path=ppt/media/f17143.txt>
</file>

<file path=ppt/media/f17144.txt>
</file>

<file path=ppt/media/f17145.txt>
</file>

<file path=ppt/media/f17146.txt>
</file>

<file path=ppt/media/f17147.txt>
</file>

<file path=ppt/media/f17148.txt>
</file>

<file path=ppt/media/f17149.txt>
</file>

<file path=ppt/media/f17150.txt>
</file>

<file path=ppt/media/f17151.txt>
</file>

<file path=ppt/media/f17152.txt>
</file>

<file path=ppt/media/f17153.txt>
</file>

<file path=ppt/media/f17154.txt>
</file>

<file path=ppt/media/f17155.txt>
</file>

<file path=ppt/media/f17156.txt>
</file>

<file path=ppt/media/f17157.txt>
</file>

<file path=ppt/media/f17158.txt>
</file>

<file path=ppt/media/f17159.txt>
</file>

<file path=ppt/media/f17160.txt>
</file>

<file path=ppt/media/f17161.txt>
</file>

<file path=ppt/media/f17162.txt>
</file>

<file path=ppt/media/f17163.txt>
</file>

<file path=ppt/media/f17164.txt>
</file>

<file path=ppt/media/f17165.txt>
</file>

<file path=ppt/media/f17166.txt>
</file>

<file path=ppt/media/f17167.txt>
</file>

<file path=ppt/media/f17168.txt>
</file>

<file path=ppt/media/f17169.txt>
</file>

<file path=ppt/media/f17170.txt>
</file>

<file path=ppt/media/f17171.txt>
</file>

<file path=ppt/media/f17172.txt>
</file>

<file path=ppt/media/f17173.txt>
</file>

<file path=ppt/media/f17174.txt>
</file>

<file path=ppt/media/f17175.txt>
</file>

<file path=ppt/media/f17176.txt>
</file>

<file path=ppt/media/f17177.txt>
</file>

<file path=ppt/media/f17178.txt>
</file>

<file path=ppt/media/f17179.txt>
</file>

<file path=ppt/media/f17180.txt>
</file>

<file path=ppt/media/f17181.txt>
</file>

<file path=ppt/media/f17182.txt>
</file>

<file path=ppt/media/f17183.txt>
</file>

<file path=ppt/media/f17184.txt>
</file>

<file path=ppt/media/f17185.txt>
</file>

<file path=ppt/media/f17186.txt>
</file>

<file path=ppt/media/f17187.txt>
</file>

<file path=ppt/media/f17188.txt>
</file>

<file path=ppt/media/f17189.txt>
</file>

<file path=ppt/media/f17190.txt>
</file>

<file path=ppt/media/f17191.txt>
</file>

<file path=ppt/media/f17192.txt>
</file>

<file path=ppt/media/f17193.txt>
</file>

<file path=ppt/media/f17194.txt>
</file>

<file path=ppt/media/f17195.txt>
</file>

<file path=ppt/media/f17196.txt>
</file>

<file path=ppt/media/f17197.txt>
</file>

<file path=ppt/media/f17198.txt>
</file>

<file path=ppt/media/f17199.txt>
</file>

<file path=ppt/media/f17200.txt>
</file>

<file path=ppt/media/f17201.txt>
</file>

<file path=ppt/media/f17202.txt>
</file>

<file path=ppt/media/f17203.txt>
</file>

<file path=ppt/media/f17204.txt>
</file>

<file path=ppt/media/f17205.txt>
</file>

<file path=ppt/media/f17206.txt>
</file>

<file path=ppt/media/f17207.txt>
</file>

<file path=ppt/media/f17208.txt>
</file>

<file path=ppt/media/f17209.txt>
</file>

<file path=ppt/media/f17210.txt>
</file>

<file path=ppt/media/f17211.txt>
</file>

<file path=ppt/media/f17212.txt>
</file>

<file path=ppt/media/f17213.txt>
</file>

<file path=ppt/media/f17214.txt>
</file>

<file path=ppt/media/f17215.txt>
</file>

<file path=ppt/media/f17216.txt>
</file>

<file path=ppt/media/f17217.txt>
</file>

<file path=ppt/media/f17218.txt>
</file>

<file path=ppt/media/f17219.txt>
</file>

<file path=ppt/media/f17220.txt>
</file>

<file path=ppt/media/f17221.txt>
</file>

<file path=ppt/media/f17222.txt>
</file>

<file path=ppt/media/f17223.txt>
</file>

<file path=ppt/media/f17224.txt>
</file>

<file path=ppt/media/f17225.txt>
</file>

<file path=ppt/media/f17226.txt>
</file>

<file path=ppt/media/f17227.txt>
</file>

<file path=ppt/media/f17228.txt>
</file>

<file path=ppt/media/f17229.txt>
</file>

<file path=ppt/media/f17230.txt>
</file>

<file path=ppt/media/f17231.txt>
</file>

<file path=ppt/media/f17232.txt>
</file>

<file path=ppt/media/f17233.txt>
</file>

<file path=ppt/media/f17234.txt>
</file>

<file path=ppt/media/f17235.txt>
</file>

<file path=ppt/media/f17236.txt>
</file>

<file path=ppt/media/f17237.txt>
</file>

<file path=ppt/media/f17238.txt>
</file>

<file path=ppt/media/f17239.txt>
</file>

<file path=ppt/media/f17240.txt>
</file>

<file path=ppt/media/f17241.txt>
</file>

<file path=ppt/media/f17242.txt>
</file>

<file path=ppt/media/f17243.txt>
</file>

<file path=ppt/media/f17244.txt>
</file>

<file path=ppt/media/f17245.txt>
</file>

<file path=ppt/media/f17246.txt>
</file>

<file path=ppt/media/f17247.txt>
</file>

<file path=ppt/media/f17248.txt>
</file>

<file path=ppt/media/f17249.txt>
</file>

<file path=ppt/media/f17250.txt>
</file>

<file path=ppt/media/f17251.txt>
</file>

<file path=ppt/media/f17252.txt>
</file>

<file path=ppt/media/f17253.txt>
</file>

<file path=ppt/media/f17254.txt>
</file>

<file path=ppt/media/f17255.txt>
</file>

<file path=ppt/media/f17256.txt>
</file>

<file path=ppt/media/f17257.txt>
</file>

<file path=ppt/media/f17258.txt>
</file>

<file path=ppt/media/f17259.txt>
</file>

<file path=ppt/media/f17260.txt>
</file>

<file path=ppt/media/f17261.txt>
</file>

<file path=ppt/media/f17262.txt>
</file>

<file path=ppt/media/f17263.txt>
</file>

<file path=ppt/media/f17264.txt>
</file>

<file path=ppt/media/f17265.txt>
</file>

<file path=ppt/media/f17266.txt>
</file>

<file path=ppt/media/f17267.txt>
</file>

<file path=ppt/media/f17268.txt>
</file>

<file path=ppt/media/f17269.txt>
</file>

<file path=ppt/media/f17270.txt>
</file>

<file path=ppt/media/f17271.txt>
</file>

<file path=ppt/media/f17272.txt>
</file>

<file path=ppt/media/f17273.txt>
</file>

<file path=ppt/media/f17274.txt>
</file>

<file path=ppt/media/f17275.txt>
</file>

<file path=ppt/media/f17276.txt>
</file>

<file path=ppt/media/f17277.txt>
</file>

<file path=ppt/media/f17278.txt>
</file>

<file path=ppt/media/f17279.txt>
</file>

<file path=ppt/media/f17280.txt>
</file>

<file path=ppt/media/f17281.txt>
</file>

<file path=ppt/media/f17282.txt>
</file>

<file path=ppt/media/f17283.txt>
</file>

<file path=ppt/media/f17284.txt>
</file>

<file path=ppt/media/f17285.txt>
</file>

<file path=ppt/media/f17286.txt>
</file>

<file path=ppt/media/f17287.txt>
</file>

<file path=ppt/media/f17288.txt>
</file>

<file path=ppt/media/f17289.txt>
</file>

<file path=ppt/media/f17290.txt>
</file>

<file path=ppt/media/f17291.txt>
</file>

<file path=ppt/media/f17292.txt>
</file>

<file path=ppt/media/f17293.txt>
</file>

<file path=ppt/media/f17294.txt>
</file>

<file path=ppt/media/f17295.txt>
</file>

<file path=ppt/media/f17296.txt>
</file>

<file path=ppt/media/f17297.txt>
</file>

<file path=ppt/media/f17298.txt>
</file>

<file path=ppt/media/f17299.txt>
</file>

<file path=ppt/media/f17300.txt>
</file>

<file path=ppt/media/f17301.txt>
</file>

<file path=ppt/media/f17302.txt>
</file>

<file path=ppt/media/f17303.txt>
</file>

<file path=ppt/media/f17304.txt>
</file>

<file path=ppt/media/f17305.txt>
</file>

<file path=ppt/media/f17306.txt>
</file>

<file path=ppt/media/f17307.txt>
</file>

<file path=ppt/media/f17308.txt>
</file>

<file path=ppt/media/f17309.txt>
</file>

<file path=ppt/media/f17310.txt>
</file>

<file path=ppt/media/f17311.txt>
</file>

<file path=ppt/media/f17312.txt>
</file>

<file path=ppt/media/f17313.txt>
</file>

<file path=ppt/media/f17314.txt>
</file>

<file path=ppt/media/f17315.txt>
</file>

<file path=ppt/media/f17316.txt>
</file>

<file path=ppt/media/f17317.txt>
</file>

<file path=ppt/media/f17318.txt>
</file>

<file path=ppt/media/f17319.txt>
</file>

<file path=ppt/media/f17320.txt>
</file>

<file path=ppt/media/f17321.txt>
</file>

<file path=ppt/media/f17322.txt>
</file>

<file path=ppt/media/f17323.txt>
</file>

<file path=ppt/media/f17324.txt>
</file>

<file path=ppt/media/f17325.txt>
</file>

<file path=ppt/media/f17326.txt>
</file>

<file path=ppt/media/f17327.txt>
</file>

<file path=ppt/media/f17328.txt>
</file>

<file path=ppt/media/f17329.txt>
</file>

<file path=ppt/media/f17330.txt>
</file>

<file path=ppt/media/f17331.txt>
</file>

<file path=ppt/media/f17332.txt>
</file>

<file path=ppt/media/f17333.txt>
</file>

<file path=ppt/media/f17334.txt>
</file>

<file path=ppt/media/f17335.txt>
</file>

<file path=ppt/media/f17336.txt>
</file>

<file path=ppt/media/f17337.txt>
</file>

<file path=ppt/media/f17338.txt>
</file>

<file path=ppt/media/f17339.txt>
</file>

<file path=ppt/media/f17340.txt>
</file>

<file path=ppt/media/f17341.txt>
</file>

<file path=ppt/media/f17342.txt>
</file>

<file path=ppt/media/f17343.txt>
</file>

<file path=ppt/media/f17344.txt>
</file>

<file path=ppt/media/f17345.txt>
</file>

<file path=ppt/media/f17346.txt>
</file>

<file path=ppt/media/f17347.txt>
</file>

<file path=ppt/media/f17348.txt>
</file>

<file path=ppt/media/f17349.txt>
</file>

<file path=ppt/media/f17350.txt>
</file>

<file path=ppt/media/f17351.txt>
</file>

<file path=ppt/media/f17352.txt>
</file>

<file path=ppt/media/f17353.txt>
</file>

<file path=ppt/media/f17354.txt>
</file>

<file path=ppt/media/f17355.txt>
</file>

<file path=ppt/media/f17356.txt>
</file>

<file path=ppt/media/f17357.txt>
</file>

<file path=ppt/media/f17358.txt>
</file>

<file path=ppt/media/f17359.txt>
</file>

<file path=ppt/media/f17360.txt>
</file>

<file path=ppt/media/f17361.txt>
</file>

<file path=ppt/media/f17362.txt>
</file>

<file path=ppt/media/f17363.txt>
</file>

<file path=ppt/media/f17364.txt>
</file>

<file path=ppt/media/f17365.txt>
</file>

<file path=ppt/media/f17366.txt>
</file>

<file path=ppt/media/f17367.txt>
</file>

<file path=ppt/media/f17368.txt>
</file>

<file path=ppt/media/f17369.txt>
</file>

<file path=ppt/media/f17370.txt>
</file>

<file path=ppt/media/f17371.txt>
</file>

<file path=ppt/media/f17372.txt>
</file>

<file path=ppt/media/f17373.txt>
</file>

<file path=ppt/media/f17374.txt>
</file>

<file path=ppt/media/f17375.txt>
</file>

<file path=ppt/media/f17376.txt>
</file>

<file path=ppt/media/f17377.txt>
</file>

<file path=ppt/media/f17378.txt>
</file>

<file path=ppt/media/f17379.txt>
</file>

<file path=ppt/media/f17380.txt>
</file>

<file path=ppt/media/f17381.txt>
</file>

<file path=ppt/media/f17382.txt>
</file>

<file path=ppt/media/f17383.txt>
</file>

<file path=ppt/media/f17384.txt>
</file>

<file path=ppt/media/f17385.txt>
</file>

<file path=ppt/media/f17386.txt>
</file>

<file path=ppt/media/f17387.txt>
</file>

<file path=ppt/media/f17388.txt>
</file>

<file path=ppt/media/f17389.txt>
</file>

<file path=ppt/media/f17390.txt>
</file>

<file path=ppt/media/f17391.txt>
</file>

<file path=ppt/media/f17392.txt>
</file>

<file path=ppt/media/f17393.txt>
</file>

<file path=ppt/media/f17394.txt>
</file>

<file path=ppt/media/f17395.txt>
</file>

<file path=ppt/media/f17396.txt>
</file>

<file path=ppt/media/f17397.txt>
</file>

<file path=ppt/media/f17398.txt>
</file>

<file path=ppt/media/f17399.txt>
</file>

<file path=ppt/media/f17400.txt>
</file>

<file path=ppt/media/f17401.txt>
</file>

<file path=ppt/media/f17402.txt>
</file>

<file path=ppt/media/f17403.txt>
</file>

<file path=ppt/media/f17404.txt>
</file>

<file path=ppt/media/f17405.txt>
</file>

<file path=ppt/media/f17406.txt>
</file>

<file path=ppt/media/f17407.txt>
</file>

<file path=ppt/media/f17408.txt>
</file>

<file path=ppt/media/f17409.txt>
</file>

<file path=ppt/media/f17410.txt>
</file>

<file path=ppt/media/f17411.txt>
</file>

<file path=ppt/media/f17412.txt>
</file>

<file path=ppt/media/f17413.txt>
</file>

<file path=ppt/media/f17414.txt>
</file>

<file path=ppt/media/f17415.txt>
</file>

<file path=ppt/media/f17416.txt>
</file>

<file path=ppt/media/f17417.txt>
</file>

<file path=ppt/media/f17418.txt>
</file>

<file path=ppt/media/f17419.txt>
</file>

<file path=ppt/media/f17420.txt>
</file>

<file path=ppt/media/f17421.txt>
</file>

<file path=ppt/media/f17422.txt>
</file>

<file path=ppt/media/f17423.txt>
</file>

<file path=ppt/media/f17424.txt>
</file>

<file path=ppt/media/f17425.txt>
</file>

<file path=ppt/media/f17426.txt>
</file>

<file path=ppt/media/f17427.txt>
</file>

<file path=ppt/media/f17428.txt>
</file>

<file path=ppt/media/f17429.txt>
</file>

<file path=ppt/media/f17430.txt>
</file>

<file path=ppt/media/f17431.txt>
</file>

<file path=ppt/media/f17432.txt>
</file>

<file path=ppt/media/f17433.txt>
</file>

<file path=ppt/media/f17434.txt>
</file>

<file path=ppt/media/f17435.txt>
</file>

<file path=ppt/media/f17436.txt>
</file>

<file path=ppt/media/f17437.txt>
</file>

<file path=ppt/media/f17438.txt>
</file>

<file path=ppt/media/f17439.txt>
</file>

<file path=ppt/media/f17440.txt>
</file>

<file path=ppt/media/f17441.txt>
</file>

<file path=ppt/media/f17442.txt>
</file>

<file path=ppt/media/f17443.txt>
</file>

<file path=ppt/media/f17444.txt>
</file>

<file path=ppt/media/f17445.txt>
</file>

<file path=ppt/media/f17446.txt>
</file>

<file path=ppt/media/f17447.txt>
</file>

<file path=ppt/media/f17448.txt>
</file>

<file path=ppt/media/f17449.txt>
</file>

<file path=ppt/media/f17450.txt>
</file>

<file path=ppt/media/f17451.txt>
</file>

<file path=ppt/media/f17452.txt>
</file>

<file path=ppt/media/f17453.txt>
</file>

<file path=ppt/media/f17454.txt>
</file>

<file path=ppt/media/f17455.txt>
</file>

<file path=ppt/media/f17456.txt>
</file>

<file path=ppt/media/f17457.txt>
</file>

<file path=ppt/media/f17458.txt>
</file>

<file path=ppt/media/f17459.txt>
</file>

<file path=ppt/media/f17460.txt>
</file>

<file path=ppt/media/f17461.txt>
</file>

<file path=ppt/media/f17462.txt>
</file>

<file path=ppt/media/f17463.txt>
</file>

<file path=ppt/media/f17464.txt>
</file>

<file path=ppt/media/f17465.txt>
</file>

<file path=ppt/media/f17466.txt>
</file>

<file path=ppt/media/f17467.txt>
</file>

<file path=ppt/media/f17468.txt>
</file>

<file path=ppt/media/f17469.txt>
</file>

<file path=ppt/media/f17470.txt>
</file>

<file path=ppt/media/f17471.txt>
</file>

<file path=ppt/media/f17472.txt>
</file>

<file path=ppt/media/f17473.txt>
</file>

<file path=ppt/media/f17474.txt>
</file>

<file path=ppt/media/f17475.txt>
</file>

<file path=ppt/media/f17476.txt>
</file>

<file path=ppt/media/f17477.txt>
</file>

<file path=ppt/media/f17478.txt>
</file>

<file path=ppt/media/f17479.txt>
</file>

<file path=ppt/media/f17480.txt>
</file>

<file path=ppt/media/f17481.txt>
</file>

<file path=ppt/media/f17482.txt>
</file>

<file path=ppt/media/f17483.txt>
</file>

<file path=ppt/media/f17484.txt>
</file>

<file path=ppt/media/f17485.txt>
</file>

<file path=ppt/media/f17486.txt>
</file>

<file path=ppt/media/f17487.txt>
</file>

<file path=ppt/media/f17488.txt>
</file>

<file path=ppt/media/f17489.txt>
</file>

<file path=ppt/media/f17490.txt>
</file>

<file path=ppt/media/f17491.txt>
</file>

<file path=ppt/media/f17492.txt>
</file>

<file path=ppt/media/f17493.txt>
</file>

<file path=ppt/media/f17494.txt>
</file>

<file path=ppt/media/f17495.txt>
</file>

<file path=ppt/media/f17496.txt>
</file>

<file path=ppt/media/f17497.txt>
</file>

<file path=ppt/media/f17498.txt>
</file>

<file path=ppt/media/f17499.txt>
</file>

<file path=ppt/media/f17500.txt>
</file>

<file path=ppt/media/f17501.txt>
</file>

<file path=ppt/media/f17502.txt>
</file>

<file path=ppt/media/f17503.txt>
</file>

<file path=ppt/media/f17504.txt>
</file>

<file path=ppt/media/f17505.txt>
</file>

<file path=ppt/media/f17506.txt>
</file>

<file path=ppt/media/f17507.txt>
</file>

<file path=ppt/media/f17508.txt>
</file>

<file path=ppt/media/f17509.txt>
</file>

<file path=ppt/media/f17510.txt>
</file>

<file path=ppt/media/f17511.txt>
</file>

<file path=ppt/media/f17512.txt>
</file>

<file path=ppt/media/f17513.txt>
</file>

<file path=ppt/media/f17514.txt>
</file>

<file path=ppt/media/f17515.txt>
</file>

<file path=ppt/media/f17516.txt>
</file>

<file path=ppt/media/f17517.txt>
</file>

<file path=ppt/media/f17518.txt>
</file>

<file path=ppt/media/f17519.txt>
</file>

<file path=ppt/media/f17520.txt>
</file>

<file path=ppt/media/f17521.txt>
</file>

<file path=ppt/media/f17522.txt>
</file>

<file path=ppt/media/f17523.txt>
</file>

<file path=ppt/media/f17524.txt>
</file>

<file path=ppt/media/f17525.txt>
</file>

<file path=ppt/media/f17526.txt>
</file>

<file path=ppt/media/f17527.txt>
</file>

<file path=ppt/media/f17528.txt>
</file>

<file path=ppt/media/f17529.txt>
</file>

<file path=ppt/media/f17530.txt>
</file>

<file path=ppt/media/f17531.txt>
</file>

<file path=ppt/media/f17532.txt>
</file>

<file path=ppt/media/f17533.txt>
</file>

<file path=ppt/media/f17534.txt>
</file>

<file path=ppt/media/f17535.txt>
</file>

<file path=ppt/media/f17536.txt>
</file>

<file path=ppt/media/f17537.txt>
</file>

<file path=ppt/media/f17538.txt>
</file>

<file path=ppt/media/f17539.txt>
</file>

<file path=ppt/media/f17540.txt>
</file>

<file path=ppt/media/f17541.txt>
</file>

<file path=ppt/media/f17542.txt>
</file>

<file path=ppt/media/f17543.txt>
</file>

<file path=ppt/media/f17544.txt>
</file>

<file path=ppt/media/f17545.txt>
</file>

<file path=ppt/media/f17546.txt>
</file>

<file path=ppt/media/f17547.txt>
</file>

<file path=ppt/media/f17548.txt>
</file>

<file path=ppt/media/f17549.txt>
</file>

<file path=ppt/media/f17550.txt>
</file>

<file path=ppt/media/f17551.txt>
</file>

<file path=ppt/media/f17552.txt>
</file>

<file path=ppt/media/f17553.txt>
</file>

<file path=ppt/media/f17554.txt>
</file>

<file path=ppt/media/f17555.txt>
</file>

<file path=ppt/media/f17556.txt>
</file>

<file path=ppt/media/f17557.txt>
</file>

<file path=ppt/media/f17558.txt>
</file>

<file path=ppt/media/f17559.txt>
</file>

<file path=ppt/media/f17560.txt>
</file>

<file path=ppt/media/f17561.txt>
</file>

<file path=ppt/media/f17562.txt>
</file>

<file path=ppt/media/f17563.txt>
</file>

<file path=ppt/media/f17564.txt>
</file>

<file path=ppt/media/f17565.txt>
</file>

<file path=ppt/media/f17566.txt>
</file>

<file path=ppt/media/f17567.txt>
</file>

<file path=ppt/media/f17568.txt>
</file>

<file path=ppt/media/f17569.txt>
</file>

<file path=ppt/media/f17570.txt>
</file>

<file path=ppt/media/f17571.txt>
</file>

<file path=ppt/media/f17572.txt>
</file>

<file path=ppt/media/f17573.txt>
</file>

<file path=ppt/media/f17574.txt>
</file>

<file path=ppt/media/f17575.txt>
</file>

<file path=ppt/media/f17576.txt>
</file>

<file path=ppt/media/f17577.txt>
</file>

<file path=ppt/media/f17578.txt>
</file>

<file path=ppt/media/f17579.txt>
</file>

<file path=ppt/media/f17580.txt>
</file>

<file path=ppt/media/f17581.txt>
</file>

<file path=ppt/media/f17582.txt>
</file>

<file path=ppt/media/f17583.txt>
</file>

<file path=ppt/media/f17584.txt>
</file>

<file path=ppt/media/f17585.txt>
</file>

<file path=ppt/media/f17586.txt>
</file>

<file path=ppt/media/f17587.txt>
</file>

<file path=ppt/media/f17588.txt>
</file>

<file path=ppt/media/f17589.txt>
</file>

<file path=ppt/media/f17590.txt>
</file>

<file path=ppt/media/f17591.txt>
</file>

<file path=ppt/media/f17592.txt>
</file>

<file path=ppt/media/f17593.txt>
</file>

<file path=ppt/media/f17594.txt>
</file>

<file path=ppt/media/f17595.txt>
</file>

<file path=ppt/media/f17596.txt>
</file>

<file path=ppt/media/f17597.txt>
</file>

<file path=ppt/media/f17598.txt>
</file>

<file path=ppt/media/f17599.txt>
</file>

<file path=ppt/media/f17600.txt>
</file>

<file path=ppt/media/f17601.txt>
</file>

<file path=ppt/media/f17602.txt>
</file>

<file path=ppt/media/f17603.txt>
</file>

<file path=ppt/media/f17604.txt>
</file>

<file path=ppt/media/f17605.txt>
</file>

<file path=ppt/media/f17606.txt>
</file>

<file path=ppt/media/f17607.txt>
</file>

<file path=ppt/media/f17608.txt>
</file>

<file path=ppt/media/f17609.txt>
</file>

<file path=ppt/media/f17610.txt>
</file>

<file path=ppt/media/f17611.txt>
</file>

<file path=ppt/media/f17612.txt>
</file>

<file path=ppt/media/f17613.txt>
</file>

<file path=ppt/media/f17614.txt>
</file>

<file path=ppt/media/f17615.txt>
</file>

<file path=ppt/media/f17616.txt>
</file>

<file path=ppt/media/f17617.txt>
</file>

<file path=ppt/media/f17618.txt>
</file>

<file path=ppt/media/f17619.txt>
</file>

<file path=ppt/media/f17620.txt>
</file>

<file path=ppt/media/f17621.txt>
</file>

<file path=ppt/media/f17622.txt>
</file>

<file path=ppt/media/f17623.txt>
</file>

<file path=ppt/media/f17624.txt>
</file>

<file path=ppt/media/f17625.txt>
</file>

<file path=ppt/media/f17626.txt>
</file>

<file path=ppt/media/f17627.txt>
</file>

<file path=ppt/media/f17628.txt>
</file>

<file path=ppt/media/f17629.txt>
</file>

<file path=ppt/media/f17630.txt>
</file>

<file path=ppt/media/f17631.txt>
</file>

<file path=ppt/media/f17632.txt>
</file>

<file path=ppt/media/f17633.txt>
</file>

<file path=ppt/media/f17634.txt>
</file>

<file path=ppt/media/f17635.txt>
</file>

<file path=ppt/media/f17636.txt>
</file>

<file path=ppt/media/f17637.txt>
</file>

<file path=ppt/media/f17638.txt>
</file>

<file path=ppt/media/f17639.txt>
</file>

<file path=ppt/media/f17640.txt>
</file>

<file path=ppt/media/f17641.txt>
</file>

<file path=ppt/media/f17642.txt>
</file>

<file path=ppt/media/f17643.txt>
</file>

<file path=ppt/media/f17644.txt>
</file>

<file path=ppt/media/f17645.txt>
</file>

<file path=ppt/media/f17646.txt>
</file>

<file path=ppt/media/f17647.txt>
</file>

<file path=ppt/media/f17648.txt>
</file>

<file path=ppt/media/f17649.txt>
</file>

<file path=ppt/media/f17650.txt>
</file>

<file path=ppt/media/f17651.txt>
</file>

<file path=ppt/media/f17652.txt>
</file>

<file path=ppt/media/f17653.txt>
</file>

<file path=ppt/media/f17654.txt>
</file>

<file path=ppt/media/f17655.txt>
</file>

<file path=ppt/media/f17656.txt>
</file>

<file path=ppt/media/f17657.txt>
</file>

<file path=ppt/media/f17658.txt>
</file>

<file path=ppt/media/f17659.txt>
</file>

<file path=ppt/media/f17660.txt>
</file>

<file path=ppt/media/f17661.txt>
</file>

<file path=ppt/media/f17662.txt>
</file>

<file path=ppt/media/f17663.txt>
</file>

<file path=ppt/media/f17664.txt>
</file>

<file path=ppt/media/f17665.txt>
</file>

<file path=ppt/media/f17666.txt>
</file>

<file path=ppt/media/f17667.txt>
</file>

<file path=ppt/media/f17668.txt>
</file>

<file path=ppt/media/f17669.txt>
</file>

<file path=ppt/media/f17670.txt>
</file>

<file path=ppt/media/f17671.txt>
</file>

<file path=ppt/media/f17672.txt>
</file>

<file path=ppt/media/f17673.txt>
</file>

<file path=ppt/media/f17674.txt>
</file>

<file path=ppt/media/f17675.txt>
</file>

<file path=ppt/media/f17676.txt>
</file>

<file path=ppt/media/f17677.txt>
</file>

<file path=ppt/media/f17678.txt>
</file>

<file path=ppt/media/f17679.txt>
</file>

<file path=ppt/media/f17680.txt>
</file>

<file path=ppt/media/f17681.txt>
</file>

<file path=ppt/media/f17682.txt>
</file>

<file path=ppt/media/f17683.txt>
</file>

<file path=ppt/media/f17684.txt>
</file>

<file path=ppt/media/f17685.txt>
</file>

<file path=ppt/media/f17686.txt>
</file>

<file path=ppt/media/f17687.txt>
</file>

<file path=ppt/media/f17688.txt>
</file>

<file path=ppt/media/f17689.txt>
</file>

<file path=ppt/media/f17690.txt>
</file>

<file path=ppt/media/f17691.txt>
</file>

<file path=ppt/media/f17692.txt>
</file>

<file path=ppt/media/f17693.txt>
</file>

<file path=ppt/media/f17694.txt>
</file>

<file path=ppt/media/f17695.txt>
</file>

<file path=ppt/media/f17696.txt>
</file>

<file path=ppt/media/f17697.txt>
</file>

<file path=ppt/media/f17698.txt>
</file>

<file path=ppt/media/f17699.txt>
</file>

<file path=ppt/media/f17700.txt>
</file>

<file path=ppt/media/f17701.txt>
</file>

<file path=ppt/media/f17702.txt>
</file>

<file path=ppt/media/f17703.txt>
</file>

<file path=ppt/media/f17704.txt>
</file>

<file path=ppt/media/f17705.txt>
</file>

<file path=ppt/media/f17706.txt>
</file>

<file path=ppt/media/f17707.txt>
</file>

<file path=ppt/media/f17708.txt>
</file>

<file path=ppt/media/f17709.txt>
</file>

<file path=ppt/media/f17710.txt>
</file>

<file path=ppt/media/f17711.txt>
</file>

<file path=ppt/media/f17712.txt>
</file>

<file path=ppt/media/f17713.txt>
</file>

<file path=ppt/media/f17714.txt>
</file>

<file path=ppt/media/f17715.txt>
</file>

<file path=ppt/media/f17716.txt>
</file>

<file path=ppt/media/f17717.txt>
</file>

<file path=ppt/media/f17718.txt>
</file>

<file path=ppt/media/f17719.txt>
</file>

<file path=ppt/media/f17720.txt>
</file>

<file path=ppt/media/f17721.txt>
</file>

<file path=ppt/media/f17722.txt>
</file>

<file path=ppt/media/f17723.txt>
</file>

<file path=ppt/media/f17724.txt>
</file>

<file path=ppt/media/f17725.txt>
</file>

<file path=ppt/media/f17726.txt>
</file>

<file path=ppt/media/f17727.txt>
</file>

<file path=ppt/media/f17728.txt>
</file>

<file path=ppt/media/f17729.txt>
</file>

<file path=ppt/media/f17730.txt>
</file>

<file path=ppt/media/f17731.txt>
</file>

<file path=ppt/media/f17732.txt>
</file>

<file path=ppt/media/f17733.txt>
</file>

<file path=ppt/media/f17734.txt>
</file>

<file path=ppt/media/f17735.txt>
</file>

<file path=ppt/media/f17736.txt>
</file>

<file path=ppt/media/f17737.txt>
</file>

<file path=ppt/media/f17738.txt>
</file>

<file path=ppt/media/f17739.txt>
</file>

<file path=ppt/media/f17740.txt>
</file>

<file path=ppt/media/f17741.txt>
</file>

<file path=ppt/media/f17742.txt>
</file>

<file path=ppt/media/f17743.txt>
</file>

<file path=ppt/media/f17744.txt>
</file>

<file path=ppt/media/f17745.txt>
</file>

<file path=ppt/media/f17746.txt>
</file>

<file path=ppt/media/f17747.txt>
</file>

<file path=ppt/media/f17748.txt>
</file>

<file path=ppt/media/f17749.txt>
</file>

<file path=ppt/media/f17750.txt>
</file>

<file path=ppt/media/f17751.txt>
</file>

<file path=ppt/media/f17752.txt>
</file>

<file path=ppt/media/f17753.txt>
</file>

<file path=ppt/media/f17754.txt>
</file>

<file path=ppt/media/f17755.txt>
</file>

<file path=ppt/media/f17756.txt>
</file>

<file path=ppt/media/f17757.txt>
</file>

<file path=ppt/media/f17758.txt>
</file>

<file path=ppt/media/f17759.txt>
</file>

<file path=ppt/media/f17760.txt>
</file>

<file path=ppt/media/f17761.txt>
</file>

<file path=ppt/media/f17762.txt>
</file>

<file path=ppt/media/f17763.txt>
</file>

<file path=ppt/media/f17764.txt>
</file>

<file path=ppt/media/f17765.txt>
</file>

<file path=ppt/media/f17766.txt>
</file>

<file path=ppt/media/f17767.txt>
</file>

<file path=ppt/media/f17768.txt>
</file>

<file path=ppt/media/f17769.txt>
</file>

<file path=ppt/media/f17770.txt>
</file>

<file path=ppt/media/f17771.txt>
</file>

<file path=ppt/media/f17772.txt>
</file>

<file path=ppt/media/f17773.txt>
</file>

<file path=ppt/media/f17774.txt>
</file>

<file path=ppt/media/f17775.txt>
</file>

<file path=ppt/media/f17776.txt>
</file>

<file path=ppt/media/f17777.txt>
</file>

<file path=ppt/media/f17778.txt>
</file>

<file path=ppt/media/f17779.txt>
</file>

<file path=ppt/media/f17780.txt>
</file>

<file path=ppt/media/f17781.txt>
</file>

<file path=ppt/media/f17782.txt>
</file>

<file path=ppt/media/f17783.txt>
</file>

<file path=ppt/media/f17784.txt>
</file>

<file path=ppt/media/f17785.txt>
</file>

<file path=ppt/media/f17786.txt>
</file>

<file path=ppt/media/f17787.txt>
</file>

<file path=ppt/media/f17788.txt>
</file>

<file path=ppt/media/f17789.txt>
</file>

<file path=ppt/media/f17790.txt>
</file>

<file path=ppt/media/f17791.txt>
</file>

<file path=ppt/media/f17792.txt>
</file>

<file path=ppt/media/f17793.txt>
</file>

<file path=ppt/media/f17794.txt>
</file>

<file path=ppt/media/f17795.txt>
</file>

<file path=ppt/media/f17796.txt>
</file>

<file path=ppt/media/f17797.txt>
</file>

<file path=ppt/media/f17798.txt>
</file>

<file path=ppt/media/f17799.txt>
</file>

<file path=ppt/media/f17800.txt>
</file>

<file path=ppt/media/f17801.txt>
</file>

<file path=ppt/media/f17802.txt>
</file>

<file path=ppt/media/f17803.txt>
</file>

<file path=ppt/media/f17804.txt>
</file>

<file path=ppt/media/f17805.txt>
</file>

<file path=ppt/media/f17806.txt>
</file>

<file path=ppt/media/f17807.txt>
</file>

<file path=ppt/media/f17808.txt>
</file>

<file path=ppt/media/f17809.txt>
</file>

<file path=ppt/media/f17810.txt>
</file>

<file path=ppt/media/f17811.txt>
</file>

<file path=ppt/media/f17812.txt>
</file>

<file path=ppt/media/f17813.txt>
</file>

<file path=ppt/media/f17814.txt>
</file>

<file path=ppt/media/f17815.txt>
</file>

<file path=ppt/media/f17816.txt>
</file>

<file path=ppt/media/f17817.txt>
</file>

<file path=ppt/media/f17818.txt>
</file>

<file path=ppt/media/f17819.txt>
</file>

<file path=ppt/media/f17820.txt>
</file>

<file path=ppt/media/f17821.txt>
</file>

<file path=ppt/media/f17822.txt>
</file>

<file path=ppt/media/f17823.txt>
</file>

<file path=ppt/media/f17824.txt>
</file>

<file path=ppt/media/f17825.txt>
</file>

<file path=ppt/media/f17826.txt>
</file>

<file path=ppt/media/f17827.txt>
</file>

<file path=ppt/media/f17828.txt>
</file>

<file path=ppt/media/f17829.txt>
</file>

<file path=ppt/media/f17830.txt>
</file>

<file path=ppt/media/f17831.txt>
</file>

<file path=ppt/media/f17832.txt>
</file>

<file path=ppt/media/f17833.txt>
</file>

<file path=ppt/media/f17834.txt>
</file>

<file path=ppt/media/f17835.txt>
</file>

<file path=ppt/media/f17836.txt>
</file>

<file path=ppt/media/f17837.txt>
</file>

<file path=ppt/media/f17838.txt>
</file>

<file path=ppt/media/f17839.txt>
</file>

<file path=ppt/media/f17840.txt>
</file>

<file path=ppt/media/f17841.txt>
</file>

<file path=ppt/media/f17842.txt>
</file>

<file path=ppt/media/f17843.txt>
</file>

<file path=ppt/media/f17844.txt>
</file>

<file path=ppt/media/f17845.txt>
</file>

<file path=ppt/media/f17846.txt>
</file>

<file path=ppt/media/f17847.txt>
</file>

<file path=ppt/media/f17848.txt>
</file>

<file path=ppt/media/f17849.txt>
</file>

<file path=ppt/media/f17850.txt>
</file>

<file path=ppt/media/f17851.txt>
</file>

<file path=ppt/media/f17852.txt>
</file>

<file path=ppt/media/f17853.txt>
</file>

<file path=ppt/media/f17854.txt>
</file>

<file path=ppt/media/f17855.txt>
</file>

<file path=ppt/media/f17856.txt>
</file>

<file path=ppt/media/f17857.txt>
</file>

<file path=ppt/media/f17858.txt>
</file>

<file path=ppt/media/f17859.txt>
</file>

<file path=ppt/media/f17860.txt>
</file>

<file path=ppt/media/f17861.txt>
</file>

<file path=ppt/media/f17862.txt>
</file>

<file path=ppt/media/f17863.txt>
</file>

<file path=ppt/media/f17864.txt>
</file>

<file path=ppt/media/f17865.txt>
</file>

<file path=ppt/media/f17866.txt>
</file>

<file path=ppt/media/f17867.txt>
</file>

<file path=ppt/media/f17868.txt>
</file>

<file path=ppt/media/f17869.txt>
</file>

<file path=ppt/media/f17870.txt>
</file>

<file path=ppt/media/f17871.txt>
</file>

<file path=ppt/media/f17872.txt>
</file>

<file path=ppt/media/f17873.txt>
</file>

<file path=ppt/media/f17874.txt>
</file>

<file path=ppt/media/f17875.txt>
</file>

<file path=ppt/media/f17876.txt>
</file>

<file path=ppt/media/f17877.txt>
</file>

<file path=ppt/media/f17878.txt>
</file>

<file path=ppt/media/f17879.txt>
</file>

<file path=ppt/media/f17880.txt>
</file>

<file path=ppt/media/f17881.txt>
</file>

<file path=ppt/media/f17882.txt>
</file>

<file path=ppt/media/f17883.txt>
</file>

<file path=ppt/media/f17884.txt>
</file>

<file path=ppt/media/f17885.txt>
</file>

<file path=ppt/media/f17886.txt>
</file>

<file path=ppt/media/f17887.txt>
</file>

<file path=ppt/media/f17888.txt>
</file>

<file path=ppt/media/f17889.txt>
</file>

<file path=ppt/media/f17890.txt>
</file>

<file path=ppt/media/f17891.txt>
</file>

<file path=ppt/media/f17892.txt>
</file>

<file path=ppt/media/f17893.txt>
</file>

<file path=ppt/media/f17894.txt>
</file>

<file path=ppt/media/f17895.txt>
</file>

<file path=ppt/media/f17896.txt>
</file>

<file path=ppt/media/f17897.txt>
</file>

<file path=ppt/media/f17898.txt>
</file>

<file path=ppt/media/f17899.txt>
</file>

<file path=ppt/media/f17900.txt>
</file>

<file path=ppt/media/f17901.txt>
</file>

<file path=ppt/media/f17902.txt>
</file>

<file path=ppt/media/f17903.txt>
</file>

<file path=ppt/media/f17904.txt>
</file>

<file path=ppt/media/f17905.txt>
</file>

<file path=ppt/media/f17906.txt>
</file>

<file path=ppt/media/f17907.txt>
</file>

<file path=ppt/media/f17908.txt>
</file>

<file path=ppt/media/f17909.txt>
</file>

<file path=ppt/media/f17910.txt>
</file>

<file path=ppt/media/f17911.txt>
</file>

<file path=ppt/media/f17912.txt>
</file>

<file path=ppt/media/f17913.txt>
</file>

<file path=ppt/media/f17914.txt>
</file>

<file path=ppt/media/f17915.txt>
</file>

<file path=ppt/media/f17916.txt>
</file>

<file path=ppt/media/f17917.txt>
</file>

<file path=ppt/media/f17918.txt>
</file>

<file path=ppt/media/f17919.txt>
</file>

<file path=ppt/media/f17920.txt>
</file>

<file path=ppt/media/f17921.txt>
</file>

<file path=ppt/media/f17922.txt>
</file>

<file path=ppt/media/f17923.txt>
</file>

<file path=ppt/media/f17924.txt>
</file>

<file path=ppt/media/f17925.txt>
</file>

<file path=ppt/media/f17926.txt>
</file>

<file path=ppt/media/f17927.txt>
</file>

<file path=ppt/media/f17928.txt>
</file>

<file path=ppt/media/f17929.txt>
</file>

<file path=ppt/media/f17930.txt>
</file>

<file path=ppt/media/f17931.txt>
</file>

<file path=ppt/media/f17932.txt>
</file>

<file path=ppt/media/f17933.txt>
</file>

<file path=ppt/media/f17934.txt>
</file>

<file path=ppt/media/f17935.txt>
</file>

<file path=ppt/media/f17936.txt>
</file>

<file path=ppt/media/f17937.txt>
</file>

<file path=ppt/media/f17938.txt>
</file>

<file path=ppt/media/f17939.txt>
</file>

<file path=ppt/media/f17940.txt>
</file>

<file path=ppt/media/f17941.txt>
</file>

<file path=ppt/media/f17942.txt>
</file>

<file path=ppt/media/f17943.txt>
</file>

<file path=ppt/media/f17944.txt>
</file>

<file path=ppt/media/f17945.txt>
</file>

<file path=ppt/media/f17946.txt>
</file>

<file path=ppt/media/f17947.txt>
</file>

<file path=ppt/media/f17948.txt>
</file>

<file path=ppt/media/f17949.txt>
</file>

<file path=ppt/media/f17950.txt>
</file>

<file path=ppt/media/f17951.txt>
</file>

<file path=ppt/media/f17952.txt>
</file>

<file path=ppt/media/f17953.txt>
</file>

<file path=ppt/media/f17954.txt>
</file>

<file path=ppt/media/f17955.txt>
</file>

<file path=ppt/media/f17956.txt>
</file>

<file path=ppt/media/f17957.txt>
</file>

<file path=ppt/media/f17958.txt>
</file>

<file path=ppt/media/f17959.txt>
</file>

<file path=ppt/media/f17960.txt>
</file>

<file path=ppt/media/f17961.txt>
</file>

<file path=ppt/media/f17962.txt>
</file>

<file path=ppt/media/f17963.txt>
</file>

<file path=ppt/media/f17964.txt>
</file>

<file path=ppt/media/f17965.txt>
</file>

<file path=ppt/media/f17966.txt>
</file>

<file path=ppt/media/f17967.txt>
</file>

<file path=ppt/media/f17968.txt>
</file>

<file path=ppt/media/f17969.txt>
</file>

<file path=ppt/media/f17970.txt>
</file>

<file path=ppt/media/f17971.txt>
</file>

<file path=ppt/media/f17972.txt>
</file>

<file path=ppt/media/f17973.txt>
</file>

<file path=ppt/media/f17974.txt>
</file>

<file path=ppt/media/f17975.txt>
</file>

<file path=ppt/media/f17976.txt>
</file>

<file path=ppt/media/f17977.txt>
</file>

<file path=ppt/media/f17978.txt>
</file>

<file path=ppt/media/f17979.txt>
</file>

<file path=ppt/media/f17980.txt>
</file>

<file path=ppt/media/f17981.txt>
</file>

<file path=ppt/media/f17982.txt>
</file>

<file path=ppt/media/f17983.txt>
</file>

<file path=ppt/media/f17984.txt>
</file>

<file path=ppt/media/f17985.txt>
</file>

<file path=ppt/media/f17986.txt>
</file>

<file path=ppt/media/f17987.txt>
</file>

<file path=ppt/media/f17988.txt>
</file>

<file path=ppt/media/f17989.txt>
</file>

<file path=ppt/media/f17990.txt>
</file>

<file path=ppt/media/f17991.txt>
</file>

<file path=ppt/media/f17992.txt>
</file>

<file path=ppt/media/f17993.txt>
</file>

<file path=ppt/media/f17994.txt>
</file>

<file path=ppt/media/f17995.txt>
</file>

<file path=ppt/media/f17996.txt>
</file>

<file path=ppt/media/f17997.txt>
</file>

<file path=ppt/media/f17998.txt>
</file>

<file path=ppt/media/f17999.txt>
</file>

<file path=ppt/media/f18000.txt>
</file>

<file path=ppt/media/f18001.txt>
</file>

<file path=ppt/media/f18002.txt>
</file>

<file path=ppt/media/f18003.txt>
</file>

<file path=ppt/media/f18004.txt>
</file>

<file path=ppt/media/f18005.txt>
</file>

<file path=ppt/media/f18006.txt>
</file>

<file path=ppt/media/f18007.txt>
</file>

<file path=ppt/media/f18008.txt>
</file>

<file path=ppt/media/f18009.txt>
</file>

<file path=ppt/media/f18010.txt>
</file>

<file path=ppt/media/f18011.txt>
</file>

<file path=ppt/media/f18012.txt>
</file>

<file path=ppt/media/f18013.txt>
</file>

<file path=ppt/media/f18014.txt>
</file>

<file path=ppt/media/f18015.txt>
</file>

<file path=ppt/media/f18016.txt>
</file>

<file path=ppt/media/f18017.txt>
</file>

<file path=ppt/media/f18018.txt>
</file>

<file path=ppt/media/f18019.txt>
</file>

<file path=ppt/media/f18020.txt>
</file>

<file path=ppt/media/f18021.txt>
</file>

<file path=ppt/media/f18022.txt>
</file>

<file path=ppt/media/f18023.txt>
</file>

<file path=ppt/media/f18024.txt>
</file>

<file path=ppt/media/f18025.txt>
</file>

<file path=ppt/media/f18026.txt>
</file>

<file path=ppt/media/f18027.txt>
</file>

<file path=ppt/media/f18028.txt>
</file>

<file path=ppt/media/f18029.txt>
</file>

<file path=ppt/media/f18030.txt>
</file>

<file path=ppt/media/f18031.txt>
</file>

<file path=ppt/media/f18032.txt>
</file>

<file path=ppt/media/f18033.txt>
</file>

<file path=ppt/media/f18034.txt>
</file>

<file path=ppt/media/f18035.txt>
</file>

<file path=ppt/media/f18036.txt>
</file>

<file path=ppt/media/f18037.txt>
</file>

<file path=ppt/media/f18038.txt>
</file>

<file path=ppt/media/f18039.txt>
</file>

<file path=ppt/media/f18040.txt>
</file>

<file path=ppt/media/f18041.txt>
</file>

<file path=ppt/media/f18042.txt>
</file>

<file path=ppt/media/f18043.txt>
</file>

<file path=ppt/media/f18044.txt>
</file>

<file path=ppt/media/f18045.txt>
</file>

<file path=ppt/media/f18046.txt>
</file>

<file path=ppt/media/f18047.txt>
</file>

<file path=ppt/media/f18048.txt>
</file>

<file path=ppt/media/f18049.txt>
</file>

<file path=ppt/media/f18050.txt>
</file>

<file path=ppt/media/f18051.txt>
</file>

<file path=ppt/media/f18052.txt>
</file>

<file path=ppt/media/f18053.txt>
</file>

<file path=ppt/media/f18054.txt>
</file>

<file path=ppt/media/f18055.txt>
</file>

<file path=ppt/media/f18056.txt>
</file>

<file path=ppt/media/f18057.txt>
</file>

<file path=ppt/media/f18058.txt>
</file>

<file path=ppt/media/f18059.txt>
</file>

<file path=ppt/media/f18060.txt>
</file>

<file path=ppt/media/f18061.txt>
</file>

<file path=ppt/media/f18062.txt>
</file>

<file path=ppt/media/f18063.txt>
</file>

<file path=ppt/media/f18064.txt>
</file>

<file path=ppt/media/f18065.txt>
</file>

<file path=ppt/media/f18066.txt>
</file>

<file path=ppt/media/f18067.txt>
</file>

<file path=ppt/media/f18068.txt>
</file>

<file path=ppt/media/f18069.txt>
</file>

<file path=ppt/media/f18070.txt>
</file>

<file path=ppt/media/f18071.txt>
</file>

<file path=ppt/media/f18072.txt>
</file>

<file path=ppt/media/f18073.txt>
</file>

<file path=ppt/media/f18074.txt>
</file>

<file path=ppt/media/f18075.txt>
</file>

<file path=ppt/media/f18076.txt>
</file>

<file path=ppt/media/f18077.txt>
</file>

<file path=ppt/media/f18078.txt>
</file>

<file path=ppt/media/f18079.txt>
</file>

<file path=ppt/media/f18080.txt>
</file>

<file path=ppt/media/f18081.txt>
</file>

<file path=ppt/media/f18082.txt>
</file>

<file path=ppt/media/f18083.txt>
</file>

<file path=ppt/media/f18084.txt>
</file>

<file path=ppt/media/f18085.txt>
</file>

<file path=ppt/media/f18086.txt>
</file>

<file path=ppt/media/f18087.txt>
</file>

<file path=ppt/media/f18088.txt>
</file>

<file path=ppt/media/f18089.txt>
</file>

<file path=ppt/media/f18090.txt>
</file>

<file path=ppt/media/f18091.txt>
</file>

<file path=ppt/media/f18092.txt>
</file>

<file path=ppt/media/f18093.txt>
</file>

<file path=ppt/media/f18094.txt>
</file>

<file path=ppt/media/f18095.txt>
</file>

<file path=ppt/media/f18096.txt>
</file>

<file path=ppt/media/f18097.txt>
</file>

<file path=ppt/media/f18098.txt>
</file>

<file path=ppt/media/f18099.txt>
</file>

<file path=ppt/media/f18100.txt>
</file>

<file path=ppt/media/f18101.txt>
</file>

<file path=ppt/media/f18102.txt>
</file>

<file path=ppt/media/f18103.txt>
</file>

<file path=ppt/media/f18104.txt>
</file>

<file path=ppt/media/f18105.txt>
</file>

<file path=ppt/media/f18106.txt>
</file>

<file path=ppt/media/f18107.txt>
</file>

<file path=ppt/media/f18108.txt>
</file>

<file path=ppt/media/f18109.txt>
</file>

<file path=ppt/media/f18110.txt>
</file>

<file path=ppt/media/f18111.txt>
</file>

<file path=ppt/media/f18112.txt>
</file>

<file path=ppt/media/f18113.txt>
</file>

<file path=ppt/media/f18114.txt>
</file>

<file path=ppt/media/f18115.txt>
</file>

<file path=ppt/media/f18116.txt>
</file>

<file path=ppt/media/f18117.txt>
</file>

<file path=ppt/media/f18118.txt>
</file>

<file path=ppt/media/f18119.txt>
</file>

<file path=ppt/media/f18120.txt>
</file>

<file path=ppt/media/f18121.txt>
</file>

<file path=ppt/media/f18122.txt>
</file>

<file path=ppt/media/f18123.txt>
</file>

<file path=ppt/media/f18124.txt>
</file>

<file path=ppt/media/f18125.txt>
</file>

<file path=ppt/media/f18126.txt>
</file>

<file path=ppt/media/f18127.txt>
</file>

<file path=ppt/media/f18128.txt>
</file>

<file path=ppt/media/f18129.txt>
</file>

<file path=ppt/media/f18130.txt>
</file>

<file path=ppt/media/f18131.txt>
</file>

<file path=ppt/media/f18132.txt>
</file>

<file path=ppt/media/f18133.txt>
</file>

<file path=ppt/media/f18134.txt>
</file>

<file path=ppt/media/f18135.txt>
</file>

<file path=ppt/media/f18136.txt>
</file>

<file path=ppt/media/f18137.txt>
</file>

<file path=ppt/media/f18138.txt>
</file>

<file path=ppt/media/f18139.txt>
</file>

<file path=ppt/media/f18140.txt>
</file>

<file path=ppt/media/f18141.txt>
</file>

<file path=ppt/media/f18142.txt>
</file>

<file path=ppt/media/f18143.txt>
</file>

<file path=ppt/media/f18144.txt>
</file>

<file path=ppt/media/f18145.txt>
</file>

<file path=ppt/media/f18146.txt>
</file>

<file path=ppt/media/f18147.txt>
</file>

<file path=ppt/media/f18148.txt>
</file>

<file path=ppt/media/f18149.txt>
</file>

<file path=ppt/media/f18150.txt>
</file>

<file path=ppt/media/f18151.txt>
</file>

<file path=ppt/media/f18152.txt>
</file>

<file path=ppt/media/f18153.txt>
</file>

<file path=ppt/media/f18154.txt>
</file>

<file path=ppt/media/f18155.txt>
</file>

<file path=ppt/media/f18156.txt>
</file>

<file path=ppt/media/f18157.txt>
</file>

<file path=ppt/media/f18158.txt>
</file>

<file path=ppt/media/f18159.txt>
</file>

<file path=ppt/media/f18160.txt>
</file>

<file path=ppt/media/f18161.txt>
</file>

<file path=ppt/media/f18162.txt>
</file>

<file path=ppt/media/f18163.txt>
</file>

<file path=ppt/media/f18164.txt>
</file>

<file path=ppt/media/f18165.txt>
</file>

<file path=ppt/media/f18166.txt>
</file>

<file path=ppt/media/f18167.txt>
</file>

<file path=ppt/media/f18168.txt>
</file>

<file path=ppt/media/f18169.txt>
</file>

<file path=ppt/media/f18170.txt>
</file>

<file path=ppt/media/f18171.txt>
</file>

<file path=ppt/media/f18172.txt>
</file>

<file path=ppt/media/f18173.txt>
</file>

<file path=ppt/media/f18174.txt>
</file>

<file path=ppt/media/f18175.txt>
</file>

<file path=ppt/media/f18176.txt>
</file>

<file path=ppt/media/f18177.txt>
</file>

<file path=ppt/media/f18178.txt>
</file>

<file path=ppt/media/f18179.txt>
</file>

<file path=ppt/media/f18180.txt>
</file>

<file path=ppt/media/f18181.txt>
</file>

<file path=ppt/media/f18182.txt>
</file>

<file path=ppt/media/f18183.txt>
</file>

<file path=ppt/media/f18184.txt>
</file>

<file path=ppt/media/f18185.txt>
</file>

<file path=ppt/media/f18186.txt>
</file>

<file path=ppt/media/f18187.txt>
</file>

<file path=ppt/media/f18188.txt>
</file>

<file path=ppt/media/f18189.txt>
</file>

<file path=ppt/media/f18190.txt>
</file>

<file path=ppt/media/f18191.txt>
</file>

<file path=ppt/media/f18192.txt>
</file>

<file path=ppt/media/f18193.txt>
</file>

<file path=ppt/media/f18194.txt>
</file>

<file path=ppt/media/f18195.txt>
</file>

<file path=ppt/media/f18196.txt>
</file>

<file path=ppt/media/f18197.txt>
</file>

<file path=ppt/media/f18198.txt>
</file>

<file path=ppt/media/f18199.txt>
</file>

<file path=ppt/media/f18200.txt>
</file>

<file path=ppt/media/f18201.txt>
</file>

<file path=ppt/media/f18202.txt>
</file>

<file path=ppt/media/f18203.txt>
</file>

<file path=ppt/media/f18204.txt>
</file>

<file path=ppt/media/f18205.txt>
</file>

<file path=ppt/media/f18206.txt>
</file>

<file path=ppt/media/f18207.txt>
</file>

<file path=ppt/media/f18208.txt>
</file>

<file path=ppt/media/f18209.txt>
</file>

<file path=ppt/media/f18210.txt>
</file>

<file path=ppt/media/f18211.txt>
</file>

<file path=ppt/media/f18212.txt>
</file>

<file path=ppt/media/f18213.txt>
</file>

<file path=ppt/media/f18214.txt>
</file>

<file path=ppt/media/f18215.txt>
</file>

<file path=ppt/media/f18216.txt>
</file>

<file path=ppt/media/f18217.txt>
</file>

<file path=ppt/media/f18218.txt>
</file>

<file path=ppt/media/f18219.txt>
</file>

<file path=ppt/media/f18220.txt>
</file>

<file path=ppt/media/f18221.txt>
</file>

<file path=ppt/media/f18222.txt>
</file>

<file path=ppt/media/f18223.txt>
</file>

<file path=ppt/media/f18224.txt>
</file>

<file path=ppt/media/f18225.txt>
</file>

<file path=ppt/media/f18226.txt>
</file>

<file path=ppt/media/f18227.txt>
</file>

<file path=ppt/media/f18228.txt>
</file>

<file path=ppt/media/f18229.txt>
</file>

<file path=ppt/media/f18230.txt>
</file>

<file path=ppt/media/f18231.txt>
</file>

<file path=ppt/media/f18232.txt>
</file>

<file path=ppt/media/f18233.txt>
</file>

<file path=ppt/media/f18234.txt>
</file>

<file path=ppt/media/f18235.txt>
</file>

<file path=ppt/media/f18236.txt>
</file>

<file path=ppt/media/f18237.txt>
</file>

<file path=ppt/media/f18238.txt>
</file>

<file path=ppt/media/f18239.txt>
</file>

<file path=ppt/media/f18240.txt>
</file>

<file path=ppt/media/f18241.txt>
</file>

<file path=ppt/media/f18242.txt>
</file>

<file path=ppt/media/f18243.txt>
</file>

<file path=ppt/media/f18244.txt>
</file>

<file path=ppt/media/f18245.txt>
</file>

<file path=ppt/media/f18246.txt>
</file>

<file path=ppt/media/f18247.txt>
</file>

<file path=ppt/media/f18248.txt>
</file>

<file path=ppt/media/f18249.txt>
</file>

<file path=ppt/media/f18250.txt>
</file>

<file path=ppt/media/f18251.txt>
</file>

<file path=ppt/media/f18252.txt>
</file>

<file path=ppt/media/f18253.txt>
</file>

<file path=ppt/media/f18254.txt>
</file>

<file path=ppt/media/f18255.txt>
</file>

<file path=ppt/media/f18256.txt>
</file>

<file path=ppt/media/f18257.txt>
</file>

<file path=ppt/media/f18258.txt>
</file>

<file path=ppt/media/f18259.txt>
</file>

<file path=ppt/media/f18260.txt>
</file>

<file path=ppt/media/f18261.txt>
</file>

<file path=ppt/media/f18262.txt>
</file>

<file path=ppt/media/f18263.txt>
</file>

<file path=ppt/media/f18264.txt>
</file>

<file path=ppt/media/f18265.txt>
</file>

<file path=ppt/media/f18266.txt>
</file>

<file path=ppt/media/f18267.txt>
</file>

<file path=ppt/media/f18268.txt>
</file>

<file path=ppt/media/f18269.txt>
</file>

<file path=ppt/media/f18270.txt>
</file>

<file path=ppt/media/f18271.txt>
</file>

<file path=ppt/media/f18272.txt>
</file>

<file path=ppt/media/f18273.txt>
</file>

<file path=ppt/media/f18274.txt>
</file>

<file path=ppt/media/f18275.txt>
</file>

<file path=ppt/media/f18276.txt>
</file>

<file path=ppt/media/f18277.txt>
</file>

<file path=ppt/media/f18278.txt>
</file>

<file path=ppt/media/f18279.txt>
</file>

<file path=ppt/media/f18280.txt>
</file>

<file path=ppt/media/f18281.txt>
</file>

<file path=ppt/media/f18282.txt>
</file>

<file path=ppt/media/f18283.txt>
</file>

<file path=ppt/media/f18284.txt>
</file>

<file path=ppt/media/f18285.txt>
</file>

<file path=ppt/media/f18286.txt>
</file>

<file path=ppt/media/f18287.txt>
</file>

<file path=ppt/media/f18288.txt>
</file>

<file path=ppt/media/f18289.txt>
</file>

<file path=ppt/media/f18290.txt>
</file>

<file path=ppt/media/f18291.txt>
</file>

<file path=ppt/media/f18292.txt>
</file>

<file path=ppt/media/f18293.txt>
</file>

<file path=ppt/media/f18294.txt>
</file>

<file path=ppt/media/f18295.txt>
</file>

<file path=ppt/media/f18296.txt>
</file>

<file path=ppt/media/f18297.txt>
</file>

<file path=ppt/media/f18298.txt>
</file>

<file path=ppt/media/f18299.txt>
</file>

<file path=ppt/media/f18300.txt>
</file>

<file path=ppt/media/f18301.txt>
</file>

<file path=ppt/media/f18302.txt>
</file>

<file path=ppt/media/f18303.txt>
</file>

<file path=ppt/media/f18304.txt>
</file>

<file path=ppt/media/f18305.txt>
</file>

<file path=ppt/media/f18306.txt>
</file>

<file path=ppt/media/f18307.txt>
</file>

<file path=ppt/media/f18308.txt>
</file>

<file path=ppt/media/f18309.txt>
</file>

<file path=ppt/media/f18310.txt>
</file>

<file path=ppt/media/f18311.txt>
</file>

<file path=ppt/media/f18312.txt>
</file>

<file path=ppt/media/f18313.txt>
</file>

<file path=ppt/media/f18314.txt>
</file>

<file path=ppt/media/f18315.txt>
</file>

<file path=ppt/media/f18316.txt>
</file>

<file path=ppt/media/f18317.txt>
</file>

<file path=ppt/media/f18318.txt>
</file>

<file path=ppt/media/f18319.txt>
</file>

<file path=ppt/media/f18320.txt>
</file>

<file path=ppt/media/f18321.txt>
</file>

<file path=ppt/media/f18322.txt>
</file>

<file path=ppt/media/f18323.txt>
</file>

<file path=ppt/media/f18324.txt>
</file>

<file path=ppt/media/f18325.txt>
</file>

<file path=ppt/media/f18326.txt>
</file>

<file path=ppt/media/f18327.txt>
</file>

<file path=ppt/media/f18328.txt>
</file>

<file path=ppt/media/f18329.txt>
</file>

<file path=ppt/media/f18330.txt>
</file>

<file path=ppt/media/f18331.txt>
</file>

<file path=ppt/media/f18332.txt>
</file>

<file path=ppt/media/f18333.txt>
</file>

<file path=ppt/media/f18334.txt>
</file>

<file path=ppt/media/f18335.txt>
</file>

<file path=ppt/media/f18336.txt>
</file>

<file path=ppt/media/f18337.txt>
</file>

<file path=ppt/media/f18338.txt>
</file>

<file path=ppt/media/f18339.txt>
</file>

<file path=ppt/media/f18340.txt>
</file>

<file path=ppt/media/f18341.txt>
</file>

<file path=ppt/media/f18342.txt>
</file>

<file path=ppt/media/f18343.txt>
</file>

<file path=ppt/media/f18344.txt>
</file>

<file path=ppt/media/f18345.txt>
</file>

<file path=ppt/media/f18346.txt>
</file>

<file path=ppt/media/f18347.txt>
</file>

<file path=ppt/media/f18348.txt>
</file>

<file path=ppt/media/f18349.txt>
</file>

<file path=ppt/media/f18350.txt>
</file>

<file path=ppt/media/f18351.txt>
</file>

<file path=ppt/media/f18352.txt>
</file>

<file path=ppt/media/f18353.txt>
</file>

<file path=ppt/media/f18354.txt>
</file>

<file path=ppt/media/f18355.txt>
</file>

<file path=ppt/media/f18356.txt>
</file>

<file path=ppt/media/f18357.txt>
</file>

<file path=ppt/media/f18358.txt>
</file>

<file path=ppt/media/f18359.txt>
</file>

<file path=ppt/media/f18360.txt>
</file>

<file path=ppt/media/f18361.txt>
</file>

<file path=ppt/media/f18362.txt>
</file>

<file path=ppt/media/f18363.txt>
</file>

<file path=ppt/media/f18364.txt>
</file>

<file path=ppt/media/f18365.txt>
</file>

<file path=ppt/media/f18366.txt>
</file>

<file path=ppt/media/f18367.txt>
</file>

<file path=ppt/media/f18368.txt>
</file>

<file path=ppt/media/f18369.txt>
</file>

<file path=ppt/media/f18370.txt>
</file>

<file path=ppt/media/f18371.txt>
</file>

<file path=ppt/media/f18372.txt>
</file>

<file path=ppt/media/f18373.txt>
</file>

<file path=ppt/media/f18374.txt>
</file>

<file path=ppt/media/f18375.txt>
</file>

<file path=ppt/media/f18376.txt>
</file>

<file path=ppt/media/f18377.txt>
</file>

<file path=ppt/media/f18378.txt>
</file>

<file path=ppt/media/f18379.txt>
</file>

<file path=ppt/media/f18380.txt>
</file>

<file path=ppt/media/f18381.txt>
</file>

<file path=ppt/media/f18382.txt>
</file>

<file path=ppt/media/f18383.txt>
</file>

<file path=ppt/media/f18384.txt>
</file>

<file path=ppt/media/f18385.txt>
</file>

<file path=ppt/media/f18386.txt>
</file>

<file path=ppt/media/f18387.txt>
</file>

<file path=ppt/media/f18388.txt>
</file>

<file path=ppt/media/f18389.txt>
</file>

<file path=ppt/media/f18390.txt>
</file>

<file path=ppt/media/f18391.txt>
</file>

<file path=ppt/media/f18392.txt>
</file>

<file path=ppt/media/f18393.txt>
</file>

<file path=ppt/media/f18394.txt>
</file>

<file path=ppt/media/f18395.txt>
</file>

<file path=ppt/media/f18396.txt>
</file>

<file path=ppt/media/f18397.txt>
</file>

<file path=ppt/media/f18398.txt>
</file>

<file path=ppt/media/f18399.txt>
</file>

<file path=ppt/media/f18400.txt>
</file>

<file path=ppt/media/f18401.txt>
</file>

<file path=ppt/media/f18402.txt>
</file>

<file path=ppt/media/f18403.txt>
</file>

<file path=ppt/media/f18404.txt>
</file>

<file path=ppt/media/f18405.txt>
</file>

<file path=ppt/media/f18406.txt>
</file>

<file path=ppt/media/f18407.txt>
</file>

<file path=ppt/media/f18408.txt>
</file>

<file path=ppt/media/f18409.txt>
</file>

<file path=ppt/media/f18410.txt>
</file>

<file path=ppt/media/f18411.txt>
</file>

<file path=ppt/media/f18412.txt>
</file>

<file path=ppt/media/f18413.txt>
</file>

<file path=ppt/media/f18414.txt>
</file>

<file path=ppt/media/f18415.txt>
</file>

<file path=ppt/media/f18416.txt>
</file>

<file path=ppt/media/f18417.txt>
</file>

<file path=ppt/media/f18418.txt>
</file>

<file path=ppt/media/f18419.txt>
</file>

<file path=ppt/media/f18420.txt>
</file>

<file path=ppt/media/f18421.txt>
</file>

<file path=ppt/media/f18422.txt>
</file>

<file path=ppt/media/f18423.txt>
</file>

<file path=ppt/media/f18424.txt>
</file>

<file path=ppt/media/f18425.txt>
</file>

<file path=ppt/media/f18426.txt>
</file>

<file path=ppt/media/f18427.txt>
</file>

<file path=ppt/media/f18428.txt>
</file>

<file path=ppt/media/f18429.txt>
</file>

<file path=ppt/media/f18430.txt>
</file>

<file path=ppt/media/f18431.txt>
</file>

<file path=ppt/media/f18432.txt>
</file>

<file path=ppt/media/f18433.txt>
</file>

<file path=ppt/media/f18434.txt>
</file>

<file path=ppt/media/f18435.txt>
</file>

<file path=ppt/media/f18436.txt>
</file>

<file path=ppt/media/f18437.txt>
</file>

<file path=ppt/media/f18438.txt>
</file>

<file path=ppt/media/f18439.txt>
</file>

<file path=ppt/media/f18440.txt>
</file>

<file path=ppt/media/f18441.txt>
</file>

<file path=ppt/media/f18442.txt>
</file>

<file path=ppt/media/f18443.txt>
</file>

<file path=ppt/media/f18444.txt>
</file>

<file path=ppt/media/f18445.txt>
</file>

<file path=ppt/media/f18446.txt>
</file>

<file path=ppt/media/f18447.txt>
</file>

<file path=ppt/media/f18448.txt>
</file>

<file path=ppt/media/f18449.txt>
</file>

<file path=ppt/media/f18450.txt>
</file>

<file path=ppt/media/f18451.txt>
</file>

<file path=ppt/media/f18452.txt>
</file>

<file path=ppt/media/f18453.txt>
</file>

<file path=ppt/media/f18454.txt>
</file>

<file path=ppt/media/f18455.txt>
</file>

<file path=ppt/media/f18456.txt>
</file>

<file path=ppt/media/f18457.txt>
</file>

<file path=ppt/media/f18458.txt>
</file>

<file path=ppt/media/f18459.txt>
</file>

<file path=ppt/media/f18460.txt>
</file>

<file path=ppt/media/f18461.txt>
</file>

<file path=ppt/media/f18462.txt>
</file>

<file path=ppt/media/f18463.txt>
</file>

<file path=ppt/media/f18464.txt>
</file>

<file path=ppt/media/f18465.txt>
</file>

<file path=ppt/media/f18466.txt>
</file>

<file path=ppt/media/f18467.txt>
</file>

<file path=ppt/media/f18468.txt>
</file>

<file path=ppt/media/f18469.txt>
</file>

<file path=ppt/media/f18470.txt>
</file>

<file path=ppt/media/f18471.txt>
</file>

<file path=ppt/media/f18472.txt>
</file>

<file path=ppt/media/f18473.txt>
</file>

<file path=ppt/media/f18474.txt>
</file>

<file path=ppt/media/f18475.txt>
</file>

<file path=ppt/media/f18476.txt>
</file>

<file path=ppt/media/f18477.txt>
</file>

<file path=ppt/media/f18478.txt>
</file>

<file path=ppt/media/f18479.txt>
</file>

<file path=ppt/media/f18480.txt>
</file>

<file path=ppt/media/f18481.txt>
</file>

<file path=ppt/media/f18482.txt>
</file>

<file path=ppt/media/f18483.txt>
</file>

<file path=ppt/media/f18484.txt>
</file>

<file path=ppt/media/f18485.txt>
</file>

<file path=ppt/media/f18486.txt>
</file>

<file path=ppt/media/f18487.txt>
</file>

<file path=ppt/media/f18488.txt>
</file>

<file path=ppt/media/f18489.txt>
</file>

<file path=ppt/media/f18490.txt>
</file>

<file path=ppt/media/f18491.txt>
</file>

<file path=ppt/media/f18492.txt>
</file>

<file path=ppt/media/f18493.txt>
</file>

<file path=ppt/media/f18494.txt>
</file>

<file path=ppt/media/f18495.txt>
</file>

<file path=ppt/media/f18496.txt>
</file>

<file path=ppt/media/f18497.txt>
</file>

<file path=ppt/media/f18498.txt>
</file>

<file path=ppt/media/f18499.txt>
</file>

<file path=ppt/media/f18500.txt>
</file>

<file path=ppt/media/f18501.txt>
</file>

<file path=ppt/media/f18502.txt>
</file>

<file path=ppt/media/f18503.txt>
</file>

<file path=ppt/media/f18504.txt>
</file>

<file path=ppt/media/f18505.txt>
</file>

<file path=ppt/media/f18506.txt>
</file>

<file path=ppt/media/f18507.txt>
</file>

<file path=ppt/media/f18508.txt>
</file>

<file path=ppt/media/f18509.txt>
</file>

<file path=ppt/media/f18510.txt>
</file>

<file path=ppt/media/f18511.txt>
</file>

<file path=ppt/media/f18512.txt>
</file>

<file path=ppt/media/f18513.txt>
</file>

<file path=ppt/media/f18514.txt>
</file>

<file path=ppt/media/f18515.txt>
</file>

<file path=ppt/media/f18516.txt>
</file>

<file path=ppt/media/f18517.txt>
</file>

<file path=ppt/media/f18518.txt>
</file>

<file path=ppt/media/f18519.txt>
</file>

<file path=ppt/media/f18520.txt>
</file>

<file path=ppt/media/f18521.txt>
</file>

<file path=ppt/media/f18522.txt>
</file>

<file path=ppt/media/f18523.txt>
</file>

<file path=ppt/media/f18524.txt>
</file>

<file path=ppt/media/f18525.txt>
</file>

<file path=ppt/media/f18526.txt>
</file>

<file path=ppt/media/f18527.txt>
</file>

<file path=ppt/media/f18528.txt>
</file>

<file path=ppt/media/f18529.txt>
</file>

<file path=ppt/media/f18530.txt>
</file>

<file path=ppt/media/f18531.txt>
</file>

<file path=ppt/media/f18532.txt>
</file>

<file path=ppt/media/f18533.txt>
</file>

<file path=ppt/media/f18534.txt>
</file>

<file path=ppt/media/f18535.txt>
</file>

<file path=ppt/media/f18536.txt>
</file>

<file path=ppt/media/f18537.txt>
</file>

<file path=ppt/media/f18538.txt>
</file>

<file path=ppt/media/f18539.txt>
</file>

<file path=ppt/media/f18540.txt>
</file>

<file path=ppt/media/f18541.txt>
</file>

<file path=ppt/media/f18542.txt>
</file>

<file path=ppt/media/f18543.txt>
</file>

<file path=ppt/media/f18544.txt>
</file>

<file path=ppt/media/f18545.txt>
</file>

<file path=ppt/media/f18546.txt>
</file>

<file path=ppt/media/f18547.txt>
</file>

<file path=ppt/media/f18548.txt>
</file>

<file path=ppt/media/f18549.txt>
</file>

<file path=ppt/media/f18550.txt>
</file>

<file path=ppt/media/f18551.txt>
</file>

<file path=ppt/media/f18552.txt>
</file>

<file path=ppt/media/f18553.txt>
</file>

<file path=ppt/media/f18554.txt>
</file>

<file path=ppt/media/f18555.txt>
</file>

<file path=ppt/media/f18556.txt>
</file>

<file path=ppt/media/f18557.txt>
</file>

<file path=ppt/media/f18558.txt>
</file>

<file path=ppt/media/f18559.txt>
</file>

<file path=ppt/media/f18560.txt>
</file>

<file path=ppt/media/f18561.txt>
</file>

<file path=ppt/media/f18562.txt>
</file>

<file path=ppt/media/f18563.txt>
</file>

<file path=ppt/media/f18564.txt>
</file>

<file path=ppt/media/f18565.txt>
</file>

<file path=ppt/media/f18566.txt>
</file>

<file path=ppt/media/f18567.txt>
</file>

<file path=ppt/media/f18568.txt>
</file>

<file path=ppt/media/f18569.txt>
</file>

<file path=ppt/media/f18570.txt>
</file>

<file path=ppt/media/f18571.txt>
</file>

<file path=ppt/media/f18572.txt>
</file>

<file path=ppt/media/f18573.txt>
</file>

<file path=ppt/media/f18574.txt>
</file>

<file path=ppt/media/f18575.txt>
</file>

<file path=ppt/media/f18576.txt>
</file>

<file path=ppt/media/f18577.txt>
</file>

<file path=ppt/media/f18578.txt>
</file>

<file path=ppt/media/f18579.txt>
</file>

<file path=ppt/media/f18580.txt>
</file>

<file path=ppt/media/f18581.txt>
</file>

<file path=ppt/media/f18582.txt>
</file>

<file path=ppt/media/f18583.txt>
</file>

<file path=ppt/media/f18584.txt>
</file>

<file path=ppt/media/f18585.txt>
</file>

<file path=ppt/media/f18586.txt>
</file>

<file path=ppt/media/f18587.txt>
</file>

<file path=ppt/media/f18588.txt>
</file>

<file path=ppt/media/f18589.txt>
</file>

<file path=ppt/media/f18590.txt>
</file>

<file path=ppt/media/f18591.txt>
</file>

<file path=ppt/media/f18592.txt>
</file>

<file path=ppt/media/f18593.txt>
</file>

<file path=ppt/media/f18594.txt>
</file>

<file path=ppt/media/f18595.txt>
</file>

<file path=ppt/media/f18596.txt>
</file>

<file path=ppt/media/f18597.txt>
</file>

<file path=ppt/media/f18598.txt>
</file>

<file path=ppt/media/f18599.txt>
</file>

<file path=ppt/media/f18600.txt>
</file>

<file path=ppt/media/f18601.txt>
</file>

<file path=ppt/media/f18602.txt>
</file>

<file path=ppt/media/f18603.txt>
</file>

<file path=ppt/media/f18604.txt>
</file>

<file path=ppt/media/f18605.txt>
</file>

<file path=ppt/media/f18606.txt>
</file>

<file path=ppt/media/f18607.txt>
</file>

<file path=ppt/media/f18608.txt>
</file>

<file path=ppt/media/f18609.txt>
</file>

<file path=ppt/media/f18610.txt>
</file>

<file path=ppt/media/f18611.txt>
</file>

<file path=ppt/media/f18612.txt>
</file>

<file path=ppt/media/f18613.txt>
</file>

<file path=ppt/media/f18614.txt>
</file>

<file path=ppt/media/f18615.txt>
</file>

<file path=ppt/media/f18616.txt>
</file>

<file path=ppt/media/f18617.txt>
</file>

<file path=ppt/media/f18618.txt>
</file>

<file path=ppt/media/f18619.txt>
</file>

<file path=ppt/media/f18620.txt>
</file>

<file path=ppt/media/f18621.txt>
</file>

<file path=ppt/media/f18622.txt>
</file>

<file path=ppt/media/f18623.txt>
</file>

<file path=ppt/media/f18624.txt>
</file>

<file path=ppt/media/f18625.txt>
</file>

<file path=ppt/media/f18626.txt>
</file>

<file path=ppt/media/f18627.txt>
</file>

<file path=ppt/media/f18628.txt>
</file>

<file path=ppt/media/f18629.txt>
</file>

<file path=ppt/media/f18630.txt>
</file>

<file path=ppt/media/f18631.txt>
</file>

<file path=ppt/media/f18632.txt>
</file>

<file path=ppt/media/f18633.txt>
</file>

<file path=ppt/media/f18634.txt>
</file>

<file path=ppt/media/f18635.txt>
</file>

<file path=ppt/media/f18636.txt>
</file>

<file path=ppt/media/f18637.txt>
</file>

<file path=ppt/media/f18638.txt>
</file>

<file path=ppt/media/f18639.txt>
</file>

<file path=ppt/media/f18640.txt>
</file>

<file path=ppt/media/f18641.txt>
</file>

<file path=ppt/media/f18642.txt>
</file>

<file path=ppt/media/f18643.txt>
</file>

<file path=ppt/media/f18644.txt>
</file>

<file path=ppt/media/f18645.txt>
</file>

<file path=ppt/media/f18646.txt>
</file>

<file path=ppt/media/f18647.txt>
</file>

<file path=ppt/media/f18648.txt>
</file>

<file path=ppt/media/f18649.txt>
</file>

<file path=ppt/media/f18650.txt>
</file>

<file path=ppt/media/f18651.txt>
</file>

<file path=ppt/media/f18652.txt>
</file>

<file path=ppt/media/f18653.txt>
</file>

<file path=ppt/media/f18654.txt>
</file>

<file path=ppt/media/f18655.txt>
</file>

<file path=ppt/media/f18656.txt>
</file>

<file path=ppt/media/f18657.txt>
</file>

<file path=ppt/media/f18658.txt>
</file>

<file path=ppt/media/f18659.txt>
</file>

<file path=ppt/media/f18660.txt>
</file>

<file path=ppt/media/f18661.txt>
</file>

<file path=ppt/media/f18662.txt>
</file>

<file path=ppt/media/f18663.txt>
</file>

<file path=ppt/media/f18664.txt>
</file>

<file path=ppt/media/f18665.txt>
</file>

<file path=ppt/media/f18666.txt>
</file>

<file path=ppt/media/f18667.txt>
</file>

<file path=ppt/media/f18668.txt>
</file>

<file path=ppt/media/f18669.txt>
</file>

<file path=ppt/media/f18670.txt>
</file>

<file path=ppt/media/f18671.txt>
</file>

<file path=ppt/media/f18672.txt>
</file>

<file path=ppt/media/f18673.txt>
</file>

<file path=ppt/media/f18674.txt>
</file>

<file path=ppt/media/f18675.txt>
</file>

<file path=ppt/media/f18676.txt>
</file>

<file path=ppt/media/f18677.txt>
</file>

<file path=ppt/media/f18678.txt>
</file>

<file path=ppt/media/f18679.txt>
</file>

<file path=ppt/media/f18680.txt>
</file>

<file path=ppt/media/f18681.txt>
</file>

<file path=ppt/media/f18682.txt>
</file>

<file path=ppt/media/f18683.txt>
</file>

<file path=ppt/media/f18684.txt>
</file>

<file path=ppt/media/f18685.txt>
</file>

<file path=ppt/media/f18686.txt>
</file>

<file path=ppt/media/f18687.txt>
</file>

<file path=ppt/media/f18688.txt>
</file>

<file path=ppt/media/f18689.txt>
</file>

<file path=ppt/media/f18690.txt>
</file>

<file path=ppt/media/f18691.txt>
</file>

<file path=ppt/media/f18692.txt>
</file>

<file path=ppt/media/f18693.txt>
</file>

<file path=ppt/media/f18694.txt>
</file>

<file path=ppt/media/f18695.txt>
</file>

<file path=ppt/media/f18696.txt>
</file>

<file path=ppt/media/f18697.txt>
</file>

<file path=ppt/media/f18698.txt>
</file>

<file path=ppt/media/f18699.txt>
</file>

<file path=ppt/media/f18700.txt>
</file>

<file path=ppt/media/f18701.txt>
</file>

<file path=ppt/media/f18702.txt>
</file>

<file path=ppt/media/f18703.txt>
</file>

<file path=ppt/media/f18704.txt>
</file>

<file path=ppt/media/f18705.txt>
</file>

<file path=ppt/media/f18706.txt>
</file>

<file path=ppt/media/f18707.txt>
</file>

<file path=ppt/media/f18708.txt>
</file>

<file path=ppt/media/f18709.txt>
</file>

<file path=ppt/media/f18710.txt>
</file>

<file path=ppt/media/f18711.txt>
</file>

<file path=ppt/media/f18712.txt>
</file>

<file path=ppt/media/f18713.txt>
</file>

<file path=ppt/media/f18714.txt>
</file>

<file path=ppt/media/f18715.txt>
</file>

<file path=ppt/media/f18716.txt>
</file>

<file path=ppt/media/f18717.txt>
</file>

<file path=ppt/media/f18718.txt>
</file>

<file path=ppt/media/f18719.txt>
</file>

<file path=ppt/media/f18720.txt>
</file>

<file path=ppt/media/f18721.txt>
</file>

<file path=ppt/media/f18722.txt>
</file>

<file path=ppt/media/f18723.txt>
</file>

<file path=ppt/media/f18724.txt>
</file>

<file path=ppt/media/f18725.txt>
</file>

<file path=ppt/media/f18726.txt>
</file>

<file path=ppt/media/f18727.txt>
</file>

<file path=ppt/media/f18728.txt>
</file>

<file path=ppt/media/f18729.txt>
</file>

<file path=ppt/media/f18730.txt>
</file>

<file path=ppt/media/f18731.txt>
</file>

<file path=ppt/media/f18732.txt>
</file>

<file path=ppt/media/f18733.txt>
</file>

<file path=ppt/media/f18734.txt>
</file>

<file path=ppt/media/f18735.txt>
</file>

<file path=ppt/media/f18736.txt>
</file>

<file path=ppt/media/f18737.txt>
</file>

<file path=ppt/media/f18738.txt>
</file>

<file path=ppt/media/f18739.txt>
</file>

<file path=ppt/media/f18740.txt>
</file>

<file path=ppt/media/f18741.txt>
</file>

<file path=ppt/media/f18742.txt>
</file>

<file path=ppt/media/f18743.txt>
</file>

<file path=ppt/media/f18744.txt>
</file>

<file path=ppt/media/f18745.txt>
</file>

<file path=ppt/media/f18746.txt>
</file>

<file path=ppt/media/f18747.txt>
</file>

<file path=ppt/media/f18748.txt>
</file>

<file path=ppt/media/f18749.txt>
</file>

<file path=ppt/media/f18750.txt>
</file>

<file path=ppt/media/f18751.txt>
</file>

<file path=ppt/media/f18752.txt>
</file>

<file path=ppt/media/f18753.txt>
</file>

<file path=ppt/media/f18754.txt>
</file>

<file path=ppt/media/f18755.txt>
</file>

<file path=ppt/media/f18756.txt>
</file>

<file path=ppt/media/f18757.txt>
</file>

<file path=ppt/media/f18758.txt>
</file>

<file path=ppt/media/f18759.txt>
</file>

<file path=ppt/media/f18760.txt>
</file>

<file path=ppt/media/f18761.txt>
</file>

<file path=ppt/media/f18762.txt>
</file>

<file path=ppt/media/f18763.txt>
</file>

<file path=ppt/media/f18764.txt>
</file>

<file path=ppt/media/f18765.txt>
</file>

<file path=ppt/media/f18766.txt>
</file>

<file path=ppt/media/f18767.txt>
</file>

<file path=ppt/media/f18768.txt>
</file>

<file path=ppt/media/f18769.txt>
</file>

<file path=ppt/media/f18770.txt>
</file>

<file path=ppt/media/f18771.txt>
</file>

<file path=ppt/media/f18772.txt>
</file>

<file path=ppt/media/f18773.txt>
</file>

<file path=ppt/media/f18774.txt>
</file>

<file path=ppt/media/f18775.txt>
</file>

<file path=ppt/media/f18776.txt>
</file>

<file path=ppt/media/f18777.txt>
</file>

<file path=ppt/media/f18778.txt>
</file>

<file path=ppt/media/f18779.txt>
</file>

<file path=ppt/media/f18780.txt>
</file>

<file path=ppt/media/f18781.txt>
</file>

<file path=ppt/media/f18782.txt>
</file>

<file path=ppt/media/f18783.txt>
</file>

<file path=ppt/media/f18784.txt>
</file>

<file path=ppt/media/f18785.txt>
</file>

<file path=ppt/media/f18786.txt>
</file>

<file path=ppt/media/f18787.txt>
</file>

<file path=ppt/media/f18788.txt>
</file>

<file path=ppt/media/f18789.txt>
</file>

<file path=ppt/media/f18790.txt>
</file>

<file path=ppt/media/f18791.txt>
</file>

<file path=ppt/media/f18792.txt>
</file>

<file path=ppt/media/f18793.txt>
</file>

<file path=ppt/media/f18794.txt>
</file>

<file path=ppt/media/f18795.txt>
</file>

<file path=ppt/media/f18796.txt>
</file>

<file path=ppt/media/f18797.txt>
</file>

<file path=ppt/media/f18798.txt>
</file>

<file path=ppt/media/f18799.txt>
</file>

<file path=ppt/media/f18800.txt>
</file>

<file path=ppt/media/f18801.txt>
</file>

<file path=ppt/media/f18802.txt>
</file>

<file path=ppt/media/f18803.txt>
</file>

<file path=ppt/media/f18804.txt>
</file>

<file path=ppt/media/f18805.txt>
</file>

<file path=ppt/media/f18806.txt>
</file>

<file path=ppt/media/f18807.txt>
</file>

<file path=ppt/media/f18808.txt>
</file>

<file path=ppt/media/f18809.txt>
</file>

<file path=ppt/media/f18810.txt>
</file>

<file path=ppt/media/f18811.txt>
</file>

<file path=ppt/media/f18812.txt>
</file>

<file path=ppt/media/f18813.txt>
</file>

<file path=ppt/media/f18814.txt>
</file>

<file path=ppt/media/f18815.txt>
</file>

<file path=ppt/media/f18816.txt>
</file>

<file path=ppt/media/f18817.txt>
</file>

<file path=ppt/media/f18818.txt>
</file>

<file path=ppt/media/f18819.txt>
</file>

<file path=ppt/media/f18820.txt>
</file>

<file path=ppt/media/f18821.txt>
</file>

<file path=ppt/media/f18822.txt>
</file>

<file path=ppt/media/f18823.txt>
</file>

<file path=ppt/media/f18824.txt>
</file>

<file path=ppt/media/f18825.txt>
</file>

<file path=ppt/media/f18826.txt>
</file>

<file path=ppt/media/f18827.txt>
</file>

<file path=ppt/media/f18828.txt>
</file>

<file path=ppt/media/f18829.txt>
</file>

<file path=ppt/media/f18830.txt>
</file>

<file path=ppt/media/f18831.txt>
</file>

<file path=ppt/media/f18832.txt>
</file>

<file path=ppt/media/f18833.txt>
</file>

<file path=ppt/media/f18834.txt>
</file>

<file path=ppt/media/f18835.txt>
</file>

<file path=ppt/media/f18836.txt>
</file>

<file path=ppt/media/f18837.txt>
</file>

<file path=ppt/media/f18838.txt>
</file>

<file path=ppt/media/f18839.txt>
</file>

<file path=ppt/media/f18840.txt>
</file>

<file path=ppt/media/f18841.txt>
</file>

<file path=ppt/media/f18842.txt>
</file>

<file path=ppt/media/f18843.txt>
</file>

<file path=ppt/media/f18844.txt>
</file>

<file path=ppt/media/f18845.txt>
</file>

<file path=ppt/media/f18846.txt>
</file>

<file path=ppt/media/f18847.txt>
</file>

<file path=ppt/media/f18848.txt>
</file>

<file path=ppt/media/f18849.txt>
</file>

<file path=ppt/media/f18850.txt>
</file>

<file path=ppt/media/f18851.txt>
</file>

<file path=ppt/media/f18852.txt>
</file>

<file path=ppt/media/f18853.txt>
</file>

<file path=ppt/media/f18854.txt>
</file>

<file path=ppt/media/f18855.txt>
</file>

<file path=ppt/media/f18856.txt>
</file>

<file path=ppt/media/f18857.txt>
</file>

<file path=ppt/media/f18858.txt>
</file>

<file path=ppt/media/f18859.txt>
</file>

<file path=ppt/media/f18860.txt>
</file>

<file path=ppt/media/f18861.txt>
</file>

<file path=ppt/media/f18862.txt>
</file>

<file path=ppt/media/f18863.txt>
</file>

<file path=ppt/media/f18864.txt>
</file>

<file path=ppt/media/f18865.txt>
</file>

<file path=ppt/media/f18866.txt>
</file>

<file path=ppt/media/f18867.txt>
</file>

<file path=ppt/media/f18868.txt>
</file>

<file path=ppt/media/f18869.txt>
</file>

<file path=ppt/media/f18870.txt>
</file>

<file path=ppt/media/f18871.txt>
</file>

<file path=ppt/media/f18872.txt>
</file>

<file path=ppt/media/f18873.txt>
</file>

<file path=ppt/media/f18874.txt>
</file>

<file path=ppt/media/f18875.txt>
</file>

<file path=ppt/media/f18876.txt>
</file>

<file path=ppt/media/f18877.txt>
</file>

<file path=ppt/media/f18878.txt>
</file>

<file path=ppt/media/f18879.txt>
</file>

<file path=ppt/media/f18880.txt>
</file>

<file path=ppt/media/f18881.txt>
</file>

<file path=ppt/media/f18882.txt>
</file>

<file path=ppt/media/f18883.txt>
</file>

<file path=ppt/media/f18884.txt>
</file>

<file path=ppt/media/f18885.txt>
</file>

<file path=ppt/media/f18886.txt>
</file>

<file path=ppt/media/f18887.txt>
</file>

<file path=ppt/media/f18888.txt>
</file>

<file path=ppt/media/f18889.txt>
</file>

<file path=ppt/media/f18890.txt>
</file>

<file path=ppt/media/f18891.txt>
</file>

<file path=ppt/media/f18892.txt>
</file>

<file path=ppt/media/f18893.txt>
</file>

<file path=ppt/media/f18894.txt>
</file>

<file path=ppt/media/f18895.txt>
</file>

<file path=ppt/media/f18896.txt>
</file>

<file path=ppt/media/f18897.txt>
</file>

<file path=ppt/media/f18898.txt>
</file>

<file path=ppt/media/f18899.txt>
</file>

<file path=ppt/media/f18900.txt>
</file>

<file path=ppt/media/f18901.txt>
</file>

<file path=ppt/media/f18902.txt>
</file>

<file path=ppt/media/f18903.txt>
</file>

<file path=ppt/media/f18904.txt>
</file>

<file path=ppt/media/f18905.txt>
</file>

<file path=ppt/media/f18906.txt>
</file>

<file path=ppt/media/f18907.txt>
</file>

<file path=ppt/media/f18908.txt>
</file>

<file path=ppt/media/f18909.txt>
</file>

<file path=ppt/media/f18910.txt>
</file>

<file path=ppt/media/f18911.txt>
</file>

<file path=ppt/media/f18912.txt>
</file>

<file path=ppt/media/f18913.txt>
</file>

<file path=ppt/media/f18914.txt>
</file>

<file path=ppt/media/f18915.txt>
</file>

<file path=ppt/media/f18916.txt>
</file>

<file path=ppt/media/f18917.txt>
</file>

<file path=ppt/media/f18918.txt>
</file>

<file path=ppt/media/f18919.txt>
</file>

<file path=ppt/media/f18920.txt>
</file>

<file path=ppt/media/f18921.txt>
</file>

<file path=ppt/media/f18922.txt>
</file>

<file path=ppt/media/f18923.txt>
</file>

<file path=ppt/media/f18924.txt>
</file>

<file path=ppt/media/f18925.txt>
</file>

<file path=ppt/media/f18926.txt>
</file>

<file path=ppt/media/f18927.txt>
</file>

<file path=ppt/media/f18928.txt>
</file>

<file path=ppt/media/f18929.txt>
</file>

<file path=ppt/media/f18930.txt>
</file>

<file path=ppt/media/f18931.txt>
</file>

<file path=ppt/media/f18932.txt>
</file>

<file path=ppt/media/f18933.txt>
</file>

<file path=ppt/media/f18934.txt>
</file>

<file path=ppt/media/f18935.txt>
</file>

<file path=ppt/media/f18936.txt>
</file>

<file path=ppt/media/f18937.txt>
</file>

<file path=ppt/media/f18938.txt>
</file>

<file path=ppt/media/f18939.txt>
</file>

<file path=ppt/media/f18940.txt>
</file>

<file path=ppt/media/f18941.txt>
</file>

<file path=ppt/media/f18942.txt>
</file>

<file path=ppt/media/f18943.txt>
</file>

<file path=ppt/media/f18944.txt>
</file>

<file path=ppt/media/f18945.txt>
</file>

<file path=ppt/media/f18946.txt>
</file>

<file path=ppt/media/f18947.txt>
</file>

<file path=ppt/media/f18948.txt>
</file>

<file path=ppt/media/f18949.txt>
</file>

<file path=ppt/media/f18950.txt>
</file>

<file path=ppt/media/f18951.txt>
</file>

<file path=ppt/media/f18952.txt>
</file>

<file path=ppt/media/f18953.txt>
</file>

<file path=ppt/media/f18954.txt>
</file>

<file path=ppt/media/f18955.txt>
</file>

<file path=ppt/media/f18956.txt>
</file>

<file path=ppt/media/f18957.txt>
</file>

<file path=ppt/media/f18958.txt>
</file>

<file path=ppt/media/f18959.txt>
</file>

<file path=ppt/media/f18960.txt>
</file>

<file path=ppt/media/f18961.txt>
</file>

<file path=ppt/media/f18962.txt>
</file>

<file path=ppt/media/f18963.txt>
</file>

<file path=ppt/media/f18964.txt>
</file>

<file path=ppt/media/f18965.txt>
</file>

<file path=ppt/media/f18966.txt>
</file>

<file path=ppt/media/f18967.txt>
</file>

<file path=ppt/media/f18968.txt>
</file>

<file path=ppt/media/f18969.txt>
</file>

<file path=ppt/media/f18970.txt>
</file>

<file path=ppt/media/f18971.txt>
</file>

<file path=ppt/media/f18972.txt>
</file>

<file path=ppt/media/f18973.txt>
</file>

<file path=ppt/media/f18974.txt>
</file>

<file path=ppt/media/f18975.txt>
</file>

<file path=ppt/media/f18976.txt>
</file>

<file path=ppt/media/f18977.txt>
</file>

<file path=ppt/media/f18978.txt>
</file>

<file path=ppt/media/f18979.txt>
</file>

<file path=ppt/media/f18980.txt>
</file>

<file path=ppt/media/f18981.txt>
</file>

<file path=ppt/media/f18982.txt>
</file>

<file path=ppt/media/f18983.txt>
</file>

<file path=ppt/media/f18984.txt>
</file>

<file path=ppt/media/f18985.txt>
</file>

<file path=ppt/media/f18986.txt>
</file>

<file path=ppt/media/f18987.txt>
</file>

<file path=ppt/media/f18988.txt>
</file>

<file path=ppt/media/f18989.txt>
</file>

<file path=ppt/media/f18990.txt>
</file>

<file path=ppt/media/f18991.txt>
</file>

<file path=ppt/media/f18992.txt>
</file>

<file path=ppt/media/f18993.txt>
</file>

<file path=ppt/media/f18994.txt>
</file>

<file path=ppt/media/f18995.txt>
</file>

<file path=ppt/media/f18996.txt>
</file>

<file path=ppt/media/f18997.txt>
</file>

<file path=ppt/media/f18998.txt>
</file>

<file path=ppt/media/f18999.txt>
</file>

<file path=ppt/media/f19000.txt>
</file>

<file path=ppt/media/f19001.txt>
</file>

<file path=ppt/media/f19002.txt>
</file>

<file path=ppt/media/f19003.txt>
</file>

<file path=ppt/media/f19004.txt>
</file>

<file path=ppt/media/f19005.txt>
</file>

<file path=ppt/media/f19006.txt>
</file>

<file path=ppt/media/f19007.txt>
</file>

<file path=ppt/media/f19008.txt>
</file>

<file path=ppt/media/f19009.txt>
</file>

<file path=ppt/media/f19010.txt>
</file>

<file path=ppt/media/f19011.txt>
</file>

<file path=ppt/media/f19012.txt>
</file>

<file path=ppt/media/f19013.txt>
</file>

<file path=ppt/media/f19014.txt>
</file>

<file path=ppt/media/f19015.txt>
</file>

<file path=ppt/media/f19016.txt>
</file>

<file path=ppt/media/f19017.txt>
</file>

<file path=ppt/media/f19018.txt>
</file>

<file path=ppt/media/f19019.txt>
</file>

<file path=ppt/media/f19020.txt>
</file>

<file path=ppt/media/f19021.txt>
</file>

<file path=ppt/media/f19022.txt>
</file>

<file path=ppt/media/f19023.txt>
</file>

<file path=ppt/media/f19024.txt>
</file>

<file path=ppt/media/f19025.txt>
</file>

<file path=ppt/media/f19026.txt>
</file>

<file path=ppt/media/f19027.txt>
</file>

<file path=ppt/media/f19028.txt>
</file>

<file path=ppt/media/f19029.txt>
</file>

<file path=ppt/media/f19030.txt>
</file>

<file path=ppt/media/f19031.txt>
</file>

<file path=ppt/media/f19032.txt>
</file>

<file path=ppt/media/f19033.txt>
</file>

<file path=ppt/media/f19034.txt>
</file>

<file path=ppt/media/f19035.txt>
</file>

<file path=ppt/media/f19036.txt>
</file>

<file path=ppt/media/f19037.txt>
</file>

<file path=ppt/media/f19038.txt>
</file>

<file path=ppt/media/f19039.txt>
</file>

<file path=ppt/media/f19040.txt>
</file>

<file path=ppt/media/f19041.txt>
</file>

<file path=ppt/media/f19042.txt>
</file>

<file path=ppt/media/f19043.txt>
</file>

<file path=ppt/media/f19044.txt>
</file>

<file path=ppt/media/f19045.txt>
</file>

<file path=ppt/media/f19046.txt>
</file>

<file path=ppt/media/f19047.txt>
</file>

<file path=ppt/media/f19048.txt>
</file>

<file path=ppt/media/f19049.txt>
</file>

<file path=ppt/media/f19050.txt>
</file>

<file path=ppt/media/f19051.txt>
</file>

<file path=ppt/media/f19052.txt>
</file>

<file path=ppt/media/f19053.txt>
</file>

<file path=ppt/media/f19054.txt>
</file>

<file path=ppt/media/f19055.txt>
</file>

<file path=ppt/media/f19056.txt>
</file>

<file path=ppt/media/f19057.txt>
</file>

<file path=ppt/media/f19058.txt>
</file>

<file path=ppt/media/f19059.txt>
</file>

<file path=ppt/media/f19060.txt>
</file>

<file path=ppt/media/f19061.txt>
</file>

<file path=ppt/media/f19062.txt>
</file>

<file path=ppt/media/f19063.txt>
</file>

<file path=ppt/media/f19064.txt>
</file>

<file path=ppt/media/f19065.txt>
</file>

<file path=ppt/media/f19066.txt>
</file>

<file path=ppt/media/f19067.txt>
</file>

<file path=ppt/media/f19068.txt>
</file>

<file path=ppt/media/f19069.txt>
</file>

<file path=ppt/media/f19070.txt>
</file>

<file path=ppt/media/f19071.txt>
</file>

<file path=ppt/media/f19072.txt>
</file>

<file path=ppt/media/f19073.txt>
</file>

<file path=ppt/media/f19074.txt>
</file>

<file path=ppt/media/f19075.txt>
</file>

<file path=ppt/media/f19076.txt>
</file>

<file path=ppt/media/f19077.txt>
</file>

<file path=ppt/media/f19078.txt>
</file>

<file path=ppt/media/f19079.txt>
</file>

<file path=ppt/media/f19080.txt>
</file>

<file path=ppt/media/f19081.txt>
</file>

<file path=ppt/media/f19082.txt>
</file>

<file path=ppt/media/f19083.txt>
</file>

<file path=ppt/media/f19084.txt>
</file>

<file path=ppt/media/f19085.txt>
</file>

<file path=ppt/media/f19086.txt>
</file>

<file path=ppt/media/f19087.txt>
</file>

<file path=ppt/media/f19088.txt>
</file>

<file path=ppt/media/f19089.txt>
</file>

<file path=ppt/media/f19090.txt>
</file>

<file path=ppt/media/f19091.txt>
</file>

<file path=ppt/media/f19092.txt>
</file>

<file path=ppt/media/f19093.txt>
</file>

<file path=ppt/media/f19094.txt>
</file>

<file path=ppt/media/f19095.txt>
</file>

<file path=ppt/media/f19096.txt>
</file>

<file path=ppt/media/f19097.txt>
</file>

<file path=ppt/media/f19098.txt>
</file>

<file path=ppt/media/f19099.txt>
</file>

<file path=ppt/media/f19100.txt>
</file>

<file path=ppt/media/f19101.txt>
</file>

<file path=ppt/media/f19102.txt>
</file>

<file path=ppt/media/f19103.txt>
</file>

<file path=ppt/media/f19104.txt>
</file>

<file path=ppt/media/f19105.txt>
</file>

<file path=ppt/media/f19106.txt>
</file>

<file path=ppt/media/f19107.txt>
</file>

<file path=ppt/media/f19108.txt>
</file>

<file path=ppt/media/f19109.txt>
</file>

<file path=ppt/media/f19110.txt>
</file>

<file path=ppt/media/f19111.txt>
</file>

<file path=ppt/media/f19112.txt>
</file>

<file path=ppt/media/f19113.txt>
</file>

<file path=ppt/media/f19114.txt>
</file>

<file path=ppt/media/f19115.txt>
</file>

<file path=ppt/media/f19116.txt>
</file>

<file path=ppt/media/f19117.txt>
</file>

<file path=ppt/media/f19118.txt>
</file>

<file path=ppt/media/f19119.txt>
</file>

<file path=ppt/media/f19120.txt>
</file>

<file path=ppt/media/f19121.txt>
</file>

<file path=ppt/media/f19122.txt>
</file>

<file path=ppt/media/f19123.txt>
</file>

<file path=ppt/media/f19124.txt>
</file>

<file path=ppt/media/f19125.txt>
</file>

<file path=ppt/media/f19126.txt>
</file>

<file path=ppt/media/f19127.txt>
</file>

<file path=ppt/media/f19128.txt>
</file>

<file path=ppt/media/f19129.txt>
</file>

<file path=ppt/media/f19130.txt>
</file>

<file path=ppt/media/f19131.txt>
</file>

<file path=ppt/media/f19132.txt>
</file>

<file path=ppt/media/f19133.txt>
</file>

<file path=ppt/media/f19134.txt>
</file>

<file path=ppt/media/f19135.txt>
</file>

<file path=ppt/media/f19136.txt>
</file>

<file path=ppt/media/f19137.txt>
</file>

<file path=ppt/media/f19138.txt>
</file>

<file path=ppt/media/f19139.txt>
</file>

<file path=ppt/media/f19140.txt>
</file>

<file path=ppt/media/f19141.txt>
</file>

<file path=ppt/media/f19142.txt>
</file>

<file path=ppt/media/f19143.txt>
</file>

<file path=ppt/media/f19144.txt>
</file>

<file path=ppt/media/f19145.txt>
</file>

<file path=ppt/media/f19146.txt>
</file>

<file path=ppt/media/f19147.txt>
</file>

<file path=ppt/media/f19148.txt>
</file>

<file path=ppt/media/f19149.txt>
</file>

<file path=ppt/media/f19150.txt>
</file>

<file path=ppt/media/f19151.txt>
</file>

<file path=ppt/media/f19152.txt>
</file>

<file path=ppt/media/f19153.txt>
</file>

<file path=ppt/media/f19154.txt>
</file>

<file path=ppt/media/f19155.txt>
</file>

<file path=ppt/media/f19156.txt>
</file>

<file path=ppt/media/f19157.txt>
</file>

<file path=ppt/media/f19158.txt>
</file>

<file path=ppt/media/f19159.txt>
</file>

<file path=ppt/media/f19160.txt>
</file>

<file path=ppt/media/f19161.txt>
</file>

<file path=ppt/media/f19162.txt>
</file>

<file path=ppt/media/f19163.txt>
</file>

<file path=ppt/media/f19164.txt>
</file>

<file path=ppt/media/f19165.txt>
</file>

<file path=ppt/media/f19166.txt>
</file>

<file path=ppt/media/f19167.txt>
</file>

<file path=ppt/media/f19168.txt>
</file>

<file path=ppt/media/f19169.txt>
</file>

<file path=ppt/media/f19170.txt>
</file>

<file path=ppt/media/f19171.txt>
</file>

<file path=ppt/media/f19172.txt>
</file>

<file path=ppt/media/f19173.txt>
</file>

<file path=ppt/media/f19174.txt>
</file>

<file path=ppt/media/f19175.txt>
</file>

<file path=ppt/media/f19176.txt>
</file>

<file path=ppt/media/f19177.txt>
</file>

<file path=ppt/media/f19178.txt>
</file>

<file path=ppt/media/f19179.txt>
</file>

<file path=ppt/media/f19180.txt>
</file>

<file path=ppt/media/f19181.txt>
</file>

<file path=ppt/media/f19182.txt>
</file>

<file path=ppt/media/f19183.txt>
</file>

<file path=ppt/media/f19184.txt>
</file>

<file path=ppt/media/f19185.txt>
</file>

<file path=ppt/media/f19186.txt>
</file>

<file path=ppt/media/f19187.txt>
</file>

<file path=ppt/media/f19188.txt>
</file>

<file path=ppt/media/f19189.txt>
</file>

<file path=ppt/media/f19190.txt>
</file>

<file path=ppt/media/f19191.txt>
</file>

<file path=ppt/media/f19192.txt>
</file>

<file path=ppt/media/f19193.txt>
</file>

<file path=ppt/media/f19194.txt>
</file>

<file path=ppt/media/f19195.txt>
</file>

<file path=ppt/media/f19196.txt>
</file>

<file path=ppt/media/f19197.txt>
</file>

<file path=ppt/media/f19198.txt>
</file>

<file path=ppt/media/f19199.txt>
</file>

<file path=ppt/media/f19200.txt>
</file>

<file path=ppt/media/f19201.txt>
</file>

<file path=ppt/media/f19202.txt>
</file>

<file path=ppt/media/f19203.txt>
</file>

<file path=ppt/media/f19204.txt>
</file>

<file path=ppt/media/f19205.txt>
</file>

<file path=ppt/media/f19206.txt>
</file>

<file path=ppt/media/f19207.txt>
</file>

<file path=ppt/media/f19208.txt>
</file>

<file path=ppt/media/f19209.txt>
</file>

<file path=ppt/media/f19210.txt>
</file>

<file path=ppt/media/f19211.txt>
</file>

<file path=ppt/media/f19212.txt>
</file>

<file path=ppt/media/f19213.txt>
</file>

<file path=ppt/media/f19214.txt>
</file>

<file path=ppt/media/f19215.txt>
</file>

<file path=ppt/media/f19216.txt>
</file>

<file path=ppt/media/f19217.txt>
</file>

<file path=ppt/media/f19218.txt>
</file>

<file path=ppt/media/f19219.txt>
</file>

<file path=ppt/media/f19220.txt>
</file>

<file path=ppt/media/f19221.txt>
</file>

<file path=ppt/media/f19222.txt>
</file>

<file path=ppt/media/f19223.txt>
</file>

<file path=ppt/media/f19224.txt>
</file>

<file path=ppt/media/f19225.txt>
</file>

<file path=ppt/media/f19226.txt>
</file>

<file path=ppt/media/f19227.txt>
</file>

<file path=ppt/media/f19228.txt>
</file>

<file path=ppt/media/f19229.txt>
</file>

<file path=ppt/media/f19230.txt>
</file>

<file path=ppt/media/f19231.txt>
</file>

<file path=ppt/media/f19232.txt>
</file>

<file path=ppt/media/f19233.txt>
</file>

<file path=ppt/media/f19234.txt>
</file>

<file path=ppt/media/f19235.txt>
</file>

<file path=ppt/media/f19236.txt>
</file>

<file path=ppt/media/f19237.txt>
</file>

<file path=ppt/media/f19238.txt>
</file>

<file path=ppt/media/f19239.txt>
</file>

<file path=ppt/media/f19240.txt>
</file>

<file path=ppt/media/f19241.txt>
</file>

<file path=ppt/media/f19242.txt>
</file>

<file path=ppt/media/f19243.txt>
</file>

<file path=ppt/media/f19244.txt>
</file>

<file path=ppt/media/f19245.txt>
</file>

<file path=ppt/media/f19246.txt>
</file>

<file path=ppt/media/f19247.txt>
</file>

<file path=ppt/media/f19248.txt>
</file>

<file path=ppt/media/f19249.txt>
</file>

<file path=ppt/media/f19250.txt>
</file>

<file path=ppt/media/f19251.txt>
</file>

<file path=ppt/media/f19252.txt>
</file>

<file path=ppt/media/f19253.txt>
</file>

<file path=ppt/media/f19254.txt>
</file>

<file path=ppt/media/f19255.txt>
</file>

<file path=ppt/media/f19256.txt>
</file>

<file path=ppt/media/f19257.txt>
</file>

<file path=ppt/media/f19258.txt>
</file>

<file path=ppt/media/f19259.txt>
</file>

<file path=ppt/media/f19260.txt>
</file>

<file path=ppt/media/f19261.txt>
</file>

<file path=ppt/media/f19262.txt>
</file>

<file path=ppt/media/f19263.txt>
</file>

<file path=ppt/media/f19264.txt>
</file>

<file path=ppt/media/f19265.txt>
</file>

<file path=ppt/media/f19266.txt>
</file>

<file path=ppt/media/f19267.txt>
</file>

<file path=ppt/media/f19268.txt>
</file>

<file path=ppt/media/f19269.txt>
</file>

<file path=ppt/media/f19270.txt>
</file>

<file path=ppt/media/f19271.txt>
</file>

<file path=ppt/media/f19272.txt>
</file>

<file path=ppt/media/f19273.txt>
</file>

<file path=ppt/media/f19274.txt>
</file>

<file path=ppt/media/f19275.txt>
</file>

<file path=ppt/media/f19276.txt>
</file>

<file path=ppt/media/f19277.txt>
</file>

<file path=ppt/media/f19278.txt>
</file>

<file path=ppt/media/f19279.txt>
</file>

<file path=ppt/media/f19280.txt>
</file>

<file path=ppt/media/f19281.txt>
</file>

<file path=ppt/media/f19282.txt>
</file>

<file path=ppt/media/f19283.txt>
</file>

<file path=ppt/media/f19284.txt>
</file>

<file path=ppt/media/f19285.txt>
</file>

<file path=ppt/media/f19286.txt>
</file>

<file path=ppt/media/f19287.txt>
</file>

<file path=ppt/media/f19288.txt>
</file>

<file path=ppt/media/f19289.txt>
</file>

<file path=ppt/media/f19290.txt>
</file>

<file path=ppt/media/f19291.txt>
</file>

<file path=ppt/media/f19292.txt>
</file>

<file path=ppt/media/f19293.txt>
</file>

<file path=ppt/media/f19294.txt>
</file>

<file path=ppt/media/f19295.txt>
</file>

<file path=ppt/media/f19296.txt>
</file>

<file path=ppt/media/f19297.txt>
</file>

<file path=ppt/media/f19298.txt>
</file>

<file path=ppt/media/f19299.txt>
</file>

<file path=ppt/media/f19300.txt>
</file>

<file path=ppt/media/f19301.txt>
</file>

<file path=ppt/media/f19302.txt>
</file>

<file path=ppt/media/f19303.txt>
</file>

<file path=ppt/media/f19304.txt>
</file>

<file path=ppt/media/f19305.txt>
</file>

<file path=ppt/media/f19306.txt>
</file>

<file path=ppt/media/f19307.txt>
</file>

<file path=ppt/media/f19308.txt>
</file>

<file path=ppt/media/f19309.txt>
</file>

<file path=ppt/media/f19310.txt>
</file>

<file path=ppt/media/f19311.txt>
</file>

<file path=ppt/media/f19312.txt>
</file>

<file path=ppt/media/f19313.txt>
</file>

<file path=ppt/media/f19314.txt>
</file>

<file path=ppt/media/f19315.txt>
</file>

<file path=ppt/media/f19316.txt>
</file>

<file path=ppt/media/f19317.txt>
</file>

<file path=ppt/media/f19318.txt>
</file>

<file path=ppt/media/f19319.txt>
</file>

<file path=ppt/media/f19320.txt>
</file>

<file path=ppt/media/f19321.txt>
</file>

<file path=ppt/media/f19322.txt>
</file>

<file path=ppt/media/f19323.txt>
</file>

<file path=ppt/media/f19324.txt>
</file>

<file path=ppt/media/f19325.txt>
</file>

<file path=ppt/media/f19326.txt>
</file>

<file path=ppt/media/f19327.txt>
</file>

<file path=ppt/media/f19328.txt>
</file>

<file path=ppt/media/f19329.txt>
</file>

<file path=ppt/media/f19330.txt>
</file>

<file path=ppt/media/f19331.txt>
</file>

<file path=ppt/media/f19332.txt>
</file>

<file path=ppt/media/f19333.txt>
</file>

<file path=ppt/media/f19334.txt>
</file>

<file path=ppt/media/f19335.txt>
</file>

<file path=ppt/media/f19336.txt>
</file>

<file path=ppt/media/f19337.txt>
</file>

<file path=ppt/media/f19338.txt>
</file>

<file path=ppt/media/f19339.txt>
</file>

<file path=ppt/media/f19340.txt>
</file>

<file path=ppt/media/f19341.txt>
</file>

<file path=ppt/media/f19342.txt>
</file>

<file path=ppt/media/f19343.txt>
</file>

<file path=ppt/media/f19344.txt>
</file>

<file path=ppt/media/f19345.txt>
</file>

<file path=ppt/media/f19346.txt>
</file>

<file path=ppt/media/f19347.txt>
</file>

<file path=ppt/media/f19348.txt>
</file>

<file path=ppt/media/f19349.txt>
</file>

<file path=ppt/media/f19350.txt>
</file>

<file path=ppt/media/f19351.txt>
</file>

<file path=ppt/media/f19352.txt>
</file>

<file path=ppt/media/f19353.txt>
</file>

<file path=ppt/media/f19354.txt>
</file>

<file path=ppt/media/f19355.txt>
</file>

<file path=ppt/media/f19356.txt>
</file>

<file path=ppt/media/f19357.txt>
</file>

<file path=ppt/media/f19358.txt>
</file>

<file path=ppt/media/f19359.txt>
</file>

<file path=ppt/media/f19360.txt>
</file>

<file path=ppt/media/f19361.txt>
</file>

<file path=ppt/media/f19362.txt>
</file>

<file path=ppt/media/f19363.txt>
</file>

<file path=ppt/media/f19364.txt>
</file>

<file path=ppt/media/f19365.txt>
</file>

<file path=ppt/media/f19366.txt>
</file>

<file path=ppt/media/f19367.txt>
</file>

<file path=ppt/media/f19368.txt>
</file>

<file path=ppt/media/f19369.txt>
</file>

<file path=ppt/media/f19370.txt>
</file>

<file path=ppt/media/f19371.txt>
</file>

<file path=ppt/media/f19372.txt>
</file>

<file path=ppt/media/f19373.txt>
</file>

<file path=ppt/media/f19374.txt>
</file>

<file path=ppt/media/f19375.txt>
</file>

<file path=ppt/media/f19376.txt>
</file>

<file path=ppt/media/f19377.txt>
</file>

<file path=ppt/media/f19378.txt>
</file>

<file path=ppt/media/f19379.txt>
</file>

<file path=ppt/media/f19380.txt>
</file>

<file path=ppt/media/f19381.txt>
</file>

<file path=ppt/media/f19382.txt>
</file>

<file path=ppt/media/f19383.txt>
</file>

<file path=ppt/media/f19384.txt>
</file>

<file path=ppt/media/f19385.txt>
</file>

<file path=ppt/media/f19386.txt>
</file>

<file path=ppt/media/f19387.txt>
</file>

<file path=ppt/media/f19388.txt>
</file>

<file path=ppt/media/f19389.txt>
</file>

<file path=ppt/media/f19390.txt>
</file>

<file path=ppt/media/f19391.txt>
</file>

<file path=ppt/media/f19392.txt>
</file>

<file path=ppt/media/f19393.txt>
</file>

<file path=ppt/media/f19394.txt>
</file>

<file path=ppt/media/f19395.txt>
</file>

<file path=ppt/media/f19396.txt>
</file>

<file path=ppt/media/f19397.txt>
</file>

<file path=ppt/media/f19398.txt>
</file>

<file path=ppt/media/f19399.txt>
</file>

<file path=ppt/media/f19400.txt>
</file>

<file path=ppt/media/f19401.txt>
</file>

<file path=ppt/media/f19402.txt>
</file>

<file path=ppt/media/f19403.txt>
</file>

<file path=ppt/media/f19404.txt>
</file>

<file path=ppt/media/f19405.txt>
</file>

<file path=ppt/media/f19406.txt>
</file>

<file path=ppt/media/f19407.txt>
</file>

<file path=ppt/media/f19408.txt>
</file>

<file path=ppt/media/f19409.txt>
</file>

<file path=ppt/media/f19410.txt>
</file>

<file path=ppt/media/f19411.txt>
</file>

<file path=ppt/media/f19412.txt>
</file>

<file path=ppt/media/f19413.txt>
</file>

<file path=ppt/media/f19414.txt>
</file>

<file path=ppt/media/f19415.txt>
</file>

<file path=ppt/media/f19416.txt>
</file>

<file path=ppt/media/f19417.txt>
</file>

<file path=ppt/media/f19418.txt>
</file>

<file path=ppt/media/f19419.txt>
</file>

<file path=ppt/media/f19420.txt>
</file>

<file path=ppt/media/f19421.txt>
</file>

<file path=ppt/media/f19422.txt>
</file>

<file path=ppt/media/f19423.txt>
</file>

<file path=ppt/media/f19424.txt>
</file>

<file path=ppt/media/f19425.txt>
</file>

<file path=ppt/media/f19426.txt>
</file>

<file path=ppt/media/f19427.txt>
</file>

<file path=ppt/media/f19428.txt>
</file>

<file path=ppt/media/f19429.txt>
</file>

<file path=ppt/media/f19430.txt>
</file>

<file path=ppt/media/f19431.txt>
</file>

<file path=ppt/media/f19432.txt>
</file>

<file path=ppt/media/f19433.txt>
</file>

<file path=ppt/media/f19434.txt>
</file>

<file path=ppt/media/f19435.txt>
</file>

<file path=ppt/media/f19436.txt>
</file>

<file path=ppt/media/f19437.txt>
</file>

<file path=ppt/media/f19438.txt>
</file>

<file path=ppt/media/f19439.txt>
</file>

<file path=ppt/media/f19440.txt>
</file>

<file path=ppt/media/f19441.txt>
</file>

<file path=ppt/media/f19442.txt>
</file>

<file path=ppt/media/f19443.txt>
</file>

<file path=ppt/media/f19444.txt>
</file>

<file path=ppt/media/f19445.txt>
</file>

<file path=ppt/media/f19446.txt>
</file>

<file path=ppt/media/f19447.txt>
</file>

<file path=ppt/media/f19448.txt>
</file>

<file path=ppt/media/f19449.txt>
</file>

<file path=ppt/media/f19450.txt>
</file>

<file path=ppt/media/f19451.txt>
</file>

<file path=ppt/media/f19452.txt>
</file>

<file path=ppt/media/f19453.txt>
</file>

<file path=ppt/media/f19454.txt>
</file>

<file path=ppt/media/f19455.txt>
</file>

<file path=ppt/media/f19456.txt>
</file>

<file path=ppt/media/f19457.txt>
</file>

<file path=ppt/media/f19458.txt>
</file>

<file path=ppt/media/f19459.txt>
</file>

<file path=ppt/media/f19460.txt>
</file>

<file path=ppt/media/f19461.txt>
</file>

<file path=ppt/media/f19462.txt>
</file>

<file path=ppt/media/f19463.txt>
</file>

<file path=ppt/media/f19464.txt>
</file>

<file path=ppt/media/f19465.txt>
</file>

<file path=ppt/media/f19466.txt>
</file>

<file path=ppt/media/f19467.txt>
</file>

<file path=ppt/media/f19468.txt>
</file>

<file path=ppt/media/f19469.txt>
</file>

<file path=ppt/media/f19470.txt>
</file>

<file path=ppt/media/f19471.txt>
</file>

<file path=ppt/media/f19472.txt>
</file>

<file path=ppt/media/f19473.txt>
</file>

<file path=ppt/media/f19474.txt>
</file>

<file path=ppt/media/f19475.txt>
</file>

<file path=ppt/media/f19476.txt>
</file>

<file path=ppt/media/f19477.txt>
</file>

<file path=ppt/media/f19478.txt>
</file>

<file path=ppt/media/f19479.txt>
</file>

<file path=ppt/media/f19480.txt>
</file>

<file path=ppt/media/f19481.txt>
</file>

<file path=ppt/media/f19482.txt>
</file>

<file path=ppt/media/f19483.txt>
</file>

<file path=ppt/media/f19484.txt>
</file>

<file path=ppt/media/f19485.txt>
</file>

<file path=ppt/media/f19486.txt>
</file>

<file path=ppt/media/f19487.txt>
</file>

<file path=ppt/media/f19488.txt>
</file>

<file path=ppt/media/f19489.txt>
</file>

<file path=ppt/media/f19490.txt>
</file>

<file path=ppt/media/f19491.txt>
</file>

<file path=ppt/media/f19492.txt>
</file>

<file path=ppt/media/f19493.txt>
</file>

<file path=ppt/media/f19494.txt>
</file>

<file path=ppt/media/f19495.txt>
</file>

<file path=ppt/media/f19496.txt>
</file>

<file path=ppt/media/f19497.txt>
</file>

<file path=ppt/media/f19498.txt>
</file>

<file path=ppt/media/f19499.txt>
</file>

<file path=ppt/media/f19500.txt>
</file>

<file path=ppt/media/f19501.txt>
</file>

<file path=ppt/media/f19502.txt>
</file>

<file path=ppt/media/f19503.txt>
</file>

<file path=ppt/media/f19504.txt>
</file>

<file path=ppt/media/f19505.txt>
</file>

<file path=ppt/media/f19506.txt>
</file>

<file path=ppt/media/f19507.txt>
</file>

<file path=ppt/media/f19508.txt>
</file>

<file path=ppt/media/f19509.txt>
</file>

<file path=ppt/media/f19510.txt>
</file>

<file path=ppt/media/f19511.txt>
</file>

<file path=ppt/media/f19512.txt>
</file>

<file path=ppt/media/f19513.txt>
</file>

<file path=ppt/media/f19514.txt>
</file>

<file path=ppt/media/f19515.txt>
</file>

<file path=ppt/media/f19516.txt>
</file>

<file path=ppt/media/f19517.txt>
</file>

<file path=ppt/media/f19518.txt>
</file>

<file path=ppt/media/f19519.txt>
</file>

<file path=ppt/media/f19520.txt>
</file>

<file path=ppt/media/f19521.txt>
</file>

<file path=ppt/media/f19522.txt>
</file>

<file path=ppt/media/f19523.txt>
</file>

<file path=ppt/media/f19524.txt>
</file>

<file path=ppt/media/f19525.txt>
</file>

<file path=ppt/media/f19526.txt>
</file>

<file path=ppt/media/f19527.txt>
</file>

<file path=ppt/media/f19528.txt>
</file>

<file path=ppt/media/f19529.txt>
</file>

<file path=ppt/media/f19530.txt>
</file>

<file path=ppt/media/f19531.txt>
</file>

<file path=ppt/media/f19532.txt>
</file>

<file path=ppt/media/f19533.txt>
</file>

<file path=ppt/media/f19534.txt>
</file>

<file path=ppt/media/f19535.txt>
</file>

<file path=ppt/media/f19536.txt>
</file>

<file path=ppt/media/f19537.txt>
</file>

<file path=ppt/media/f19538.txt>
</file>

<file path=ppt/media/f19539.txt>
</file>

<file path=ppt/media/f19540.txt>
</file>

<file path=ppt/media/f19541.txt>
</file>

<file path=ppt/media/f19542.txt>
</file>

<file path=ppt/media/f19543.txt>
</file>

<file path=ppt/media/f19544.txt>
</file>

<file path=ppt/media/f19545.txt>
</file>

<file path=ppt/media/f19546.txt>
</file>

<file path=ppt/media/f19547.txt>
</file>

<file path=ppt/media/f19548.txt>
</file>

<file path=ppt/media/f19549.txt>
</file>

<file path=ppt/media/f19550.txt>
</file>

<file path=ppt/media/f19551.txt>
</file>

<file path=ppt/media/f19552.txt>
</file>

<file path=ppt/media/f19553.txt>
</file>

<file path=ppt/media/f19554.txt>
</file>

<file path=ppt/media/f19555.txt>
</file>

<file path=ppt/media/f19556.txt>
</file>

<file path=ppt/media/f19557.txt>
</file>

<file path=ppt/media/f19558.txt>
</file>

<file path=ppt/media/f19559.txt>
</file>

<file path=ppt/media/f19560.txt>
</file>

<file path=ppt/media/f19561.txt>
</file>

<file path=ppt/media/f19562.txt>
</file>

<file path=ppt/media/f19563.txt>
</file>

<file path=ppt/media/f19564.txt>
</file>

<file path=ppt/media/f19565.txt>
</file>

<file path=ppt/media/f19566.txt>
</file>

<file path=ppt/media/f19567.txt>
</file>

<file path=ppt/media/f19568.txt>
</file>

<file path=ppt/media/f19569.txt>
</file>

<file path=ppt/media/f19570.txt>
</file>

<file path=ppt/media/f19571.txt>
</file>

<file path=ppt/media/f19572.txt>
</file>

<file path=ppt/media/f19573.txt>
</file>

<file path=ppt/media/f19574.txt>
</file>

<file path=ppt/media/f19575.txt>
</file>

<file path=ppt/media/f19576.txt>
</file>

<file path=ppt/media/f19577.txt>
</file>

<file path=ppt/media/f19578.txt>
</file>

<file path=ppt/media/f19579.txt>
</file>

<file path=ppt/media/f19580.txt>
</file>

<file path=ppt/media/f19581.txt>
</file>

<file path=ppt/media/f19582.txt>
</file>

<file path=ppt/media/f19583.txt>
</file>

<file path=ppt/media/f19584.txt>
</file>

<file path=ppt/media/f19585.txt>
</file>

<file path=ppt/media/f19586.txt>
</file>

<file path=ppt/media/f19587.txt>
</file>

<file path=ppt/media/f19588.txt>
</file>

<file path=ppt/media/f19589.txt>
</file>

<file path=ppt/media/f19590.txt>
</file>

<file path=ppt/media/f19591.txt>
</file>

<file path=ppt/media/f19592.txt>
</file>

<file path=ppt/media/f19593.txt>
</file>

<file path=ppt/media/f19594.txt>
</file>

<file path=ppt/media/f19595.txt>
</file>

<file path=ppt/media/f19596.txt>
</file>

<file path=ppt/media/f19597.txt>
</file>

<file path=ppt/media/f19598.txt>
</file>

<file path=ppt/media/f19599.txt>
</file>

<file path=ppt/media/f19600.txt>
</file>

<file path=ppt/media/f19601.txt>
</file>

<file path=ppt/media/f19602.txt>
</file>

<file path=ppt/media/f19603.txt>
</file>

<file path=ppt/media/f19604.txt>
</file>

<file path=ppt/media/f19605.txt>
</file>

<file path=ppt/media/f19606.txt>
</file>

<file path=ppt/media/f19607.txt>
</file>

<file path=ppt/media/f19608.txt>
</file>

<file path=ppt/media/f19609.txt>
</file>

<file path=ppt/media/f19610.txt>
</file>

<file path=ppt/media/f19611.txt>
</file>

<file path=ppt/media/f19612.txt>
</file>

<file path=ppt/media/f19613.txt>
</file>

<file path=ppt/media/f19614.txt>
</file>

<file path=ppt/media/f19615.txt>
</file>

<file path=ppt/media/f19616.txt>
</file>

<file path=ppt/media/f19617.txt>
</file>

<file path=ppt/media/f19618.txt>
</file>

<file path=ppt/media/f19619.txt>
</file>

<file path=ppt/media/f19620.txt>
</file>

<file path=ppt/media/f19621.txt>
</file>

<file path=ppt/media/f19622.txt>
</file>

<file path=ppt/media/f19623.txt>
</file>

<file path=ppt/media/f19624.txt>
</file>

<file path=ppt/media/f19625.txt>
</file>

<file path=ppt/media/f19626.txt>
</file>

<file path=ppt/media/f19627.txt>
</file>

<file path=ppt/media/f19628.txt>
</file>

<file path=ppt/media/f19629.txt>
</file>

<file path=ppt/media/f19630.txt>
</file>

<file path=ppt/media/f19631.txt>
</file>

<file path=ppt/media/f19632.txt>
</file>

<file path=ppt/media/f19633.txt>
</file>

<file path=ppt/media/f19634.txt>
</file>

<file path=ppt/media/f19635.txt>
</file>

<file path=ppt/media/f19636.txt>
</file>

<file path=ppt/media/f19637.txt>
</file>

<file path=ppt/media/f19638.txt>
</file>

<file path=ppt/media/f19639.txt>
</file>

<file path=ppt/media/f19640.txt>
</file>

<file path=ppt/media/f19641.txt>
</file>

<file path=ppt/media/f19642.txt>
</file>

<file path=ppt/media/f19643.txt>
</file>

<file path=ppt/media/f19644.txt>
</file>

<file path=ppt/media/f19645.txt>
</file>

<file path=ppt/media/f19646.txt>
</file>

<file path=ppt/media/f19647.txt>
</file>

<file path=ppt/media/f19648.txt>
</file>

<file path=ppt/media/f19649.txt>
</file>

<file path=ppt/media/f19650.txt>
</file>

<file path=ppt/media/f19651.txt>
</file>

<file path=ppt/media/f19652.txt>
</file>

<file path=ppt/media/f19653.txt>
</file>

<file path=ppt/media/f19654.txt>
</file>

<file path=ppt/media/f19655.txt>
</file>

<file path=ppt/media/f19656.txt>
</file>

<file path=ppt/media/f19657.txt>
</file>

<file path=ppt/media/f19658.txt>
</file>

<file path=ppt/media/f19659.txt>
</file>

<file path=ppt/media/f19660.txt>
</file>

<file path=ppt/media/f19661.txt>
</file>

<file path=ppt/media/f19662.txt>
</file>

<file path=ppt/media/f19663.txt>
</file>

<file path=ppt/media/f19664.txt>
</file>

<file path=ppt/media/f19665.txt>
</file>

<file path=ppt/media/f19666.txt>
</file>

<file path=ppt/media/f19667.txt>
</file>

<file path=ppt/media/f19668.txt>
</file>

<file path=ppt/media/f19669.txt>
</file>

<file path=ppt/media/f19670.txt>
</file>

<file path=ppt/media/f19671.txt>
</file>

<file path=ppt/media/f19672.txt>
</file>

<file path=ppt/media/f19673.txt>
</file>

<file path=ppt/media/f19674.txt>
</file>

<file path=ppt/media/f19675.txt>
</file>

<file path=ppt/media/f19676.txt>
</file>

<file path=ppt/media/f19677.txt>
</file>

<file path=ppt/media/f19678.txt>
</file>

<file path=ppt/media/f19679.txt>
</file>

<file path=ppt/media/f19680.txt>
</file>

<file path=ppt/media/f19681.txt>
</file>

<file path=ppt/media/f19682.txt>
</file>

<file path=ppt/media/f19683.txt>
</file>

<file path=ppt/media/f19684.txt>
</file>

<file path=ppt/media/f19685.txt>
</file>

<file path=ppt/media/f19686.txt>
</file>

<file path=ppt/media/f19687.txt>
</file>

<file path=ppt/media/f19688.txt>
</file>

<file path=ppt/media/f19689.txt>
</file>

<file path=ppt/media/f19690.txt>
</file>

<file path=ppt/media/f19691.txt>
</file>

<file path=ppt/media/f19692.txt>
</file>

<file path=ppt/media/f19693.txt>
</file>

<file path=ppt/media/f19694.txt>
</file>

<file path=ppt/media/f19695.txt>
</file>

<file path=ppt/media/f19696.txt>
</file>

<file path=ppt/media/f19697.txt>
</file>

<file path=ppt/media/f19698.txt>
</file>

<file path=ppt/media/f19699.txt>
</file>

<file path=ppt/media/f19700.txt>
</file>

<file path=ppt/media/f19701.txt>
</file>

<file path=ppt/media/f19702.txt>
</file>

<file path=ppt/media/f19703.txt>
</file>

<file path=ppt/media/f19704.txt>
</file>

<file path=ppt/media/f19705.txt>
</file>

<file path=ppt/media/f19706.txt>
</file>

<file path=ppt/media/f19707.txt>
</file>

<file path=ppt/media/f19708.txt>
</file>

<file path=ppt/media/f19709.txt>
</file>

<file path=ppt/media/f19710.txt>
</file>

<file path=ppt/media/f19711.txt>
</file>

<file path=ppt/media/f19712.txt>
</file>

<file path=ppt/media/f19713.txt>
</file>

<file path=ppt/media/f19714.txt>
</file>

<file path=ppt/media/f19715.txt>
</file>

<file path=ppt/media/f19716.txt>
</file>

<file path=ppt/media/f19717.txt>
</file>

<file path=ppt/media/f19718.txt>
</file>

<file path=ppt/media/f19719.txt>
</file>

<file path=ppt/media/f19720.txt>
</file>

<file path=ppt/media/f19721.txt>
</file>

<file path=ppt/media/f19722.txt>
</file>

<file path=ppt/media/f19723.txt>
</file>

<file path=ppt/media/f19724.txt>
</file>

<file path=ppt/media/f19725.txt>
</file>

<file path=ppt/media/f19726.txt>
</file>

<file path=ppt/media/f19727.txt>
</file>

<file path=ppt/media/f19728.txt>
</file>

<file path=ppt/media/f19729.txt>
</file>

<file path=ppt/media/f19730.txt>
</file>

<file path=ppt/media/f19731.txt>
</file>

<file path=ppt/media/f19732.txt>
</file>

<file path=ppt/media/f19733.txt>
</file>

<file path=ppt/media/f19734.txt>
</file>

<file path=ppt/media/f19735.txt>
</file>

<file path=ppt/media/f19736.txt>
</file>

<file path=ppt/media/f19737.txt>
</file>

<file path=ppt/media/f19738.txt>
</file>

<file path=ppt/media/f19739.txt>
</file>

<file path=ppt/media/f19740.txt>
</file>

<file path=ppt/media/f19741.txt>
</file>

<file path=ppt/media/f19742.txt>
</file>

<file path=ppt/media/f19743.txt>
</file>

<file path=ppt/media/f19744.txt>
</file>

<file path=ppt/media/f19745.txt>
</file>

<file path=ppt/media/f19746.txt>
</file>

<file path=ppt/media/f19747.txt>
</file>

<file path=ppt/media/f19748.txt>
</file>

<file path=ppt/media/f19749.txt>
</file>

<file path=ppt/media/f19750.txt>
</file>

<file path=ppt/media/f19751.txt>
</file>

<file path=ppt/media/f19752.txt>
</file>

<file path=ppt/media/f19753.txt>
</file>

<file path=ppt/media/f19754.txt>
</file>

<file path=ppt/media/f19755.txt>
</file>

<file path=ppt/media/f19756.txt>
</file>

<file path=ppt/media/f19757.txt>
</file>

<file path=ppt/media/f19758.txt>
</file>

<file path=ppt/media/f19759.txt>
</file>

<file path=ppt/media/f19760.txt>
</file>

<file path=ppt/media/f19761.txt>
</file>

<file path=ppt/media/f19762.txt>
</file>

<file path=ppt/media/f19763.txt>
</file>

<file path=ppt/media/f19764.txt>
</file>

<file path=ppt/media/f19765.txt>
</file>

<file path=ppt/media/f19766.txt>
</file>

<file path=ppt/media/f19767.txt>
</file>

<file path=ppt/media/f19768.txt>
</file>

<file path=ppt/media/f19769.txt>
</file>

<file path=ppt/media/f19770.txt>
</file>

<file path=ppt/media/f19771.txt>
</file>

<file path=ppt/media/f19772.txt>
</file>

<file path=ppt/media/f19773.txt>
</file>

<file path=ppt/media/f19774.txt>
</file>

<file path=ppt/media/f19775.txt>
</file>

<file path=ppt/media/f19776.txt>
</file>

<file path=ppt/media/f19777.txt>
</file>

<file path=ppt/media/f19778.txt>
</file>

<file path=ppt/media/f19779.txt>
</file>

<file path=ppt/media/f19780.txt>
</file>

<file path=ppt/media/f19781.txt>
</file>

<file path=ppt/media/f19782.txt>
</file>

<file path=ppt/media/f19783.txt>
</file>

<file path=ppt/media/f19784.txt>
</file>

<file path=ppt/media/f19785.txt>
</file>

<file path=ppt/media/f19786.txt>
</file>

<file path=ppt/media/f19787.txt>
</file>

<file path=ppt/media/f19788.txt>
</file>

<file path=ppt/media/f19789.txt>
</file>

<file path=ppt/media/f19790.txt>
</file>

<file path=ppt/media/f19791.txt>
</file>

<file path=ppt/media/f19792.txt>
</file>

<file path=ppt/media/f19793.txt>
</file>

<file path=ppt/media/f19794.txt>
</file>

<file path=ppt/media/f19795.txt>
</file>

<file path=ppt/media/f19796.txt>
</file>

<file path=ppt/media/f19797.txt>
</file>

<file path=ppt/media/f19798.txt>
</file>

<file path=ppt/media/f19799.txt>
</file>

<file path=ppt/media/f19800.txt>
</file>

<file path=ppt/media/f19801.txt>
</file>

<file path=ppt/media/f19802.txt>
</file>

<file path=ppt/media/f19803.txt>
</file>

<file path=ppt/media/f19804.txt>
</file>

<file path=ppt/media/f19805.txt>
</file>

<file path=ppt/media/f19806.txt>
</file>

<file path=ppt/media/f19807.txt>
</file>

<file path=ppt/media/f19808.txt>
</file>

<file path=ppt/media/f19809.txt>
</file>

<file path=ppt/media/f19810.txt>
</file>

<file path=ppt/media/f19811.txt>
</file>

<file path=ppt/media/f19812.txt>
</file>

<file path=ppt/media/f19813.txt>
</file>

<file path=ppt/media/f19814.txt>
</file>

<file path=ppt/media/f19815.txt>
</file>

<file path=ppt/media/f19816.txt>
</file>

<file path=ppt/media/f19817.txt>
</file>

<file path=ppt/media/f19818.txt>
</file>

<file path=ppt/media/f19819.txt>
</file>

<file path=ppt/media/f19820.txt>
</file>

<file path=ppt/media/f19821.txt>
</file>

<file path=ppt/media/f19822.txt>
</file>

<file path=ppt/media/f19823.txt>
</file>

<file path=ppt/media/f19824.txt>
</file>

<file path=ppt/media/f19825.txt>
</file>

<file path=ppt/media/f19826.txt>
</file>

<file path=ppt/media/f19827.txt>
</file>

<file path=ppt/media/f19828.txt>
</file>

<file path=ppt/media/f19829.txt>
</file>

<file path=ppt/media/f19830.txt>
</file>

<file path=ppt/media/f19831.txt>
</file>

<file path=ppt/media/f19832.txt>
</file>

<file path=ppt/media/f19833.txt>
</file>

<file path=ppt/media/f19834.txt>
</file>

<file path=ppt/media/f19835.txt>
</file>

<file path=ppt/media/f19836.txt>
</file>

<file path=ppt/media/f19837.txt>
</file>

<file path=ppt/media/f19838.txt>
</file>

<file path=ppt/media/f19839.txt>
</file>

<file path=ppt/media/f19840.txt>
</file>

<file path=ppt/media/f19841.txt>
</file>

<file path=ppt/media/f19842.txt>
</file>

<file path=ppt/media/f19843.txt>
</file>

<file path=ppt/media/f19844.txt>
</file>

<file path=ppt/media/f19845.txt>
</file>

<file path=ppt/media/f19846.txt>
</file>

<file path=ppt/media/f19847.txt>
</file>

<file path=ppt/media/f19848.txt>
</file>

<file path=ppt/media/f19849.txt>
</file>

<file path=ppt/media/f19850.txt>
</file>

<file path=ppt/media/f19851.txt>
</file>

<file path=ppt/media/f19852.txt>
</file>

<file path=ppt/media/f19853.txt>
</file>

<file path=ppt/media/f19854.txt>
</file>

<file path=ppt/media/f19855.txt>
</file>

<file path=ppt/media/f19856.txt>
</file>

<file path=ppt/media/f19857.txt>
</file>

<file path=ppt/media/f19858.txt>
</file>

<file path=ppt/media/f19859.txt>
</file>

<file path=ppt/media/f19860.txt>
</file>

<file path=ppt/media/f19861.txt>
</file>

<file path=ppt/media/f19862.txt>
</file>

<file path=ppt/media/f19863.txt>
</file>

<file path=ppt/media/f19864.txt>
</file>

<file path=ppt/media/f19865.txt>
</file>

<file path=ppt/media/f19866.txt>
</file>

<file path=ppt/media/f19867.txt>
</file>

<file path=ppt/media/f19868.txt>
</file>

<file path=ppt/media/f19869.txt>
</file>

<file path=ppt/media/f19870.txt>
</file>

<file path=ppt/media/f19871.txt>
</file>

<file path=ppt/media/f19872.txt>
</file>

<file path=ppt/media/f19873.txt>
</file>

<file path=ppt/media/f19874.txt>
</file>

<file path=ppt/media/f19875.txt>
</file>

<file path=ppt/media/f19876.txt>
</file>

<file path=ppt/media/f19877.txt>
</file>

<file path=ppt/media/f19878.txt>
</file>

<file path=ppt/media/f19879.txt>
</file>

<file path=ppt/media/f19880.txt>
</file>

<file path=ppt/media/f19881.txt>
</file>

<file path=ppt/media/f19882.txt>
</file>

<file path=ppt/media/f19883.txt>
</file>

<file path=ppt/media/f19884.txt>
</file>

<file path=ppt/media/f19885.txt>
</file>

<file path=ppt/media/f19886.txt>
</file>

<file path=ppt/media/f19887.txt>
</file>

<file path=ppt/media/f19888.txt>
</file>

<file path=ppt/media/f19889.txt>
</file>

<file path=ppt/media/f19890.txt>
</file>

<file path=ppt/media/f19891.txt>
</file>

<file path=ppt/media/f19892.txt>
</file>

<file path=ppt/media/f19893.txt>
</file>

<file path=ppt/media/f19894.txt>
</file>

<file path=ppt/media/f19895.txt>
</file>

<file path=ppt/media/f19896.txt>
</file>

<file path=ppt/media/f19897.txt>
</file>

<file path=ppt/media/f19898.txt>
</file>

<file path=ppt/media/f19899.txt>
</file>

<file path=ppt/media/f19900.txt>
</file>

<file path=ppt/media/f19901.txt>
</file>

<file path=ppt/media/f19902.txt>
</file>

<file path=ppt/media/f19903.txt>
</file>

<file path=ppt/media/f19904.txt>
</file>

<file path=ppt/media/f19905.txt>
</file>

<file path=ppt/media/f19906.txt>
</file>

<file path=ppt/media/f19907.txt>
</file>

<file path=ppt/media/f19908.txt>
</file>

<file path=ppt/media/f19909.txt>
</file>

<file path=ppt/media/f19910.txt>
</file>

<file path=ppt/media/f19911.txt>
</file>

<file path=ppt/media/f19912.txt>
</file>

<file path=ppt/media/f19913.txt>
</file>

<file path=ppt/media/f19914.txt>
</file>

<file path=ppt/media/f19915.txt>
</file>

<file path=ppt/media/f19916.txt>
</file>

<file path=ppt/media/f19917.txt>
</file>

<file path=ppt/media/f19918.txt>
</file>

<file path=ppt/media/f19919.txt>
</file>

<file path=ppt/media/f19920.txt>
</file>

<file path=ppt/media/f19921.txt>
</file>

<file path=ppt/media/f19922.txt>
</file>

<file path=ppt/media/f19923.txt>
</file>

<file path=ppt/media/f19924.txt>
</file>

<file path=ppt/media/f19925.txt>
</file>

<file path=ppt/media/f19926.txt>
</file>

<file path=ppt/media/f19927.txt>
</file>

<file path=ppt/media/f19928.txt>
</file>

<file path=ppt/media/f19929.txt>
</file>

<file path=ppt/media/f19930.txt>
</file>

<file path=ppt/media/f19931.txt>
</file>

<file path=ppt/media/f19932.txt>
</file>

<file path=ppt/media/f19933.txt>
</file>

<file path=ppt/media/f19934.txt>
</file>

<file path=ppt/media/f19935.txt>
</file>

<file path=ppt/media/f19936.txt>
</file>

<file path=ppt/media/f19937.txt>
</file>

<file path=ppt/media/f19938.txt>
</file>

<file path=ppt/media/f19939.txt>
</file>

<file path=ppt/media/f19940.txt>
</file>

<file path=ppt/media/f19941.txt>
</file>

<file path=ppt/media/f19942.txt>
</file>

<file path=ppt/media/f19943.txt>
</file>

<file path=ppt/media/f19944.txt>
</file>

<file path=ppt/media/f19945.txt>
</file>

<file path=ppt/media/f19946.txt>
</file>

<file path=ppt/media/f19947.txt>
</file>

<file path=ppt/media/f19948.txt>
</file>

<file path=ppt/media/f19949.txt>
</file>

<file path=ppt/media/f19950.txt>
</file>

<file path=ppt/media/f19951.txt>
</file>

<file path=ppt/media/f19952.txt>
</file>

<file path=ppt/media/f19953.txt>
</file>

<file path=ppt/media/f19954.txt>
</file>

<file path=ppt/media/f19955.txt>
</file>

<file path=ppt/media/f19956.txt>
</file>

<file path=ppt/media/f19957.txt>
</file>

<file path=ppt/media/f19958.txt>
</file>

<file path=ppt/media/f19959.txt>
</file>

<file path=ppt/media/f19960.txt>
</file>

<file path=ppt/media/f19961.txt>
</file>

<file path=ppt/media/f19962.txt>
</file>

<file path=ppt/media/f19963.txt>
</file>

<file path=ppt/media/f19964.txt>
</file>

<file path=ppt/media/f19965.txt>
</file>

<file path=ppt/media/f19966.txt>
</file>

<file path=ppt/media/f19967.txt>
</file>

<file path=ppt/media/f19968.txt>
</file>

<file path=ppt/media/f19969.txt>
</file>

<file path=ppt/media/f19970.txt>
</file>

<file path=ppt/media/f19971.txt>
</file>

<file path=ppt/media/f19972.txt>
</file>

<file path=ppt/media/f19973.txt>
</file>

<file path=ppt/media/f19974.txt>
</file>

<file path=ppt/media/f19975.txt>
</file>

<file path=ppt/media/f19976.txt>
</file>

<file path=ppt/media/f19977.txt>
</file>

<file path=ppt/media/f19978.txt>
</file>

<file path=ppt/media/f19979.txt>
</file>

<file path=ppt/media/f19980.txt>
</file>

<file path=ppt/media/f19981.txt>
</file>

<file path=ppt/media/f19982.txt>
</file>

<file path=ppt/media/f19983.txt>
</file>

<file path=ppt/media/f19984.txt>
</file>

<file path=ppt/media/f19985.txt>
</file>

<file path=ppt/media/f19986.txt>
</file>

<file path=ppt/media/f19987.txt>
</file>

<file path=ppt/media/f19988.txt>
</file>

<file path=ppt/media/f19989.txt>
</file>

<file path=ppt/media/f19990.txt>
</file>

<file path=ppt/media/f19991.txt>
</file>

<file path=ppt/media/f19992.txt>
</file>

<file path=ppt/media/f19993.txt>
</file>

<file path=ppt/media/f19994.txt>
</file>

<file path=ppt/media/f19995.txt>
</file>

<file path=ppt/media/f19996.txt>
</file>

<file path=ppt/media/f19997.txt>
</file>

<file path=ppt/media/f19998.txt>
</file>

<file path=ppt/media/f19999.txt>
</file>

<file path=ppt/media/f20000.txt>
</file>

<file path=ppt/media/f20001.txt>
</file>

<file path=ppt/media/f20002.txt>
</file>

<file path=ppt/media/f20003.txt>
</file>

<file path=ppt/media/f20004.txt>
</file>

<file path=ppt/media/f20005.txt>
</file>

<file path=ppt/media/f20006.txt>
</file>

<file path=ppt/media/f20007.txt>
</file>

<file path=ppt/media/f20008.txt>
</file>

<file path=ppt/media/f20009.txt>
</file>

<file path=ppt/media/f20010.txt>
</file>

<file path=ppt/media/f20011.txt>
</file>

<file path=ppt/media/f20012.txt>
</file>

<file path=ppt/media/f20013.txt>
</file>

<file path=ppt/media/f20014.txt>
</file>

<file path=ppt/media/f20015.txt>
</file>

<file path=ppt/media/f20016.txt>
</file>

<file path=ppt/media/f20017.txt>
</file>

<file path=ppt/media/f20018.txt>
</file>

<file path=ppt/media/f20019.txt>
</file>

<file path=ppt/media/f20020.txt>
</file>

<file path=ppt/media/f20021.txt>
</file>

<file path=ppt/media/f20022.txt>
</file>

<file path=ppt/media/f20023.txt>
</file>

<file path=ppt/media/f20024.txt>
</file>

<file path=ppt/media/f20025.txt>
</file>

<file path=ppt/media/f20026.txt>
</file>

<file path=ppt/media/f20027.txt>
</file>

<file path=ppt/media/f20028.txt>
</file>

<file path=ppt/media/f20029.txt>
</file>

<file path=ppt/media/f20030.txt>
</file>

<file path=ppt/media/f20031.txt>
</file>

<file path=ppt/media/f20032.txt>
</file>

<file path=ppt/media/f20033.txt>
</file>

<file path=ppt/media/f20034.txt>
</file>

<file path=ppt/media/f20035.txt>
</file>

<file path=ppt/media/f20036.txt>
</file>

<file path=ppt/media/f20037.txt>
</file>

<file path=ppt/media/f20038.txt>
</file>

<file path=ppt/media/f20039.txt>
</file>

<file path=ppt/media/f20040.txt>
</file>

<file path=ppt/media/f20041.txt>
</file>

<file path=ppt/media/f20042.txt>
</file>

<file path=ppt/media/f20043.txt>
</file>

<file path=ppt/media/f20044.txt>
</file>

<file path=ppt/media/f20045.txt>
</file>

<file path=ppt/media/f20046.txt>
</file>

<file path=ppt/media/f20047.txt>
</file>

<file path=ppt/media/f20048.txt>
</file>

<file path=ppt/media/f20049.txt>
</file>

<file path=ppt/media/f20050.txt>
</file>

<file path=ppt/media/f20051.txt>
</file>

<file path=ppt/media/f20052.txt>
</file>

<file path=ppt/media/f20053.txt>
</file>

<file path=ppt/media/f20054.txt>
</file>

<file path=ppt/media/f20055.txt>
</file>

<file path=ppt/media/f20056.txt>
</file>

<file path=ppt/media/f20057.txt>
</file>

<file path=ppt/media/f20058.txt>
</file>

<file path=ppt/media/f20059.txt>
</file>

<file path=ppt/media/f20060.txt>
</file>

<file path=ppt/media/f20061.txt>
</file>

<file path=ppt/media/f20062.txt>
</file>

<file path=ppt/media/f20063.txt>
</file>

<file path=ppt/media/f20064.txt>
</file>

<file path=ppt/media/f20065.txt>
</file>

<file path=ppt/media/f20066.txt>
</file>

<file path=ppt/media/f20067.txt>
</file>

<file path=ppt/media/f20068.txt>
</file>

<file path=ppt/media/f20069.txt>
</file>

<file path=ppt/media/f20070.txt>
</file>

<file path=ppt/media/f20071.txt>
</file>

<file path=ppt/media/f20072.txt>
</file>

<file path=ppt/media/f20073.txt>
</file>

<file path=ppt/media/f20074.txt>
</file>

<file path=ppt/media/f20075.txt>
</file>

<file path=ppt/media/f20076.txt>
</file>

<file path=ppt/media/f20077.txt>
</file>

<file path=ppt/media/f20078.txt>
</file>

<file path=ppt/media/f20079.txt>
</file>

<file path=ppt/media/f20080.txt>
</file>

<file path=ppt/media/f20081.txt>
</file>

<file path=ppt/media/f20082.txt>
</file>

<file path=ppt/media/f20083.txt>
</file>

<file path=ppt/media/f20084.txt>
</file>

<file path=ppt/media/f20085.txt>
</file>

<file path=ppt/media/f20086.txt>
</file>

<file path=ppt/media/f20087.txt>
</file>

<file path=ppt/media/f20088.txt>
</file>

<file path=ppt/media/f20089.txt>
</file>

<file path=ppt/media/f20090.txt>
</file>

<file path=ppt/media/f20091.txt>
</file>

<file path=ppt/media/f20092.txt>
</file>

<file path=ppt/media/f20093.txt>
</file>

<file path=ppt/media/f20094.txt>
</file>

<file path=ppt/media/f20095.txt>
</file>

<file path=ppt/media/f20096.txt>
</file>

<file path=ppt/media/f20097.txt>
</file>

<file path=ppt/media/f20098.txt>
</file>

<file path=ppt/media/f20099.txt>
</file>

<file path=ppt/media/f20100.txt>
</file>

<file path=ppt/media/f20101.txt>
</file>

<file path=ppt/media/f20102.txt>
</file>

<file path=ppt/media/f20103.txt>
</file>

<file path=ppt/media/f20104.txt>
</file>

<file path=ppt/media/f20105.txt>
</file>

<file path=ppt/media/f20106.txt>
</file>

<file path=ppt/media/f20107.txt>
</file>

<file path=ppt/media/f20108.txt>
</file>

<file path=ppt/media/f20109.txt>
</file>

<file path=ppt/media/f20110.txt>
</file>

<file path=ppt/media/f20111.txt>
</file>

<file path=ppt/media/f20112.txt>
</file>

<file path=ppt/media/f20113.txt>
</file>

<file path=ppt/media/f20114.txt>
</file>

<file path=ppt/media/f20115.txt>
</file>

<file path=ppt/media/f20116.txt>
</file>

<file path=ppt/media/f20117.txt>
</file>

<file path=ppt/media/f20118.txt>
</file>

<file path=ppt/media/f20119.txt>
</file>

<file path=ppt/media/f20120.txt>
</file>

<file path=ppt/media/f20121.txt>
</file>

<file path=ppt/media/f20122.txt>
</file>

<file path=ppt/media/f20123.txt>
</file>

<file path=ppt/media/f20124.txt>
</file>

<file path=ppt/media/f20125.txt>
</file>

<file path=ppt/media/f20126.txt>
</file>

<file path=ppt/media/f20127.txt>
</file>

<file path=ppt/media/f20128.txt>
</file>

<file path=ppt/media/f20129.txt>
</file>

<file path=ppt/media/f20130.txt>
</file>

<file path=ppt/media/f20131.txt>
</file>

<file path=ppt/media/f20132.txt>
</file>

<file path=ppt/media/f20133.txt>
</file>

<file path=ppt/media/f20134.txt>
</file>

<file path=ppt/media/f20135.txt>
</file>

<file path=ppt/media/f20136.txt>
</file>

<file path=ppt/media/f20137.txt>
</file>

<file path=ppt/media/f20138.txt>
</file>

<file path=ppt/media/f20139.txt>
</file>

<file path=ppt/media/f20140.txt>
</file>

<file path=ppt/media/f20141.txt>
</file>

<file path=ppt/media/f20142.txt>
</file>

<file path=ppt/media/f20143.txt>
</file>

<file path=ppt/media/f20144.txt>
</file>

<file path=ppt/media/f20145.txt>
</file>

<file path=ppt/media/f20146.txt>
</file>

<file path=ppt/media/f20147.txt>
</file>

<file path=ppt/media/f20148.txt>
</file>

<file path=ppt/media/f20149.txt>
</file>

<file path=ppt/media/f20150.txt>
</file>

<file path=ppt/media/f20151.txt>
</file>

<file path=ppt/media/f20152.txt>
</file>

<file path=ppt/media/f20153.txt>
</file>

<file path=ppt/media/f20154.txt>
</file>

<file path=ppt/media/f20155.txt>
</file>

<file path=ppt/media/f20156.txt>
</file>

<file path=ppt/media/f20157.txt>
</file>

<file path=ppt/media/f20158.txt>
</file>

<file path=ppt/media/f20159.txt>
</file>

<file path=ppt/media/f20160.txt>
</file>

<file path=ppt/media/f20161.txt>
</file>

<file path=ppt/media/f20162.txt>
</file>

<file path=ppt/media/f20163.txt>
</file>

<file path=ppt/media/f20164.txt>
</file>

<file path=ppt/media/f20165.txt>
</file>

<file path=ppt/media/f20166.txt>
</file>

<file path=ppt/media/f20167.txt>
</file>

<file path=ppt/media/f20168.txt>
</file>

<file path=ppt/media/f20169.txt>
</file>

<file path=ppt/media/f20170.txt>
</file>

<file path=ppt/media/f20171.txt>
</file>

<file path=ppt/media/f20172.txt>
</file>

<file path=ppt/media/f20173.txt>
</file>

<file path=ppt/media/f20174.txt>
</file>

<file path=ppt/media/f20175.txt>
</file>

<file path=ppt/media/f20176.txt>
</file>

<file path=ppt/media/f20177.txt>
</file>

<file path=ppt/media/f20178.txt>
</file>

<file path=ppt/media/f20179.txt>
</file>

<file path=ppt/media/f20180.txt>
</file>

<file path=ppt/media/f20181.txt>
</file>

<file path=ppt/media/f20182.txt>
</file>

<file path=ppt/media/f20183.txt>
</file>

<file path=ppt/media/f20184.txt>
</file>

<file path=ppt/media/f20185.txt>
</file>

<file path=ppt/media/f20186.txt>
</file>

<file path=ppt/media/f20187.txt>
</file>

<file path=ppt/media/f20188.txt>
</file>

<file path=ppt/media/f20189.txt>
</file>

<file path=ppt/media/f20190.txt>
</file>

<file path=ppt/media/f20191.txt>
</file>

<file path=ppt/media/f20192.txt>
</file>

<file path=ppt/media/f20193.txt>
</file>

<file path=ppt/media/f20194.txt>
</file>

<file path=ppt/media/f20195.txt>
</file>

<file path=ppt/media/f20196.txt>
</file>

<file path=ppt/media/f20197.txt>
</file>

<file path=ppt/media/f20198.txt>
</file>

<file path=ppt/media/f20199.txt>
</file>

<file path=ppt/media/f20200.txt>
</file>

<file path=ppt/media/f20201.txt>
</file>

<file path=ppt/media/f20202.txt>
</file>

<file path=ppt/media/f20203.txt>
</file>

<file path=ppt/media/f20204.txt>
</file>

<file path=ppt/media/f20205.txt>
</file>

<file path=ppt/media/f20206.txt>
</file>

<file path=ppt/media/f20207.txt>
</file>

<file path=ppt/media/f20208.txt>
</file>

<file path=ppt/media/f20209.txt>
</file>

<file path=ppt/media/f20210.txt>
</file>

<file path=ppt/media/f20211.txt>
</file>

<file path=ppt/media/f20212.txt>
</file>

<file path=ppt/media/f20213.txt>
</file>

<file path=ppt/media/f20214.txt>
</file>

<file path=ppt/media/f20215.txt>
</file>

<file path=ppt/media/f20216.txt>
</file>

<file path=ppt/media/f20217.txt>
</file>

<file path=ppt/media/f20218.txt>
</file>

<file path=ppt/media/f20219.txt>
</file>

<file path=ppt/media/f20220.txt>
</file>

<file path=ppt/media/f20221.txt>
</file>

<file path=ppt/media/f20222.txt>
</file>

<file path=ppt/media/f20223.txt>
</file>

<file path=ppt/media/f20224.txt>
</file>

<file path=ppt/media/f20225.txt>
</file>

<file path=ppt/media/f20226.txt>
</file>

<file path=ppt/media/f20227.txt>
</file>

<file path=ppt/media/f20228.txt>
</file>

<file path=ppt/media/f20229.txt>
</file>

<file path=ppt/media/f20230.txt>
</file>

<file path=ppt/media/f20231.txt>
</file>

<file path=ppt/media/f20232.txt>
</file>

<file path=ppt/media/f20233.txt>
</file>

<file path=ppt/media/f20234.txt>
</file>

<file path=ppt/media/f20235.txt>
</file>

<file path=ppt/media/f20236.txt>
</file>

<file path=ppt/media/f20237.txt>
</file>

<file path=ppt/media/f20238.txt>
</file>

<file path=ppt/media/f20239.txt>
</file>

<file path=ppt/media/f20240.txt>
</file>

<file path=ppt/media/f20241.txt>
</file>

<file path=ppt/media/f20242.txt>
</file>

<file path=ppt/media/f20243.txt>
</file>

<file path=ppt/media/f20244.txt>
</file>

<file path=ppt/media/f20245.txt>
</file>

<file path=ppt/media/f20246.txt>
</file>

<file path=ppt/media/f20247.txt>
</file>

<file path=ppt/media/f20248.txt>
</file>

<file path=ppt/media/f20249.txt>
</file>

<file path=ppt/media/f20250.txt>
</file>

<file path=ppt/media/f20251.txt>
</file>

<file path=ppt/media/f20252.txt>
</file>

<file path=ppt/media/f20253.txt>
</file>

<file path=ppt/media/f20254.txt>
</file>

<file path=ppt/media/f20255.txt>
</file>

<file path=ppt/media/f20256.txt>
</file>

<file path=ppt/media/f20257.txt>
</file>

<file path=ppt/media/f20258.txt>
</file>

<file path=ppt/media/f20259.txt>
</file>

<file path=ppt/media/f20260.txt>
</file>

<file path=ppt/media/f20261.txt>
</file>

<file path=ppt/media/f20262.txt>
</file>

<file path=ppt/media/f20263.txt>
</file>

<file path=ppt/media/f20264.txt>
</file>

<file path=ppt/media/f20265.txt>
</file>

<file path=ppt/media/f20266.txt>
</file>

<file path=ppt/media/f20267.txt>
</file>

<file path=ppt/media/f20268.txt>
</file>

<file path=ppt/media/f20269.txt>
</file>

<file path=ppt/media/f20270.txt>
</file>

<file path=ppt/media/f20271.txt>
</file>

<file path=ppt/media/f20272.txt>
</file>

<file path=ppt/media/f20273.txt>
</file>

<file path=ppt/media/f20274.txt>
</file>

<file path=ppt/media/f20275.txt>
</file>

<file path=ppt/media/f20276.txt>
</file>

<file path=ppt/media/f20277.txt>
</file>

<file path=ppt/media/f20278.txt>
</file>

<file path=ppt/media/f20279.txt>
</file>

<file path=ppt/media/f20280.txt>
</file>

<file path=ppt/media/f20281.txt>
</file>

<file path=ppt/media/f20282.txt>
</file>

<file path=ppt/media/f20283.txt>
</file>

<file path=ppt/media/f20284.txt>
</file>

<file path=ppt/media/f20285.txt>
</file>

<file path=ppt/media/f20286.txt>
</file>

<file path=ppt/media/f20287.txt>
</file>

<file path=ppt/media/f20288.txt>
</file>

<file path=ppt/media/f20289.txt>
</file>

<file path=ppt/media/f20290.txt>
</file>

<file path=ppt/media/f20291.txt>
</file>

<file path=ppt/media/f20292.txt>
</file>

<file path=ppt/media/f20293.txt>
</file>

<file path=ppt/media/f20294.txt>
</file>

<file path=ppt/media/f20295.txt>
</file>

<file path=ppt/media/f20296.txt>
</file>

<file path=ppt/media/f20297.txt>
</file>

<file path=ppt/media/f20298.txt>
</file>

<file path=ppt/media/f20299.txt>
</file>

<file path=ppt/media/f20300.txt>
</file>

<file path=ppt/media/f20301.txt>
</file>

<file path=ppt/media/f20302.txt>
</file>

<file path=ppt/media/f20303.txt>
</file>

<file path=ppt/media/f20304.txt>
</file>

<file path=ppt/media/f20305.txt>
</file>

<file path=ppt/media/f20306.txt>
</file>

<file path=ppt/media/f20307.txt>
</file>

<file path=ppt/media/f20308.txt>
</file>

<file path=ppt/media/f20309.txt>
</file>

<file path=ppt/media/f20310.txt>
</file>

<file path=ppt/media/f20311.txt>
</file>

<file path=ppt/media/f20312.txt>
</file>

<file path=ppt/media/f20313.txt>
</file>

<file path=ppt/media/f20314.txt>
</file>

<file path=ppt/media/f20315.txt>
</file>

<file path=ppt/media/f20316.txt>
</file>

<file path=ppt/media/f20317.txt>
</file>

<file path=ppt/media/f20318.txt>
</file>

<file path=ppt/media/f20319.txt>
</file>

<file path=ppt/media/f20320.txt>
</file>

<file path=ppt/media/f20321.txt>
</file>

<file path=ppt/media/f20322.txt>
</file>

<file path=ppt/media/f20323.txt>
</file>

<file path=ppt/media/f20324.txt>
</file>

<file path=ppt/media/f20325.txt>
</file>

<file path=ppt/media/f20326.txt>
</file>

<file path=ppt/media/f20327.txt>
</file>

<file path=ppt/media/f20328.txt>
</file>

<file path=ppt/media/f20329.txt>
</file>

<file path=ppt/media/f20330.txt>
</file>

<file path=ppt/media/f20331.txt>
</file>

<file path=ppt/media/f20332.txt>
</file>

<file path=ppt/media/f20333.txt>
</file>

<file path=ppt/media/f20334.txt>
</file>

<file path=ppt/media/f20335.txt>
</file>

<file path=ppt/media/f20336.txt>
</file>

<file path=ppt/media/f20337.txt>
</file>

<file path=ppt/media/f20338.txt>
</file>

<file path=ppt/media/f20339.txt>
</file>

<file path=ppt/media/f20340.txt>
</file>

<file path=ppt/media/f20341.txt>
</file>

<file path=ppt/media/f20342.txt>
</file>

<file path=ppt/media/f20343.txt>
</file>

<file path=ppt/media/f20344.txt>
</file>

<file path=ppt/media/f20345.txt>
</file>

<file path=ppt/media/f20346.txt>
</file>

<file path=ppt/media/f20347.txt>
</file>

<file path=ppt/media/f20348.txt>
</file>

<file path=ppt/media/f20349.txt>
</file>

<file path=ppt/media/f20350.txt>
</file>

<file path=ppt/media/f20351.txt>
</file>

<file path=ppt/media/f20352.txt>
</file>

<file path=ppt/media/f20353.txt>
</file>

<file path=ppt/media/f20354.txt>
</file>

<file path=ppt/media/f20355.txt>
</file>

<file path=ppt/media/f20356.txt>
</file>

<file path=ppt/media/f20357.txt>
</file>

<file path=ppt/media/f20358.txt>
</file>

<file path=ppt/media/f20359.txt>
</file>

<file path=ppt/media/f20360.txt>
</file>

<file path=ppt/media/f20361.txt>
</file>

<file path=ppt/media/f20362.txt>
</file>

<file path=ppt/media/f20363.txt>
</file>

<file path=ppt/media/f20364.txt>
</file>

<file path=ppt/media/f20365.txt>
</file>

<file path=ppt/media/f20366.txt>
</file>

<file path=ppt/media/f20367.txt>
</file>

<file path=ppt/media/f20368.txt>
</file>

<file path=ppt/media/f20369.txt>
</file>

<file path=ppt/media/f20370.txt>
</file>

<file path=ppt/media/f20371.txt>
</file>

<file path=ppt/media/f20372.txt>
</file>

<file path=ppt/media/f20373.txt>
</file>

<file path=ppt/media/f20374.txt>
</file>

<file path=ppt/media/f20375.txt>
</file>

<file path=ppt/media/f20376.txt>
</file>

<file path=ppt/media/f20377.txt>
</file>

<file path=ppt/media/f20378.txt>
</file>

<file path=ppt/media/f20379.txt>
</file>

<file path=ppt/media/f20380.txt>
</file>

<file path=ppt/media/f20381.txt>
</file>

<file path=ppt/media/f20382.txt>
</file>

<file path=ppt/media/f20383.txt>
</file>

<file path=ppt/media/f20384.txt>
</file>

<file path=ppt/media/f20385.txt>
</file>

<file path=ppt/media/f20386.txt>
</file>

<file path=ppt/media/f20387.txt>
</file>

<file path=ppt/media/f20388.txt>
</file>

<file path=ppt/media/f20389.txt>
</file>

<file path=ppt/media/f20390.txt>
</file>

<file path=ppt/media/f20391.txt>
</file>

<file path=ppt/media/f20392.txt>
</file>

<file path=ppt/media/f20393.txt>
</file>

<file path=ppt/media/f20394.txt>
</file>

<file path=ppt/media/f20395.txt>
</file>

<file path=ppt/media/f20396.txt>
</file>

<file path=ppt/media/f20397.txt>
</file>

<file path=ppt/media/f20398.txt>
</file>

<file path=ppt/media/f20399.txt>
</file>

<file path=ppt/media/f20400.txt>
</file>

<file path=ppt/media/f20401.txt>
</file>

<file path=ppt/media/f20402.txt>
</file>

<file path=ppt/media/f20403.txt>
</file>

<file path=ppt/media/f20404.txt>
</file>

<file path=ppt/media/f20405.txt>
</file>

<file path=ppt/media/f20406.txt>
</file>

<file path=ppt/media/f20407.txt>
</file>

<file path=ppt/media/f20408.txt>
</file>

<file path=ppt/media/f20409.txt>
</file>

<file path=ppt/media/f20410.txt>
</file>

<file path=ppt/media/f20411.txt>
</file>

<file path=ppt/media/f20412.txt>
</file>

<file path=ppt/media/f20413.txt>
</file>

<file path=ppt/media/f20414.txt>
</file>

<file path=ppt/media/f20415.txt>
</file>

<file path=ppt/media/f20416.txt>
</file>

<file path=ppt/media/f20417.txt>
</file>

<file path=ppt/media/f20418.txt>
</file>

<file path=ppt/media/f20419.txt>
</file>

<file path=ppt/media/f20420.txt>
</file>

<file path=ppt/media/f20421.txt>
</file>

<file path=ppt/media/f20422.txt>
</file>

<file path=ppt/media/f20423.txt>
</file>

<file path=ppt/media/f20424.txt>
</file>

<file path=ppt/media/f20425.txt>
</file>

<file path=ppt/media/f20426.txt>
</file>

<file path=ppt/media/f20427.txt>
</file>

<file path=ppt/media/f20428.txt>
</file>

<file path=ppt/media/f20429.txt>
</file>

<file path=ppt/media/f20430.txt>
</file>

<file path=ppt/media/f20431.txt>
</file>

<file path=ppt/media/f20432.txt>
</file>

<file path=ppt/media/f20433.txt>
</file>

<file path=ppt/media/f20434.txt>
</file>

<file path=ppt/media/f20435.txt>
</file>

<file path=ppt/media/f20436.txt>
</file>

<file path=ppt/media/f20437.txt>
</file>

<file path=ppt/media/f20438.txt>
</file>

<file path=ppt/media/f20439.txt>
</file>

<file path=ppt/media/f20440.txt>
</file>

<file path=ppt/media/f20441.txt>
</file>

<file path=ppt/media/f20442.txt>
</file>

<file path=ppt/media/f20443.txt>
</file>

<file path=ppt/media/f20444.txt>
</file>

<file path=ppt/media/f20445.txt>
</file>

<file path=ppt/media/f20446.txt>
</file>

<file path=ppt/media/f20447.txt>
</file>

<file path=ppt/media/f20448.txt>
</file>

<file path=ppt/media/f20449.txt>
</file>

<file path=ppt/media/f20450.txt>
</file>

<file path=ppt/media/f20451.txt>
</file>

<file path=ppt/media/f20452.txt>
</file>

<file path=ppt/media/f20453.txt>
</file>

<file path=ppt/media/f20454.txt>
</file>

<file path=ppt/media/f20455.txt>
</file>

<file path=ppt/media/f20456.txt>
</file>

<file path=ppt/media/f20457.txt>
</file>

<file path=ppt/media/f20458.txt>
</file>

<file path=ppt/media/f20459.txt>
</file>

<file path=ppt/media/f20460.txt>
</file>

<file path=ppt/media/f20461.txt>
</file>

<file path=ppt/media/f20462.txt>
</file>

<file path=ppt/media/f20463.txt>
</file>

<file path=ppt/media/f20464.txt>
</file>

<file path=ppt/media/f20465.txt>
</file>

<file path=ppt/media/f20466.txt>
</file>

<file path=ppt/media/f20467.txt>
</file>

<file path=ppt/media/f20468.txt>
</file>

<file path=ppt/media/f20469.txt>
</file>

<file path=ppt/media/f20470.txt>
</file>

<file path=ppt/media/f20471.txt>
</file>

<file path=ppt/media/f20472.txt>
</file>

<file path=ppt/media/f20473.txt>
</file>

<file path=ppt/media/f20474.txt>
</file>

<file path=ppt/media/f20475.txt>
</file>

<file path=ppt/media/f20476.txt>
</file>

<file path=ppt/media/f20477.txt>
</file>

<file path=ppt/media/f20478.txt>
</file>

<file path=ppt/media/f20479.txt>
</file>

<file path=ppt/media/f20480.txt>
</file>

<file path=ppt/media/f20481.txt>
</file>

<file path=ppt/media/f20482.txt>
</file>

<file path=ppt/media/f20483.txt>
</file>

<file path=ppt/media/f20484.txt>
</file>

<file path=ppt/media/f20485.txt>
</file>

<file path=ppt/media/f20486.txt>
</file>

<file path=ppt/media/f20487.txt>
</file>

<file path=ppt/media/f20488.txt>
</file>

<file path=ppt/media/f20489.txt>
</file>

<file path=ppt/media/f20490.txt>
</file>

<file path=ppt/media/f20491.txt>
</file>

<file path=ppt/media/f20492.txt>
</file>

<file path=ppt/media/f20493.txt>
</file>

<file path=ppt/media/f20494.txt>
</file>

<file path=ppt/media/f20495.txt>
</file>

<file path=ppt/media/f20496.txt>
</file>

<file path=ppt/media/f20497.txt>
</file>

<file path=ppt/media/f20498.txt>
</file>

<file path=ppt/media/f20499.txt>
</file>

<file path=ppt/media/f20500.txt>
</file>

<file path=ppt/media/f20501.txt>
</file>

<file path=ppt/media/f20502.txt>
</file>

<file path=ppt/media/f20503.txt>
</file>

<file path=ppt/media/f20504.txt>
</file>

<file path=ppt/media/f20505.txt>
</file>

<file path=ppt/media/f20506.txt>
</file>

<file path=ppt/media/f20507.txt>
</file>

<file path=ppt/media/f20508.txt>
</file>

<file path=ppt/media/f20509.txt>
</file>

<file path=ppt/media/f20510.txt>
</file>

<file path=ppt/media/f20511.txt>
</file>

<file path=ppt/media/f20512.txt>
</file>

<file path=ppt/media/f20513.txt>
</file>

<file path=ppt/media/f20514.txt>
</file>

<file path=ppt/media/f20515.txt>
</file>

<file path=ppt/media/f20516.txt>
</file>

<file path=ppt/media/f20517.txt>
</file>

<file path=ppt/media/f20518.txt>
</file>

<file path=ppt/media/f20519.txt>
</file>

<file path=ppt/media/f20520.txt>
</file>

<file path=ppt/media/f20521.txt>
</file>

<file path=ppt/media/f20522.txt>
</file>

<file path=ppt/media/f20523.txt>
</file>

<file path=ppt/media/f20524.txt>
</file>

<file path=ppt/media/f20525.txt>
</file>

<file path=ppt/media/f20526.txt>
</file>

<file path=ppt/media/f20527.txt>
</file>

<file path=ppt/media/f20528.txt>
</file>

<file path=ppt/media/f20529.txt>
</file>

<file path=ppt/media/f20530.txt>
</file>

<file path=ppt/media/f20531.txt>
</file>

<file path=ppt/media/f20532.txt>
</file>

<file path=ppt/media/f20533.txt>
</file>

<file path=ppt/media/f20534.txt>
</file>

<file path=ppt/media/f20535.txt>
</file>

<file path=ppt/media/f20536.txt>
</file>

<file path=ppt/media/f20537.txt>
</file>

<file path=ppt/media/f20538.txt>
</file>

<file path=ppt/media/f20539.txt>
</file>

<file path=ppt/media/f20540.txt>
</file>

<file path=ppt/media/f20541.txt>
</file>

<file path=ppt/media/f20542.txt>
</file>

<file path=ppt/media/f20543.txt>
</file>

<file path=ppt/media/f20544.txt>
</file>

<file path=ppt/media/f20545.txt>
</file>

<file path=ppt/media/f20546.txt>
</file>

<file path=ppt/media/f20547.txt>
</file>

<file path=ppt/media/f20548.txt>
</file>

<file path=ppt/media/f20549.txt>
</file>

<file path=ppt/media/f20550.txt>
</file>

<file path=ppt/media/f20551.txt>
</file>

<file path=ppt/media/f20552.txt>
</file>

<file path=ppt/media/f20553.txt>
</file>

<file path=ppt/media/f20554.txt>
</file>

<file path=ppt/media/f20555.txt>
</file>

<file path=ppt/media/f20556.txt>
</file>

<file path=ppt/media/f20557.txt>
</file>

<file path=ppt/media/f20558.txt>
</file>

<file path=ppt/media/f20559.txt>
</file>

<file path=ppt/media/f20560.txt>
</file>

<file path=ppt/media/f20561.txt>
</file>

<file path=ppt/media/f20562.txt>
</file>

<file path=ppt/media/f20563.txt>
</file>

<file path=ppt/media/f20564.txt>
</file>

<file path=ppt/media/f20565.txt>
</file>

<file path=ppt/media/f20566.txt>
</file>

<file path=ppt/media/f20567.txt>
</file>

<file path=ppt/media/f20568.txt>
</file>

<file path=ppt/media/f20569.txt>
</file>

<file path=ppt/media/f20570.txt>
</file>

<file path=ppt/media/f20571.txt>
</file>

<file path=ppt/media/f20572.txt>
</file>

<file path=ppt/media/f20573.txt>
</file>

<file path=ppt/media/f20574.txt>
</file>

<file path=ppt/media/f20575.txt>
</file>

<file path=ppt/media/f20576.txt>
</file>

<file path=ppt/media/f20577.txt>
</file>

<file path=ppt/media/f20578.txt>
</file>

<file path=ppt/media/f20579.txt>
</file>

<file path=ppt/media/f20580.txt>
</file>

<file path=ppt/media/f20581.txt>
</file>

<file path=ppt/media/f20582.txt>
</file>

<file path=ppt/media/f20583.txt>
</file>

<file path=ppt/media/f20584.txt>
</file>

<file path=ppt/media/f20585.txt>
</file>

<file path=ppt/media/f20586.txt>
</file>

<file path=ppt/media/f20587.txt>
</file>

<file path=ppt/media/f20588.txt>
</file>

<file path=ppt/media/f20589.txt>
</file>

<file path=ppt/media/f20590.txt>
</file>

<file path=ppt/media/f20591.txt>
</file>

<file path=ppt/media/f20592.txt>
</file>

<file path=ppt/media/f20593.txt>
</file>

<file path=ppt/media/f20594.txt>
</file>

<file path=ppt/media/f20595.txt>
</file>

<file path=ppt/media/f20596.txt>
</file>

<file path=ppt/media/f20597.txt>
</file>

<file path=ppt/media/f20598.txt>
</file>

<file path=ppt/media/f20599.txt>
</file>

<file path=ppt/media/f20600.txt>
</file>

<file path=ppt/media/f20601.txt>
</file>

<file path=ppt/media/f20602.txt>
</file>

<file path=ppt/media/f20603.txt>
</file>

<file path=ppt/media/f20604.txt>
</file>

<file path=ppt/media/f20605.txt>
</file>

<file path=ppt/media/f20606.txt>
</file>

<file path=ppt/media/f20607.txt>
</file>

<file path=ppt/media/f20608.txt>
</file>

<file path=ppt/media/f20609.txt>
</file>

<file path=ppt/media/f20610.txt>
</file>

<file path=ppt/media/f20611.txt>
</file>

<file path=ppt/media/f20612.txt>
</file>

<file path=ppt/media/f20613.txt>
</file>

<file path=ppt/media/f20614.txt>
</file>

<file path=ppt/media/f20615.txt>
</file>

<file path=ppt/media/f20616.txt>
</file>

<file path=ppt/media/f20617.txt>
</file>

<file path=ppt/media/f20618.txt>
</file>

<file path=ppt/media/f20619.txt>
</file>

<file path=ppt/media/f20620.txt>
</file>

<file path=ppt/media/f20621.txt>
</file>

<file path=ppt/media/f20622.txt>
</file>

<file path=ppt/media/f20623.txt>
</file>

<file path=ppt/media/f20624.txt>
</file>

<file path=ppt/media/f20625.txt>
</file>

<file path=ppt/media/f20626.txt>
</file>

<file path=ppt/media/f20627.txt>
</file>

<file path=ppt/media/f20628.txt>
</file>

<file path=ppt/media/f20629.txt>
</file>

<file path=ppt/media/f20630.txt>
</file>

<file path=ppt/media/f20631.txt>
</file>

<file path=ppt/media/f20632.txt>
</file>

<file path=ppt/media/f20633.txt>
</file>

<file path=ppt/media/f20634.txt>
</file>

<file path=ppt/media/f20635.txt>
</file>

<file path=ppt/media/f20636.txt>
</file>

<file path=ppt/media/f20637.txt>
</file>

<file path=ppt/media/f20638.txt>
</file>

<file path=ppt/media/f20639.txt>
</file>

<file path=ppt/media/f20640.txt>
</file>

<file path=ppt/media/f20641.txt>
</file>

<file path=ppt/media/f20642.txt>
</file>

<file path=ppt/media/f20643.txt>
</file>

<file path=ppt/media/f20644.txt>
</file>

<file path=ppt/media/f20645.txt>
</file>

<file path=ppt/media/f20646.txt>
</file>

<file path=ppt/media/f20647.txt>
</file>

<file path=ppt/media/f20648.txt>
</file>

<file path=ppt/media/f20649.txt>
</file>

<file path=ppt/media/f20650.txt>
</file>

<file path=ppt/media/f20651.txt>
</file>

<file path=ppt/media/f20652.txt>
</file>

<file path=ppt/media/f20653.txt>
</file>

<file path=ppt/media/f20654.txt>
</file>

<file path=ppt/media/f20655.txt>
</file>

<file path=ppt/media/f20656.txt>
</file>

<file path=ppt/media/f20657.txt>
</file>

<file path=ppt/media/f20658.txt>
</file>

<file path=ppt/media/f20659.txt>
</file>

<file path=ppt/media/f20660.txt>
</file>

<file path=ppt/media/f20661.txt>
</file>

<file path=ppt/media/f20662.txt>
</file>

<file path=ppt/media/f20663.txt>
</file>

<file path=ppt/media/f20664.txt>
</file>

<file path=ppt/media/f20665.txt>
</file>

<file path=ppt/media/f20666.txt>
</file>

<file path=ppt/media/f20667.txt>
</file>

<file path=ppt/media/f20668.txt>
</file>

<file path=ppt/media/f20669.txt>
</file>

<file path=ppt/media/f20670.txt>
</file>

<file path=ppt/media/f20671.txt>
</file>

<file path=ppt/media/f20672.txt>
</file>

<file path=ppt/media/f20673.txt>
</file>

<file path=ppt/media/f20674.txt>
</file>

<file path=ppt/media/f20675.txt>
</file>

<file path=ppt/media/f20676.txt>
</file>

<file path=ppt/media/f20677.txt>
</file>

<file path=ppt/media/f20678.txt>
</file>

<file path=ppt/media/f20679.txt>
</file>

<file path=ppt/media/f20680.txt>
</file>

<file path=ppt/media/f20681.txt>
</file>

<file path=ppt/media/f20682.txt>
</file>

<file path=ppt/media/f20683.txt>
</file>

<file path=ppt/media/f20684.txt>
</file>

<file path=ppt/media/f20685.txt>
</file>

<file path=ppt/media/f20686.txt>
</file>

<file path=ppt/media/f20687.txt>
</file>

<file path=ppt/media/f20688.txt>
</file>

<file path=ppt/media/f20689.txt>
</file>

<file path=ppt/media/f20690.txt>
</file>

<file path=ppt/media/f20691.txt>
</file>

<file path=ppt/media/f20692.txt>
</file>

<file path=ppt/media/f20693.txt>
</file>

<file path=ppt/media/f20694.txt>
</file>

<file path=ppt/media/f20695.txt>
</file>

<file path=ppt/media/f20696.txt>
</file>

<file path=ppt/media/f20697.txt>
</file>

<file path=ppt/media/f20698.txt>
</file>

<file path=ppt/media/f20699.txt>
</file>

<file path=ppt/media/f20700.txt>
</file>

<file path=ppt/media/f20701.txt>
</file>

<file path=ppt/media/f20702.txt>
</file>

<file path=ppt/media/f20703.txt>
</file>

<file path=ppt/media/f20704.txt>
</file>

<file path=ppt/media/f20705.txt>
</file>

<file path=ppt/media/f20706.txt>
</file>

<file path=ppt/media/f20707.txt>
</file>

<file path=ppt/media/f20708.txt>
</file>

<file path=ppt/media/f20709.txt>
</file>

<file path=ppt/media/f20710.txt>
</file>

<file path=ppt/media/f20711.txt>
</file>

<file path=ppt/media/f20712.txt>
</file>

<file path=ppt/media/f20713.txt>
</file>

<file path=ppt/media/f20714.txt>
</file>

<file path=ppt/media/f20715.txt>
</file>

<file path=ppt/media/f20716.txt>
</file>

<file path=ppt/media/f20717.txt>
</file>

<file path=ppt/media/f20718.txt>
</file>

<file path=ppt/media/f20719.txt>
</file>

<file path=ppt/media/f20720.txt>
</file>

<file path=ppt/media/f20721.txt>
</file>

<file path=ppt/media/f20722.txt>
</file>

<file path=ppt/media/f20723.txt>
</file>

<file path=ppt/media/f20724.txt>
</file>

<file path=ppt/media/f20725.txt>
</file>

<file path=ppt/media/f20726.txt>
</file>

<file path=ppt/media/f20727.txt>
</file>

<file path=ppt/media/f20728.txt>
</file>

<file path=ppt/media/f20729.txt>
</file>

<file path=ppt/media/f20730.txt>
</file>

<file path=ppt/media/f20731.txt>
</file>

<file path=ppt/media/f20732.txt>
</file>

<file path=ppt/media/f20733.txt>
</file>

<file path=ppt/media/f20734.txt>
</file>

<file path=ppt/media/f20735.txt>
</file>

<file path=ppt/media/f20736.txt>
</file>

<file path=ppt/media/f20737.txt>
</file>

<file path=ppt/media/f20738.txt>
</file>

<file path=ppt/media/f20739.txt>
</file>

<file path=ppt/media/f20740.txt>
</file>

<file path=ppt/media/f20741.txt>
</file>

<file path=ppt/media/f20742.txt>
</file>

<file path=ppt/media/f20743.txt>
</file>

<file path=ppt/media/f20744.txt>
</file>

<file path=ppt/media/f20745.txt>
</file>

<file path=ppt/media/f20746.txt>
</file>

<file path=ppt/media/f20747.txt>
</file>

<file path=ppt/media/f20748.txt>
</file>

<file path=ppt/media/f20749.txt>
</file>

<file path=ppt/media/f20750.txt>
</file>

<file path=ppt/media/f20751.txt>
</file>

<file path=ppt/media/f20752.txt>
</file>

<file path=ppt/media/f20753.txt>
</file>

<file path=ppt/media/f20754.txt>
</file>

<file path=ppt/media/f20755.txt>
</file>

<file path=ppt/media/f20756.txt>
</file>

<file path=ppt/media/f20757.txt>
</file>

<file path=ppt/media/f20758.txt>
</file>

<file path=ppt/media/f20759.txt>
</file>

<file path=ppt/media/f20760.txt>
</file>

<file path=ppt/media/f20761.txt>
</file>

<file path=ppt/media/f20762.txt>
</file>

<file path=ppt/media/f20763.txt>
</file>

<file path=ppt/media/f20764.txt>
</file>

<file path=ppt/media/f20765.txt>
</file>

<file path=ppt/media/f20766.txt>
</file>

<file path=ppt/media/f20767.txt>
</file>

<file path=ppt/media/f20768.txt>
</file>

<file path=ppt/media/f20769.txt>
</file>

<file path=ppt/media/f20770.txt>
</file>

<file path=ppt/media/f20771.txt>
</file>

<file path=ppt/media/f20772.txt>
</file>

<file path=ppt/media/f20773.txt>
</file>

<file path=ppt/media/f20774.txt>
</file>

<file path=ppt/media/f20775.txt>
</file>

<file path=ppt/media/f20776.txt>
</file>

<file path=ppt/media/f20777.txt>
</file>

<file path=ppt/media/f20778.txt>
</file>

<file path=ppt/media/f20779.txt>
</file>

<file path=ppt/media/f20780.txt>
</file>

<file path=ppt/media/f20781.txt>
</file>

<file path=ppt/media/f20782.txt>
</file>

<file path=ppt/media/f20783.txt>
</file>

<file path=ppt/media/f20784.txt>
</file>

<file path=ppt/media/f20785.txt>
</file>

<file path=ppt/media/f20786.txt>
</file>

<file path=ppt/media/f20787.txt>
</file>

<file path=ppt/media/f20788.txt>
</file>

<file path=ppt/media/f20789.txt>
</file>

<file path=ppt/media/f20790.txt>
</file>

<file path=ppt/media/f20791.txt>
</file>

<file path=ppt/media/f20792.txt>
</file>

<file path=ppt/media/f20793.txt>
</file>

<file path=ppt/media/f20794.txt>
</file>

<file path=ppt/media/f20795.txt>
</file>

<file path=ppt/media/f20796.txt>
</file>

<file path=ppt/media/f20797.txt>
</file>

<file path=ppt/media/f20798.txt>
</file>

<file path=ppt/media/f20799.txt>
</file>

<file path=ppt/media/f20800.txt>
</file>

<file path=ppt/media/f20801.txt>
</file>

<file path=ppt/media/f20802.txt>
</file>

<file path=ppt/media/f20803.txt>
</file>

<file path=ppt/media/f20804.txt>
</file>

<file path=ppt/media/f20805.txt>
</file>

<file path=ppt/media/f20806.txt>
</file>

<file path=ppt/media/f20807.txt>
</file>

<file path=ppt/media/f20808.txt>
</file>

<file path=ppt/media/f20809.txt>
</file>

<file path=ppt/media/f20810.txt>
</file>

<file path=ppt/media/f20811.txt>
</file>

<file path=ppt/media/f20812.txt>
</file>

<file path=ppt/media/f20813.txt>
</file>

<file path=ppt/media/f20814.txt>
</file>

<file path=ppt/media/f20815.txt>
</file>

<file path=ppt/media/f20816.txt>
</file>

<file path=ppt/media/f20817.txt>
</file>

<file path=ppt/media/f20818.txt>
</file>

<file path=ppt/media/f20819.txt>
</file>

<file path=ppt/media/f20820.txt>
</file>

<file path=ppt/media/f20821.txt>
</file>

<file path=ppt/media/f20822.txt>
</file>

<file path=ppt/media/f20823.txt>
</file>

<file path=ppt/media/f20824.txt>
</file>

<file path=ppt/media/f20825.txt>
</file>

<file path=ppt/media/f20826.txt>
</file>

<file path=ppt/media/f20827.txt>
</file>

<file path=ppt/media/f20828.txt>
</file>

<file path=ppt/media/f20829.txt>
</file>

<file path=ppt/media/f20830.txt>
</file>

<file path=ppt/media/f20831.txt>
</file>

<file path=ppt/media/f20832.txt>
</file>

<file path=ppt/media/f20833.txt>
</file>

<file path=ppt/media/f20834.txt>
</file>

<file path=ppt/media/f20835.txt>
</file>

<file path=ppt/media/f20836.txt>
</file>

<file path=ppt/media/f20837.txt>
</file>

<file path=ppt/media/f20838.txt>
</file>

<file path=ppt/media/f20839.txt>
</file>

<file path=ppt/media/f20840.txt>
</file>

<file path=ppt/media/f20841.txt>
</file>

<file path=ppt/media/f20842.txt>
</file>

<file path=ppt/media/f20843.txt>
</file>

<file path=ppt/media/f20844.txt>
</file>

<file path=ppt/media/f20845.txt>
</file>

<file path=ppt/media/f20846.txt>
</file>

<file path=ppt/media/f20847.txt>
</file>

<file path=ppt/media/f20848.txt>
</file>

<file path=ppt/media/f20849.txt>
</file>

<file path=ppt/media/f20850.txt>
</file>

<file path=ppt/media/f20851.txt>
</file>

<file path=ppt/media/f20852.txt>
</file>

<file path=ppt/media/f20853.txt>
</file>

<file path=ppt/media/f20854.txt>
</file>

<file path=ppt/media/f20855.txt>
</file>

<file path=ppt/media/f20856.txt>
</file>

<file path=ppt/media/f20857.txt>
</file>

<file path=ppt/media/f20858.txt>
</file>

<file path=ppt/media/f20859.txt>
</file>

<file path=ppt/media/f20860.txt>
</file>

<file path=ppt/media/f20861.txt>
</file>

<file path=ppt/media/f20862.txt>
</file>

<file path=ppt/media/f20863.txt>
</file>

<file path=ppt/media/f20864.txt>
</file>

<file path=ppt/media/f20865.txt>
</file>

<file path=ppt/media/f20866.txt>
</file>

<file path=ppt/media/f20867.txt>
</file>

<file path=ppt/media/f20868.txt>
</file>

<file path=ppt/media/f20869.txt>
</file>

<file path=ppt/media/f20870.txt>
</file>

<file path=ppt/media/f20871.txt>
</file>

<file path=ppt/media/f20872.txt>
</file>

<file path=ppt/media/f20873.txt>
</file>

<file path=ppt/media/f20874.txt>
</file>

<file path=ppt/media/f20875.txt>
</file>

<file path=ppt/media/f20876.txt>
</file>

<file path=ppt/media/f20877.txt>
</file>

<file path=ppt/media/f20878.txt>
</file>

<file path=ppt/media/f20879.txt>
</file>

<file path=ppt/media/f20880.txt>
</file>

<file path=ppt/media/f20881.txt>
</file>

<file path=ppt/media/f20882.txt>
</file>

<file path=ppt/media/f20883.txt>
</file>

<file path=ppt/media/f20884.txt>
</file>

<file path=ppt/media/f20885.txt>
</file>

<file path=ppt/media/f20886.txt>
</file>

<file path=ppt/media/f20887.txt>
</file>

<file path=ppt/media/f20888.txt>
</file>

<file path=ppt/media/f20889.txt>
</file>

<file path=ppt/media/f20890.txt>
</file>

<file path=ppt/media/f20891.txt>
</file>

<file path=ppt/media/f20892.txt>
</file>

<file path=ppt/media/f20893.txt>
</file>

<file path=ppt/media/f20894.txt>
</file>

<file path=ppt/media/f20895.txt>
</file>

<file path=ppt/media/f20896.txt>
</file>

<file path=ppt/media/f20897.txt>
</file>

<file path=ppt/media/f20898.txt>
</file>

<file path=ppt/media/f20899.txt>
</file>

<file path=ppt/media/f20900.txt>
</file>

<file path=ppt/media/f20901.txt>
</file>

<file path=ppt/media/f20902.txt>
</file>

<file path=ppt/media/f20903.txt>
</file>

<file path=ppt/media/f20904.txt>
</file>

<file path=ppt/media/f20905.txt>
</file>

<file path=ppt/media/f20906.txt>
</file>

<file path=ppt/media/f20907.txt>
</file>

<file path=ppt/media/f20908.txt>
</file>

<file path=ppt/media/f20909.txt>
</file>

<file path=ppt/media/f20910.txt>
</file>

<file path=ppt/media/f20911.txt>
</file>

<file path=ppt/media/f20912.txt>
</file>

<file path=ppt/media/f20913.txt>
</file>

<file path=ppt/media/f20914.txt>
</file>

<file path=ppt/media/f20915.txt>
</file>

<file path=ppt/media/f20916.txt>
</file>

<file path=ppt/media/f20917.txt>
</file>

<file path=ppt/media/f20918.txt>
</file>

<file path=ppt/media/f20919.txt>
</file>

<file path=ppt/media/f20920.txt>
</file>

<file path=ppt/media/f20921.txt>
</file>

<file path=ppt/media/f20922.txt>
</file>

<file path=ppt/media/f20923.txt>
</file>

<file path=ppt/media/f20924.txt>
</file>

<file path=ppt/media/f20925.txt>
</file>

<file path=ppt/media/f20926.txt>
</file>

<file path=ppt/media/f20927.txt>
</file>

<file path=ppt/media/f20928.txt>
</file>

<file path=ppt/media/f20929.txt>
</file>

<file path=ppt/media/f20930.txt>
</file>

<file path=ppt/media/f20931.txt>
</file>

<file path=ppt/media/f20932.txt>
</file>

<file path=ppt/media/f20933.txt>
</file>

<file path=ppt/media/f20934.txt>
</file>

<file path=ppt/media/f20935.txt>
</file>

<file path=ppt/media/f20936.txt>
</file>

<file path=ppt/media/f20937.txt>
</file>

<file path=ppt/media/f20938.txt>
</file>

<file path=ppt/media/f20939.txt>
</file>

<file path=ppt/media/f20940.txt>
</file>

<file path=ppt/media/f20941.txt>
</file>

<file path=ppt/media/f20942.txt>
</file>

<file path=ppt/media/f20943.txt>
</file>

<file path=ppt/media/f20944.txt>
</file>

<file path=ppt/media/f20945.txt>
</file>

<file path=ppt/media/f20946.txt>
</file>

<file path=ppt/media/f20947.txt>
</file>

<file path=ppt/media/f20948.txt>
</file>

<file path=ppt/media/f20949.txt>
</file>

<file path=ppt/media/f20950.txt>
</file>

<file path=ppt/media/f20951.txt>
</file>

<file path=ppt/media/f20952.txt>
</file>

<file path=ppt/media/f20953.txt>
</file>

<file path=ppt/media/f20954.txt>
</file>

<file path=ppt/media/f20955.txt>
</file>

<file path=ppt/media/f20956.txt>
</file>

<file path=ppt/media/f20957.txt>
</file>

<file path=ppt/media/f20958.txt>
</file>

<file path=ppt/media/f20959.txt>
</file>

<file path=ppt/media/f20960.txt>
</file>

<file path=ppt/media/f20961.txt>
</file>

<file path=ppt/media/f20962.txt>
</file>

<file path=ppt/media/f20963.txt>
</file>

<file path=ppt/media/f20964.txt>
</file>

<file path=ppt/media/f20965.txt>
</file>

<file path=ppt/media/f20966.txt>
</file>

<file path=ppt/media/f20967.txt>
</file>

<file path=ppt/media/f20968.txt>
</file>

<file path=ppt/media/f20969.txt>
</file>

<file path=ppt/media/f20970.txt>
</file>

<file path=ppt/media/f20971.txt>
</file>

<file path=ppt/media/f20972.txt>
</file>

<file path=ppt/media/f20973.txt>
</file>

<file path=ppt/media/f20974.txt>
</file>

<file path=ppt/media/f20975.txt>
</file>

<file path=ppt/media/f20976.txt>
</file>

<file path=ppt/media/f20977.txt>
</file>

<file path=ppt/media/f20978.txt>
</file>

<file path=ppt/media/f20979.txt>
</file>

<file path=ppt/media/f20980.txt>
</file>

<file path=ppt/media/f20981.txt>
</file>

<file path=ppt/media/f20982.txt>
</file>

<file path=ppt/media/f20983.txt>
</file>

<file path=ppt/media/f20984.txt>
</file>

<file path=ppt/media/f20985.txt>
</file>

<file path=ppt/media/f20986.txt>
</file>

<file path=ppt/media/f20987.txt>
</file>

<file path=ppt/media/f20988.txt>
</file>

<file path=ppt/media/f20989.txt>
</file>

<file path=ppt/media/f20990.txt>
</file>

<file path=ppt/media/f20991.txt>
</file>

<file path=ppt/media/f20992.txt>
</file>

<file path=ppt/media/f20993.txt>
</file>

<file path=ppt/media/f20994.txt>
</file>

<file path=ppt/media/f20995.txt>
</file>

<file path=ppt/media/f20996.txt>
</file>

<file path=ppt/media/f20997.txt>
</file>

<file path=ppt/media/f20998.txt>
</file>

<file path=ppt/media/f20999.txt>
</file>

<file path=ppt/media/f21000.txt>
</file>

<file path=ppt/media/f21001.txt>
</file>

<file path=ppt/media/f21002.txt>
</file>

<file path=ppt/media/f21003.txt>
</file>

<file path=ppt/media/f21004.txt>
</file>

<file path=ppt/media/f21005.txt>
</file>

<file path=ppt/media/f21006.txt>
</file>

<file path=ppt/media/f21007.txt>
</file>

<file path=ppt/media/f21008.txt>
</file>

<file path=ppt/media/f21009.txt>
</file>

<file path=ppt/media/f21010.txt>
</file>

<file path=ppt/media/f21011.txt>
</file>

<file path=ppt/media/f21012.txt>
</file>

<file path=ppt/media/f21013.txt>
</file>

<file path=ppt/media/f21014.txt>
</file>

<file path=ppt/media/f21015.txt>
</file>

<file path=ppt/media/f21016.txt>
</file>

<file path=ppt/media/f21017.txt>
</file>

<file path=ppt/media/f21018.txt>
</file>

<file path=ppt/media/f21019.txt>
</file>

<file path=ppt/media/f21020.txt>
</file>

<file path=ppt/media/f21021.txt>
</file>

<file path=ppt/media/f21022.txt>
</file>

<file path=ppt/media/f21023.txt>
</file>

<file path=ppt/media/f21024.txt>
</file>

<file path=ppt/media/f21025.txt>
</file>

<file path=ppt/media/f21026.txt>
</file>

<file path=ppt/media/f21027.txt>
</file>

<file path=ppt/media/f21028.txt>
</file>

<file path=ppt/media/f21029.txt>
</file>

<file path=ppt/media/f21030.txt>
</file>

<file path=ppt/media/f21031.txt>
</file>

<file path=ppt/media/f21032.txt>
</file>

<file path=ppt/media/f21033.txt>
</file>

<file path=ppt/media/f21034.txt>
</file>

<file path=ppt/media/f21035.txt>
</file>

<file path=ppt/media/f21036.txt>
</file>

<file path=ppt/media/f21037.txt>
</file>

<file path=ppt/media/f21038.txt>
</file>

<file path=ppt/media/f21039.txt>
</file>

<file path=ppt/media/f21040.txt>
</file>

<file path=ppt/media/f21041.txt>
</file>

<file path=ppt/media/f21042.txt>
</file>

<file path=ppt/media/f21043.txt>
</file>

<file path=ppt/media/f21044.txt>
</file>

<file path=ppt/media/f21045.txt>
</file>

<file path=ppt/media/f21046.txt>
</file>

<file path=ppt/media/f21047.txt>
</file>

<file path=ppt/media/f21048.txt>
</file>

<file path=ppt/media/f21049.txt>
</file>

<file path=ppt/media/f21050.txt>
</file>

<file path=ppt/media/f21051.txt>
</file>

<file path=ppt/media/f21052.txt>
</file>

<file path=ppt/media/f21053.txt>
</file>

<file path=ppt/media/f21054.txt>
</file>

<file path=ppt/media/f21055.txt>
</file>

<file path=ppt/media/f21056.txt>
</file>

<file path=ppt/media/f21057.txt>
</file>

<file path=ppt/media/f21058.txt>
</file>

<file path=ppt/media/f21059.txt>
</file>

<file path=ppt/media/f21060.txt>
</file>

<file path=ppt/media/f21061.txt>
</file>

<file path=ppt/media/f21062.txt>
</file>

<file path=ppt/media/f21063.txt>
</file>

<file path=ppt/media/f21064.txt>
</file>

<file path=ppt/media/f21065.txt>
</file>

<file path=ppt/media/f21066.txt>
</file>

<file path=ppt/media/f21067.txt>
</file>

<file path=ppt/media/f21068.txt>
</file>

<file path=ppt/media/f21069.txt>
</file>

<file path=ppt/media/f21070.txt>
</file>

<file path=ppt/media/f21071.txt>
</file>

<file path=ppt/media/f21072.txt>
</file>

<file path=ppt/media/f21073.txt>
</file>

<file path=ppt/media/f21074.txt>
</file>

<file path=ppt/media/f21075.txt>
</file>

<file path=ppt/media/f21076.txt>
</file>

<file path=ppt/media/f21077.txt>
</file>

<file path=ppt/media/f21078.txt>
</file>

<file path=ppt/media/f21079.txt>
</file>

<file path=ppt/media/f21080.txt>
</file>

<file path=ppt/media/f21081.txt>
</file>

<file path=ppt/media/f21082.txt>
</file>

<file path=ppt/media/f21083.txt>
</file>

<file path=ppt/media/f21084.txt>
</file>

<file path=ppt/media/f21085.txt>
</file>

<file path=ppt/media/f21086.txt>
</file>

<file path=ppt/media/f21087.txt>
</file>

<file path=ppt/media/f21088.txt>
</file>

<file path=ppt/media/f21089.txt>
</file>

<file path=ppt/media/f21090.txt>
</file>

<file path=ppt/media/f21091.txt>
</file>

<file path=ppt/media/f21092.txt>
</file>

<file path=ppt/media/f21093.txt>
</file>

<file path=ppt/media/f21094.txt>
</file>

<file path=ppt/media/f21095.txt>
</file>

<file path=ppt/media/f21096.txt>
</file>

<file path=ppt/media/f21097.txt>
</file>

<file path=ppt/media/f21098.txt>
</file>

<file path=ppt/media/f21099.txt>
</file>

<file path=ppt/media/f21100.txt>
</file>

<file path=ppt/media/f21101.txt>
</file>

<file path=ppt/media/f21102.txt>
</file>

<file path=ppt/media/f21103.txt>
</file>

<file path=ppt/media/f21104.txt>
</file>

<file path=ppt/media/f21105.txt>
</file>

<file path=ppt/media/f21106.txt>
</file>

<file path=ppt/media/f21107.txt>
</file>

<file path=ppt/media/f21108.txt>
</file>

<file path=ppt/media/f21109.txt>
</file>

<file path=ppt/media/f21110.txt>
</file>

<file path=ppt/media/f21111.txt>
</file>

<file path=ppt/media/f21112.txt>
</file>

<file path=ppt/media/f21113.txt>
</file>

<file path=ppt/media/f21114.txt>
</file>

<file path=ppt/media/f21115.txt>
</file>

<file path=ppt/media/f21116.txt>
</file>

<file path=ppt/media/f21117.txt>
</file>

<file path=ppt/media/f21118.txt>
</file>

<file path=ppt/media/f21119.txt>
</file>

<file path=ppt/media/f21120.txt>
</file>

<file path=ppt/media/f21121.txt>
</file>

<file path=ppt/media/f21122.txt>
</file>

<file path=ppt/media/f21123.txt>
</file>

<file path=ppt/media/f21124.txt>
</file>

<file path=ppt/media/f21125.txt>
</file>

<file path=ppt/media/f21126.txt>
</file>

<file path=ppt/media/f21127.txt>
</file>

<file path=ppt/media/f21128.txt>
</file>

<file path=ppt/media/f21129.txt>
</file>

<file path=ppt/media/f21130.txt>
</file>

<file path=ppt/media/f21131.txt>
</file>

<file path=ppt/media/f21132.txt>
</file>

<file path=ppt/media/f21133.txt>
</file>

<file path=ppt/media/f21134.txt>
</file>

<file path=ppt/media/f21135.txt>
</file>

<file path=ppt/media/f21136.txt>
</file>

<file path=ppt/media/f21137.txt>
</file>

<file path=ppt/media/f21138.txt>
</file>

<file path=ppt/media/f21139.txt>
</file>

<file path=ppt/media/f21140.txt>
</file>

<file path=ppt/media/f21141.txt>
</file>

<file path=ppt/media/f21142.txt>
</file>

<file path=ppt/media/f21143.txt>
</file>

<file path=ppt/media/f21144.txt>
</file>

<file path=ppt/media/f21145.txt>
</file>

<file path=ppt/media/f21146.txt>
</file>

<file path=ppt/media/f21147.txt>
</file>

<file path=ppt/media/f21148.txt>
</file>

<file path=ppt/media/f21149.txt>
</file>

<file path=ppt/media/f21150.txt>
</file>

<file path=ppt/media/f21151.txt>
</file>

<file path=ppt/media/f21152.txt>
</file>

<file path=ppt/media/f21153.txt>
</file>

<file path=ppt/media/f21154.txt>
</file>

<file path=ppt/media/f21155.txt>
</file>

<file path=ppt/media/f21156.txt>
</file>

<file path=ppt/media/f21157.txt>
</file>

<file path=ppt/media/f21158.txt>
</file>

<file path=ppt/media/f21159.txt>
</file>

<file path=ppt/media/f21160.txt>
</file>

<file path=ppt/media/f21161.txt>
</file>

<file path=ppt/media/f21162.txt>
</file>

<file path=ppt/media/f21163.txt>
</file>

<file path=ppt/media/f21164.txt>
</file>

<file path=ppt/media/f21165.txt>
</file>

<file path=ppt/media/f21166.txt>
</file>

<file path=ppt/media/f21167.txt>
</file>

<file path=ppt/media/f21168.txt>
</file>

<file path=ppt/media/f21169.txt>
</file>

<file path=ppt/media/f21170.txt>
</file>

<file path=ppt/media/f21171.txt>
</file>

<file path=ppt/media/f21172.txt>
</file>

<file path=ppt/media/f21173.txt>
</file>

<file path=ppt/media/f21174.txt>
</file>

<file path=ppt/media/f21175.txt>
</file>

<file path=ppt/media/f21176.txt>
</file>

<file path=ppt/media/f21177.txt>
</file>

<file path=ppt/media/f21178.txt>
</file>

<file path=ppt/media/f21179.txt>
</file>

<file path=ppt/media/f21180.txt>
</file>

<file path=ppt/media/f21181.txt>
</file>

<file path=ppt/media/f21182.txt>
</file>

<file path=ppt/media/f21183.txt>
</file>

<file path=ppt/media/f21184.txt>
</file>

<file path=ppt/media/f21185.txt>
</file>

<file path=ppt/media/f21186.txt>
</file>

<file path=ppt/media/f21187.txt>
</file>

<file path=ppt/media/f21188.txt>
</file>

<file path=ppt/media/f21189.txt>
</file>

<file path=ppt/media/f21190.txt>
</file>

<file path=ppt/media/f21191.txt>
</file>

<file path=ppt/media/f21192.txt>
</file>

<file path=ppt/media/f21193.txt>
</file>

<file path=ppt/media/f21194.txt>
</file>

<file path=ppt/media/f21195.txt>
</file>

<file path=ppt/media/f21196.txt>
</file>

<file path=ppt/media/f21197.txt>
</file>

<file path=ppt/media/f21198.txt>
</file>

<file path=ppt/media/f21199.txt>
</file>

<file path=ppt/media/f21200.txt>
</file>

<file path=ppt/media/f21201.txt>
</file>

<file path=ppt/media/f21202.txt>
</file>

<file path=ppt/media/f21203.txt>
</file>

<file path=ppt/media/f21204.txt>
</file>

<file path=ppt/media/f21205.txt>
</file>

<file path=ppt/media/f21206.txt>
</file>

<file path=ppt/media/f21207.txt>
</file>

<file path=ppt/media/f21208.txt>
</file>

<file path=ppt/media/f21209.txt>
</file>

<file path=ppt/media/f21210.txt>
</file>

<file path=ppt/media/f21211.txt>
</file>

<file path=ppt/media/f21212.txt>
</file>

<file path=ppt/media/f21213.txt>
</file>

<file path=ppt/media/f21214.txt>
</file>

<file path=ppt/media/f21215.txt>
</file>

<file path=ppt/media/f21216.txt>
</file>

<file path=ppt/media/f21217.txt>
</file>

<file path=ppt/media/f21218.txt>
</file>

<file path=ppt/media/f21219.txt>
</file>

<file path=ppt/media/f21220.txt>
</file>

<file path=ppt/media/f21221.txt>
</file>

<file path=ppt/media/f21222.txt>
</file>

<file path=ppt/media/f21223.txt>
</file>

<file path=ppt/media/f21224.txt>
</file>

<file path=ppt/media/f21225.txt>
</file>

<file path=ppt/media/f21226.txt>
</file>

<file path=ppt/media/f21227.txt>
</file>

<file path=ppt/media/f21228.txt>
</file>

<file path=ppt/media/f21229.txt>
</file>

<file path=ppt/media/f21230.txt>
</file>

<file path=ppt/media/f21231.txt>
</file>

<file path=ppt/media/f21232.txt>
</file>

<file path=ppt/media/f21233.txt>
</file>

<file path=ppt/media/f21234.txt>
</file>

<file path=ppt/media/f21235.txt>
</file>

<file path=ppt/media/f21236.txt>
</file>

<file path=ppt/media/f21237.txt>
</file>

<file path=ppt/media/f21238.txt>
</file>

<file path=ppt/media/f21239.txt>
</file>

<file path=ppt/media/f21240.txt>
</file>

<file path=ppt/media/f21241.txt>
</file>

<file path=ppt/media/f21242.txt>
</file>

<file path=ppt/media/f21243.txt>
</file>

<file path=ppt/media/f21244.txt>
</file>

<file path=ppt/media/f21245.txt>
</file>

<file path=ppt/media/f21246.txt>
</file>

<file path=ppt/media/f21247.txt>
</file>

<file path=ppt/media/f21248.txt>
</file>

<file path=ppt/media/f21249.txt>
</file>

<file path=ppt/media/f21250.txt>
</file>

<file path=ppt/media/f21251.txt>
</file>

<file path=ppt/media/f21252.txt>
</file>

<file path=ppt/media/f21253.txt>
</file>

<file path=ppt/media/f21254.txt>
</file>

<file path=ppt/media/f21255.txt>
</file>

<file path=ppt/media/f21256.txt>
</file>

<file path=ppt/media/f21257.txt>
</file>

<file path=ppt/media/f21258.txt>
</file>

<file path=ppt/media/f21259.txt>
</file>

<file path=ppt/media/f21260.txt>
</file>

<file path=ppt/media/f21261.txt>
</file>

<file path=ppt/media/f21262.txt>
</file>

<file path=ppt/media/f21263.txt>
</file>

<file path=ppt/media/f21264.txt>
</file>

<file path=ppt/media/f21265.txt>
</file>

<file path=ppt/media/f21266.txt>
</file>

<file path=ppt/media/f21267.txt>
</file>

<file path=ppt/media/f21268.txt>
</file>

<file path=ppt/media/f21269.txt>
</file>

<file path=ppt/media/f21270.txt>
</file>

<file path=ppt/media/f21271.txt>
</file>

<file path=ppt/media/f21272.txt>
</file>

<file path=ppt/media/f21273.txt>
</file>

<file path=ppt/media/f21274.txt>
</file>

<file path=ppt/media/f21275.txt>
</file>

<file path=ppt/media/f21276.txt>
</file>

<file path=ppt/media/f21277.txt>
</file>

<file path=ppt/media/f21278.txt>
</file>

<file path=ppt/media/f21279.txt>
</file>

<file path=ppt/media/f21280.txt>
</file>

<file path=ppt/media/f21281.txt>
</file>

<file path=ppt/media/f21282.txt>
</file>

<file path=ppt/media/f21283.txt>
</file>

<file path=ppt/media/f21284.txt>
</file>

<file path=ppt/media/f21285.txt>
</file>

<file path=ppt/media/f21286.txt>
</file>

<file path=ppt/media/f21287.txt>
</file>

<file path=ppt/media/f21288.txt>
</file>

<file path=ppt/media/f21289.txt>
</file>

<file path=ppt/media/f21290.txt>
</file>

<file path=ppt/media/f21291.txt>
</file>

<file path=ppt/media/f21292.txt>
</file>

<file path=ppt/media/f21293.txt>
</file>

<file path=ppt/media/f21294.txt>
</file>

<file path=ppt/media/f21295.txt>
</file>

<file path=ppt/media/f21296.txt>
</file>

<file path=ppt/media/f21297.txt>
</file>

<file path=ppt/media/f21298.txt>
</file>

<file path=ppt/media/f21299.txt>
</file>

<file path=ppt/media/f21300.txt>
</file>

<file path=ppt/media/f21301.txt>
</file>

<file path=ppt/media/f21302.txt>
</file>

<file path=ppt/media/f21303.txt>
</file>

<file path=ppt/media/f21304.txt>
</file>

<file path=ppt/media/f21305.txt>
</file>

<file path=ppt/media/f21306.txt>
</file>

<file path=ppt/media/f21307.txt>
</file>

<file path=ppt/media/f21308.txt>
</file>

<file path=ppt/media/f21309.txt>
</file>

<file path=ppt/media/f21310.txt>
</file>

<file path=ppt/media/f21311.txt>
</file>

<file path=ppt/media/f21312.txt>
</file>

<file path=ppt/media/f21313.txt>
</file>

<file path=ppt/media/f21314.txt>
</file>

<file path=ppt/media/f21315.txt>
</file>

<file path=ppt/media/f21316.txt>
</file>

<file path=ppt/media/f21317.txt>
</file>

<file path=ppt/media/f21318.txt>
</file>

<file path=ppt/media/f21319.txt>
</file>

<file path=ppt/media/f21320.txt>
</file>

<file path=ppt/media/f21321.txt>
</file>

<file path=ppt/media/f21322.txt>
</file>

<file path=ppt/media/f21323.txt>
</file>

<file path=ppt/media/f21324.txt>
</file>

<file path=ppt/media/f21325.txt>
</file>

<file path=ppt/media/f21326.txt>
</file>

<file path=ppt/media/f21327.txt>
</file>

<file path=ppt/media/f21328.txt>
</file>

<file path=ppt/media/f21329.txt>
</file>

<file path=ppt/media/f21330.txt>
</file>

<file path=ppt/media/f21331.txt>
</file>

<file path=ppt/media/f21332.txt>
</file>

<file path=ppt/media/f21333.txt>
</file>

<file path=ppt/media/f21334.txt>
</file>

<file path=ppt/media/f21335.txt>
</file>

<file path=ppt/media/f21336.txt>
</file>

<file path=ppt/media/f21337.txt>
</file>

<file path=ppt/media/f21338.txt>
</file>

<file path=ppt/media/f21339.txt>
</file>

<file path=ppt/media/f21340.txt>
</file>

<file path=ppt/media/f21341.txt>
</file>

<file path=ppt/media/f21342.txt>
</file>

<file path=ppt/media/f21343.txt>
</file>

<file path=ppt/media/f21344.txt>
</file>

<file path=ppt/media/f21345.txt>
</file>

<file path=ppt/media/f21346.txt>
</file>

<file path=ppt/media/f21347.txt>
</file>

<file path=ppt/media/f21348.txt>
</file>

<file path=ppt/media/f21349.txt>
</file>

<file path=ppt/media/f21350.txt>
</file>

<file path=ppt/media/f21351.txt>
</file>

<file path=ppt/media/f21352.txt>
</file>

<file path=ppt/media/f21353.txt>
</file>

<file path=ppt/media/f21354.txt>
</file>

<file path=ppt/media/f21355.txt>
</file>

<file path=ppt/media/f21356.txt>
</file>

<file path=ppt/media/f21357.txt>
</file>

<file path=ppt/media/f21358.txt>
</file>

<file path=ppt/media/f21359.txt>
</file>

<file path=ppt/media/f21360.txt>
</file>

<file path=ppt/media/f21361.txt>
</file>

<file path=ppt/media/f21362.txt>
</file>

<file path=ppt/media/f21363.txt>
</file>

<file path=ppt/media/f21364.txt>
</file>

<file path=ppt/media/f21365.txt>
</file>

<file path=ppt/media/f21366.txt>
</file>

<file path=ppt/media/f21367.txt>
</file>

<file path=ppt/media/f21368.txt>
</file>

<file path=ppt/media/f21369.txt>
</file>

<file path=ppt/media/f21370.txt>
</file>

<file path=ppt/media/f21371.txt>
</file>

<file path=ppt/media/f21372.txt>
</file>

<file path=ppt/media/f21373.txt>
</file>

<file path=ppt/media/f21374.txt>
</file>

<file path=ppt/media/f21375.txt>
</file>

<file path=ppt/media/f21376.txt>
</file>

<file path=ppt/media/f21377.txt>
</file>

<file path=ppt/media/f21378.txt>
</file>

<file path=ppt/media/f21379.txt>
</file>

<file path=ppt/media/f21380.txt>
</file>

<file path=ppt/media/f21381.txt>
</file>

<file path=ppt/media/f21382.txt>
</file>

<file path=ppt/media/f21383.txt>
</file>

<file path=ppt/media/f21384.txt>
</file>

<file path=ppt/media/f21385.txt>
</file>

<file path=ppt/media/f21386.txt>
</file>

<file path=ppt/media/f21387.txt>
</file>

<file path=ppt/media/f21388.txt>
</file>

<file path=ppt/media/f21389.txt>
</file>

<file path=ppt/media/f21390.txt>
</file>

<file path=ppt/media/f21391.txt>
</file>

<file path=ppt/media/f21392.txt>
</file>

<file path=ppt/media/f21393.txt>
</file>

<file path=ppt/media/f21394.txt>
</file>

<file path=ppt/media/f21395.txt>
</file>

<file path=ppt/media/f21396.txt>
</file>

<file path=ppt/media/f21397.txt>
</file>

<file path=ppt/media/f21398.txt>
</file>

<file path=ppt/media/f21399.txt>
</file>

<file path=ppt/media/f21400.txt>
</file>

<file path=ppt/media/f21401.txt>
</file>

<file path=ppt/media/f21402.txt>
</file>

<file path=ppt/media/f21403.txt>
</file>

<file path=ppt/media/f21404.txt>
</file>

<file path=ppt/media/f21405.txt>
</file>

<file path=ppt/media/f21406.txt>
</file>

<file path=ppt/media/f21407.txt>
</file>

<file path=ppt/media/f21408.txt>
</file>

<file path=ppt/media/f21409.txt>
</file>

<file path=ppt/media/f21410.txt>
</file>

<file path=ppt/media/f21411.txt>
</file>

<file path=ppt/media/f21412.txt>
</file>

<file path=ppt/media/f21413.txt>
</file>

<file path=ppt/media/f21414.txt>
</file>

<file path=ppt/media/f21415.txt>
</file>

<file path=ppt/media/f21416.txt>
</file>

<file path=ppt/media/f21417.txt>
</file>

<file path=ppt/media/f21418.txt>
</file>

<file path=ppt/media/f21419.txt>
</file>

<file path=ppt/media/f21420.txt>
</file>

<file path=ppt/media/f21421.txt>
</file>

<file path=ppt/media/f21422.txt>
</file>

<file path=ppt/media/f21423.txt>
</file>

<file path=ppt/media/f21424.txt>
</file>

<file path=ppt/media/f21425.txt>
</file>

<file path=ppt/media/f21426.txt>
</file>

<file path=ppt/media/f21427.txt>
</file>

<file path=ppt/media/f21428.txt>
</file>

<file path=ppt/media/f21429.txt>
</file>

<file path=ppt/media/f21430.txt>
</file>

<file path=ppt/media/f21431.txt>
</file>

<file path=ppt/media/f21432.txt>
</file>

<file path=ppt/media/f21433.txt>
</file>

<file path=ppt/media/f21434.txt>
</file>

<file path=ppt/media/f21435.txt>
</file>

<file path=ppt/media/f21436.txt>
</file>

<file path=ppt/media/f21437.txt>
</file>

<file path=ppt/media/f21438.txt>
</file>

<file path=ppt/media/f21439.txt>
</file>

<file path=ppt/media/f21440.txt>
</file>

<file path=ppt/media/f21441.txt>
</file>

<file path=ppt/media/f21442.txt>
</file>

<file path=ppt/media/f21443.txt>
</file>

<file path=ppt/media/f21444.txt>
</file>

<file path=ppt/media/f21445.txt>
</file>

<file path=ppt/media/f21446.txt>
</file>

<file path=ppt/media/f21447.txt>
</file>

<file path=ppt/media/f21448.txt>
</file>

<file path=ppt/media/f21449.txt>
</file>

<file path=ppt/media/f21450.txt>
</file>

<file path=ppt/media/f21451.txt>
</file>

<file path=ppt/media/f21452.txt>
</file>

<file path=ppt/media/f21453.txt>
</file>

<file path=ppt/media/f21454.txt>
</file>

<file path=ppt/media/f21455.txt>
</file>

<file path=ppt/media/f21456.txt>
</file>

<file path=ppt/media/f21457.txt>
</file>

<file path=ppt/media/f21458.txt>
</file>

<file path=ppt/media/f21459.txt>
</file>

<file path=ppt/media/f21460.txt>
</file>

<file path=ppt/media/f21461.txt>
</file>

<file path=ppt/media/f21462.txt>
</file>

<file path=ppt/media/f21463.txt>
</file>

<file path=ppt/media/f21464.txt>
</file>

<file path=ppt/media/f21465.txt>
</file>

<file path=ppt/media/f21466.txt>
</file>

<file path=ppt/media/f21467.txt>
</file>

<file path=ppt/media/f21468.txt>
</file>

<file path=ppt/media/f21469.txt>
</file>

<file path=ppt/media/f21470.txt>
</file>

<file path=ppt/media/f21471.txt>
</file>

<file path=ppt/media/f21472.txt>
</file>

<file path=ppt/media/f21473.txt>
</file>

<file path=ppt/media/f21474.txt>
</file>

<file path=ppt/media/f21475.txt>
</file>

<file path=ppt/media/f21476.txt>
</file>

<file path=ppt/media/f21477.txt>
</file>

<file path=ppt/media/f21478.txt>
</file>

<file path=ppt/media/f21479.txt>
</file>

<file path=ppt/media/f21480.txt>
</file>

<file path=ppt/media/f21481.txt>
</file>

<file path=ppt/media/f21482.txt>
</file>

<file path=ppt/media/f21483.txt>
</file>

<file path=ppt/media/f21484.txt>
</file>

<file path=ppt/media/f21485.txt>
</file>

<file path=ppt/media/f21486.txt>
</file>

<file path=ppt/media/f21487.txt>
</file>

<file path=ppt/media/f21488.txt>
</file>

<file path=ppt/media/f21489.txt>
</file>

<file path=ppt/media/f21490.txt>
</file>

<file path=ppt/media/f21491.txt>
</file>

<file path=ppt/media/f21492.txt>
</file>

<file path=ppt/media/f21493.txt>
</file>

<file path=ppt/media/f21494.txt>
</file>

<file path=ppt/media/f21495.txt>
</file>

<file path=ppt/media/f21496.txt>
</file>

<file path=ppt/media/f21497.txt>
</file>

<file path=ppt/media/f21498.txt>
</file>

<file path=ppt/media/f21499.txt>
</file>

<file path=ppt/media/f21500.txt>
</file>

<file path=ppt/media/f21501.txt>
</file>

<file path=ppt/media/f21502.txt>
</file>

<file path=ppt/media/f21503.txt>
</file>

<file path=ppt/media/f21504.txt>
</file>

<file path=ppt/media/f21505.txt>
</file>

<file path=ppt/media/f21506.txt>
</file>

<file path=ppt/media/f21507.txt>
</file>

<file path=ppt/media/f21508.txt>
</file>

<file path=ppt/media/f21509.txt>
</file>

<file path=ppt/media/f21510.txt>
</file>

<file path=ppt/media/f21511.txt>
</file>

<file path=ppt/media/f21512.txt>
</file>

<file path=ppt/media/f21513.txt>
</file>

<file path=ppt/media/f21514.txt>
</file>

<file path=ppt/media/f21515.txt>
</file>

<file path=ppt/media/f21516.txt>
</file>

<file path=ppt/media/f21517.txt>
</file>

<file path=ppt/media/f21518.txt>
</file>

<file path=ppt/media/f21519.txt>
</file>

<file path=ppt/media/f21520.txt>
</file>

<file path=ppt/media/f21521.txt>
</file>

<file path=ppt/media/f21522.txt>
</file>

<file path=ppt/media/f21523.txt>
</file>

<file path=ppt/media/f21524.txt>
</file>

<file path=ppt/media/f21525.txt>
</file>

<file path=ppt/media/f21526.txt>
</file>

<file path=ppt/media/f21527.txt>
</file>

<file path=ppt/media/f21528.txt>
</file>

<file path=ppt/media/f21529.txt>
</file>

<file path=ppt/media/f21530.txt>
</file>

<file path=ppt/media/f21531.txt>
</file>

<file path=ppt/media/f21532.txt>
</file>

<file path=ppt/media/f21533.txt>
</file>

<file path=ppt/media/f21534.txt>
</file>

<file path=ppt/media/f21535.txt>
</file>

<file path=ppt/media/f21536.txt>
</file>

<file path=ppt/media/f21537.txt>
</file>

<file path=ppt/media/f21538.txt>
</file>

<file path=ppt/media/f21539.txt>
</file>

<file path=ppt/media/f21540.txt>
</file>

<file path=ppt/media/f21541.txt>
</file>

<file path=ppt/media/f21542.txt>
</file>

<file path=ppt/media/f21543.txt>
</file>

<file path=ppt/media/f21544.txt>
</file>

<file path=ppt/media/f21545.txt>
</file>

<file path=ppt/media/f21546.txt>
</file>

<file path=ppt/media/f21547.txt>
</file>

<file path=ppt/media/f21548.txt>
</file>

<file path=ppt/media/f21549.txt>
</file>

<file path=ppt/media/f21550.txt>
</file>

<file path=ppt/media/f21551.txt>
</file>

<file path=ppt/media/f21552.txt>
</file>

<file path=ppt/media/f21553.txt>
</file>

<file path=ppt/media/f21554.txt>
</file>

<file path=ppt/media/f21555.txt>
</file>

<file path=ppt/media/f21556.txt>
</file>

<file path=ppt/media/f21557.txt>
</file>

<file path=ppt/media/f21558.txt>
</file>

<file path=ppt/media/f21559.txt>
</file>

<file path=ppt/media/f21560.txt>
</file>

<file path=ppt/media/f21561.txt>
</file>

<file path=ppt/media/f21562.txt>
</file>

<file path=ppt/media/f21563.txt>
</file>

<file path=ppt/media/f21564.txt>
</file>

<file path=ppt/media/f21565.txt>
</file>

<file path=ppt/media/f21566.txt>
</file>

<file path=ppt/media/f21567.txt>
</file>

<file path=ppt/media/f21568.txt>
</file>

<file path=ppt/media/f21569.txt>
</file>

<file path=ppt/media/f21570.txt>
</file>

<file path=ppt/media/f21571.txt>
</file>

<file path=ppt/media/f21572.txt>
</file>

<file path=ppt/media/f21573.txt>
</file>

<file path=ppt/media/f21574.txt>
</file>

<file path=ppt/media/f21575.txt>
</file>

<file path=ppt/media/f21576.txt>
</file>

<file path=ppt/media/f21577.txt>
</file>

<file path=ppt/media/f21578.txt>
</file>

<file path=ppt/media/f21579.txt>
</file>

<file path=ppt/media/f21580.txt>
</file>

<file path=ppt/media/f21581.txt>
</file>

<file path=ppt/media/f21582.txt>
</file>

<file path=ppt/media/f21583.txt>
</file>

<file path=ppt/media/f21584.txt>
</file>

<file path=ppt/media/f21585.txt>
</file>

<file path=ppt/media/f21586.txt>
</file>

<file path=ppt/media/f21587.txt>
</file>

<file path=ppt/media/f21588.txt>
</file>

<file path=ppt/media/f21589.txt>
</file>

<file path=ppt/media/f21590.txt>
</file>

<file path=ppt/media/f21591.txt>
</file>

<file path=ppt/media/f21592.txt>
</file>

<file path=ppt/media/f21593.txt>
</file>

<file path=ppt/media/f21594.txt>
</file>

<file path=ppt/media/f21595.txt>
</file>

<file path=ppt/media/f21596.txt>
</file>

<file path=ppt/media/f21597.txt>
</file>

<file path=ppt/media/f21598.txt>
</file>

<file path=ppt/media/f21599.txt>
</file>

<file path=ppt/media/f21600.txt>
</file>

<file path=ppt/media/f21601.txt>
</file>

<file path=ppt/media/f21602.txt>
</file>

<file path=ppt/media/f21603.txt>
</file>

<file path=ppt/media/f21604.txt>
</file>

<file path=ppt/media/f21605.txt>
</file>

<file path=ppt/media/f21606.txt>
</file>

<file path=ppt/media/f21607.txt>
</file>

<file path=ppt/media/f21608.txt>
</file>

<file path=ppt/media/f21609.txt>
</file>

<file path=ppt/media/f21610.txt>
</file>

<file path=ppt/media/f21611.txt>
</file>

<file path=ppt/media/f21612.txt>
</file>

<file path=ppt/media/f21613.txt>
</file>

<file path=ppt/media/f21614.txt>
</file>

<file path=ppt/media/f21615.txt>
</file>

<file path=ppt/media/f21616.txt>
</file>

<file path=ppt/media/f21617.txt>
</file>

<file path=ppt/media/f21618.txt>
</file>

<file path=ppt/media/f21619.txt>
</file>

<file path=ppt/media/f21620.txt>
</file>

<file path=ppt/media/f21621.txt>
</file>

<file path=ppt/media/f21622.txt>
</file>

<file path=ppt/media/f21623.txt>
</file>

<file path=ppt/media/f21624.txt>
</file>

<file path=ppt/media/f21625.txt>
</file>

<file path=ppt/media/f21626.txt>
</file>

<file path=ppt/media/f21627.txt>
</file>

<file path=ppt/media/f21628.txt>
</file>

<file path=ppt/media/f21629.txt>
</file>

<file path=ppt/media/f21630.txt>
</file>

<file path=ppt/media/f21631.txt>
</file>

<file path=ppt/media/f21632.txt>
</file>

<file path=ppt/media/f21633.txt>
</file>

<file path=ppt/media/f21634.txt>
</file>

<file path=ppt/media/f21635.txt>
</file>

<file path=ppt/media/f21636.txt>
</file>

<file path=ppt/media/f21637.txt>
</file>

<file path=ppt/media/f21638.txt>
</file>

<file path=ppt/media/f21639.txt>
</file>

<file path=ppt/media/f21640.txt>
</file>

<file path=ppt/media/f21641.txt>
</file>

<file path=ppt/media/f21642.txt>
</file>

<file path=ppt/media/f21643.txt>
</file>

<file path=ppt/media/f21644.txt>
</file>

<file path=ppt/media/f21645.txt>
</file>

<file path=ppt/media/f21646.txt>
</file>

<file path=ppt/media/f21647.txt>
</file>

<file path=ppt/media/f21648.txt>
</file>

<file path=ppt/media/f21649.txt>
</file>

<file path=ppt/media/f21650.txt>
</file>

<file path=ppt/media/f21651.txt>
</file>

<file path=ppt/media/f21652.txt>
</file>

<file path=ppt/media/f21653.txt>
</file>

<file path=ppt/media/f21654.txt>
</file>

<file path=ppt/media/f21655.txt>
</file>

<file path=ppt/media/f21656.txt>
</file>

<file path=ppt/media/f21657.txt>
</file>

<file path=ppt/media/f21658.txt>
</file>

<file path=ppt/media/f21659.txt>
</file>

<file path=ppt/media/f21660.txt>
</file>

<file path=ppt/media/f21661.txt>
</file>

<file path=ppt/media/f21662.txt>
</file>

<file path=ppt/media/f21663.txt>
</file>

<file path=ppt/media/f21664.txt>
</file>

<file path=ppt/media/f21665.txt>
</file>

<file path=ppt/media/f21666.txt>
</file>

<file path=ppt/media/f21667.txt>
</file>

<file path=ppt/media/f21668.txt>
</file>

<file path=ppt/media/f21669.txt>
</file>

<file path=ppt/media/f21670.txt>
</file>

<file path=ppt/media/f21671.txt>
</file>

<file path=ppt/media/f21672.txt>
</file>

<file path=ppt/media/f21673.txt>
</file>

<file path=ppt/media/f21674.txt>
</file>

<file path=ppt/media/f21675.txt>
</file>

<file path=ppt/media/f21676.txt>
</file>

<file path=ppt/media/f21677.txt>
</file>

<file path=ppt/media/f21678.txt>
</file>

<file path=ppt/media/f21679.txt>
</file>

<file path=ppt/media/f21680.txt>
</file>

<file path=ppt/media/f21681.txt>
</file>

<file path=ppt/media/f21682.txt>
</file>

<file path=ppt/media/f21683.txt>
</file>

<file path=ppt/media/f21684.txt>
</file>

<file path=ppt/media/f21685.txt>
</file>

<file path=ppt/media/f21686.txt>
</file>

<file path=ppt/media/f21687.txt>
</file>

<file path=ppt/media/f21688.txt>
</file>

<file path=ppt/media/f21689.txt>
</file>

<file path=ppt/media/f21690.txt>
</file>

<file path=ppt/media/f21691.txt>
</file>

<file path=ppt/media/f21692.txt>
</file>

<file path=ppt/media/f21693.txt>
</file>

<file path=ppt/media/f21694.txt>
</file>

<file path=ppt/media/f21695.txt>
</file>

<file path=ppt/media/f21696.txt>
</file>

<file path=ppt/media/f21697.txt>
</file>

<file path=ppt/media/f21698.txt>
</file>

<file path=ppt/media/f21699.txt>
</file>

<file path=ppt/media/f21700.txt>
</file>

<file path=ppt/media/f21701.txt>
</file>

<file path=ppt/media/f21702.txt>
</file>

<file path=ppt/media/f21703.txt>
</file>

<file path=ppt/media/f21704.txt>
</file>

<file path=ppt/media/f21705.txt>
</file>

<file path=ppt/media/f21706.txt>
</file>

<file path=ppt/media/f21707.txt>
</file>

<file path=ppt/media/f21708.txt>
</file>

<file path=ppt/media/f21709.txt>
</file>

<file path=ppt/media/f21710.txt>
</file>

<file path=ppt/media/f21711.txt>
</file>

<file path=ppt/media/f21712.txt>
</file>

<file path=ppt/media/f21713.txt>
</file>

<file path=ppt/media/f21714.txt>
</file>

<file path=ppt/media/f21715.txt>
</file>

<file path=ppt/media/f21716.txt>
</file>

<file path=ppt/media/f21717.txt>
</file>

<file path=ppt/media/f21718.txt>
</file>

<file path=ppt/media/f21719.txt>
</file>

<file path=ppt/media/f21720.txt>
</file>

<file path=ppt/media/f21721.txt>
</file>

<file path=ppt/media/f21722.txt>
</file>

<file path=ppt/media/f21723.txt>
</file>

<file path=ppt/media/f21724.txt>
</file>

<file path=ppt/media/f21725.txt>
</file>

<file path=ppt/media/f21726.txt>
</file>

<file path=ppt/media/f21727.txt>
</file>

<file path=ppt/media/f21728.txt>
</file>

<file path=ppt/media/f21729.txt>
</file>

<file path=ppt/media/f21730.txt>
</file>

<file path=ppt/media/f21731.txt>
</file>

<file path=ppt/media/f21732.txt>
</file>

<file path=ppt/media/f21733.txt>
</file>

<file path=ppt/media/f21734.txt>
</file>

<file path=ppt/media/f21735.txt>
</file>

<file path=ppt/media/f21736.txt>
</file>

<file path=ppt/media/f21737.txt>
</file>

<file path=ppt/media/f21738.txt>
</file>

<file path=ppt/media/f21739.txt>
</file>

<file path=ppt/media/f21740.txt>
</file>

<file path=ppt/media/f21741.txt>
</file>

<file path=ppt/media/f21742.txt>
</file>

<file path=ppt/media/f21743.txt>
</file>

<file path=ppt/media/f21744.txt>
</file>

<file path=ppt/media/f21745.txt>
</file>

<file path=ppt/media/f21746.txt>
</file>

<file path=ppt/media/f21747.txt>
</file>

<file path=ppt/media/f21748.txt>
</file>

<file path=ppt/media/f21749.txt>
</file>

<file path=ppt/media/f21750.txt>
</file>

<file path=ppt/media/f21751.txt>
</file>

<file path=ppt/media/f21752.txt>
</file>

<file path=ppt/media/f21753.txt>
</file>

<file path=ppt/media/f21754.txt>
</file>

<file path=ppt/media/f21755.txt>
</file>

<file path=ppt/media/f21756.txt>
</file>

<file path=ppt/media/f21757.txt>
</file>

<file path=ppt/media/f21758.txt>
</file>

<file path=ppt/media/f21759.txt>
</file>

<file path=ppt/media/f21760.txt>
</file>

<file path=ppt/media/f21761.txt>
</file>

<file path=ppt/media/f21762.txt>
</file>

<file path=ppt/media/f21763.txt>
</file>

<file path=ppt/media/f21764.txt>
</file>

<file path=ppt/media/f21765.txt>
</file>

<file path=ppt/media/f21766.txt>
</file>

<file path=ppt/media/f21767.txt>
</file>

<file path=ppt/media/f21768.txt>
</file>

<file path=ppt/media/f21769.txt>
</file>

<file path=ppt/media/f21770.txt>
</file>

<file path=ppt/media/f21771.txt>
</file>

<file path=ppt/media/f21772.txt>
</file>

<file path=ppt/media/f21773.txt>
</file>

<file path=ppt/media/f21774.txt>
</file>

<file path=ppt/media/f21775.txt>
</file>

<file path=ppt/media/f21776.txt>
</file>

<file path=ppt/media/f21777.txt>
</file>

<file path=ppt/media/f21778.txt>
</file>

<file path=ppt/media/f21779.txt>
</file>

<file path=ppt/media/f21780.txt>
</file>

<file path=ppt/media/f21781.txt>
</file>

<file path=ppt/media/f21782.txt>
</file>

<file path=ppt/media/f21783.txt>
</file>

<file path=ppt/media/f21784.txt>
</file>

<file path=ppt/media/f21785.txt>
</file>

<file path=ppt/media/f21786.txt>
</file>

<file path=ppt/media/f21787.txt>
</file>

<file path=ppt/media/f21788.txt>
</file>

<file path=ppt/media/f21789.txt>
</file>

<file path=ppt/media/f21790.txt>
</file>

<file path=ppt/media/f21791.txt>
</file>

<file path=ppt/media/f21792.txt>
</file>

<file path=ppt/media/f21793.txt>
</file>

<file path=ppt/media/f21794.txt>
</file>

<file path=ppt/media/f21795.txt>
</file>

<file path=ppt/media/f21796.txt>
</file>

<file path=ppt/media/f21797.txt>
</file>

<file path=ppt/media/f21798.txt>
</file>

<file path=ppt/media/f21799.txt>
</file>

<file path=ppt/media/f21800.txt>
</file>

<file path=ppt/media/f21801.txt>
</file>

<file path=ppt/media/f21802.txt>
</file>

<file path=ppt/media/f21803.txt>
</file>

<file path=ppt/media/f21804.txt>
</file>

<file path=ppt/media/f21805.txt>
</file>

<file path=ppt/media/f21806.txt>
</file>

<file path=ppt/media/f21807.txt>
</file>

<file path=ppt/media/f21808.txt>
</file>

<file path=ppt/media/f21809.txt>
</file>

<file path=ppt/media/f21810.txt>
</file>

<file path=ppt/media/f21811.txt>
</file>

<file path=ppt/media/f21812.txt>
</file>

<file path=ppt/media/f21813.txt>
</file>

<file path=ppt/media/f21814.txt>
</file>

<file path=ppt/media/f21815.txt>
</file>

<file path=ppt/media/f21816.txt>
</file>

<file path=ppt/media/f21817.txt>
</file>

<file path=ppt/media/f21818.txt>
</file>

<file path=ppt/media/f21819.txt>
</file>

<file path=ppt/media/f21820.txt>
</file>

<file path=ppt/media/f21821.txt>
</file>

<file path=ppt/media/f21822.txt>
</file>

<file path=ppt/media/f21823.txt>
</file>

<file path=ppt/media/f21824.txt>
</file>

<file path=ppt/media/f21825.txt>
</file>

<file path=ppt/media/f21826.txt>
</file>

<file path=ppt/media/f21827.txt>
</file>

<file path=ppt/media/f21828.txt>
</file>

<file path=ppt/media/f21829.txt>
</file>

<file path=ppt/media/f21830.txt>
</file>

<file path=ppt/media/f21831.txt>
</file>

<file path=ppt/media/f21832.txt>
</file>

<file path=ppt/media/f21833.txt>
</file>

<file path=ppt/media/f21834.txt>
</file>

<file path=ppt/media/f21835.txt>
</file>

<file path=ppt/media/f21836.txt>
</file>

<file path=ppt/media/f21837.txt>
</file>

<file path=ppt/media/f21838.txt>
</file>

<file path=ppt/media/f21839.txt>
</file>

<file path=ppt/media/f21840.txt>
</file>

<file path=ppt/media/f21841.txt>
</file>

<file path=ppt/media/f21842.txt>
</file>

<file path=ppt/media/f21843.txt>
</file>

<file path=ppt/media/f21844.txt>
</file>

<file path=ppt/media/f21845.txt>
</file>

<file path=ppt/media/f21846.txt>
</file>

<file path=ppt/media/f21847.txt>
</file>

<file path=ppt/media/f21848.txt>
</file>

<file path=ppt/media/f21849.txt>
</file>

<file path=ppt/media/f21850.txt>
</file>

<file path=ppt/media/f21851.txt>
</file>

<file path=ppt/media/f21852.txt>
</file>

<file path=ppt/media/f21853.txt>
</file>

<file path=ppt/media/f21854.txt>
</file>

<file path=ppt/media/f21855.txt>
</file>

<file path=ppt/media/f21856.txt>
</file>

<file path=ppt/media/f21857.txt>
</file>

<file path=ppt/media/f21858.txt>
</file>

<file path=ppt/media/f21859.txt>
</file>

<file path=ppt/media/f21860.txt>
</file>

<file path=ppt/media/f21861.txt>
</file>

<file path=ppt/media/f21862.txt>
</file>

<file path=ppt/media/f21863.txt>
</file>

<file path=ppt/media/f21864.txt>
</file>

<file path=ppt/media/f21865.txt>
</file>

<file path=ppt/media/f21866.txt>
</file>

<file path=ppt/media/f21867.txt>
</file>

<file path=ppt/media/f21868.txt>
</file>

<file path=ppt/media/f21869.txt>
</file>

<file path=ppt/media/f21870.txt>
</file>

<file path=ppt/media/f21871.txt>
</file>

<file path=ppt/media/f21872.txt>
</file>

<file path=ppt/media/f21873.txt>
</file>

<file path=ppt/media/f21874.txt>
</file>

<file path=ppt/media/f21875.txt>
</file>

<file path=ppt/media/f21876.txt>
</file>

<file path=ppt/media/f21877.txt>
</file>

<file path=ppt/media/f21878.txt>
</file>

<file path=ppt/media/f21879.txt>
</file>

<file path=ppt/media/f21880.txt>
</file>

<file path=ppt/media/f21881.txt>
</file>

<file path=ppt/media/f21882.txt>
</file>

<file path=ppt/media/f21883.txt>
</file>

<file path=ppt/media/f21884.txt>
</file>

<file path=ppt/media/f21885.txt>
</file>

<file path=ppt/media/f21886.txt>
</file>

<file path=ppt/media/f21887.txt>
</file>

<file path=ppt/media/f21888.txt>
</file>

<file path=ppt/media/f21889.txt>
</file>

<file path=ppt/media/f21890.txt>
</file>

<file path=ppt/media/f21891.txt>
</file>

<file path=ppt/media/f21892.txt>
</file>

<file path=ppt/media/f21893.txt>
</file>

<file path=ppt/media/f21894.txt>
</file>

<file path=ppt/media/f21895.txt>
</file>

<file path=ppt/media/f21896.txt>
</file>

<file path=ppt/media/f21897.txt>
</file>

<file path=ppt/media/f21898.txt>
</file>

<file path=ppt/media/f21899.txt>
</file>

<file path=ppt/media/f21900.txt>
</file>

<file path=ppt/media/f21901.txt>
</file>

<file path=ppt/media/f21902.txt>
</file>

<file path=ppt/media/f21903.txt>
</file>

<file path=ppt/media/f21904.txt>
</file>

<file path=ppt/media/f21905.txt>
</file>

<file path=ppt/media/f21906.txt>
</file>

<file path=ppt/media/f21907.txt>
</file>

<file path=ppt/media/f21908.txt>
</file>

<file path=ppt/media/f21909.txt>
</file>

<file path=ppt/media/f21910.txt>
</file>

<file path=ppt/media/f21911.txt>
</file>

<file path=ppt/media/f21912.txt>
</file>

<file path=ppt/media/f21913.txt>
</file>

<file path=ppt/media/f21914.txt>
</file>

<file path=ppt/media/f21915.txt>
</file>

<file path=ppt/media/f21916.txt>
</file>

<file path=ppt/media/f21917.txt>
</file>

<file path=ppt/media/f21918.txt>
</file>

<file path=ppt/media/f21919.txt>
</file>

<file path=ppt/media/f21920.txt>
</file>

<file path=ppt/media/f21921.txt>
</file>

<file path=ppt/media/f21922.txt>
</file>

<file path=ppt/media/f21923.txt>
</file>

<file path=ppt/media/f21924.txt>
</file>

<file path=ppt/media/f21925.txt>
</file>

<file path=ppt/media/f21926.txt>
</file>

<file path=ppt/media/f21927.txt>
</file>

<file path=ppt/media/f21928.txt>
</file>

<file path=ppt/media/f21929.txt>
</file>

<file path=ppt/media/f21930.txt>
</file>

<file path=ppt/media/f21931.txt>
</file>

<file path=ppt/media/f21932.txt>
</file>

<file path=ppt/media/f21933.txt>
</file>

<file path=ppt/media/f21934.txt>
</file>

<file path=ppt/media/f21935.txt>
</file>

<file path=ppt/media/f21936.txt>
</file>

<file path=ppt/media/f21937.txt>
</file>

<file path=ppt/media/f21938.txt>
</file>

<file path=ppt/media/f21939.txt>
</file>

<file path=ppt/media/f21940.txt>
</file>

<file path=ppt/media/f21941.txt>
</file>

<file path=ppt/media/f21942.txt>
</file>

<file path=ppt/media/f21943.txt>
</file>

<file path=ppt/media/f21944.txt>
</file>

<file path=ppt/media/f21945.txt>
</file>

<file path=ppt/media/f21946.txt>
</file>

<file path=ppt/media/f21947.txt>
</file>

<file path=ppt/media/f21948.txt>
</file>

<file path=ppt/media/f21949.txt>
</file>

<file path=ppt/media/f21950.txt>
</file>

<file path=ppt/media/f21951.txt>
</file>

<file path=ppt/media/f21952.txt>
</file>

<file path=ppt/media/f21953.txt>
</file>

<file path=ppt/media/f21954.txt>
</file>

<file path=ppt/media/f21955.txt>
</file>

<file path=ppt/media/f21956.txt>
</file>

<file path=ppt/media/f21957.txt>
</file>

<file path=ppt/media/f21958.txt>
</file>

<file path=ppt/media/f21959.txt>
</file>

<file path=ppt/media/f21960.txt>
</file>

<file path=ppt/media/f21961.txt>
</file>

<file path=ppt/media/f21962.txt>
</file>

<file path=ppt/media/f21963.txt>
</file>

<file path=ppt/media/f21964.txt>
</file>

<file path=ppt/media/f21965.txt>
</file>

<file path=ppt/media/f21966.txt>
</file>

<file path=ppt/media/f21967.txt>
</file>

<file path=ppt/media/f21968.txt>
</file>

<file path=ppt/media/f21969.txt>
</file>

<file path=ppt/media/f21970.txt>
</file>

<file path=ppt/media/f21971.txt>
</file>

<file path=ppt/media/f21972.txt>
</file>

<file path=ppt/media/f21973.txt>
</file>

<file path=ppt/media/f21974.txt>
</file>

<file path=ppt/media/f21975.txt>
</file>

<file path=ppt/media/f21976.txt>
</file>

<file path=ppt/media/f21977.txt>
</file>

<file path=ppt/media/f21978.txt>
</file>

<file path=ppt/media/f21979.txt>
</file>

<file path=ppt/media/f21980.txt>
</file>

<file path=ppt/media/f21981.txt>
</file>

<file path=ppt/media/f21982.txt>
</file>

<file path=ppt/media/f21983.txt>
</file>

<file path=ppt/media/f21984.txt>
</file>

<file path=ppt/media/f21985.txt>
</file>

<file path=ppt/media/f21986.txt>
</file>

<file path=ppt/media/f21987.txt>
</file>

<file path=ppt/media/f21988.txt>
</file>

<file path=ppt/media/f21989.txt>
</file>

<file path=ppt/media/f21990.txt>
</file>

<file path=ppt/media/f21991.txt>
</file>

<file path=ppt/media/f21992.txt>
</file>

<file path=ppt/media/f21993.txt>
</file>

<file path=ppt/media/f21994.txt>
</file>

<file path=ppt/media/f21995.txt>
</file>

<file path=ppt/media/f21996.txt>
</file>

<file path=ppt/media/f21997.txt>
</file>

<file path=ppt/media/f21998.txt>
</file>

<file path=ppt/media/f21999.txt>
</file>

<file path=ppt/media/f22000.txt>
</file>

<file path=ppt/media/f22001.txt>
</file>

<file path=ppt/media/f22002.txt>
</file>

<file path=ppt/media/f22003.txt>
</file>

<file path=ppt/media/f22004.txt>
</file>

<file path=ppt/media/f22005.txt>
</file>

<file path=ppt/media/f22006.txt>
</file>

<file path=ppt/media/f22007.txt>
</file>

<file path=ppt/media/f22008.txt>
</file>

<file path=ppt/media/f22009.txt>
</file>

<file path=ppt/media/f22010.txt>
</file>

<file path=ppt/media/f22011.txt>
</file>

<file path=ppt/media/f22012.txt>
</file>

<file path=ppt/media/f22013.txt>
</file>

<file path=ppt/media/f22014.txt>
</file>

<file path=ppt/media/f22015.txt>
</file>

<file path=ppt/media/f22016.txt>
</file>

<file path=ppt/media/f22017.txt>
</file>

<file path=ppt/media/f22018.txt>
</file>

<file path=ppt/media/f22019.txt>
</file>

<file path=ppt/media/f22020.txt>
</file>

<file path=ppt/media/f22021.txt>
</file>

<file path=ppt/media/f22022.txt>
</file>

<file path=ppt/media/f22023.txt>
</file>

<file path=ppt/media/f22024.txt>
</file>

<file path=ppt/media/f22025.txt>
</file>

<file path=ppt/media/f22026.txt>
</file>

<file path=ppt/media/f22027.txt>
</file>

<file path=ppt/media/f22028.txt>
</file>

<file path=ppt/media/f22029.txt>
</file>

<file path=ppt/media/f22030.txt>
</file>

<file path=ppt/media/f22031.txt>
</file>

<file path=ppt/media/f22032.txt>
</file>

<file path=ppt/media/f22033.txt>
</file>

<file path=ppt/media/f22034.txt>
</file>

<file path=ppt/media/f22035.txt>
</file>

<file path=ppt/media/f22036.txt>
</file>

<file path=ppt/media/f22037.txt>
</file>

<file path=ppt/media/f22038.txt>
</file>

<file path=ppt/media/f22039.txt>
</file>

<file path=ppt/media/f22040.txt>
</file>

<file path=ppt/media/f22041.txt>
</file>

<file path=ppt/media/f22042.txt>
</file>

<file path=ppt/media/f22043.txt>
</file>

<file path=ppt/media/f22044.txt>
</file>

<file path=ppt/media/f22045.txt>
</file>

<file path=ppt/media/f22046.txt>
</file>

<file path=ppt/media/f22047.txt>
</file>

<file path=ppt/media/f22048.txt>
</file>

<file path=ppt/media/f22049.txt>
</file>

<file path=ppt/media/f22050.txt>
</file>

<file path=ppt/media/f22051.txt>
</file>

<file path=ppt/media/f22052.txt>
</file>

<file path=ppt/media/f22053.txt>
</file>

<file path=ppt/media/f22054.txt>
</file>

<file path=ppt/media/f22055.txt>
</file>

<file path=ppt/media/f22056.txt>
</file>

<file path=ppt/media/f22057.txt>
</file>

<file path=ppt/media/f22058.txt>
</file>

<file path=ppt/media/f22059.txt>
</file>

<file path=ppt/media/f22060.txt>
</file>

<file path=ppt/media/f22061.txt>
</file>

<file path=ppt/media/f22062.txt>
</file>

<file path=ppt/media/f22063.txt>
</file>

<file path=ppt/media/f22064.txt>
</file>

<file path=ppt/media/f22065.txt>
</file>

<file path=ppt/media/f22066.txt>
</file>

<file path=ppt/media/f22067.txt>
</file>

<file path=ppt/media/f22068.txt>
</file>

<file path=ppt/media/f22069.txt>
</file>

<file path=ppt/media/f22070.txt>
</file>

<file path=ppt/media/f22071.txt>
</file>

<file path=ppt/media/f22072.txt>
</file>

<file path=ppt/media/f22073.txt>
</file>

<file path=ppt/media/f22074.txt>
</file>

<file path=ppt/media/f22075.txt>
</file>

<file path=ppt/media/f22076.txt>
</file>

<file path=ppt/media/f22077.txt>
</file>

<file path=ppt/media/f22078.txt>
</file>

<file path=ppt/media/f22079.txt>
</file>

<file path=ppt/media/f22080.txt>
</file>

<file path=ppt/media/f22081.txt>
</file>

<file path=ppt/media/f22082.txt>
</file>

<file path=ppt/media/f22083.txt>
</file>

<file path=ppt/media/f22084.txt>
</file>

<file path=ppt/media/f22085.txt>
</file>

<file path=ppt/media/f22086.txt>
</file>

<file path=ppt/media/f22087.txt>
</file>

<file path=ppt/media/f22088.txt>
</file>

<file path=ppt/media/f22089.txt>
</file>

<file path=ppt/media/f22090.txt>
</file>

<file path=ppt/media/f22091.txt>
</file>

<file path=ppt/media/f22092.txt>
</file>

<file path=ppt/media/f22093.txt>
</file>

<file path=ppt/media/f22094.txt>
</file>

<file path=ppt/media/f22095.txt>
</file>

<file path=ppt/media/f22096.txt>
</file>

<file path=ppt/media/f22097.txt>
</file>

<file path=ppt/media/f22098.txt>
</file>

<file path=ppt/media/f22099.txt>
</file>

<file path=ppt/media/f22100.txt>
</file>

<file path=ppt/media/f22101.txt>
</file>

<file path=ppt/media/f22102.txt>
</file>

<file path=ppt/media/f22103.txt>
</file>

<file path=ppt/media/f22104.txt>
</file>

<file path=ppt/media/f22105.txt>
</file>

<file path=ppt/media/f22106.txt>
</file>

<file path=ppt/media/f22107.txt>
</file>

<file path=ppt/media/f22108.txt>
</file>

<file path=ppt/media/f22109.txt>
</file>

<file path=ppt/media/f22110.txt>
</file>

<file path=ppt/media/f22111.txt>
</file>

<file path=ppt/media/f22112.txt>
</file>

<file path=ppt/media/f22113.txt>
</file>

<file path=ppt/media/f22114.txt>
</file>

<file path=ppt/media/f22115.txt>
</file>

<file path=ppt/media/f22116.txt>
</file>

<file path=ppt/media/f22117.txt>
</file>

<file path=ppt/media/f22118.txt>
</file>

<file path=ppt/media/f22119.txt>
</file>

<file path=ppt/media/f22120.txt>
</file>

<file path=ppt/media/f22121.txt>
</file>

<file path=ppt/media/f22122.txt>
</file>

<file path=ppt/media/f22123.txt>
</file>

<file path=ppt/media/f22124.txt>
</file>

<file path=ppt/media/f22125.txt>
</file>

<file path=ppt/media/f22126.txt>
</file>

<file path=ppt/media/f22127.txt>
</file>

<file path=ppt/media/f22128.txt>
</file>

<file path=ppt/media/f22129.txt>
</file>

<file path=ppt/media/f22130.txt>
</file>

<file path=ppt/media/f22131.txt>
</file>

<file path=ppt/media/f22132.txt>
</file>

<file path=ppt/media/f22133.txt>
</file>

<file path=ppt/media/f22134.txt>
</file>

<file path=ppt/media/f22135.txt>
</file>

<file path=ppt/media/f22136.txt>
</file>

<file path=ppt/media/f22137.txt>
</file>

<file path=ppt/media/f22138.txt>
</file>

<file path=ppt/media/f22139.txt>
</file>

<file path=ppt/media/f22140.txt>
</file>

<file path=ppt/media/f22141.txt>
</file>

<file path=ppt/media/f22142.txt>
</file>

<file path=ppt/media/f22143.txt>
</file>

<file path=ppt/media/f22144.txt>
</file>

<file path=ppt/media/f22145.txt>
</file>

<file path=ppt/media/f22146.txt>
</file>

<file path=ppt/media/f22147.txt>
</file>

<file path=ppt/media/f22148.txt>
</file>

<file path=ppt/media/f22149.txt>
</file>

<file path=ppt/media/f22150.txt>
</file>

<file path=ppt/media/f22151.txt>
</file>

<file path=ppt/media/f22152.txt>
</file>

<file path=ppt/media/f22153.txt>
</file>

<file path=ppt/media/f22154.txt>
</file>

<file path=ppt/media/f22155.txt>
</file>

<file path=ppt/media/f22156.txt>
</file>

<file path=ppt/media/f22157.txt>
</file>

<file path=ppt/media/f22158.txt>
</file>

<file path=ppt/media/f22159.txt>
</file>

<file path=ppt/media/f22160.txt>
</file>

<file path=ppt/media/f22161.txt>
</file>

<file path=ppt/media/f22162.txt>
</file>

<file path=ppt/media/f22163.txt>
</file>

<file path=ppt/media/f22164.txt>
</file>

<file path=ppt/media/f22165.txt>
</file>

<file path=ppt/media/f22166.txt>
</file>

<file path=ppt/media/f22167.txt>
</file>

<file path=ppt/media/f22168.txt>
</file>

<file path=ppt/media/f22169.txt>
</file>

<file path=ppt/media/f22170.txt>
</file>

<file path=ppt/media/f22171.txt>
</file>

<file path=ppt/media/f22172.txt>
</file>

<file path=ppt/media/f22173.txt>
</file>

<file path=ppt/media/f22174.txt>
</file>

<file path=ppt/media/f22175.txt>
</file>

<file path=ppt/media/f22176.txt>
</file>

<file path=ppt/media/f22177.txt>
</file>

<file path=ppt/media/f22178.txt>
</file>

<file path=ppt/media/f22179.txt>
</file>

<file path=ppt/media/f22180.txt>
</file>

<file path=ppt/media/f22181.txt>
</file>

<file path=ppt/media/f22182.txt>
</file>

<file path=ppt/media/f22183.txt>
</file>

<file path=ppt/media/f22184.txt>
</file>

<file path=ppt/media/f22185.txt>
</file>

<file path=ppt/media/f22186.txt>
</file>

<file path=ppt/media/f22187.txt>
</file>

<file path=ppt/media/f22188.txt>
</file>

<file path=ppt/media/f22189.txt>
</file>

<file path=ppt/media/f22190.txt>
</file>

<file path=ppt/media/f22191.txt>
</file>

<file path=ppt/media/f22192.txt>
</file>

<file path=ppt/media/f22193.txt>
</file>

<file path=ppt/media/f22194.txt>
</file>

<file path=ppt/media/f22195.txt>
</file>

<file path=ppt/media/f22196.txt>
</file>

<file path=ppt/media/f22197.txt>
</file>

<file path=ppt/media/f22198.txt>
</file>

<file path=ppt/media/f22199.txt>
</file>

<file path=ppt/media/f22200.txt>
</file>

<file path=ppt/media/f22201.txt>
</file>

<file path=ppt/media/f22202.txt>
</file>

<file path=ppt/media/f22203.txt>
</file>

<file path=ppt/media/f22204.txt>
</file>

<file path=ppt/media/f22205.txt>
</file>

<file path=ppt/media/f22206.txt>
</file>

<file path=ppt/media/f22207.txt>
</file>

<file path=ppt/media/f22208.txt>
</file>

<file path=ppt/media/f22209.txt>
</file>

<file path=ppt/media/f22210.txt>
</file>

<file path=ppt/media/f22211.txt>
</file>

<file path=ppt/media/f22212.txt>
</file>

<file path=ppt/media/f22213.txt>
</file>

<file path=ppt/media/f22214.txt>
</file>

<file path=ppt/media/f22215.txt>
</file>

<file path=ppt/media/f22216.txt>
</file>

<file path=ppt/media/f22217.txt>
</file>

<file path=ppt/media/f22218.txt>
</file>

<file path=ppt/media/f22219.txt>
</file>

<file path=ppt/media/f22220.txt>
</file>

<file path=ppt/media/f22221.txt>
</file>

<file path=ppt/media/f22222.txt>
</file>

<file path=ppt/media/f22223.txt>
</file>

<file path=ppt/media/f22224.txt>
</file>

<file path=ppt/media/f22225.txt>
</file>

<file path=ppt/media/f22226.txt>
</file>

<file path=ppt/media/f22227.txt>
</file>

<file path=ppt/media/f22228.txt>
</file>

<file path=ppt/media/f22229.txt>
</file>

<file path=ppt/media/f22230.txt>
</file>

<file path=ppt/media/f22231.txt>
</file>

<file path=ppt/media/f22232.txt>
</file>

<file path=ppt/media/f22233.txt>
</file>

<file path=ppt/media/f22234.txt>
</file>

<file path=ppt/media/f22235.txt>
</file>

<file path=ppt/media/f22236.txt>
</file>

<file path=ppt/media/f22237.txt>
</file>

<file path=ppt/media/f22238.txt>
</file>

<file path=ppt/media/f22239.txt>
</file>

<file path=ppt/media/f22240.txt>
</file>

<file path=ppt/media/f22241.txt>
</file>

<file path=ppt/media/f22242.txt>
</file>

<file path=ppt/media/f22243.txt>
</file>

<file path=ppt/media/f22244.txt>
</file>

<file path=ppt/media/f22245.txt>
</file>

<file path=ppt/media/f22246.txt>
</file>

<file path=ppt/media/f22247.txt>
</file>

<file path=ppt/media/f22248.txt>
</file>

<file path=ppt/media/f22249.txt>
</file>

<file path=ppt/media/f22250.txt>
</file>

<file path=ppt/media/f22251.txt>
</file>

<file path=ppt/media/f22252.txt>
</file>

<file path=ppt/media/f22253.txt>
</file>

<file path=ppt/media/f22254.txt>
</file>

<file path=ppt/media/f22255.txt>
</file>

<file path=ppt/media/f22256.txt>
</file>

<file path=ppt/media/f22257.txt>
</file>

<file path=ppt/media/f22258.txt>
</file>

<file path=ppt/media/f22259.txt>
</file>

<file path=ppt/media/f22260.txt>
</file>

<file path=ppt/media/f22261.txt>
</file>

<file path=ppt/media/f22262.txt>
</file>

<file path=ppt/media/f22263.txt>
</file>

<file path=ppt/media/f22264.txt>
</file>

<file path=ppt/media/f22265.txt>
</file>

<file path=ppt/media/f22266.txt>
</file>

<file path=ppt/media/f22267.txt>
</file>

<file path=ppt/media/f22268.txt>
</file>

<file path=ppt/media/f22269.txt>
</file>

<file path=ppt/media/f22270.txt>
</file>

<file path=ppt/media/f22271.txt>
</file>

<file path=ppt/media/f22272.txt>
</file>

<file path=ppt/media/f22273.txt>
</file>

<file path=ppt/media/f22274.txt>
</file>

<file path=ppt/media/f22275.txt>
</file>

<file path=ppt/media/f22276.txt>
</file>

<file path=ppt/media/f22277.txt>
</file>

<file path=ppt/media/f22278.txt>
</file>

<file path=ppt/media/f22279.txt>
</file>

<file path=ppt/media/f22280.txt>
</file>

<file path=ppt/media/f22281.txt>
</file>

<file path=ppt/media/f22282.txt>
</file>

<file path=ppt/media/f22283.txt>
</file>

<file path=ppt/media/f22284.txt>
</file>

<file path=ppt/media/f22285.txt>
</file>

<file path=ppt/media/f22286.txt>
</file>

<file path=ppt/media/f22287.txt>
</file>

<file path=ppt/media/f22288.txt>
</file>

<file path=ppt/media/f22289.txt>
</file>

<file path=ppt/media/f22290.txt>
</file>

<file path=ppt/media/f22291.txt>
</file>

<file path=ppt/media/f22292.txt>
</file>

<file path=ppt/media/f22293.txt>
</file>

<file path=ppt/media/f22294.txt>
</file>

<file path=ppt/media/f22295.txt>
</file>

<file path=ppt/media/f22296.txt>
</file>

<file path=ppt/media/f22297.txt>
</file>

<file path=ppt/media/f22298.txt>
</file>

<file path=ppt/media/f22299.txt>
</file>

<file path=ppt/media/f22300.txt>
</file>

<file path=ppt/media/f22301.txt>
</file>

<file path=ppt/media/f22302.txt>
</file>

<file path=ppt/media/f22303.txt>
</file>

<file path=ppt/media/f22304.txt>
</file>

<file path=ppt/media/f22305.txt>
</file>

<file path=ppt/media/f22306.txt>
</file>

<file path=ppt/media/f22307.txt>
</file>

<file path=ppt/media/f22308.txt>
</file>

<file path=ppt/media/f22309.txt>
</file>

<file path=ppt/media/f22310.txt>
</file>

<file path=ppt/media/f22311.txt>
</file>

<file path=ppt/media/f22312.txt>
</file>

<file path=ppt/media/f22313.txt>
</file>

<file path=ppt/media/f22314.txt>
</file>

<file path=ppt/media/f22315.txt>
</file>

<file path=ppt/media/f22316.txt>
</file>

<file path=ppt/media/f22317.txt>
</file>

<file path=ppt/media/f22318.txt>
</file>

<file path=ppt/media/f22319.txt>
</file>

<file path=ppt/media/f22320.txt>
</file>

<file path=ppt/media/f22321.txt>
</file>

<file path=ppt/media/f22322.txt>
</file>

<file path=ppt/media/f22323.txt>
</file>

<file path=ppt/media/f22324.txt>
</file>

<file path=ppt/media/f22325.txt>
</file>

<file path=ppt/media/f22326.txt>
</file>

<file path=ppt/media/f22327.txt>
</file>

<file path=ppt/media/f22328.txt>
</file>

<file path=ppt/media/f22329.txt>
</file>

<file path=ppt/media/f22330.txt>
</file>

<file path=ppt/media/f22331.txt>
</file>

<file path=ppt/media/f22332.txt>
</file>

<file path=ppt/media/f22333.txt>
</file>

<file path=ppt/media/f22334.txt>
</file>

<file path=ppt/media/f22335.txt>
</file>

<file path=ppt/media/f22336.txt>
</file>

<file path=ppt/media/f22337.txt>
</file>

<file path=ppt/media/f22338.txt>
</file>

<file path=ppt/media/f22339.txt>
</file>

<file path=ppt/media/f22340.txt>
</file>

<file path=ppt/media/f22341.txt>
</file>

<file path=ppt/media/f22342.txt>
</file>

<file path=ppt/media/f22343.txt>
</file>

<file path=ppt/media/f22344.txt>
</file>

<file path=ppt/media/f22345.txt>
</file>

<file path=ppt/media/f22346.txt>
</file>

<file path=ppt/media/f22347.txt>
</file>

<file path=ppt/media/f22348.txt>
</file>

<file path=ppt/media/f22349.txt>
</file>

<file path=ppt/media/f22350.txt>
</file>

<file path=ppt/media/f22351.txt>
</file>

<file path=ppt/media/f22352.txt>
</file>

<file path=ppt/media/f22353.txt>
</file>

<file path=ppt/media/f22354.txt>
</file>

<file path=ppt/media/f22355.txt>
</file>

<file path=ppt/media/f22356.txt>
</file>

<file path=ppt/media/f22357.txt>
</file>

<file path=ppt/media/f22358.txt>
</file>

<file path=ppt/media/f22359.txt>
</file>

<file path=ppt/media/f22360.txt>
</file>

<file path=ppt/media/f22361.txt>
</file>

<file path=ppt/media/f22362.txt>
</file>

<file path=ppt/media/f22363.txt>
</file>

<file path=ppt/media/f22364.txt>
</file>

<file path=ppt/media/f22365.txt>
</file>

<file path=ppt/media/f22366.txt>
</file>

<file path=ppt/media/f22367.txt>
</file>

<file path=ppt/media/f22368.txt>
</file>

<file path=ppt/media/f22369.txt>
</file>

<file path=ppt/media/f22370.txt>
</file>

<file path=ppt/media/f22371.txt>
</file>

<file path=ppt/media/f22372.txt>
</file>

<file path=ppt/media/f22373.txt>
</file>

<file path=ppt/media/f22374.txt>
</file>

<file path=ppt/media/f22375.txt>
</file>

<file path=ppt/media/f22376.txt>
</file>

<file path=ppt/media/f22377.txt>
</file>

<file path=ppt/media/f22378.txt>
</file>

<file path=ppt/media/f22379.txt>
</file>

<file path=ppt/media/f22380.txt>
</file>

<file path=ppt/media/f22381.txt>
</file>

<file path=ppt/media/f22382.txt>
</file>

<file path=ppt/media/f22383.txt>
</file>

<file path=ppt/media/f22384.txt>
</file>

<file path=ppt/media/f22385.txt>
</file>

<file path=ppt/media/f22386.txt>
</file>

<file path=ppt/media/f22387.txt>
</file>

<file path=ppt/media/f22388.txt>
</file>

<file path=ppt/media/f22389.txt>
</file>

<file path=ppt/media/f22390.txt>
</file>

<file path=ppt/media/f22391.txt>
</file>

<file path=ppt/media/f22392.txt>
</file>

<file path=ppt/media/f22393.txt>
</file>

<file path=ppt/media/f22394.txt>
</file>

<file path=ppt/media/f22395.txt>
</file>

<file path=ppt/media/f22396.txt>
</file>

<file path=ppt/media/f22397.txt>
</file>

<file path=ppt/media/f22398.txt>
</file>

<file path=ppt/media/f22399.txt>
</file>

<file path=ppt/media/f22400.txt>
</file>

<file path=ppt/media/f22401.txt>
</file>

<file path=ppt/media/f22402.txt>
</file>

<file path=ppt/media/f22403.txt>
</file>

<file path=ppt/media/f22404.txt>
</file>

<file path=ppt/media/f22405.txt>
</file>

<file path=ppt/media/f22406.txt>
</file>

<file path=ppt/media/f22407.txt>
</file>

<file path=ppt/media/f22408.txt>
</file>

<file path=ppt/media/f22409.txt>
</file>

<file path=ppt/media/f22410.txt>
</file>

<file path=ppt/media/f22411.txt>
</file>

<file path=ppt/media/f22412.txt>
</file>

<file path=ppt/media/f22413.txt>
</file>

<file path=ppt/media/f22414.txt>
</file>

<file path=ppt/media/f22415.txt>
</file>

<file path=ppt/media/f22416.txt>
</file>

<file path=ppt/media/f22417.txt>
</file>

<file path=ppt/media/f22418.txt>
</file>

<file path=ppt/media/f22419.txt>
</file>

<file path=ppt/media/f22420.txt>
</file>

<file path=ppt/media/f22421.txt>
</file>

<file path=ppt/media/f22422.txt>
</file>

<file path=ppt/media/f22423.txt>
</file>

<file path=ppt/media/f22424.txt>
</file>

<file path=ppt/media/f22425.txt>
</file>

<file path=ppt/media/f22426.txt>
</file>

<file path=ppt/media/f22427.txt>
</file>

<file path=ppt/media/f22428.txt>
</file>

<file path=ppt/media/f22429.txt>
</file>

<file path=ppt/media/f22430.txt>
</file>

<file path=ppt/media/f22431.txt>
</file>

<file path=ppt/media/f22432.txt>
</file>

<file path=ppt/media/f22433.txt>
</file>

<file path=ppt/media/f22434.txt>
</file>

<file path=ppt/media/f22435.txt>
</file>

<file path=ppt/media/f22436.txt>
</file>

<file path=ppt/media/f22437.txt>
</file>

<file path=ppt/media/f22438.txt>
</file>

<file path=ppt/media/f22439.txt>
</file>

<file path=ppt/media/f22440.txt>
</file>

<file path=ppt/media/f22441.txt>
</file>

<file path=ppt/media/f22442.txt>
</file>

<file path=ppt/media/f22443.txt>
</file>

<file path=ppt/media/f22444.txt>
</file>

<file path=ppt/media/f22445.txt>
</file>

<file path=ppt/media/f22446.txt>
</file>

<file path=ppt/media/f22447.txt>
</file>

<file path=ppt/media/f22448.txt>
</file>

<file path=ppt/media/f22449.txt>
</file>

<file path=ppt/media/f22450.txt>
</file>

<file path=ppt/media/f22451.txt>
</file>

<file path=ppt/media/f22452.txt>
</file>

<file path=ppt/media/f22453.txt>
</file>

<file path=ppt/media/f22454.txt>
</file>

<file path=ppt/media/f22455.txt>
</file>

<file path=ppt/media/f22456.txt>
</file>

<file path=ppt/media/f22457.txt>
</file>

<file path=ppt/media/f22458.txt>
</file>

<file path=ppt/media/f22459.txt>
</file>

<file path=ppt/media/f22460.txt>
</file>

<file path=ppt/media/f22461.txt>
</file>

<file path=ppt/media/f22462.txt>
</file>

<file path=ppt/media/f22463.txt>
</file>

<file path=ppt/media/f22464.txt>
</file>

<file path=ppt/media/f22465.txt>
</file>

<file path=ppt/media/f22466.txt>
</file>

<file path=ppt/media/f22467.txt>
</file>

<file path=ppt/media/f22468.txt>
</file>

<file path=ppt/media/f22469.txt>
</file>

<file path=ppt/media/f22470.txt>
</file>

<file path=ppt/media/f22471.txt>
</file>

<file path=ppt/media/f22472.txt>
</file>

<file path=ppt/media/f22473.txt>
</file>

<file path=ppt/media/f22474.txt>
</file>

<file path=ppt/media/f22475.txt>
</file>

<file path=ppt/media/f22476.txt>
</file>

<file path=ppt/media/f22477.txt>
</file>

<file path=ppt/media/f22478.txt>
</file>

<file path=ppt/media/f22479.txt>
</file>

<file path=ppt/media/f22480.txt>
</file>

<file path=ppt/media/f22481.txt>
</file>

<file path=ppt/media/f22482.txt>
</file>

<file path=ppt/media/f22483.txt>
</file>

<file path=ppt/media/f22484.txt>
</file>

<file path=ppt/media/f22485.txt>
</file>

<file path=ppt/media/f22486.txt>
</file>

<file path=ppt/media/f22487.txt>
</file>

<file path=ppt/media/f22488.txt>
</file>

<file path=ppt/media/f22489.txt>
</file>

<file path=ppt/media/f22490.txt>
</file>

<file path=ppt/media/f22491.txt>
</file>

<file path=ppt/media/f22492.txt>
</file>

<file path=ppt/media/f22493.txt>
</file>

<file path=ppt/media/f22494.txt>
</file>

<file path=ppt/media/f22495.txt>
</file>

<file path=ppt/media/f22496.txt>
</file>

<file path=ppt/media/f22497.txt>
</file>

<file path=ppt/media/f22498.txt>
</file>

<file path=ppt/media/f22499.txt>
</file>

<file path=ppt/media/f22500.txt>
</file>

<file path=ppt/media/f22501.txt>
</file>

<file path=ppt/media/f22502.txt>
</file>

<file path=ppt/media/f22503.txt>
</file>

<file path=ppt/media/f22504.txt>
</file>

<file path=ppt/media/f22505.txt>
</file>

<file path=ppt/media/f22506.txt>
</file>

<file path=ppt/media/f22507.txt>
</file>

<file path=ppt/media/f22508.txt>
</file>

<file path=ppt/media/f22509.txt>
</file>

<file path=ppt/media/f22510.txt>
</file>

<file path=ppt/media/f22511.txt>
</file>

<file path=ppt/media/f22512.txt>
</file>

<file path=ppt/media/f22513.txt>
</file>

<file path=ppt/media/f22514.txt>
</file>

<file path=ppt/media/f22515.txt>
</file>

<file path=ppt/media/f22516.txt>
</file>

<file path=ppt/media/f22517.txt>
</file>

<file path=ppt/media/f22518.txt>
</file>

<file path=ppt/media/f22519.txt>
</file>

<file path=ppt/media/f22520.txt>
</file>

<file path=ppt/media/f22521.txt>
</file>

<file path=ppt/media/f22522.txt>
</file>

<file path=ppt/media/f22523.txt>
</file>

<file path=ppt/media/f22524.txt>
</file>

<file path=ppt/media/f22525.txt>
</file>

<file path=ppt/media/f22526.txt>
</file>

<file path=ppt/media/f22527.txt>
</file>

<file path=ppt/media/f22528.txt>
</file>

<file path=ppt/media/f22529.txt>
</file>

<file path=ppt/media/f22530.txt>
</file>

<file path=ppt/media/f22531.txt>
</file>

<file path=ppt/media/f22532.txt>
</file>

<file path=ppt/media/f22533.txt>
</file>

<file path=ppt/media/f22534.txt>
</file>

<file path=ppt/media/f22535.txt>
</file>

<file path=ppt/media/f22536.txt>
</file>

<file path=ppt/media/f22537.txt>
</file>

<file path=ppt/media/f22538.txt>
</file>

<file path=ppt/media/f22539.txt>
</file>

<file path=ppt/media/f22540.txt>
</file>

<file path=ppt/media/f22541.txt>
</file>

<file path=ppt/media/f22542.txt>
</file>

<file path=ppt/media/f22543.txt>
</file>

<file path=ppt/media/f22544.txt>
</file>

<file path=ppt/media/f22545.txt>
</file>

<file path=ppt/media/f22546.txt>
</file>

<file path=ppt/media/f22547.txt>
</file>

<file path=ppt/media/f22548.txt>
</file>

<file path=ppt/media/f22549.txt>
</file>

<file path=ppt/media/f22550.txt>
</file>

<file path=ppt/media/f22551.txt>
</file>

<file path=ppt/media/f22552.txt>
</file>

<file path=ppt/media/f22553.txt>
</file>

<file path=ppt/media/f22554.txt>
</file>

<file path=ppt/media/f22555.txt>
</file>

<file path=ppt/media/f22556.txt>
</file>

<file path=ppt/media/f22557.txt>
</file>

<file path=ppt/media/f22558.txt>
</file>

<file path=ppt/media/f22559.txt>
</file>

<file path=ppt/media/f22560.txt>
</file>

<file path=ppt/media/f22561.txt>
</file>

<file path=ppt/media/f22562.txt>
</file>

<file path=ppt/media/f22563.txt>
</file>

<file path=ppt/media/f22564.txt>
</file>

<file path=ppt/media/f22565.txt>
</file>

<file path=ppt/media/f22566.txt>
</file>

<file path=ppt/media/f22567.txt>
</file>

<file path=ppt/media/f22568.txt>
</file>

<file path=ppt/media/f22569.txt>
</file>

<file path=ppt/media/f22570.txt>
</file>

<file path=ppt/media/f22571.txt>
</file>

<file path=ppt/media/f22572.txt>
</file>

<file path=ppt/media/f22573.txt>
</file>

<file path=ppt/media/f22574.txt>
</file>

<file path=ppt/media/f22575.txt>
</file>

<file path=ppt/media/f22576.txt>
</file>

<file path=ppt/media/f22577.txt>
</file>

<file path=ppt/media/f22578.txt>
</file>

<file path=ppt/media/f22579.txt>
</file>

<file path=ppt/media/f22580.txt>
</file>

<file path=ppt/media/f22581.txt>
</file>

<file path=ppt/media/f22582.txt>
</file>

<file path=ppt/media/f22583.txt>
</file>

<file path=ppt/media/f22584.txt>
</file>

<file path=ppt/media/f22585.txt>
</file>

<file path=ppt/media/f22586.txt>
</file>

<file path=ppt/media/f22587.txt>
</file>

<file path=ppt/media/f22588.txt>
</file>

<file path=ppt/media/f22589.txt>
</file>

<file path=ppt/media/f22590.txt>
</file>

<file path=ppt/media/f22591.txt>
</file>

<file path=ppt/media/f22592.txt>
</file>

<file path=ppt/media/f22593.txt>
</file>

<file path=ppt/media/f22594.txt>
</file>

<file path=ppt/media/f22595.txt>
</file>

<file path=ppt/media/f22596.txt>
</file>

<file path=ppt/media/f22597.txt>
</file>

<file path=ppt/media/f22598.txt>
</file>

<file path=ppt/media/f22599.txt>
</file>

<file path=ppt/media/f22600.txt>
</file>

<file path=ppt/media/f22601.txt>
</file>

<file path=ppt/media/f22602.txt>
</file>

<file path=ppt/media/f22603.txt>
</file>

<file path=ppt/media/f22604.txt>
</file>

<file path=ppt/media/f22605.txt>
</file>

<file path=ppt/media/f22606.txt>
</file>

<file path=ppt/media/f22607.txt>
</file>

<file path=ppt/media/f22608.txt>
</file>

<file path=ppt/media/f22609.txt>
</file>

<file path=ppt/media/f22610.txt>
</file>

<file path=ppt/media/f22611.txt>
</file>

<file path=ppt/media/f22612.txt>
</file>

<file path=ppt/media/f22613.txt>
</file>

<file path=ppt/media/f22614.txt>
</file>

<file path=ppt/media/f22615.txt>
</file>

<file path=ppt/media/f22616.txt>
</file>

<file path=ppt/media/f22617.txt>
</file>

<file path=ppt/media/f22618.txt>
</file>

<file path=ppt/media/f22619.txt>
</file>

<file path=ppt/media/f22620.txt>
</file>

<file path=ppt/media/f22621.txt>
</file>

<file path=ppt/media/f22622.txt>
</file>

<file path=ppt/media/f22623.txt>
</file>

<file path=ppt/media/f22624.txt>
</file>

<file path=ppt/media/f22625.txt>
</file>

<file path=ppt/media/f22626.txt>
</file>

<file path=ppt/media/f22627.txt>
</file>

<file path=ppt/media/f22628.txt>
</file>

<file path=ppt/media/f22629.txt>
</file>

<file path=ppt/media/f22630.txt>
</file>

<file path=ppt/media/f22631.txt>
</file>

<file path=ppt/media/f22632.txt>
</file>

<file path=ppt/media/f22633.txt>
</file>

<file path=ppt/media/f22634.txt>
</file>

<file path=ppt/media/f22635.txt>
</file>

<file path=ppt/media/f22636.txt>
</file>

<file path=ppt/media/f22637.txt>
</file>

<file path=ppt/media/f22638.txt>
</file>

<file path=ppt/media/f22639.txt>
</file>

<file path=ppt/media/f22640.txt>
</file>

<file path=ppt/media/f22641.txt>
</file>

<file path=ppt/media/f22642.txt>
</file>

<file path=ppt/media/f22643.txt>
</file>

<file path=ppt/media/f22644.txt>
</file>

<file path=ppt/media/f22645.txt>
</file>

<file path=ppt/media/f22646.txt>
</file>

<file path=ppt/media/f22647.txt>
</file>

<file path=ppt/media/f22648.txt>
</file>

<file path=ppt/media/f22649.txt>
</file>

<file path=ppt/media/f22650.txt>
</file>

<file path=ppt/media/f22651.txt>
</file>

<file path=ppt/media/f22652.txt>
</file>

<file path=ppt/media/f22653.txt>
</file>

<file path=ppt/media/f22654.txt>
</file>

<file path=ppt/media/f22655.txt>
</file>

<file path=ppt/media/f22656.txt>
</file>

<file path=ppt/media/f22657.txt>
</file>

<file path=ppt/media/f22658.txt>
</file>

<file path=ppt/media/f22659.txt>
</file>

<file path=ppt/media/f22660.txt>
</file>

<file path=ppt/media/f22661.txt>
</file>

<file path=ppt/media/f22662.txt>
</file>

<file path=ppt/media/f22663.txt>
</file>

<file path=ppt/media/f22664.txt>
</file>

<file path=ppt/media/f22665.txt>
</file>

<file path=ppt/media/f22666.txt>
</file>

<file path=ppt/media/f22667.txt>
</file>

<file path=ppt/media/f22668.txt>
</file>

<file path=ppt/media/f22669.txt>
</file>

<file path=ppt/media/f22670.txt>
</file>

<file path=ppt/media/f22671.txt>
</file>

<file path=ppt/media/f22672.txt>
</file>

<file path=ppt/media/f22673.txt>
</file>

<file path=ppt/media/f22674.txt>
</file>

<file path=ppt/media/f22675.txt>
</file>

<file path=ppt/media/f22676.txt>
</file>

<file path=ppt/media/f22677.txt>
</file>

<file path=ppt/media/f22678.txt>
</file>

<file path=ppt/media/f22679.txt>
</file>

<file path=ppt/media/f22680.txt>
</file>

<file path=ppt/media/f22681.txt>
</file>

<file path=ppt/media/f22682.txt>
</file>

<file path=ppt/media/f22683.txt>
</file>

<file path=ppt/media/f22684.txt>
</file>

<file path=ppt/media/f22685.txt>
</file>

<file path=ppt/media/f22686.txt>
</file>

<file path=ppt/media/f22687.txt>
</file>

<file path=ppt/media/f22688.txt>
</file>

<file path=ppt/media/f22689.txt>
</file>

<file path=ppt/media/f22690.txt>
</file>

<file path=ppt/media/f22691.txt>
</file>

<file path=ppt/media/f22692.txt>
</file>

<file path=ppt/media/f22693.txt>
</file>

<file path=ppt/media/f22694.txt>
</file>

<file path=ppt/media/f22695.txt>
</file>

<file path=ppt/media/f22696.txt>
</file>

<file path=ppt/media/f22697.txt>
</file>

<file path=ppt/media/f22698.txt>
</file>

<file path=ppt/media/f22699.txt>
</file>

<file path=ppt/media/f22700.txt>
</file>

<file path=ppt/media/f22701.txt>
</file>

<file path=ppt/media/f22702.txt>
</file>

<file path=ppt/media/f22703.txt>
</file>

<file path=ppt/media/f22704.txt>
</file>

<file path=ppt/media/f22705.txt>
</file>

<file path=ppt/media/f22706.txt>
</file>

<file path=ppt/media/f22707.txt>
</file>

<file path=ppt/media/f22708.txt>
</file>

<file path=ppt/media/f22709.txt>
</file>

<file path=ppt/media/f22710.txt>
</file>

<file path=ppt/media/f22711.txt>
</file>

<file path=ppt/media/f22712.txt>
</file>

<file path=ppt/media/f22713.txt>
</file>

<file path=ppt/media/f22714.txt>
</file>

<file path=ppt/media/f22715.txt>
</file>

<file path=ppt/media/f22716.txt>
</file>

<file path=ppt/media/f22717.txt>
</file>

<file path=ppt/media/f22718.txt>
</file>

<file path=ppt/media/f22719.txt>
</file>

<file path=ppt/media/f22720.txt>
</file>

<file path=ppt/media/f22721.txt>
</file>

<file path=ppt/media/f22722.txt>
</file>

<file path=ppt/media/f22723.txt>
</file>

<file path=ppt/media/f22724.txt>
</file>

<file path=ppt/media/f22725.txt>
</file>

<file path=ppt/media/f22726.txt>
</file>

<file path=ppt/media/f22727.txt>
</file>

<file path=ppt/media/f22728.txt>
</file>

<file path=ppt/media/f22729.txt>
</file>

<file path=ppt/media/f22730.txt>
</file>

<file path=ppt/media/f22731.txt>
</file>

<file path=ppt/media/f22732.txt>
</file>

<file path=ppt/media/f22733.txt>
</file>

<file path=ppt/media/f22734.txt>
</file>

<file path=ppt/media/f22735.txt>
</file>

<file path=ppt/media/f22736.txt>
</file>

<file path=ppt/media/f22737.txt>
</file>

<file path=ppt/media/f22738.txt>
</file>

<file path=ppt/media/f22739.txt>
</file>

<file path=ppt/media/f22740.txt>
</file>

<file path=ppt/media/f22741.txt>
</file>

<file path=ppt/media/f22742.txt>
</file>

<file path=ppt/media/f22743.txt>
</file>

<file path=ppt/media/f22744.txt>
</file>

<file path=ppt/media/f22745.txt>
</file>

<file path=ppt/media/f22746.txt>
</file>

<file path=ppt/media/f22747.txt>
</file>

<file path=ppt/media/f22748.txt>
</file>

<file path=ppt/media/f22749.txt>
</file>

<file path=ppt/media/f22750.txt>
</file>

<file path=ppt/media/f22751.txt>
</file>

<file path=ppt/media/f22752.txt>
</file>

<file path=ppt/media/f22753.txt>
</file>

<file path=ppt/media/f22754.txt>
</file>

<file path=ppt/media/f22755.txt>
</file>

<file path=ppt/media/f22756.txt>
</file>

<file path=ppt/media/f22757.txt>
</file>

<file path=ppt/media/f22758.txt>
</file>

<file path=ppt/media/f22759.txt>
</file>

<file path=ppt/media/f22760.txt>
</file>

<file path=ppt/media/f22761.txt>
</file>

<file path=ppt/media/f22762.txt>
</file>

<file path=ppt/media/f22763.txt>
</file>

<file path=ppt/media/f22764.txt>
</file>

<file path=ppt/media/f22765.txt>
</file>

<file path=ppt/media/f22766.txt>
</file>

<file path=ppt/media/f22767.txt>
</file>

<file path=ppt/media/f22768.txt>
</file>

<file path=ppt/media/f22769.txt>
</file>

<file path=ppt/media/f22770.txt>
</file>

<file path=ppt/media/f22771.txt>
</file>

<file path=ppt/media/f22772.txt>
</file>

<file path=ppt/media/f22773.txt>
</file>

<file path=ppt/media/f22774.txt>
</file>

<file path=ppt/media/f22775.txt>
</file>

<file path=ppt/media/f22776.txt>
</file>

<file path=ppt/media/f22777.txt>
</file>

<file path=ppt/media/f22778.txt>
</file>

<file path=ppt/media/f22779.txt>
</file>

<file path=ppt/media/f22780.txt>
</file>

<file path=ppt/media/f22781.txt>
</file>

<file path=ppt/media/f22782.txt>
</file>

<file path=ppt/media/f22783.txt>
</file>

<file path=ppt/media/f22784.txt>
</file>

<file path=ppt/media/f22785.txt>
</file>

<file path=ppt/media/f22786.txt>
</file>

<file path=ppt/media/f22787.txt>
</file>

<file path=ppt/media/f22788.txt>
</file>

<file path=ppt/media/f22789.txt>
</file>

<file path=ppt/media/f22790.txt>
</file>

<file path=ppt/media/f22791.txt>
</file>

<file path=ppt/media/f22792.txt>
</file>

<file path=ppt/media/f22793.txt>
</file>

<file path=ppt/media/f22794.txt>
</file>

<file path=ppt/media/f22795.txt>
</file>

<file path=ppt/media/f22796.txt>
</file>

<file path=ppt/media/f22797.txt>
</file>

<file path=ppt/media/f22798.txt>
</file>

<file path=ppt/media/f22799.txt>
</file>

<file path=ppt/media/f22800.txt>
</file>

<file path=ppt/media/f22801.txt>
</file>

<file path=ppt/media/f22802.txt>
</file>

<file path=ppt/media/f22803.txt>
</file>

<file path=ppt/media/f22804.txt>
</file>

<file path=ppt/media/f22805.txt>
</file>

<file path=ppt/media/f22806.txt>
</file>

<file path=ppt/media/f22807.txt>
</file>

<file path=ppt/media/f22808.txt>
</file>

<file path=ppt/media/f22809.txt>
</file>

<file path=ppt/media/f22810.txt>
</file>

<file path=ppt/media/f22811.txt>
</file>

<file path=ppt/media/f22812.txt>
</file>

<file path=ppt/media/f22813.txt>
</file>

<file path=ppt/media/f22814.txt>
</file>

<file path=ppt/media/f22815.txt>
</file>

<file path=ppt/media/f22816.txt>
</file>

<file path=ppt/media/f22817.txt>
</file>

<file path=ppt/media/f22818.txt>
</file>

<file path=ppt/media/f22819.txt>
</file>

<file path=ppt/media/f22820.txt>
</file>

<file path=ppt/media/f22821.txt>
</file>

<file path=ppt/media/f22822.txt>
</file>

<file path=ppt/media/f22823.txt>
</file>

<file path=ppt/media/f22824.txt>
</file>

<file path=ppt/media/f22825.txt>
</file>

<file path=ppt/media/f22826.txt>
</file>

<file path=ppt/media/f22827.txt>
</file>

<file path=ppt/media/f22828.txt>
</file>

<file path=ppt/media/f22829.txt>
</file>

<file path=ppt/media/f22830.txt>
</file>

<file path=ppt/media/f22831.txt>
</file>

<file path=ppt/media/f22832.txt>
</file>

<file path=ppt/media/f22833.txt>
</file>

<file path=ppt/media/f22834.txt>
</file>

<file path=ppt/media/f22835.txt>
</file>

<file path=ppt/media/f22836.txt>
</file>

<file path=ppt/media/f22837.txt>
</file>

<file path=ppt/media/f22838.txt>
</file>

<file path=ppt/media/f22839.txt>
</file>

<file path=ppt/media/f22840.txt>
</file>

<file path=ppt/media/f22841.txt>
</file>

<file path=ppt/media/f22842.txt>
</file>

<file path=ppt/media/f22843.txt>
</file>

<file path=ppt/media/f22844.txt>
</file>

<file path=ppt/media/f22845.txt>
</file>

<file path=ppt/media/f22846.txt>
</file>

<file path=ppt/media/f22847.txt>
</file>

<file path=ppt/media/f22848.txt>
</file>

<file path=ppt/media/f22849.txt>
</file>

<file path=ppt/media/f22850.txt>
</file>

<file path=ppt/media/f22851.txt>
</file>

<file path=ppt/media/f22852.txt>
</file>

<file path=ppt/media/f22853.txt>
</file>

<file path=ppt/media/f22854.txt>
</file>

<file path=ppt/media/f22855.txt>
</file>

<file path=ppt/media/f22856.txt>
</file>

<file path=ppt/media/f22857.txt>
</file>

<file path=ppt/media/f22858.txt>
</file>

<file path=ppt/media/f22859.txt>
</file>

<file path=ppt/media/f22860.txt>
</file>

<file path=ppt/media/f22861.txt>
</file>

<file path=ppt/media/f22862.txt>
</file>

<file path=ppt/media/f22863.txt>
</file>

<file path=ppt/media/f22864.txt>
</file>

<file path=ppt/media/f22865.txt>
</file>

<file path=ppt/media/f22866.txt>
</file>

<file path=ppt/media/f22867.txt>
</file>

<file path=ppt/media/f22868.txt>
</file>

<file path=ppt/media/f22869.txt>
</file>

<file path=ppt/media/f22870.txt>
</file>

<file path=ppt/media/f22871.txt>
</file>

<file path=ppt/media/f22872.txt>
</file>

<file path=ppt/media/f22873.txt>
</file>

<file path=ppt/media/f22874.txt>
</file>

<file path=ppt/media/f22875.txt>
</file>

<file path=ppt/media/f22876.txt>
</file>

<file path=ppt/media/f22877.txt>
</file>

<file path=ppt/media/f22878.txt>
</file>

<file path=ppt/media/f22879.txt>
</file>

<file path=ppt/media/f22880.txt>
</file>

<file path=ppt/media/f22881.txt>
</file>

<file path=ppt/media/f22882.txt>
</file>

<file path=ppt/media/f22883.txt>
</file>

<file path=ppt/media/f22884.txt>
</file>

<file path=ppt/media/f22885.txt>
</file>

<file path=ppt/media/f22886.txt>
</file>

<file path=ppt/media/f22887.txt>
</file>

<file path=ppt/media/f22888.txt>
</file>

<file path=ppt/media/f22889.txt>
</file>

<file path=ppt/media/f22890.txt>
</file>

<file path=ppt/media/f22891.txt>
</file>

<file path=ppt/media/f22892.txt>
</file>

<file path=ppt/media/f22893.txt>
</file>

<file path=ppt/media/f22894.txt>
</file>

<file path=ppt/media/f22895.txt>
</file>

<file path=ppt/media/f22896.txt>
</file>

<file path=ppt/media/f22897.txt>
</file>

<file path=ppt/media/f22898.txt>
</file>

<file path=ppt/media/f22899.txt>
</file>

<file path=ppt/media/f22900.txt>
</file>

<file path=ppt/media/f22901.txt>
</file>

<file path=ppt/media/f22902.txt>
</file>

<file path=ppt/media/f22903.txt>
</file>

<file path=ppt/media/f22904.txt>
</file>

<file path=ppt/media/f22905.txt>
</file>

<file path=ppt/media/f22906.txt>
</file>

<file path=ppt/media/f22907.txt>
</file>

<file path=ppt/media/f22908.txt>
</file>

<file path=ppt/media/f22909.txt>
</file>

<file path=ppt/media/f22910.txt>
</file>

<file path=ppt/media/f22911.txt>
</file>

<file path=ppt/media/f22912.txt>
</file>

<file path=ppt/media/f22913.txt>
</file>

<file path=ppt/media/f22914.txt>
</file>

<file path=ppt/media/f22915.txt>
</file>

<file path=ppt/media/f22916.txt>
</file>

<file path=ppt/media/f22917.txt>
</file>

<file path=ppt/media/f22918.txt>
</file>

<file path=ppt/media/f22919.txt>
</file>

<file path=ppt/media/f22920.txt>
</file>

<file path=ppt/media/f22921.txt>
</file>

<file path=ppt/media/f22922.txt>
</file>

<file path=ppt/media/f22923.txt>
</file>

<file path=ppt/media/f22924.txt>
</file>

<file path=ppt/media/f22925.txt>
</file>

<file path=ppt/media/f22926.txt>
</file>

<file path=ppt/media/f22927.txt>
</file>

<file path=ppt/media/f22928.txt>
</file>

<file path=ppt/media/f22929.txt>
</file>

<file path=ppt/media/f22930.txt>
</file>

<file path=ppt/media/f22931.txt>
</file>

<file path=ppt/media/f22932.txt>
</file>

<file path=ppt/media/f22933.txt>
</file>

<file path=ppt/media/f22934.txt>
</file>

<file path=ppt/media/f22935.txt>
</file>

<file path=ppt/media/f22936.txt>
</file>

<file path=ppt/media/f22937.txt>
</file>

<file path=ppt/media/f22938.txt>
</file>

<file path=ppt/media/f22939.txt>
</file>

<file path=ppt/media/f22940.txt>
</file>

<file path=ppt/media/f22941.txt>
</file>

<file path=ppt/media/f22942.txt>
</file>

<file path=ppt/media/f22943.txt>
</file>

<file path=ppt/media/f22944.txt>
</file>

<file path=ppt/media/f22945.txt>
</file>

<file path=ppt/media/f22946.txt>
</file>

<file path=ppt/media/f22947.txt>
</file>

<file path=ppt/media/f22948.txt>
</file>

<file path=ppt/media/f22949.txt>
</file>

<file path=ppt/media/f22950.txt>
</file>

<file path=ppt/media/f22951.txt>
</file>

<file path=ppt/media/f22952.txt>
</file>

<file path=ppt/media/f22953.txt>
</file>

<file path=ppt/media/f22954.txt>
</file>

<file path=ppt/media/f22955.txt>
</file>

<file path=ppt/media/f22956.txt>
</file>

<file path=ppt/media/f22957.txt>
</file>

<file path=ppt/media/f22958.txt>
</file>

<file path=ppt/media/f22959.txt>
</file>

<file path=ppt/media/f22960.txt>
</file>

<file path=ppt/media/f22961.txt>
</file>

<file path=ppt/media/f22962.txt>
</file>

<file path=ppt/media/f22963.txt>
</file>

<file path=ppt/media/f22964.txt>
</file>

<file path=ppt/media/f22965.txt>
</file>

<file path=ppt/media/f22966.txt>
</file>

<file path=ppt/media/f22967.txt>
</file>

<file path=ppt/media/f22968.txt>
</file>

<file path=ppt/media/f22969.txt>
</file>

<file path=ppt/media/f22970.txt>
</file>

<file path=ppt/media/f22971.txt>
</file>

<file path=ppt/media/f22972.txt>
</file>

<file path=ppt/media/f22973.txt>
</file>

<file path=ppt/media/f22974.txt>
</file>

<file path=ppt/media/f22975.txt>
</file>

<file path=ppt/media/f22976.txt>
</file>

<file path=ppt/media/f22977.txt>
</file>

<file path=ppt/media/f22978.txt>
</file>

<file path=ppt/media/f22979.txt>
</file>

<file path=ppt/media/f22980.txt>
</file>

<file path=ppt/media/f22981.txt>
</file>

<file path=ppt/media/f22982.txt>
</file>

<file path=ppt/media/f22983.txt>
</file>

<file path=ppt/media/f22984.txt>
</file>

<file path=ppt/media/f22985.txt>
</file>

<file path=ppt/media/f22986.txt>
</file>

<file path=ppt/media/f22987.txt>
</file>

<file path=ppt/media/f22988.txt>
</file>

<file path=ppt/media/f22989.txt>
</file>

<file path=ppt/media/f22990.txt>
</file>

<file path=ppt/media/f22991.txt>
</file>

<file path=ppt/media/f22992.txt>
</file>

<file path=ppt/media/f22993.txt>
</file>

<file path=ppt/media/f22994.txt>
</file>

<file path=ppt/media/f22995.txt>
</file>

<file path=ppt/media/f22996.txt>
</file>

<file path=ppt/media/f22997.txt>
</file>

<file path=ppt/media/f22998.txt>
</file>

<file path=ppt/media/f22999.txt>
</file>

<file path=ppt/media/f23000.txt>
</file>

<file path=ppt/media/f23001.txt>
</file>

<file path=ppt/media/f23002.txt>
</file>

<file path=ppt/media/f23003.txt>
</file>

<file path=ppt/media/f23004.txt>
</file>

<file path=ppt/media/f23005.txt>
</file>

<file path=ppt/media/f23006.txt>
</file>

<file path=ppt/media/f23007.txt>
</file>

<file path=ppt/media/f23008.txt>
</file>

<file path=ppt/media/f23009.txt>
</file>

<file path=ppt/media/f23010.txt>
</file>

<file path=ppt/media/f23011.txt>
</file>

<file path=ppt/media/f23012.txt>
</file>

<file path=ppt/media/f23013.txt>
</file>

<file path=ppt/media/f23014.txt>
</file>

<file path=ppt/media/f23015.txt>
</file>

<file path=ppt/media/f23016.txt>
</file>

<file path=ppt/media/f23017.txt>
</file>

<file path=ppt/media/f23018.txt>
</file>

<file path=ppt/media/f23019.txt>
</file>

<file path=ppt/media/f23020.txt>
</file>

<file path=ppt/media/f23021.txt>
</file>

<file path=ppt/media/f23022.txt>
</file>

<file path=ppt/media/f23023.txt>
</file>

<file path=ppt/media/f23024.txt>
</file>

<file path=ppt/media/f23025.txt>
</file>

<file path=ppt/media/f23026.txt>
</file>

<file path=ppt/media/f23027.txt>
</file>

<file path=ppt/media/f23028.txt>
</file>

<file path=ppt/media/f23029.txt>
</file>

<file path=ppt/media/f23030.txt>
</file>

<file path=ppt/media/f23031.txt>
</file>

<file path=ppt/media/f23032.txt>
</file>

<file path=ppt/media/f23033.txt>
</file>

<file path=ppt/media/f23034.txt>
</file>

<file path=ppt/media/f23035.txt>
</file>

<file path=ppt/media/f23036.txt>
</file>

<file path=ppt/media/f23037.txt>
</file>

<file path=ppt/media/f23038.txt>
</file>

<file path=ppt/media/f23039.txt>
</file>

<file path=ppt/media/f23040.txt>
</file>

<file path=ppt/media/f23041.txt>
</file>

<file path=ppt/media/f23042.txt>
</file>

<file path=ppt/media/f23043.txt>
</file>

<file path=ppt/media/f23044.txt>
</file>

<file path=ppt/media/f23045.txt>
</file>

<file path=ppt/media/f23046.txt>
</file>

<file path=ppt/media/f23047.txt>
</file>

<file path=ppt/media/f23048.txt>
</file>

<file path=ppt/media/f23049.txt>
</file>

<file path=ppt/media/f23050.txt>
</file>

<file path=ppt/media/f23051.txt>
</file>

<file path=ppt/media/f23052.txt>
</file>

<file path=ppt/media/f23053.txt>
</file>

<file path=ppt/media/f23054.txt>
</file>

<file path=ppt/media/f23055.txt>
</file>

<file path=ppt/media/f23056.txt>
</file>

<file path=ppt/media/f23057.txt>
</file>

<file path=ppt/media/f23058.txt>
</file>

<file path=ppt/media/f23059.txt>
</file>

<file path=ppt/media/f23060.txt>
</file>

<file path=ppt/media/f23061.txt>
</file>

<file path=ppt/media/f23062.txt>
</file>

<file path=ppt/media/f23063.txt>
</file>

<file path=ppt/media/f23064.txt>
</file>

<file path=ppt/media/f23065.txt>
</file>

<file path=ppt/media/f23066.txt>
</file>

<file path=ppt/media/f23067.txt>
</file>

<file path=ppt/media/f23068.txt>
</file>

<file path=ppt/media/f23069.txt>
</file>

<file path=ppt/media/f23070.txt>
</file>

<file path=ppt/media/f23071.txt>
</file>

<file path=ppt/media/f23072.txt>
</file>

<file path=ppt/media/f23073.txt>
</file>

<file path=ppt/media/f23074.txt>
</file>

<file path=ppt/media/f23075.txt>
</file>

<file path=ppt/media/f23076.txt>
</file>

<file path=ppt/media/f23077.txt>
</file>

<file path=ppt/media/f23078.txt>
</file>

<file path=ppt/media/f23079.txt>
</file>

<file path=ppt/media/f23080.txt>
</file>

<file path=ppt/media/f23081.txt>
</file>

<file path=ppt/media/f23082.txt>
</file>

<file path=ppt/media/f23083.txt>
</file>

<file path=ppt/media/f23084.txt>
</file>

<file path=ppt/media/f23085.txt>
</file>

<file path=ppt/media/f23086.txt>
</file>

<file path=ppt/media/f23087.txt>
</file>

<file path=ppt/media/f23088.txt>
</file>

<file path=ppt/media/f23089.txt>
</file>

<file path=ppt/media/f23090.txt>
</file>

<file path=ppt/media/f23091.txt>
</file>

<file path=ppt/media/f23092.txt>
</file>

<file path=ppt/media/f23093.txt>
</file>

<file path=ppt/media/f23094.txt>
</file>

<file path=ppt/media/f23095.txt>
</file>

<file path=ppt/media/f23096.txt>
</file>

<file path=ppt/media/f23097.txt>
</file>

<file path=ppt/media/f23098.txt>
</file>

<file path=ppt/media/f23099.txt>
</file>

<file path=ppt/media/f23100.txt>
</file>

<file path=ppt/media/f23101.txt>
</file>

<file path=ppt/media/f23102.txt>
</file>

<file path=ppt/media/f23103.txt>
</file>

<file path=ppt/media/f23104.txt>
</file>

<file path=ppt/media/f23105.txt>
</file>

<file path=ppt/media/f23106.txt>
</file>

<file path=ppt/media/f23107.txt>
</file>

<file path=ppt/media/f23108.txt>
</file>

<file path=ppt/media/f23109.txt>
</file>

<file path=ppt/media/f23110.txt>
</file>

<file path=ppt/media/f23111.txt>
</file>

<file path=ppt/media/f23112.txt>
</file>

<file path=ppt/media/f23113.txt>
</file>

<file path=ppt/media/f23114.txt>
</file>

<file path=ppt/media/f23115.txt>
</file>

<file path=ppt/media/f23116.txt>
</file>

<file path=ppt/media/f23117.txt>
</file>

<file path=ppt/media/f23118.txt>
</file>

<file path=ppt/media/f23119.txt>
</file>

<file path=ppt/media/f23120.txt>
</file>

<file path=ppt/media/f23121.txt>
</file>

<file path=ppt/media/f23122.txt>
</file>

<file path=ppt/media/f23123.txt>
</file>

<file path=ppt/media/f23124.txt>
</file>

<file path=ppt/media/f23125.txt>
</file>

<file path=ppt/media/f23126.txt>
</file>

<file path=ppt/media/f23127.txt>
</file>

<file path=ppt/media/f23128.txt>
</file>

<file path=ppt/media/f23129.txt>
</file>

<file path=ppt/media/f23130.txt>
</file>

<file path=ppt/media/f23131.txt>
</file>

<file path=ppt/media/f23132.txt>
</file>

<file path=ppt/media/f23133.txt>
</file>

<file path=ppt/media/f23134.txt>
</file>

<file path=ppt/media/f23135.txt>
</file>

<file path=ppt/media/f23136.txt>
</file>

<file path=ppt/media/f23137.txt>
</file>

<file path=ppt/media/f23138.txt>
</file>

<file path=ppt/media/f23139.txt>
</file>

<file path=ppt/media/f23140.txt>
</file>

<file path=ppt/media/f23141.txt>
</file>

<file path=ppt/media/f23142.txt>
</file>

<file path=ppt/media/f23143.txt>
</file>

<file path=ppt/media/f23144.txt>
</file>

<file path=ppt/media/f23145.txt>
</file>

<file path=ppt/media/f23146.txt>
</file>

<file path=ppt/media/f23147.txt>
</file>

<file path=ppt/media/f23148.txt>
</file>

<file path=ppt/media/f23149.txt>
</file>

<file path=ppt/media/f23150.txt>
</file>

<file path=ppt/media/f23151.txt>
</file>

<file path=ppt/media/f23152.txt>
</file>

<file path=ppt/media/f23153.txt>
</file>

<file path=ppt/media/f23154.txt>
</file>

<file path=ppt/media/f23155.txt>
</file>

<file path=ppt/media/f23156.txt>
</file>

<file path=ppt/media/f23157.txt>
</file>

<file path=ppt/media/f23158.txt>
</file>

<file path=ppt/media/f23159.txt>
</file>

<file path=ppt/media/f23160.txt>
</file>

<file path=ppt/media/f23161.txt>
</file>

<file path=ppt/media/f23162.txt>
</file>

<file path=ppt/media/f23163.txt>
</file>

<file path=ppt/media/f23164.txt>
</file>

<file path=ppt/media/f23165.txt>
</file>

<file path=ppt/media/f23166.txt>
</file>

<file path=ppt/media/f23167.txt>
</file>

<file path=ppt/media/f23168.txt>
</file>

<file path=ppt/media/f23169.txt>
</file>

<file path=ppt/media/f23170.txt>
</file>

<file path=ppt/media/f23171.txt>
</file>

<file path=ppt/media/f23172.txt>
</file>

<file path=ppt/media/f23173.txt>
</file>

<file path=ppt/media/f23174.txt>
</file>

<file path=ppt/media/f23175.txt>
</file>

<file path=ppt/media/f23176.txt>
</file>

<file path=ppt/media/f23177.txt>
</file>

<file path=ppt/media/f23178.txt>
</file>

<file path=ppt/media/f23179.txt>
</file>

<file path=ppt/media/f23180.txt>
</file>

<file path=ppt/media/f23181.txt>
</file>

<file path=ppt/media/f23182.txt>
</file>

<file path=ppt/media/f23183.txt>
</file>

<file path=ppt/media/f23184.txt>
</file>

<file path=ppt/media/f23185.txt>
</file>

<file path=ppt/media/f23186.txt>
</file>

<file path=ppt/media/f23187.txt>
</file>

<file path=ppt/media/f23188.txt>
</file>

<file path=ppt/media/f23189.txt>
</file>

<file path=ppt/media/f23190.txt>
</file>

<file path=ppt/media/f23191.txt>
</file>

<file path=ppt/media/f23192.txt>
</file>

<file path=ppt/media/f23193.txt>
</file>

<file path=ppt/media/f23194.txt>
</file>

<file path=ppt/media/f23195.txt>
</file>

<file path=ppt/media/f23196.txt>
</file>

<file path=ppt/media/f23197.txt>
</file>

<file path=ppt/media/f23198.txt>
</file>

<file path=ppt/media/f23199.txt>
</file>

<file path=ppt/media/f23200.txt>
</file>

<file path=ppt/media/f23201.txt>
</file>

<file path=ppt/media/f23202.txt>
</file>

<file path=ppt/media/f23203.txt>
</file>

<file path=ppt/media/f23204.txt>
</file>

<file path=ppt/media/f23205.txt>
</file>

<file path=ppt/media/f23206.txt>
</file>

<file path=ppt/media/f23207.txt>
</file>

<file path=ppt/media/f23208.txt>
</file>

<file path=ppt/media/f23209.txt>
</file>

<file path=ppt/media/f23210.txt>
</file>

<file path=ppt/media/f23211.txt>
</file>

<file path=ppt/media/f23212.txt>
</file>

<file path=ppt/media/f23213.txt>
</file>

<file path=ppt/media/f23214.txt>
</file>

<file path=ppt/media/f23215.txt>
</file>

<file path=ppt/media/f23216.txt>
</file>

<file path=ppt/media/f23217.txt>
</file>

<file path=ppt/media/f23218.txt>
</file>

<file path=ppt/media/f23219.txt>
</file>

<file path=ppt/media/f23220.txt>
</file>

<file path=ppt/media/f23221.txt>
</file>

<file path=ppt/media/f23222.txt>
</file>

<file path=ppt/media/f23223.txt>
</file>

<file path=ppt/media/f23224.txt>
</file>

<file path=ppt/media/f23225.txt>
</file>

<file path=ppt/media/f23226.txt>
</file>

<file path=ppt/media/f23227.txt>
</file>

<file path=ppt/media/f23228.txt>
</file>

<file path=ppt/media/f23229.txt>
</file>

<file path=ppt/media/f23230.txt>
</file>

<file path=ppt/media/f23231.txt>
</file>

<file path=ppt/media/f23232.txt>
</file>

<file path=ppt/media/f23233.txt>
</file>

<file path=ppt/media/f23234.txt>
</file>

<file path=ppt/media/f23235.txt>
</file>

<file path=ppt/media/f23236.txt>
</file>

<file path=ppt/media/f23237.txt>
</file>

<file path=ppt/media/f23238.txt>
</file>

<file path=ppt/media/f23239.txt>
</file>

<file path=ppt/media/f23240.txt>
</file>

<file path=ppt/media/f23241.txt>
</file>

<file path=ppt/media/f23242.txt>
</file>

<file path=ppt/media/f23243.txt>
</file>

<file path=ppt/media/f23244.txt>
</file>

<file path=ppt/media/f23245.txt>
</file>

<file path=ppt/media/f23246.txt>
</file>

<file path=ppt/media/f23247.txt>
</file>

<file path=ppt/media/f23248.txt>
</file>

<file path=ppt/media/f23249.txt>
</file>

<file path=ppt/media/f23250.txt>
</file>

<file path=ppt/media/f23251.txt>
</file>

<file path=ppt/media/f23252.txt>
</file>

<file path=ppt/media/f23253.txt>
</file>

<file path=ppt/media/f23254.txt>
</file>

<file path=ppt/media/f23255.txt>
</file>

<file path=ppt/media/f23256.txt>
</file>

<file path=ppt/media/f23257.txt>
</file>

<file path=ppt/media/f23258.txt>
</file>

<file path=ppt/media/f23259.txt>
</file>

<file path=ppt/media/f23260.txt>
</file>

<file path=ppt/media/f23261.txt>
</file>

<file path=ppt/media/f23262.txt>
</file>

<file path=ppt/media/f23263.txt>
</file>

<file path=ppt/media/f23264.txt>
</file>

<file path=ppt/media/f23265.txt>
</file>

<file path=ppt/media/f23266.txt>
</file>

<file path=ppt/media/f23267.txt>
</file>

<file path=ppt/media/f23268.txt>
</file>

<file path=ppt/media/f23269.txt>
</file>

<file path=ppt/media/f23270.txt>
</file>

<file path=ppt/media/f23271.txt>
</file>

<file path=ppt/media/f23272.txt>
</file>

<file path=ppt/media/f23273.txt>
</file>

<file path=ppt/media/f23274.txt>
</file>

<file path=ppt/media/f23275.txt>
</file>

<file path=ppt/media/f23276.txt>
</file>

<file path=ppt/media/f23277.txt>
</file>

<file path=ppt/media/f23278.txt>
</file>

<file path=ppt/media/f23279.txt>
</file>

<file path=ppt/media/f23280.txt>
</file>

<file path=ppt/media/f23281.txt>
</file>

<file path=ppt/media/f23282.txt>
</file>

<file path=ppt/media/f23283.txt>
</file>

<file path=ppt/media/f23284.txt>
</file>

<file path=ppt/media/f23285.txt>
</file>

<file path=ppt/media/f23286.txt>
</file>

<file path=ppt/media/f23287.txt>
</file>

<file path=ppt/media/f23288.txt>
</file>

<file path=ppt/media/f23289.txt>
</file>

<file path=ppt/media/f23290.txt>
</file>

<file path=ppt/media/f23291.txt>
</file>

<file path=ppt/media/f23292.txt>
</file>

<file path=ppt/media/f23293.txt>
</file>

<file path=ppt/media/f23294.txt>
</file>

<file path=ppt/media/f23295.txt>
</file>

<file path=ppt/media/f23296.txt>
</file>

<file path=ppt/media/f23297.txt>
</file>

<file path=ppt/media/f23298.txt>
</file>

<file path=ppt/media/f23299.txt>
</file>

<file path=ppt/media/f23300.txt>
</file>

<file path=ppt/media/f23301.txt>
</file>

<file path=ppt/media/f23302.txt>
</file>

<file path=ppt/media/f23303.txt>
</file>

<file path=ppt/media/f23304.txt>
</file>

<file path=ppt/media/f23305.txt>
</file>

<file path=ppt/media/f23306.txt>
</file>

<file path=ppt/media/f23307.txt>
</file>

<file path=ppt/media/f23308.txt>
</file>

<file path=ppt/media/f23309.txt>
</file>

<file path=ppt/media/f23310.txt>
</file>

<file path=ppt/media/f23311.txt>
</file>

<file path=ppt/media/f23312.txt>
</file>

<file path=ppt/media/f23313.txt>
</file>

<file path=ppt/media/f23314.txt>
</file>

<file path=ppt/media/f23315.txt>
</file>

<file path=ppt/media/f23316.txt>
</file>

<file path=ppt/media/f23317.txt>
</file>

<file path=ppt/media/f23318.txt>
</file>

<file path=ppt/media/f23319.txt>
</file>

<file path=ppt/media/f23320.txt>
</file>

<file path=ppt/media/f23321.txt>
</file>

<file path=ppt/media/f23322.txt>
</file>

<file path=ppt/media/f23323.txt>
</file>

<file path=ppt/media/f23324.txt>
</file>

<file path=ppt/media/f23325.txt>
</file>

<file path=ppt/media/f23326.txt>
</file>

<file path=ppt/media/f23327.txt>
</file>

<file path=ppt/media/f23328.txt>
</file>

<file path=ppt/media/f23329.txt>
</file>

<file path=ppt/media/f23330.txt>
</file>

<file path=ppt/media/f23331.txt>
</file>

<file path=ppt/media/f23332.txt>
</file>

<file path=ppt/media/f23333.txt>
</file>

<file path=ppt/media/f23334.txt>
</file>

<file path=ppt/media/f23335.txt>
</file>

<file path=ppt/media/f23336.txt>
</file>

<file path=ppt/media/f23337.txt>
</file>

<file path=ppt/media/f23338.txt>
</file>

<file path=ppt/media/f23339.txt>
</file>

<file path=ppt/media/f23340.txt>
</file>

<file path=ppt/media/f23341.txt>
</file>

<file path=ppt/media/f23342.txt>
</file>

<file path=ppt/media/f23343.txt>
</file>

<file path=ppt/media/f23344.txt>
</file>

<file path=ppt/media/f23345.txt>
</file>

<file path=ppt/media/f23346.txt>
</file>

<file path=ppt/media/f23347.txt>
</file>

<file path=ppt/media/f23348.txt>
</file>

<file path=ppt/media/f23349.txt>
</file>

<file path=ppt/media/f23350.txt>
</file>

<file path=ppt/media/f23351.txt>
</file>

<file path=ppt/media/f23352.txt>
</file>

<file path=ppt/media/f23353.txt>
</file>

<file path=ppt/media/f23354.txt>
</file>

<file path=ppt/media/f23355.txt>
</file>

<file path=ppt/media/f23356.txt>
</file>

<file path=ppt/media/f23357.txt>
</file>

<file path=ppt/media/f23358.txt>
</file>

<file path=ppt/media/f23359.txt>
</file>

<file path=ppt/media/f23360.txt>
</file>

<file path=ppt/media/f23361.txt>
</file>

<file path=ppt/media/f23362.txt>
</file>

<file path=ppt/media/f23363.txt>
</file>

<file path=ppt/media/f23364.txt>
</file>

<file path=ppt/media/f23365.txt>
</file>

<file path=ppt/media/f23366.txt>
</file>

<file path=ppt/media/f23367.txt>
</file>

<file path=ppt/media/f23368.txt>
</file>

<file path=ppt/media/f23369.txt>
</file>

<file path=ppt/media/f23370.txt>
</file>

<file path=ppt/media/f23371.txt>
</file>

<file path=ppt/media/f23372.txt>
</file>

<file path=ppt/media/f23373.txt>
</file>

<file path=ppt/media/f23374.txt>
</file>

<file path=ppt/media/f23375.txt>
</file>

<file path=ppt/media/f23376.txt>
</file>

<file path=ppt/media/f23377.txt>
</file>

<file path=ppt/media/f23378.txt>
</file>

<file path=ppt/media/f23379.txt>
</file>

<file path=ppt/media/f23380.txt>
</file>

<file path=ppt/media/f23381.txt>
</file>

<file path=ppt/media/f23382.txt>
</file>

<file path=ppt/media/f23383.txt>
</file>

<file path=ppt/media/f23384.txt>
</file>

<file path=ppt/media/f23385.txt>
</file>

<file path=ppt/media/f23386.txt>
</file>

<file path=ppt/media/f23387.txt>
</file>

<file path=ppt/media/f23388.txt>
</file>

<file path=ppt/media/f23389.txt>
</file>

<file path=ppt/media/f23390.txt>
</file>

<file path=ppt/media/f23391.txt>
</file>

<file path=ppt/media/f23392.txt>
</file>

<file path=ppt/media/f23393.txt>
</file>

<file path=ppt/media/f23394.txt>
</file>

<file path=ppt/media/f23395.txt>
</file>

<file path=ppt/media/f23396.txt>
</file>

<file path=ppt/media/f23397.txt>
</file>

<file path=ppt/media/f23398.txt>
</file>

<file path=ppt/media/f23399.txt>
</file>

<file path=ppt/media/f23400.txt>
</file>

<file path=ppt/media/f23401.txt>
</file>

<file path=ppt/media/f23402.txt>
</file>

<file path=ppt/media/f23403.txt>
</file>

<file path=ppt/media/f23404.txt>
</file>

<file path=ppt/media/f23405.txt>
</file>

<file path=ppt/media/f23406.txt>
</file>

<file path=ppt/media/f23407.txt>
</file>

<file path=ppt/media/f23408.txt>
</file>

<file path=ppt/media/f23409.txt>
</file>

<file path=ppt/media/f23410.txt>
</file>

<file path=ppt/media/f23411.txt>
</file>

<file path=ppt/media/f23412.txt>
</file>

<file path=ppt/media/f23413.txt>
</file>

<file path=ppt/media/f23414.txt>
</file>

<file path=ppt/media/f23415.txt>
</file>

<file path=ppt/media/f23416.txt>
</file>

<file path=ppt/media/f23417.txt>
</file>

<file path=ppt/media/f23418.txt>
</file>

<file path=ppt/media/f23419.txt>
</file>

<file path=ppt/media/f23420.txt>
</file>

<file path=ppt/media/f23421.txt>
</file>

<file path=ppt/media/f23422.txt>
</file>

<file path=ppt/media/f23423.txt>
</file>

<file path=ppt/media/f23424.txt>
</file>

<file path=ppt/media/f23425.txt>
</file>

<file path=ppt/media/f23426.txt>
</file>

<file path=ppt/media/f23427.txt>
</file>

<file path=ppt/media/f23428.txt>
</file>

<file path=ppt/media/f23429.txt>
</file>

<file path=ppt/media/f23430.txt>
</file>

<file path=ppt/media/f23431.txt>
</file>

<file path=ppt/media/f23432.txt>
</file>

<file path=ppt/media/f23433.txt>
</file>

<file path=ppt/media/f23434.txt>
</file>

<file path=ppt/media/f23435.txt>
</file>

<file path=ppt/media/f23436.txt>
</file>

<file path=ppt/media/f23437.txt>
</file>

<file path=ppt/media/f23438.txt>
</file>

<file path=ppt/media/f23439.txt>
</file>

<file path=ppt/media/f23440.txt>
</file>

<file path=ppt/media/f23441.txt>
</file>

<file path=ppt/media/f23442.txt>
</file>

<file path=ppt/media/f23443.txt>
</file>

<file path=ppt/media/f23444.txt>
</file>

<file path=ppt/media/f23445.txt>
</file>

<file path=ppt/media/f23446.txt>
</file>

<file path=ppt/media/f23447.txt>
</file>

<file path=ppt/media/f23448.txt>
</file>

<file path=ppt/media/f23449.txt>
</file>

<file path=ppt/media/f23450.txt>
</file>

<file path=ppt/media/f23451.txt>
</file>

<file path=ppt/media/f23452.txt>
</file>

<file path=ppt/media/f23453.txt>
</file>

<file path=ppt/media/f23454.txt>
</file>

<file path=ppt/media/f23455.txt>
</file>

<file path=ppt/media/f23456.txt>
</file>

<file path=ppt/media/f23457.txt>
</file>

<file path=ppt/media/f23458.txt>
</file>

<file path=ppt/media/f23459.txt>
</file>

<file path=ppt/media/f23460.txt>
</file>

<file path=ppt/media/f23461.txt>
</file>

<file path=ppt/media/f23462.txt>
</file>

<file path=ppt/media/f23463.txt>
</file>

<file path=ppt/media/f23464.txt>
</file>

<file path=ppt/media/f23465.txt>
</file>

<file path=ppt/media/f23466.txt>
</file>

<file path=ppt/media/f23467.txt>
</file>

<file path=ppt/media/f23468.txt>
</file>

<file path=ppt/media/f23469.txt>
</file>

<file path=ppt/media/f23470.txt>
</file>

<file path=ppt/media/f23471.txt>
</file>

<file path=ppt/media/f23472.txt>
</file>

<file path=ppt/media/f23473.txt>
</file>

<file path=ppt/media/f23474.txt>
</file>

<file path=ppt/media/f23475.txt>
</file>

<file path=ppt/media/f23476.txt>
</file>

<file path=ppt/media/f23477.txt>
</file>

<file path=ppt/media/f23478.txt>
</file>

<file path=ppt/media/f23479.txt>
</file>

<file path=ppt/media/f23480.txt>
</file>

<file path=ppt/media/f23481.txt>
</file>

<file path=ppt/media/f23482.txt>
</file>

<file path=ppt/media/f23483.txt>
</file>

<file path=ppt/media/f23484.txt>
</file>

<file path=ppt/media/f23485.txt>
</file>

<file path=ppt/media/f23486.txt>
</file>

<file path=ppt/media/f23487.txt>
</file>

<file path=ppt/media/f23488.txt>
</file>

<file path=ppt/media/f23489.txt>
</file>

<file path=ppt/media/f23490.txt>
</file>

<file path=ppt/media/f23491.txt>
</file>

<file path=ppt/media/f23492.txt>
</file>

<file path=ppt/media/f23493.txt>
</file>

<file path=ppt/media/f23494.txt>
</file>

<file path=ppt/media/f23495.txt>
</file>

<file path=ppt/media/f23496.txt>
</file>

<file path=ppt/media/f23497.txt>
</file>

<file path=ppt/media/f23498.txt>
</file>

<file path=ppt/media/f23499.txt>
</file>

<file path=ppt/media/f23500.txt>
</file>

<file path=ppt/media/f23501.txt>
</file>

<file path=ppt/media/f23502.txt>
</file>

<file path=ppt/media/f23503.txt>
</file>

<file path=ppt/media/f23504.txt>
</file>

<file path=ppt/media/f23505.txt>
</file>

<file path=ppt/media/f23506.txt>
</file>

<file path=ppt/media/f23507.txt>
</file>

<file path=ppt/media/f23508.txt>
</file>

<file path=ppt/media/f23509.txt>
</file>

<file path=ppt/media/f23510.txt>
</file>

<file path=ppt/media/f23511.txt>
</file>

<file path=ppt/media/f23512.txt>
</file>

<file path=ppt/media/f23513.txt>
</file>

<file path=ppt/media/f23514.txt>
</file>

<file path=ppt/media/f23515.txt>
</file>

<file path=ppt/media/f23516.txt>
</file>

<file path=ppt/media/f23517.txt>
</file>

<file path=ppt/media/f23518.txt>
</file>

<file path=ppt/media/f23519.txt>
</file>

<file path=ppt/media/f23520.txt>
</file>

<file path=ppt/media/f23521.txt>
</file>

<file path=ppt/media/f23522.txt>
</file>

<file path=ppt/media/f23523.txt>
</file>

<file path=ppt/media/f23524.txt>
</file>

<file path=ppt/media/f23525.txt>
</file>

<file path=ppt/media/f23526.txt>
</file>

<file path=ppt/media/f23527.txt>
</file>

<file path=ppt/media/f23528.txt>
</file>

<file path=ppt/media/f23529.txt>
</file>

<file path=ppt/media/f23530.txt>
</file>

<file path=ppt/media/f23531.txt>
</file>

<file path=ppt/media/f23532.txt>
</file>

<file path=ppt/media/f23533.txt>
</file>

<file path=ppt/media/f23534.txt>
</file>

<file path=ppt/media/f23535.txt>
</file>

<file path=ppt/media/f23536.txt>
</file>

<file path=ppt/media/f23537.txt>
</file>

<file path=ppt/media/f23538.txt>
</file>

<file path=ppt/media/f23539.txt>
</file>

<file path=ppt/media/f23540.txt>
</file>

<file path=ppt/media/f23541.txt>
</file>

<file path=ppt/media/f23542.txt>
</file>

<file path=ppt/media/f23543.txt>
</file>

<file path=ppt/media/f23544.txt>
</file>

<file path=ppt/media/f23545.txt>
</file>

<file path=ppt/media/f23546.txt>
</file>

<file path=ppt/media/f23547.txt>
</file>

<file path=ppt/media/f23548.txt>
</file>

<file path=ppt/media/f23549.txt>
</file>

<file path=ppt/media/f23550.txt>
</file>

<file path=ppt/media/f23551.txt>
</file>

<file path=ppt/media/f23552.txt>
</file>

<file path=ppt/media/f23553.txt>
</file>

<file path=ppt/media/f23554.txt>
</file>

<file path=ppt/media/f23555.txt>
</file>

<file path=ppt/media/f23556.txt>
</file>

<file path=ppt/media/f23557.txt>
</file>

<file path=ppt/media/f23558.txt>
</file>

<file path=ppt/media/f23559.txt>
</file>

<file path=ppt/media/f23560.txt>
</file>

<file path=ppt/media/f23561.txt>
</file>

<file path=ppt/media/f23562.txt>
</file>

<file path=ppt/media/f23563.txt>
</file>

<file path=ppt/media/f23564.txt>
</file>

<file path=ppt/media/f23565.txt>
</file>

<file path=ppt/media/f23566.txt>
</file>

<file path=ppt/media/f23567.txt>
</file>

<file path=ppt/media/f23568.txt>
</file>

<file path=ppt/media/f23569.txt>
</file>

<file path=ppt/media/f23570.txt>
</file>

<file path=ppt/media/f23571.txt>
</file>

<file path=ppt/media/f23572.txt>
</file>

<file path=ppt/media/f23573.txt>
</file>

<file path=ppt/media/f23574.txt>
</file>

<file path=ppt/media/f23575.txt>
</file>

<file path=ppt/media/f23576.txt>
</file>

<file path=ppt/media/f23577.txt>
</file>

<file path=ppt/media/f23578.txt>
</file>

<file path=ppt/media/f23579.txt>
</file>

<file path=ppt/media/f23580.txt>
</file>

<file path=ppt/media/f23581.txt>
</file>

<file path=ppt/media/f23582.txt>
</file>

<file path=ppt/media/f23583.txt>
</file>

<file path=ppt/media/f23584.txt>
</file>

<file path=ppt/media/f23585.txt>
</file>

<file path=ppt/media/f23586.txt>
</file>

<file path=ppt/media/f23587.txt>
</file>

<file path=ppt/media/f23588.txt>
</file>

<file path=ppt/media/f23589.txt>
</file>

<file path=ppt/media/f23590.txt>
</file>

<file path=ppt/media/f23591.txt>
</file>

<file path=ppt/media/f23592.txt>
</file>

<file path=ppt/media/f23593.txt>
</file>

<file path=ppt/media/f23594.txt>
</file>

<file path=ppt/media/f23595.txt>
</file>

<file path=ppt/media/f23596.txt>
</file>

<file path=ppt/media/f23597.txt>
</file>

<file path=ppt/media/f23598.txt>
</file>

<file path=ppt/media/f23599.txt>
</file>

<file path=ppt/media/f23600.txt>
</file>

<file path=ppt/media/f23601.txt>
</file>

<file path=ppt/media/f23602.txt>
</file>

<file path=ppt/media/f23603.txt>
</file>

<file path=ppt/media/f23604.txt>
</file>

<file path=ppt/media/f23605.txt>
</file>

<file path=ppt/media/f23606.txt>
</file>

<file path=ppt/media/f23607.txt>
</file>

<file path=ppt/media/f23608.txt>
</file>

<file path=ppt/media/f23609.txt>
</file>

<file path=ppt/media/f23610.txt>
</file>

<file path=ppt/media/f23611.txt>
</file>

<file path=ppt/media/f23612.txt>
</file>

<file path=ppt/media/f23613.txt>
</file>

<file path=ppt/media/f23614.txt>
</file>

<file path=ppt/media/f23615.txt>
</file>

<file path=ppt/media/f23616.txt>
</file>

<file path=ppt/media/f23617.txt>
</file>

<file path=ppt/media/f23618.txt>
</file>

<file path=ppt/media/f23619.txt>
</file>

<file path=ppt/media/f23620.txt>
</file>

<file path=ppt/media/f23621.txt>
</file>

<file path=ppt/media/f23622.txt>
</file>

<file path=ppt/media/f23623.txt>
</file>

<file path=ppt/media/f23624.txt>
</file>

<file path=ppt/media/f23625.txt>
</file>

<file path=ppt/media/f23626.txt>
</file>

<file path=ppt/media/f23627.txt>
</file>

<file path=ppt/media/f23628.txt>
</file>

<file path=ppt/media/f23629.txt>
</file>

<file path=ppt/media/f23630.txt>
</file>

<file path=ppt/media/f23631.txt>
</file>

<file path=ppt/media/f23632.txt>
</file>

<file path=ppt/media/f23633.txt>
</file>

<file path=ppt/media/f23634.txt>
</file>

<file path=ppt/media/f23635.txt>
</file>

<file path=ppt/media/f23636.txt>
</file>

<file path=ppt/media/f23637.txt>
</file>

<file path=ppt/media/f23638.txt>
</file>

<file path=ppt/media/f23639.txt>
</file>

<file path=ppt/media/f23640.txt>
</file>

<file path=ppt/media/f23641.txt>
</file>

<file path=ppt/media/f23642.txt>
</file>

<file path=ppt/media/f23643.txt>
</file>

<file path=ppt/media/f23644.txt>
</file>

<file path=ppt/media/f23645.txt>
</file>

<file path=ppt/media/f23646.txt>
</file>

<file path=ppt/media/f23647.txt>
</file>

<file path=ppt/media/f23648.txt>
</file>

<file path=ppt/media/f23649.txt>
</file>

<file path=ppt/media/f23650.txt>
</file>

<file path=ppt/media/f23651.txt>
</file>

<file path=ppt/media/f23652.txt>
</file>

<file path=ppt/media/f23653.txt>
</file>

<file path=ppt/media/f23654.txt>
</file>

<file path=ppt/media/f23655.txt>
</file>

<file path=ppt/media/f23656.txt>
</file>

<file path=ppt/media/f23657.txt>
</file>

<file path=ppt/media/f23658.txt>
</file>

<file path=ppt/media/f23659.txt>
</file>

<file path=ppt/media/f23660.txt>
</file>

<file path=ppt/media/f23661.txt>
</file>

<file path=ppt/media/f23662.txt>
</file>

<file path=ppt/media/f23663.txt>
</file>

<file path=ppt/media/f23664.txt>
</file>

<file path=ppt/media/f23665.txt>
</file>

<file path=ppt/media/f23666.txt>
</file>

<file path=ppt/media/f23667.txt>
</file>

<file path=ppt/media/f23668.txt>
</file>

<file path=ppt/media/f23669.txt>
</file>

<file path=ppt/media/f23670.txt>
</file>

<file path=ppt/media/f23671.txt>
</file>

<file path=ppt/media/f23672.txt>
</file>

<file path=ppt/media/f23673.txt>
</file>

<file path=ppt/media/f23674.txt>
</file>

<file path=ppt/media/f23675.txt>
</file>

<file path=ppt/media/f23676.txt>
</file>

<file path=ppt/media/f23677.txt>
</file>

<file path=ppt/media/f23678.txt>
</file>

<file path=ppt/media/f23679.txt>
</file>

<file path=ppt/media/f23680.txt>
</file>

<file path=ppt/media/f23681.txt>
</file>

<file path=ppt/media/f23682.txt>
</file>

<file path=ppt/media/f23683.txt>
</file>

<file path=ppt/media/f23684.txt>
</file>

<file path=ppt/media/f23685.txt>
</file>

<file path=ppt/media/f23686.txt>
</file>

<file path=ppt/media/f23687.txt>
</file>

<file path=ppt/media/f23688.txt>
</file>

<file path=ppt/media/f23689.txt>
</file>

<file path=ppt/media/f23690.txt>
</file>

<file path=ppt/media/f23691.txt>
</file>

<file path=ppt/media/f23692.txt>
</file>

<file path=ppt/media/f23693.txt>
</file>

<file path=ppt/media/f23694.txt>
</file>

<file path=ppt/media/f23695.txt>
</file>

<file path=ppt/media/f23696.txt>
</file>

<file path=ppt/media/f23697.txt>
</file>

<file path=ppt/media/f23698.txt>
</file>

<file path=ppt/media/f23699.txt>
</file>

<file path=ppt/media/f23700.txt>
</file>

<file path=ppt/media/f23701.txt>
</file>

<file path=ppt/media/f23702.txt>
</file>

<file path=ppt/media/f23703.txt>
</file>

<file path=ppt/media/f23704.txt>
</file>

<file path=ppt/media/f23705.txt>
</file>

<file path=ppt/media/f23706.txt>
</file>

<file path=ppt/media/f23707.txt>
</file>

<file path=ppt/media/f23708.txt>
</file>

<file path=ppt/media/f23709.txt>
</file>

<file path=ppt/media/f23710.txt>
</file>

<file path=ppt/media/f23711.txt>
</file>

<file path=ppt/media/f23712.txt>
</file>

<file path=ppt/media/f23713.txt>
</file>

<file path=ppt/media/f23714.txt>
</file>

<file path=ppt/media/f23715.txt>
</file>

<file path=ppt/media/f23716.txt>
</file>

<file path=ppt/media/f23717.txt>
</file>

<file path=ppt/media/f23718.txt>
</file>

<file path=ppt/media/f23719.txt>
</file>

<file path=ppt/media/f23720.txt>
</file>

<file path=ppt/media/f23721.txt>
</file>

<file path=ppt/media/f23722.txt>
</file>

<file path=ppt/media/f23723.txt>
</file>

<file path=ppt/media/f23724.txt>
</file>

<file path=ppt/media/f23725.txt>
</file>

<file path=ppt/media/f23726.txt>
</file>

<file path=ppt/media/f23727.txt>
</file>

<file path=ppt/media/f23728.txt>
</file>

<file path=ppt/media/f23729.txt>
</file>

<file path=ppt/media/f23730.txt>
</file>

<file path=ppt/media/f23731.txt>
</file>

<file path=ppt/media/f23732.txt>
</file>

<file path=ppt/media/f23733.txt>
</file>

<file path=ppt/media/f23734.txt>
</file>

<file path=ppt/media/f23735.txt>
</file>

<file path=ppt/media/f23736.txt>
</file>

<file path=ppt/media/f23737.txt>
</file>

<file path=ppt/media/f23738.txt>
</file>

<file path=ppt/media/f23739.txt>
</file>

<file path=ppt/media/f23740.txt>
</file>

<file path=ppt/media/f23741.txt>
</file>

<file path=ppt/media/f23742.txt>
</file>

<file path=ppt/media/f23743.txt>
</file>

<file path=ppt/media/f23744.txt>
</file>

<file path=ppt/media/f23745.txt>
</file>

<file path=ppt/media/f23746.txt>
</file>

<file path=ppt/media/f23747.txt>
</file>

<file path=ppt/media/f23748.txt>
</file>

<file path=ppt/media/f23749.txt>
</file>

<file path=ppt/media/f23750.txt>
</file>

<file path=ppt/media/f23751.txt>
</file>

<file path=ppt/media/f23752.txt>
</file>

<file path=ppt/media/f23753.txt>
</file>

<file path=ppt/media/f23754.txt>
</file>

<file path=ppt/media/f23755.txt>
</file>

<file path=ppt/media/f23756.txt>
</file>

<file path=ppt/media/f23757.txt>
</file>

<file path=ppt/media/f23758.txt>
</file>

<file path=ppt/media/f23759.txt>
</file>

<file path=ppt/media/f23760.txt>
</file>

<file path=ppt/media/f23761.txt>
</file>

<file path=ppt/media/f23762.txt>
</file>

<file path=ppt/media/f23763.txt>
</file>

<file path=ppt/media/f23764.txt>
</file>

<file path=ppt/media/f23765.txt>
</file>

<file path=ppt/media/f23766.txt>
</file>

<file path=ppt/media/f23767.txt>
</file>

<file path=ppt/media/f23768.txt>
</file>

<file path=ppt/media/f23769.txt>
</file>

<file path=ppt/media/f23770.txt>
</file>

<file path=ppt/media/f23771.txt>
</file>

<file path=ppt/media/f23772.txt>
</file>

<file path=ppt/media/f23773.txt>
</file>

<file path=ppt/media/f23774.txt>
</file>

<file path=ppt/media/f23775.txt>
</file>

<file path=ppt/media/f23776.txt>
</file>

<file path=ppt/media/f23777.txt>
</file>

<file path=ppt/media/f23778.txt>
</file>

<file path=ppt/media/f23779.txt>
</file>

<file path=ppt/media/f23780.txt>
</file>

<file path=ppt/media/f23781.txt>
</file>

<file path=ppt/media/f23782.txt>
</file>

<file path=ppt/media/f23783.txt>
</file>

<file path=ppt/media/f23784.txt>
</file>

<file path=ppt/media/f23785.txt>
</file>

<file path=ppt/media/f23786.txt>
</file>

<file path=ppt/media/f23787.txt>
</file>

<file path=ppt/media/f23788.txt>
</file>

<file path=ppt/media/f23789.txt>
</file>

<file path=ppt/media/f23790.txt>
</file>

<file path=ppt/media/f23791.txt>
</file>

<file path=ppt/media/f23792.txt>
</file>

<file path=ppt/media/f23793.txt>
</file>

<file path=ppt/media/f23794.txt>
</file>

<file path=ppt/media/f23795.txt>
</file>

<file path=ppt/media/f23796.txt>
</file>

<file path=ppt/media/f23797.txt>
</file>

<file path=ppt/media/f23798.txt>
</file>

<file path=ppt/media/f23799.txt>
</file>

<file path=ppt/media/f23800.txt>
</file>

<file path=ppt/media/f23801.txt>
</file>

<file path=ppt/media/f23802.txt>
</file>

<file path=ppt/media/f23803.txt>
</file>

<file path=ppt/media/f23804.txt>
</file>

<file path=ppt/media/f23805.txt>
</file>

<file path=ppt/media/f23806.txt>
</file>

<file path=ppt/media/f23807.txt>
</file>

<file path=ppt/media/f23808.txt>
</file>

<file path=ppt/media/f23809.txt>
</file>

<file path=ppt/media/f23810.txt>
</file>

<file path=ppt/media/f23811.txt>
</file>

<file path=ppt/media/f23812.txt>
</file>

<file path=ppt/media/f23813.txt>
</file>

<file path=ppt/media/f23814.txt>
</file>

<file path=ppt/media/f23815.txt>
</file>

<file path=ppt/media/f23816.txt>
</file>

<file path=ppt/media/f23817.txt>
</file>

<file path=ppt/media/f23818.txt>
</file>

<file path=ppt/media/f23819.txt>
</file>

<file path=ppt/media/f23820.txt>
</file>

<file path=ppt/media/f23821.txt>
</file>

<file path=ppt/media/f23822.txt>
</file>

<file path=ppt/media/f23823.txt>
</file>

<file path=ppt/media/f23824.txt>
</file>

<file path=ppt/media/f23825.txt>
</file>

<file path=ppt/media/f23826.txt>
</file>

<file path=ppt/media/f23827.txt>
</file>

<file path=ppt/media/f23828.txt>
</file>

<file path=ppt/media/f23829.txt>
</file>

<file path=ppt/media/f23830.txt>
</file>

<file path=ppt/media/f23831.txt>
</file>

<file path=ppt/media/f23832.txt>
</file>

<file path=ppt/media/f23833.txt>
</file>

<file path=ppt/media/f23834.txt>
</file>

<file path=ppt/media/f23835.txt>
</file>

<file path=ppt/media/f23836.txt>
</file>

<file path=ppt/media/f23837.txt>
</file>

<file path=ppt/media/f23838.txt>
</file>

<file path=ppt/media/f23839.txt>
</file>

<file path=ppt/media/f23840.txt>
</file>

<file path=ppt/media/f23841.txt>
</file>

<file path=ppt/media/f23842.txt>
</file>

<file path=ppt/media/f23843.txt>
</file>

<file path=ppt/media/f23844.txt>
</file>

<file path=ppt/media/f23845.txt>
</file>

<file path=ppt/media/f23846.txt>
</file>

<file path=ppt/media/f23847.txt>
</file>

<file path=ppt/media/f23848.txt>
</file>

<file path=ppt/media/f23849.txt>
</file>

<file path=ppt/media/f23850.txt>
</file>

<file path=ppt/media/f23851.txt>
</file>

<file path=ppt/media/f23852.txt>
</file>

<file path=ppt/media/f23853.txt>
</file>

<file path=ppt/media/f23854.txt>
</file>

<file path=ppt/media/f23855.txt>
</file>

<file path=ppt/media/f23856.txt>
</file>

<file path=ppt/media/f23857.txt>
</file>

<file path=ppt/media/f23858.txt>
</file>

<file path=ppt/media/f23859.txt>
</file>

<file path=ppt/media/f23860.txt>
</file>

<file path=ppt/media/f23861.txt>
</file>

<file path=ppt/media/f23862.txt>
</file>

<file path=ppt/media/f23863.txt>
</file>

<file path=ppt/media/f23864.txt>
</file>

<file path=ppt/media/f23865.txt>
</file>

<file path=ppt/media/f23866.txt>
</file>

<file path=ppt/media/f23867.txt>
</file>

<file path=ppt/media/f23868.txt>
</file>

<file path=ppt/media/f23869.txt>
</file>

<file path=ppt/media/f23870.txt>
</file>

<file path=ppt/media/f23871.txt>
</file>

<file path=ppt/media/f23872.txt>
</file>

<file path=ppt/media/f23873.txt>
</file>

<file path=ppt/media/f23874.txt>
</file>

<file path=ppt/media/f23875.txt>
</file>

<file path=ppt/media/f23876.txt>
</file>

<file path=ppt/media/f23877.txt>
</file>

<file path=ppt/media/f23878.txt>
</file>

<file path=ppt/media/f23879.txt>
</file>

<file path=ppt/media/f23880.txt>
</file>

<file path=ppt/media/f23881.txt>
</file>

<file path=ppt/media/f23882.txt>
</file>

<file path=ppt/media/f23883.txt>
</file>

<file path=ppt/media/f23884.txt>
</file>

<file path=ppt/media/f23885.txt>
</file>

<file path=ppt/media/f23886.txt>
</file>

<file path=ppt/media/f23887.txt>
</file>

<file path=ppt/media/f23888.txt>
</file>

<file path=ppt/media/f23889.txt>
</file>

<file path=ppt/media/f23890.txt>
</file>

<file path=ppt/media/f23891.txt>
</file>

<file path=ppt/media/f23892.txt>
</file>

<file path=ppt/media/f23893.txt>
</file>

<file path=ppt/media/f23894.txt>
</file>

<file path=ppt/media/f23895.txt>
</file>

<file path=ppt/media/f23896.txt>
</file>

<file path=ppt/media/f23897.txt>
</file>

<file path=ppt/media/f23898.txt>
</file>

<file path=ppt/media/f23899.txt>
</file>

<file path=ppt/media/f23900.txt>
</file>

<file path=ppt/media/f23901.txt>
</file>

<file path=ppt/media/f23902.txt>
</file>

<file path=ppt/media/f23903.txt>
</file>

<file path=ppt/media/f23904.txt>
</file>

<file path=ppt/media/f23905.txt>
</file>

<file path=ppt/media/f23906.txt>
</file>

<file path=ppt/media/f23907.txt>
</file>

<file path=ppt/media/f23908.txt>
</file>

<file path=ppt/media/f23909.txt>
</file>

<file path=ppt/media/f23910.txt>
</file>

<file path=ppt/media/f23911.txt>
</file>

<file path=ppt/media/f23912.txt>
</file>

<file path=ppt/media/f23913.txt>
</file>

<file path=ppt/media/f23914.txt>
</file>

<file path=ppt/media/f23915.txt>
</file>

<file path=ppt/media/f23916.txt>
</file>

<file path=ppt/media/f23917.txt>
</file>

<file path=ppt/media/f23918.txt>
</file>

<file path=ppt/media/f23919.txt>
</file>

<file path=ppt/media/f23920.txt>
</file>

<file path=ppt/media/f23921.txt>
</file>

<file path=ppt/media/f23922.txt>
</file>

<file path=ppt/media/f23923.txt>
</file>

<file path=ppt/media/f23924.txt>
</file>

<file path=ppt/media/f23925.txt>
</file>

<file path=ppt/media/f23926.txt>
</file>

<file path=ppt/media/f23927.txt>
</file>

<file path=ppt/media/f23928.txt>
</file>

<file path=ppt/media/f23929.txt>
</file>

<file path=ppt/media/f23930.txt>
</file>

<file path=ppt/media/f23931.txt>
</file>

<file path=ppt/media/f23932.txt>
</file>

<file path=ppt/media/f23933.txt>
</file>

<file path=ppt/media/f23934.txt>
</file>

<file path=ppt/media/f23935.txt>
</file>

<file path=ppt/media/f23936.txt>
</file>

<file path=ppt/media/f23937.txt>
</file>

<file path=ppt/media/f23938.txt>
</file>

<file path=ppt/media/f23939.txt>
</file>

<file path=ppt/media/f23940.txt>
</file>

<file path=ppt/media/f23941.txt>
</file>

<file path=ppt/media/f23942.txt>
</file>

<file path=ppt/media/f23943.txt>
</file>

<file path=ppt/media/f23944.txt>
</file>

<file path=ppt/media/f23945.txt>
</file>

<file path=ppt/media/f23946.txt>
</file>

<file path=ppt/media/f23947.txt>
</file>

<file path=ppt/media/f23948.txt>
</file>

<file path=ppt/media/f23949.txt>
</file>

<file path=ppt/media/f23950.txt>
</file>

<file path=ppt/media/f23951.txt>
</file>

<file path=ppt/media/f23952.txt>
</file>

<file path=ppt/media/f23953.txt>
</file>

<file path=ppt/media/f23954.txt>
</file>

<file path=ppt/media/f23955.txt>
</file>

<file path=ppt/media/f23956.txt>
</file>

<file path=ppt/media/f23957.txt>
</file>

<file path=ppt/media/f23958.txt>
</file>

<file path=ppt/media/f23959.txt>
</file>

<file path=ppt/media/f23960.txt>
</file>

<file path=ppt/media/f23961.txt>
</file>

<file path=ppt/media/f23962.txt>
</file>

<file path=ppt/media/f23963.txt>
</file>

<file path=ppt/media/f23964.txt>
</file>

<file path=ppt/media/f23965.txt>
</file>

<file path=ppt/media/f23966.txt>
</file>

<file path=ppt/media/f23967.txt>
</file>

<file path=ppt/media/f23968.txt>
</file>

<file path=ppt/media/f23969.txt>
</file>

<file path=ppt/media/f23970.txt>
</file>

<file path=ppt/media/f23971.txt>
</file>

<file path=ppt/media/f23972.txt>
</file>

<file path=ppt/media/f23973.txt>
</file>

<file path=ppt/media/f23974.txt>
</file>

<file path=ppt/media/f23975.txt>
</file>

<file path=ppt/media/f23976.txt>
</file>

<file path=ppt/media/f23977.txt>
</file>

<file path=ppt/media/f23978.txt>
</file>

<file path=ppt/media/f23979.txt>
</file>

<file path=ppt/media/f23980.txt>
</file>

<file path=ppt/media/f23981.txt>
</file>

<file path=ppt/media/f23982.txt>
</file>

<file path=ppt/media/f23983.txt>
</file>

<file path=ppt/media/f23984.txt>
</file>

<file path=ppt/media/f23985.txt>
</file>

<file path=ppt/media/f23986.txt>
</file>

<file path=ppt/media/f23987.txt>
</file>

<file path=ppt/media/f23988.txt>
</file>

<file path=ppt/media/f23989.txt>
</file>

<file path=ppt/media/f23990.txt>
</file>

<file path=ppt/media/f23991.txt>
</file>

<file path=ppt/media/f23992.txt>
</file>

<file path=ppt/media/f23993.txt>
</file>

<file path=ppt/media/f23994.txt>
</file>

<file path=ppt/media/f23995.txt>
</file>

<file path=ppt/media/f23996.txt>
</file>

<file path=ppt/media/f23997.txt>
</file>

<file path=ppt/media/f23998.txt>
</file>

<file path=ppt/media/f23999.txt>
</file>

<file path=ppt/media/f24000.txt>
</file>

<file path=ppt/media/f24001.txt>
</file>

<file path=ppt/media/f24002.txt>
</file>

<file path=ppt/media/f24003.txt>
</file>

<file path=ppt/media/f24004.txt>
</file>

<file path=ppt/media/f24005.txt>
</file>

<file path=ppt/media/f24006.txt>
</file>

<file path=ppt/media/f24007.txt>
</file>

<file path=ppt/media/f24008.txt>
</file>

<file path=ppt/media/f24009.txt>
</file>

<file path=ppt/media/f24010.txt>
</file>

<file path=ppt/media/f24011.txt>
</file>

<file path=ppt/media/f24012.txt>
</file>

<file path=ppt/media/f24013.txt>
</file>

<file path=ppt/media/f24014.txt>
</file>

<file path=ppt/media/f24015.txt>
</file>

<file path=ppt/media/f24016.txt>
</file>

<file path=ppt/media/f24017.txt>
</file>

<file path=ppt/media/f24018.txt>
</file>

<file path=ppt/media/f24019.txt>
</file>

<file path=ppt/media/f24020.txt>
</file>

<file path=ppt/media/f24021.txt>
</file>

<file path=ppt/media/f24022.txt>
</file>

<file path=ppt/media/f24023.txt>
</file>

<file path=ppt/media/f24024.txt>
</file>

<file path=ppt/media/f24025.txt>
</file>

<file path=ppt/media/f24026.txt>
</file>

<file path=ppt/media/f24027.txt>
</file>

<file path=ppt/media/f24028.txt>
</file>

<file path=ppt/media/f24029.txt>
</file>

<file path=ppt/media/f24030.txt>
</file>

<file path=ppt/media/f24031.txt>
</file>

<file path=ppt/media/f24032.txt>
</file>

<file path=ppt/media/f24033.txt>
</file>

<file path=ppt/media/f24034.txt>
</file>

<file path=ppt/media/f24035.txt>
</file>

<file path=ppt/media/f24036.txt>
</file>

<file path=ppt/media/f24037.txt>
</file>

<file path=ppt/media/f24038.txt>
</file>

<file path=ppt/media/f24039.txt>
</file>

<file path=ppt/media/f24040.txt>
</file>

<file path=ppt/media/f24041.txt>
</file>

<file path=ppt/media/f24042.txt>
</file>

<file path=ppt/media/f24043.txt>
</file>

<file path=ppt/media/f24044.txt>
</file>

<file path=ppt/media/f24045.txt>
</file>

<file path=ppt/media/f24046.txt>
</file>

<file path=ppt/media/f24047.txt>
</file>

<file path=ppt/media/f24048.txt>
</file>

<file path=ppt/media/f24049.txt>
</file>

<file path=ppt/media/f24050.txt>
</file>

<file path=ppt/media/f24051.txt>
</file>

<file path=ppt/media/f24052.txt>
</file>

<file path=ppt/media/f24053.txt>
</file>

<file path=ppt/media/f24054.txt>
</file>

<file path=ppt/media/f24055.txt>
</file>

<file path=ppt/media/f24056.txt>
</file>

<file path=ppt/media/f24057.txt>
</file>

<file path=ppt/media/f24058.txt>
</file>

<file path=ppt/media/f24059.txt>
</file>

<file path=ppt/media/f24060.txt>
</file>

<file path=ppt/media/f24061.txt>
</file>

<file path=ppt/media/f24062.txt>
</file>

<file path=ppt/media/f24063.txt>
</file>

<file path=ppt/media/f24064.txt>
</file>

<file path=ppt/media/f24065.txt>
</file>

<file path=ppt/media/f24066.txt>
</file>

<file path=ppt/media/f24067.txt>
</file>

<file path=ppt/media/f24068.txt>
</file>

<file path=ppt/media/f24069.txt>
</file>

<file path=ppt/media/f24070.txt>
</file>

<file path=ppt/media/f24071.txt>
</file>

<file path=ppt/media/f24072.txt>
</file>

<file path=ppt/media/f24073.txt>
</file>

<file path=ppt/media/f24074.txt>
</file>

<file path=ppt/media/f24075.txt>
</file>

<file path=ppt/media/f24076.txt>
</file>

<file path=ppt/media/f24077.txt>
</file>

<file path=ppt/media/f24078.txt>
</file>

<file path=ppt/media/f24079.txt>
</file>

<file path=ppt/media/f24080.txt>
</file>

<file path=ppt/media/f24081.txt>
</file>

<file path=ppt/media/f24082.txt>
</file>

<file path=ppt/media/f24083.txt>
</file>

<file path=ppt/media/f24084.txt>
</file>

<file path=ppt/media/f24085.txt>
</file>

<file path=ppt/media/f24086.txt>
</file>

<file path=ppt/media/f24087.txt>
</file>

<file path=ppt/media/f24088.txt>
</file>

<file path=ppt/media/f24089.txt>
</file>

<file path=ppt/media/f24090.txt>
</file>

<file path=ppt/media/f24091.txt>
</file>

<file path=ppt/media/f24092.txt>
</file>

<file path=ppt/media/f24093.txt>
</file>

<file path=ppt/media/f24094.txt>
</file>

<file path=ppt/media/f24095.txt>
</file>

<file path=ppt/media/f24096.txt>
</file>

<file path=ppt/media/f24097.txt>
</file>

<file path=ppt/media/f24098.txt>
</file>

<file path=ppt/media/f24099.txt>
</file>

<file path=ppt/media/f24100.txt>
</file>

<file path=ppt/media/f24101.txt>
</file>

<file path=ppt/media/f24102.txt>
</file>

<file path=ppt/media/f24103.txt>
</file>

<file path=ppt/media/f24104.txt>
</file>

<file path=ppt/media/f24105.txt>
</file>

<file path=ppt/media/f24106.txt>
</file>

<file path=ppt/media/f24107.txt>
</file>

<file path=ppt/media/f24108.txt>
</file>

<file path=ppt/media/f24109.txt>
</file>

<file path=ppt/media/f24110.txt>
</file>

<file path=ppt/media/f24111.txt>
</file>

<file path=ppt/media/f24112.txt>
</file>

<file path=ppt/media/f24113.txt>
</file>

<file path=ppt/media/f24114.txt>
</file>

<file path=ppt/media/f24115.txt>
</file>

<file path=ppt/media/f24116.txt>
</file>

<file path=ppt/media/f24117.txt>
</file>

<file path=ppt/media/f24118.txt>
</file>

<file path=ppt/media/f24119.txt>
</file>

<file path=ppt/media/f24120.txt>
</file>

<file path=ppt/media/f24121.txt>
</file>

<file path=ppt/media/f24122.txt>
</file>

<file path=ppt/media/f24123.txt>
</file>

<file path=ppt/media/f24124.txt>
</file>

<file path=ppt/media/f24125.txt>
</file>

<file path=ppt/media/f24126.txt>
</file>

<file path=ppt/media/f24127.txt>
</file>

<file path=ppt/media/f24128.txt>
</file>

<file path=ppt/media/f24129.txt>
</file>

<file path=ppt/media/f24130.txt>
</file>

<file path=ppt/media/f24131.txt>
</file>

<file path=ppt/media/f24132.txt>
</file>

<file path=ppt/media/f24133.txt>
</file>

<file path=ppt/media/f24134.txt>
</file>

<file path=ppt/media/f24135.txt>
</file>

<file path=ppt/media/f24136.txt>
</file>

<file path=ppt/media/f24137.txt>
</file>

<file path=ppt/media/f24138.txt>
</file>

<file path=ppt/media/f24139.txt>
</file>

<file path=ppt/media/f24140.txt>
</file>

<file path=ppt/media/f24141.txt>
</file>

<file path=ppt/media/f24142.txt>
</file>

<file path=ppt/media/f24143.txt>
</file>

<file path=ppt/media/f24144.txt>
</file>

<file path=ppt/media/f24145.txt>
</file>

<file path=ppt/media/f24146.txt>
</file>

<file path=ppt/media/f24147.txt>
</file>

<file path=ppt/media/f24148.txt>
</file>

<file path=ppt/media/f24149.txt>
</file>

<file path=ppt/media/f24150.txt>
</file>

<file path=ppt/media/f24151.txt>
</file>

<file path=ppt/media/f24152.txt>
</file>

<file path=ppt/media/f24153.txt>
</file>

<file path=ppt/media/f24154.txt>
</file>

<file path=ppt/media/f24155.txt>
</file>

<file path=ppt/media/f24156.txt>
</file>

<file path=ppt/media/f24157.txt>
</file>

<file path=ppt/media/f24158.txt>
</file>

<file path=ppt/media/f24159.txt>
</file>

<file path=ppt/media/f24160.txt>
</file>

<file path=ppt/media/f24161.txt>
</file>

<file path=ppt/media/f24162.txt>
</file>

<file path=ppt/media/f24163.txt>
</file>

<file path=ppt/media/f24164.txt>
</file>

<file path=ppt/media/f24165.txt>
</file>

<file path=ppt/media/f24166.txt>
</file>

<file path=ppt/media/f24167.txt>
</file>

<file path=ppt/media/f24168.txt>
</file>

<file path=ppt/media/f24169.txt>
</file>

<file path=ppt/media/f24170.txt>
</file>

<file path=ppt/media/f24171.txt>
</file>

<file path=ppt/media/f24172.txt>
</file>

<file path=ppt/media/f24173.txt>
</file>

<file path=ppt/media/f24174.txt>
</file>

<file path=ppt/media/f24175.txt>
</file>

<file path=ppt/media/f24176.txt>
</file>

<file path=ppt/media/f24177.txt>
</file>

<file path=ppt/media/f24178.txt>
</file>

<file path=ppt/media/f24179.txt>
</file>

<file path=ppt/media/f24180.txt>
</file>

<file path=ppt/media/f24181.txt>
</file>

<file path=ppt/media/f24182.txt>
</file>

<file path=ppt/media/f24183.txt>
</file>

<file path=ppt/media/f24184.txt>
</file>

<file path=ppt/media/f24185.txt>
</file>

<file path=ppt/media/f24186.txt>
</file>

<file path=ppt/media/f24187.txt>
</file>

<file path=ppt/media/f24188.txt>
</file>

<file path=ppt/media/f24189.txt>
</file>

<file path=ppt/media/f24190.txt>
</file>

<file path=ppt/media/f24191.txt>
</file>

<file path=ppt/media/f24192.txt>
</file>

<file path=ppt/media/f24193.txt>
</file>

<file path=ppt/media/f24194.txt>
</file>

<file path=ppt/media/f24195.txt>
</file>

<file path=ppt/media/f24196.txt>
</file>

<file path=ppt/media/f24197.txt>
</file>

<file path=ppt/media/f24198.txt>
</file>

<file path=ppt/media/f24199.txt>
</file>

<file path=ppt/media/f24200.txt>
</file>

<file path=ppt/media/f24201.txt>
</file>

<file path=ppt/media/f24202.txt>
</file>

<file path=ppt/media/f24203.txt>
</file>

<file path=ppt/media/f24204.txt>
</file>

<file path=ppt/media/f24205.txt>
</file>

<file path=ppt/media/f24206.txt>
</file>

<file path=ppt/media/f24207.txt>
</file>

<file path=ppt/media/f24208.txt>
</file>

<file path=ppt/media/f24209.txt>
</file>

<file path=ppt/media/f24210.txt>
</file>

<file path=ppt/media/f24211.txt>
</file>

<file path=ppt/media/f24212.txt>
</file>

<file path=ppt/media/f24213.txt>
</file>

<file path=ppt/media/f24214.txt>
</file>

<file path=ppt/media/f24215.txt>
</file>

<file path=ppt/media/f24216.txt>
</file>

<file path=ppt/media/f24217.txt>
</file>

<file path=ppt/media/f24218.txt>
</file>

<file path=ppt/media/f24219.txt>
</file>

<file path=ppt/media/f24220.txt>
</file>

<file path=ppt/media/f24221.txt>
</file>

<file path=ppt/media/f24222.txt>
</file>

<file path=ppt/media/f24223.txt>
</file>

<file path=ppt/media/f24224.txt>
</file>

<file path=ppt/media/f24225.txt>
</file>

<file path=ppt/media/f24226.txt>
</file>

<file path=ppt/media/f24227.txt>
</file>

<file path=ppt/media/f24228.txt>
</file>

<file path=ppt/media/f24229.txt>
</file>

<file path=ppt/media/f24230.txt>
</file>

<file path=ppt/media/f24231.txt>
</file>

<file path=ppt/media/f24232.txt>
</file>

<file path=ppt/media/f24233.txt>
</file>

<file path=ppt/media/f24234.txt>
</file>

<file path=ppt/media/f24235.txt>
</file>

<file path=ppt/media/f24236.txt>
</file>

<file path=ppt/media/f24237.txt>
</file>

<file path=ppt/media/f24238.txt>
</file>

<file path=ppt/media/f24239.txt>
</file>

<file path=ppt/media/f24240.txt>
</file>

<file path=ppt/media/f24241.txt>
</file>

<file path=ppt/media/f24242.txt>
</file>

<file path=ppt/media/f24243.txt>
</file>

<file path=ppt/media/f24244.txt>
</file>

<file path=ppt/media/f24245.txt>
</file>

<file path=ppt/media/f24246.txt>
</file>

<file path=ppt/media/f24247.txt>
</file>

<file path=ppt/media/f24248.txt>
</file>

<file path=ppt/media/f24249.txt>
</file>

<file path=ppt/media/f24250.txt>
</file>

<file path=ppt/media/f24251.txt>
</file>

<file path=ppt/media/f24252.txt>
</file>

<file path=ppt/media/f24253.txt>
</file>

<file path=ppt/media/f24254.txt>
</file>

<file path=ppt/media/f24255.txt>
</file>

<file path=ppt/media/f24256.txt>
</file>

<file path=ppt/media/f24257.txt>
</file>

<file path=ppt/media/f24258.txt>
</file>

<file path=ppt/media/f24259.txt>
</file>

<file path=ppt/media/f24260.txt>
</file>

<file path=ppt/media/f24261.txt>
</file>

<file path=ppt/media/f24262.txt>
</file>

<file path=ppt/media/f24263.txt>
</file>

<file path=ppt/media/f24264.txt>
</file>

<file path=ppt/media/f24265.txt>
</file>

<file path=ppt/media/f24266.txt>
</file>

<file path=ppt/media/f24267.txt>
</file>

<file path=ppt/media/f24268.txt>
</file>

<file path=ppt/media/f24269.txt>
</file>

<file path=ppt/media/f24270.txt>
</file>

<file path=ppt/media/f24271.txt>
</file>

<file path=ppt/media/f24272.txt>
</file>

<file path=ppt/media/f24273.txt>
</file>

<file path=ppt/media/f24274.txt>
</file>

<file path=ppt/media/f24275.txt>
</file>

<file path=ppt/media/f24276.txt>
</file>

<file path=ppt/media/f24277.txt>
</file>

<file path=ppt/media/f24278.txt>
</file>

<file path=ppt/media/f24279.txt>
</file>

<file path=ppt/media/f24280.txt>
</file>

<file path=ppt/media/f24281.txt>
</file>

<file path=ppt/media/f24282.txt>
</file>

<file path=ppt/media/f24283.txt>
</file>

<file path=ppt/media/f24284.txt>
</file>

<file path=ppt/media/f24285.txt>
</file>

<file path=ppt/media/f24286.txt>
</file>

<file path=ppt/media/f24287.txt>
</file>

<file path=ppt/media/f24288.txt>
</file>

<file path=ppt/media/f24289.txt>
</file>

<file path=ppt/media/f24290.txt>
</file>

<file path=ppt/media/f24291.txt>
</file>

<file path=ppt/media/f24292.txt>
</file>

<file path=ppt/media/f24293.txt>
</file>

<file path=ppt/media/f24294.txt>
</file>

<file path=ppt/media/f24295.txt>
</file>

<file path=ppt/media/f24296.txt>
</file>

<file path=ppt/media/f24297.txt>
</file>

<file path=ppt/media/f24298.txt>
</file>

<file path=ppt/media/f24299.txt>
</file>

<file path=ppt/media/f24300.txt>
</file>

<file path=ppt/media/f24301.txt>
</file>

<file path=ppt/media/f24302.txt>
</file>

<file path=ppt/media/f24303.txt>
</file>

<file path=ppt/media/f24304.txt>
</file>

<file path=ppt/media/f24305.txt>
</file>

<file path=ppt/media/f24306.txt>
</file>

<file path=ppt/media/f24307.txt>
</file>

<file path=ppt/media/f24308.txt>
</file>

<file path=ppt/media/f24309.txt>
</file>

<file path=ppt/media/f24310.txt>
</file>

<file path=ppt/media/f24311.txt>
</file>

<file path=ppt/media/f24312.txt>
</file>

<file path=ppt/media/f24313.txt>
</file>

<file path=ppt/media/f24314.txt>
</file>

<file path=ppt/media/f24315.txt>
</file>

<file path=ppt/media/f24316.txt>
</file>

<file path=ppt/media/f24317.txt>
</file>

<file path=ppt/media/f24318.txt>
</file>

<file path=ppt/media/f24319.txt>
</file>

<file path=ppt/media/f24320.txt>
</file>

<file path=ppt/media/f24321.txt>
</file>

<file path=ppt/media/f24322.txt>
</file>

<file path=ppt/media/f24323.txt>
</file>

<file path=ppt/media/f24324.txt>
</file>

<file path=ppt/media/f24325.txt>
</file>

<file path=ppt/media/f24326.txt>
</file>

<file path=ppt/media/f24327.txt>
</file>

<file path=ppt/media/f24328.txt>
</file>

<file path=ppt/media/f24329.txt>
</file>

<file path=ppt/media/f24330.txt>
</file>

<file path=ppt/media/f24331.txt>
</file>

<file path=ppt/media/f24332.txt>
</file>

<file path=ppt/media/f24333.txt>
</file>

<file path=ppt/media/f24334.txt>
</file>

<file path=ppt/media/f24335.txt>
</file>

<file path=ppt/media/f24336.txt>
</file>

<file path=ppt/media/f24337.txt>
</file>

<file path=ppt/media/f24338.txt>
</file>

<file path=ppt/media/f24339.txt>
</file>

<file path=ppt/media/f24340.txt>
</file>

<file path=ppt/media/f24341.txt>
</file>

<file path=ppt/media/f24342.txt>
</file>

<file path=ppt/media/f24343.txt>
</file>

<file path=ppt/media/f24344.txt>
</file>

<file path=ppt/media/f24345.txt>
</file>

<file path=ppt/media/f24346.txt>
</file>

<file path=ppt/media/f24347.txt>
</file>

<file path=ppt/media/f24348.txt>
</file>

<file path=ppt/media/f24349.txt>
</file>

<file path=ppt/media/f24350.txt>
</file>

<file path=ppt/media/f24351.txt>
</file>

<file path=ppt/media/f24352.txt>
</file>

<file path=ppt/media/f24353.txt>
</file>

<file path=ppt/media/f24354.txt>
</file>

<file path=ppt/media/f24355.txt>
</file>

<file path=ppt/media/f24356.txt>
</file>

<file path=ppt/media/f24357.txt>
</file>

<file path=ppt/media/f24358.txt>
</file>

<file path=ppt/media/f24359.txt>
</file>

<file path=ppt/media/f24360.txt>
</file>

<file path=ppt/media/f24361.txt>
</file>

<file path=ppt/media/f24362.txt>
</file>

<file path=ppt/media/f24363.txt>
</file>

<file path=ppt/media/f24364.txt>
</file>

<file path=ppt/media/f24365.txt>
</file>

<file path=ppt/media/f24366.txt>
</file>

<file path=ppt/media/f24367.txt>
</file>

<file path=ppt/media/f24368.txt>
</file>

<file path=ppt/media/f24369.txt>
</file>

<file path=ppt/media/f24370.txt>
</file>

<file path=ppt/media/f24371.txt>
</file>

<file path=ppt/media/f24372.txt>
</file>

<file path=ppt/media/f24373.txt>
</file>

<file path=ppt/media/f24374.txt>
</file>

<file path=ppt/media/f24375.txt>
</file>

<file path=ppt/media/f24376.txt>
</file>

<file path=ppt/media/f24377.txt>
</file>

<file path=ppt/media/f24378.txt>
</file>

<file path=ppt/media/f24379.txt>
</file>

<file path=ppt/media/f24380.txt>
</file>

<file path=ppt/media/f24381.txt>
</file>

<file path=ppt/media/f24382.txt>
</file>

<file path=ppt/media/f24383.txt>
</file>

<file path=ppt/media/f24384.txt>
</file>

<file path=ppt/media/f24385.txt>
</file>

<file path=ppt/media/f24386.txt>
</file>

<file path=ppt/media/f24387.txt>
</file>

<file path=ppt/media/f24388.txt>
</file>

<file path=ppt/media/f24389.txt>
</file>

<file path=ppt/media/f24390.txt>
</file>

<file path=ppt/media/f24391.txt>
</file>

<file path=ppt/media/f24392.txt>
</file>

<file path=ppt/media/f24393.txt>
</file>

<file path=ppt/media/f24394.txt>
</file>

<file path=ppt/media/f24395.txt>
</file>

<file path=ppt/media/f24396.txt>
</file>

<file path=ppt/media/f24397.txt>
</file>

<file path=ppt/media/f24398.txt>
</file>

<file path=ppt/media/f24399.txt>
</file>

<file path=ppt/media/f24400.txt>
</file>

<file path=ppt/media/f24401.txt>
</file>

<file path=ppt/media/f24402.txt>
</file>

<file path=ppt/media/f24403.txt>
</file>

<file path=ppt/media/f24404.txt>
</file>

<file path=ppt/media/f24405.txt>
</file>

<file path=ppt/media/f24406.txt>
</file>

<file path=ppt/media/f24407.txt>
</file>

<file path=ppt/media/f24408.txt>
</file>

<file path=ppt/media/f24409.txt>
</file>

<file path=ppt/media/f24410.txt>
</file>

<file path=ppt/media/f24411.txt>
</file>

<file path=ppt/media/f24412.txt>
</file>

<file path=ppt/media/f24413.txt>
</file>

<file path=ppt/media/f24414.txt>
</file>

<file path=ppt/media/f24415.txt>
</file>

<file path=ppt/media/f24416.txt>
</file>

<file path=ppt/media/f24417.txt>
</file>

<file path=ppt/media/f24418.txt>
</file>

<file path=ppt/media/f24419.txt>
</file>

<file path=ppt/media/f24420.txt>
</file>

<file path=ppt/media/f24421.txt>
</file>

<file path=ppt/media/f24422.txt>
</file>

<file path=ppt/media/f24423.txt>
</file>

<file path=ppt/media/f24424.txt>
</file>

<file path=ppt/media/f24425.txt>
</file>

<file path=ppt/media/f24426.txt>
</file>

<file path=ppt/media/f24427.txt>
</file>

<file path=ppt/media/f24428.txt>
</file>

<file path=ppt/media/f24429.txt>
</file>

<file path=ppt/media/f24430.txt>
</file>

<file path=ppt/media/f24431.txt>
</file>

<file path=ppt/media/f24432.txt>
</file>

<file path=ppt/media/f24433.txt>
</file>

<file path=ppt/media/f24434.txt>
</file>

<file path=ppt/media/f24435.txt>
</file>

<file path=ppt/media/f24436.txt>
</file>

<file path=ppt/media/f24437.txt>
</file>

<file path=ppt/media/f24438.txt>
</file>

<file path=ppt/media/f24439.txt>
</file>

<file path=ppt/media/f24440.txt>
</file>

<file path=ppt/media/f24441.txt>
</file>

<file path=ppt/media/f24442.txt>
</file>

<file path=ppt/media/f24443.txt>
</file>

<file path=ppt/media/f24444.txt>
</file>

<file path=ppt/media/f24445.txt>
</file>

<file path=ppt/media/f24446.txt>
</file>

<file path=ppt/media/f24447.txt>
</file>

<file path=ppt/media/f24448.txt>
</file>

<file path=ppt/media/f24449.txt>
</file>

<file path=ppt/media/f24450.txt>
</file>

<file path=ppt/media/f24451.txt>
</file>

<file path=ppt/media/f24452.txt>
</file>

<file path=ppt/media/f24453.txt>
</file>

<file path=ppt/media/f24454.txt>
</file>

<file path=ppt/media/f24455.txt>
</file>

<file path=ppt/media/f24456.txt>
</file>

<file path=ppt/media/f24457.txt>
</file>

<file path=ppt/media/f24458.txt>
</file>

<file path=ppt/media/f24459.txt>
</file>

<file path=ppt/media/f24460.txt>
</file>

<file path=ppt/media/f24461.txt>
</file>

<file path=ppt/media/f24462.txt>
</file>

<file path=ppt/media/f24463.txt>
</file>

<file path=ppt/media/f24464.txt>
</file>

<file path=ppt/media/f24465.txt>
</file>

<file path=ppt/media/f24466.txt>
</file>

<file path=ppt/media/f24467.txt>
</file>

<file path=ppt/media/f24468.txt>
</file>

<file path=ppt/media/f24469.txt>
</file>

<file path=ppt/media/f24470.txt>
</file>

<file path=ppt/media/f24471.txt>
</file>

<file path=ppt/media/f24472.txt>
</file>

<file path=ppt/media/f24473.txt>
</file>

<file path=ppt/media/f24474.txt>
</file>

<file path=ppt/media/f24475.txt>
</file>

<file path=ppt/media/f24476.txt>
</file>

<file path=ppt/media/f24477.txt>
</file>

<file path=ppt/media/f24478.txt>
</file>

<file path=ppt/media/f24479.txt>
</file>

<file path=ppt/media/f24480.txt>
</file>

<file path=ppt/media/f24481.txt>
</file>

<file path=ppt/media/f24482.txt>
</file>

<file path=ppt/media/f24483.txt>
</file>

<file path=ppt/media/f24484.txt>
</file>

<file path=ppt/media/f24485.txt>
</file>

<file path=ppt/media/f24486.txt>
</file>

<file path=ppt/media/f24487.txt>
</file>

<file path=ppt/media/f24488.txt>
</file>

<file path=ppt/media/f24489.txt>
</file>

<file path=ppt/media/f24490.txt>
</file>

<file path=ppt/media/f24491.txt>
</file>

<file path=ppt/media/f24492.txt>
</file>

<file path=ppt/media/f24493.txt>
</file>

<file path=ppt/media/f24494.txt>
</file>

<file path=ppt/media/f24495.txt>
</file>

<file path=ppt/media/f24496.txt>
</file>

<file path=ppt/media/f24497.txt>
</file>

<file path=ppt/media/f24498.txt>
</file>

<file path=ppt/media/f24499.txt>
</file>

<file path=ppt/media/f24500.txt>
</file>

<file path=ppt/media/f24501.txt>
</file>

<file path=ppt/media/f24502.txt>
</file>

<file path=ppt/media/f24503.txt>
</file>

<file path=ppt/media/f24504.txt>
</file>

<file path=ppt/media/f24505.txt>
</file>

<file path=ppt/media/f24506.txt>
</file>

<file path=ppt/media/f24507.txt>
</file>

<file path=ppt/media/f24508.txt>
</file>

<file path=ppt/media/f24509.txt>
</file>

<file path=ppt/media/f24510.txt>
</file>

<file path=ppt/media/f24511.txt>
</file>

<file path=ppt/media/f24512.txt>
</file>

<file path=ppt/media/f24513.txt>
</file>

<file path=ppt/media/f24514.txt>
</file>

<file path=ppt/media/f24515.txt>
</file>

<file path=ppt/media/f24516.txt>
</file>

<file path=ppt/media/f24517.txt>
</file>

<file path=ppt/media/f24518.txt>
</file>

<file path=ppt/media/f24519.txt>
</file>

<file path=ppt/media/f24520.txt>
</file>

<file path=ppt/media/f24521.txt>
</file>

<file path=ppt/media/f24522.txt>
</file>

<file path=ppt/media/f24523.txt>
</file>

<file path=ppt/media/f24524.txt>
</file>

<file path=ppt/media/f24525.txt>
</file>

<file path=ppt/media/f24526.txt>
</file>

<file path=ppt/media/f24527.txt>
</file>

<file path=ppt/media/f24528.txt>
</file>

<file path=ppt/media/f24529.txt>
</file>

<file path=ppt/media/f24530.txt>
</file>

<file path=ppt/media/f24531.txt>
</file>

<file path=ppt/media/f24532.txt>
</file>

<file path=ppt/media/f24533.txt>
</file>

<file path=ppt/media/f24534.txt>
</file>

<file path=ppt/media/f24535.txt>
</file>

<file path=ppt/media/f24536.txt>
</file>

<file path=ppt/media/f24537.txt>
</file>

<file path=ppt/media/f24538.txt>
</file>

<file path=ppt/media/f24539.txt>
</file>

<file path=ppt/media/f24540.txt>
</file>

<file path=ppt/media/f24541.txt>
</file>

<file path=ppt/media/f24542.txt>
</file>

<file path=ppt/media/f24543.txt>
</file>

<file path=ppt/media/f24544.txt>
</file>

<file path=ppt/media/f24545.txt>
</file>

<file path=ppt/media/f24546.txt>
</file>

<file path=ppt/media/f24547.txt>
</file>

<file path=ppt/media/f24548.txt>
</file>

<file path=ppt/media/f24549.txt>
</file>

<file path=ppt/media/f24550.txt>
</file>

<file path=ppt/media/f24551.txt>
</file>

<file path=ppt/media/f24552.txt>
</file>

<file path=ppt/media/f24553.txt>
</file>

<file path=ppt/media/f24554.txt>
</file>

<file path=ppt/media/f24555.txt>
</file>

<file path=ppt/media/f24556.txt>
</file>

<file path=ppt/media/f24557.txt>
</file>

<file path=ppt/media/f24558.txt>
</file>

<file path=ppt/media/f24559.txt>
</file>

<file path=ppt/media/f24560.txt>
</file>

<file path=ppt/media/f24561.txt>
</file>

<file path=ppt/media/f24562.txt>
</file>

<file path=ppt/media/f24563.txt>
</file>

<file path=ppt/media/f24564.txt>
</file>

<file path=ppt/media/f24565.txt>
</file>

<file path=ppt/media/f24566.txt>
</file>

<file path=ppt/media/f24567.txt>
</file>

<file path=ppt/media/f24568.txt>
</file>

<file path=ppt/media/f24569.txt>
</file>

<file path=ppt/media/f24570.txt>
</file>

<file path=ppt/media/f24571.txt>
</file>

<file path=ppt/media/f24572.txt>
</file>

<file path=ppt/media/f24573.txt>
</file>

<file path=ppt/media/f24574.txt>
</file>

<file path=ppt/media/f24575.txt>
</file>

<file path=ppt/media/f24576.txt>
</file>

<file path=ppt/media/f24577.txt>
</file>

<file path=ppt/media/f24578.txt>
</file>

<file path=ppt/media/f24579.txt>
</file>

<file path=ppt/media/f24580.txt>
</file>

<file path=ppt/media/f24581.txt>
</file>

<file path=ppt/media/f24582.txt>
</file>

<file path=ppt/media/f24583.txt>
</file>

<file path=ppt/media/f24584.txt>
</file>

<file path=ppt/media/f24585.txt>
</file>

<file path=ppt/media/f24586.txt>
</file>

<file path=ppt/media/f24587.txt>
</file>

<file path=ppt/media/f24588.txt>
</file>

<file path=ppt/media/f24589.txt>
</file>

<file path=ppt/media/f24590.txt>
</file>

<file path=ppt/media/f24591.txt>
</file>

<file path=ppt/media/f24592.txt>
</file>

<file path=ppt/media/f24593.txt>
</file>

<file path=ppt/media/f24594.txt>
</file>

<file path=ppt/media/f24595.txt>
</file>

<file path=ppt/media/f24596.txt>
</file>

<file path=ppt/media/f24597.txt>
</file>

<file path=ppt/media/f24598.txt>
</file>

<file path=ppt/media/f24599.txt>
</file>

<file path=ppt/media/f24600.txt>
</file>

<file path=ppt/media/f24601.txt>
</file>

<file path=ppt/media/f24602.txt>
</file>

<file path=ppt/media/f24603.txt>
</file>

<file path=ppt/media/f24604.txt>
</file>

<file path=ppt/media/f24605.txt>
</file>

<file path=ppt/media/f24606.txt>
</file>

<file path=ppt/media/f24607.txt>
</file>

<file path=ppt/media/f24608.txt>
</file>

<file path=ppt/media/f24609.txt>
</file>

<file path=ppt/media/f24610.txt>
</file>

<file path=ppt/media/f24611.txt>
</file>

<file path=ppt/media/f24612.txt>
</file>

<file path=ppt/media/f24613.txt>
</file>

<file path=ppt/media/f24614.txt>
</file>

<file path=ppt/media/f24615.txt>
</file>

<file path=ppt/media/f24616.txt>
</file>

<file path=ppt/media/f24617.txt>
</file>

<file path=ppt/media/f24618.txt>
</file>

<file path=ppt/media/f24619.txt>
</file>

<file path=ppt/media/f24620.txt>
</file>

<file path=ppt/media/f24621.txt>
</file>

<file path=ppt/media/f24622.txt>
</file>

<file path=ppt/media/f24623.txt>
</file>

<file path=ppt/media/f24624.txt>
</file>

<file path=ppt/media/f24625.txt>
</file>

<file path=ppt/media/f24626.txt>
</file>

<file path=ppt/media/f24627.txt>
</file>

<file path=ppt/media/f24628.txt>
</file>

<file path=ppt/media/f24629.txt>
</file>

<file path=ppt/media/f24630.txt>
</file>

<file path=ppt/media/f24631.txt>
</file>

<file path=ppt/media/f24632.txt>
</file>

<file path=ppt/media/f24633.txt>
</file>

<file path=ppt/media/f24634.txt>
</file>

<file path=ppt/media/f24635.txt>
</file>

<file path=ppt/media/f24636.txt>
</file>

<file path=ppt/media/f24637.txt>
</file>

<file path=ppt/media/f24638.txt>
</file>

<file path=ppt/media/f24639.txt>
</file>

<file path=ppt/media/f24640.txt>
</file>

<file path=ppt/media/f24641.txt>
</file>

<file path=ppt/media/f24642.txt>
</file>

<file path=ppt/media/f24643.txt>
</file>

<file path=ppt/media/f24644.txt>
</file>

<file path=ppt/media/f24645.txt>
</file>

<file path=ppt/media/f24646.txt>
</file>

<file path=ppt/media/f24647.txt>
</file>

<file path=ppt/media/f24648.txt>
</file>

<file path=ppt/media/f24649.txt>
</file>

<file path=ppt/media/f24650.txt>
</file>

<file path=ppt/media/f24651.txt>
</file>

<file path=ppt/media/f24652.txt>
</file>

<file path=ppt/media/f24653.txt>
</file>

<file path=ppt/media/f24654.txt>
</file>

<file path=ppt/media/f24655.txt>
</file>

<file path=ppt/media/f24656.txt>
</file>

<file path=ppt/media/f24657.txt>
</file>

<file path=ppt/media/f24658.txt>
</file>

<file path=ppt/media/f24659.txt>
</file>

<file path=ppt/media/f24660.txt>
</file>

<file path=ppt/media/f24661.txt>
</file>

<file path=ppt/media/f24662.txt>
</file>

<file path=ppt/media/f24663.txt>
</file>

<file path=ppt/media/f24664.txt>
</file>

<file path=ppt/media/f24665.txt>
</file>

<file path=ppt/media/f24666.txt>
</file>

<file path=ppt/media/f24667.txt>
</file>

<file path=ppt/media/f24668.txt>
</file>

<file path=ppt/media/f24669.txt>
</file>

<file path=ppt/media/f24670.txt>
</file>

<file path=ppt/media/f24671.txt>
</file>

<file path=ppt/media/f24672.txt>
</file>

<file path=ppt/media/f24673.txt>
</file>

<file path=ppt/media/f24674.txt>
</file>

<file path=ppt/media/f24675.txt>
</file>

<file path=ppt/media/f24676.txt>
</file>

<file path=ppt/media/f24677.txt>
</file>

<file path=ppt/media/f24678.txt>
</file>

<file path=ppt/media/f24679.txt>
</file>

<file path=ppt/media/f24680.txt>
</file>

<file path=ppt/media/f24681.txt>
</file>

<file path=ppt/media/f24682.txt>
</file>

<file path=ppt/media/f24683.txt>
</file>

<file path=ppt/media/f24684.txt>
</file>

<file path=ppt/media/f24685.txt>
</file>

<file path=ppt/media/f24686.txt>
</file>

<file path=ppt/media/f24687.txt>
</file>

<file path=ppt/media/f24688.txt>
</file>

<file path=ppt/media/f24689.txt>
</file>

<file path=ppt/media/f24690.txt>
</file>

<file path=ppt/media/f24691.txt>
</file>

<file path=ppt/media/f24692.txt>
</file>

<file path=ppt/media/f24693.txt>
</file>

<file path=ppt/media/f24694.txt>
</file>

<file path=ppt/media/f24695.txt>
</file>

<file path=ppt/media/f24696.txt>
</file>

<file path=ppt/media/f24697.txt>
</file>

<file path=ppt/media/f24698.txt>
</file>

<file path=ppt/media/f24699.txt>
</file>

<file path=ppt/media/f24700.txt>
</file>

<file path=ppt/media/f24701.txt>
</file>

<file path=ppt/media/f24702.txt>
</file>

<file path=ppt/media/f24703.txt>
</file>

<file path=ppt/media/f24704.txt>
</file>

<file path=ppt/media/f24705.txt>
</file>

<file path=ppt/media/f24706.txt>
</file>

<file path=ppt/media/f24707.txt>
</file>

<file path=ppt/media/f24708.txt>
</file>

<file path=ppt/media/f24709.txt>
</file>

<file path=ppt/media/f24710.txt>
</file>

<file path=ppt/media/f24711.txt>
</file>

<file path=ppt/media/f24712.txt>
</file>

<file path=ppt/media/f24713.txt>
</file>

<file path=ppt/media/f24714.txt>
</file>

<file path=ppt/media/f24715.txt>
</file>

<file path=ppt/media/f24716.txt>
</file>

<file path=ppt/media/f24717.txt>
</file>

<file path=ppt/media/f24718.txt>
</file>

<file path=ppt/media/f24719.txt>
</file>

<file path=ppt/media/f24720.txt>
</file>

<file path=ppt/media/f24721.txt>
</file>

<file path=ppt/media/f24722.txt>
</file>

<file path=ppt/media/f24723.txt>
</file>

<file path=ppt/media/f24724.txt>
</file>

<file path=ppt/media/f24725.txt>
</file>

<file path=ppt/media/f24726.txt>
</file>

<file path=ppt/media/f24727.txt>
</file>

<file path=ppt/media/f24728.txt>
</file>

<file path=ppt/media/f24729.txt>
</file>

<file path=ppt/media/f24730.txt>
</file>

<file path=ppt/media/f24731.txt>
</file>

<file path=ppt/media/f24732.txt>
</file>

<file path=ppt/media/f24733.txt>
</file>

<file path=ppt/media/f24734.txt>
</file>

<file path=ppt/media/f24735.txt>
</file>

<file path=ppt/media/f24736.txt>
</file>

<file path=ppt/media/f24737.txt>
</file>

<file path=ppt/media/f24738.txt>
</file>

<file path=ppt/media/f24739.txt>
</file>

<file path=ppt/media/f24740.txt>
</file>

<file path=ppt/media/f24741.txt>
</file>

<file path=ppt/media/f24742.txt>
</file>

<file path=ppt/media/f24743.txt>
</file>

<file path=ppt/media/f24744.txt>
</file>

<file path=ppt/media/f24745.txt>
</file>

<file path=ppt/media/f24746.txt>
</file>

<file path=ppt/media/f24747.txt>
</file>

<file path=ppt/media/f24748.txt>
</file>

<file path=ppt/media/f24749.txt>
</file>

<file path=ppt/media/f24750.txt>
</file>

<file path=ppt/media/f24751.txt>
</file>

<file path=ppt/media/f24752.txt>
</file>

<file path=ppt/media/f24753.txt>
</file>

<file path=ppt/media/f24754.txt>
</file>

<file path=ppt/media/f24755.txt>
</file>

<file path=ppt/media/f24756.txt>
</file>

<file path=ppt/media/f24757.txt>
</file>

<file path=ppt/media/f24758.txt>
</file>

<file path=ppt/media/f24759.txt>
</file>

<file path=ppt/media/f24760.txt>
</file>

<file path=ppt/media/f24761.txt>
</file>

<file path=ppt/media/f24762.txt>
</file>

<file path=ppt/media/f24763.txt>
</file>

<file path=ppt/media/f24764.txt>
</file>

<file path=ppt/media/f24765.txt>
</file>

<file path=ppt/media/f24766.txt>
</file>

<file path=ppt/media/f24767.txt>
</file>

<file path=ppt/media/f24768.txt>
</file>

<file path=ppt/media/f24769.txt>
</file>

<file path=ppt/media/f24770.txt>
</file>

<file path=ppt/media/f24771.txt>
</file>

<file path=ppt/media/f24772.txt>
</file>

<file path=ppt/media/f24773.txt>
</file>

<file path=ppt/media/f24774.txt>
</file>

<file path=ppt/media/f24775.txt>
</file>

<file path=ppt/media/f24776.txt>
</file>

<file path=ppt/media/f24777.txt>
</file>

<file path=ppt/media/f24778.txt>
</file>

<file path=ppt/media/f24779.txt>
</file>

<file path=ppt/media/f24780.txt>
</file>

<file path=ppt/media/f24781.txt>
</file>

<file path=ppt/media/f24782.txt>
</file>

<file path=ppt/media/f24783.txt>
</file>

<file path=ppt/media/f24784.txt>
</file>

<file path=ppt/media/f24785.txt>
</file>

<file path=ppt/media/f24786.txt>
</file>

<file path=ppt/media/f24787.txt>
</file>

<file path=ppt/media/f24788.txt>
</file>

<file path=ppt/media/f24789.txt>
</file>

<file path=ppt/media/f24790.txt>
</file>

<file path=ppt/media/f24791.txt>
</file>

<file path=ppt/media/f24792.txt>
</file>

<file path=ppt/media/f24793.txt>
</file>

<file path=ppt/media/f24794.txt>
</file>

<file path=ppt/media/f24795.txt>
</file>

<file path=ppt/media/f24796.txt>
</file>

<file path=ppt/media/f24797.txt>
</file>

<file path=ppt/media/f24798.txt>
</file>

<file path=ppt/media/f24799.txt>
</file>

<file path=ppt/media/f24800.txt>
</file>

<file path=ppt/media/f24801.txt>
</file>

<file path=ppt/media/f24802.txt>
</file>

<file path=ppt/media/f24803.txt>
</file>

<file path=ppt/media/f24804.txt>
</file>

<file path=ppt/media/f24805.txt>
</file>

<file path=ppt/media/f24806.txt>
</file>

<file path=ppt/media/f24807.txt>
</file>

<file path=ppt/media/f24808.txt>
</file>

<file path=ppt/media/f24809.txt>
</file>

<file path=ppt/media/f24810.txt>
</file>

<file path=ppt/media/f24811.txt>
</file>

<file path=ppt/media/f24812.txt>
</file>

<file path=ppt/media/f24813.txt>
</file>

<file path=ppt/media/f24814.txt>
</file>

<file path=ppt/media/f24815.txt>
</file>

<file path=ppt/media/f24816.txt>
</file>

<file path=ppt/media/f24817.txt>
</file>

<file path=ppt/media/f24818.txt>
</file>

<file path=ppt/media/f24819.txt>
</file>

<file path=ppt/media/f24820.txt>
</file>

<file path=ppt/media/f24821.txt>
</file>

<file path=ppt/media/f24822.txt>
</file>

<file path=ppt/media/f24823.txt>
</file>

<file path=ppt/media/f24824.txt>
</file>

<file path=ppt/media/f24825.txt>
</file>

<file path=ppt/media/f24826.txt>
</file>

<file path=ppt/media/f24827.txt>
</file>

<file path=ppt/media/f24828.txt>
</file>

<file path=ppt/media/f24829.txt>
</file>

<file path=ppt/media/f24830.txt>
</file>

<file path=ppt/media/f24831.txt>
</file>

<file path=ppt/media/f24832.txt>
</file>

<file path=ppt/media/f24833.txt>
</file>

<file path=ppt/media/f24834.txt>
</file>

<file path=ppt/media/f24835.txt>
</file>

<file path=ppt/media/f24836.txt>
</file>

<file path=ppt/media/f24837.txt>
</file>

<file path=ppt/media/f24838.txt>
</file>

<file path=ppt/media/f24839.txt>
</file>

<file path=ppt/media/f24840.txt>
</file>

<file path=ppt/media/f24841.txt>
</file>

<file path=ppt/media/f24842.txt>
</file>

<file path=ppt/media/f24843.txt>
</file>

<file path=ppt/media/f24844.txt>
</file>

<file path=ppt/media/f24845.txt>
</file>

<file path=ppt/media/f24846.txt>
</file>

<file path=ppt/media/f24847.txt>
</file>

<file path=ppt/media/f24848.txt>
</file>

<file path=ppt/media/f24849.txt>
</file>

<file path=ppt/media/f24850.txt>
</file>

<file path=ppt/media/f24851.txt>
</file>

<file path=ppt/media/f24852.txt>
</file>

<file path=ppt/media/f24853.txt>
</file>

<file path=ppt/media/f24854.txt>
</file>

<file path=ppt/media/f24855.txt>
</file>

<file path=ppt/media/f24856.txt>
</file>

<file path=ppt/media/f24857.txt>
</file>

<file path=ppt/media/f24858.txt>
</file>

<file path=ppt/media/f24859.txt>
</file>

<file path=ppt/media/f24860.txt>
</file>

<file path=ppt/media/f24861.txt>
</file>

<file path=ppt/media/f24862.txt>
</file>

<file path=ppt/media/f24863.txt>
</file>

<file path=ppt/media/f24864.txt>
</file>

<file path=ppt/media/f24865.txt>
</file>

<file path=ppt/media/f24866.txt>
</file>

<file path=ppt/media/f24867.txt>
</file>

<file path=ppt/media/f24868.txt>
</file>

<file path=ppt/media/f24869.txt>
</file>

<file path=ppt/media/f24870.txt>
</file>

<file path=ppt/media/f24871.txt>
</file>

<file path=ppt/media/f24872.txt>
</file>

<file path=ppt/media/f24873.txt>
</file>

<file path=ppt/media/f24874.txt>
</file>

<file path=ppt/media/f24875.txt>
</file>

<file path=ppt/media/f24876.txt>
</file>

<file path=ppt/media/f24877.txt>
</file>

<file path=ppt/media/f24878.txt>
</file>

<file path=ppt/media/f24879.txt>
</file>

<file path=ppt/media/f24880.txt>
</file>

<file path=ppt/media/f24881.txt>
</file>

<file path=ppt/media/f24882.txt>
</file>

<file path=ppt/media/f24883.txt>
</file>

<file path=ppt/media/f24884.txt>
</file>

<file path=ppt/media/f24885.txt>
</file>

<file path=ppt/media/f24886.txt>
</file>

<file path=ppt/media/f24887.txt>
</file>

<file path=ppt/media/f24888.txt>
</file>

<file path=ppt/media/f24889.txt>
</file>

<file path=ppt/media/f24890.txt>
</file>

<file path=ppt/media/f24891.txt>
</file>

<file path=ppt/media/f24892.txt>
</file>

<file path=ppt/media/f24893.txt>
</file>

<file path=ppt/media/f24894.txt>
</file>

<file path=ppt/media/f24895.txt>
</file>

<file path=ppt/media/f24896.txt>
</file>

<file path=ppt/media/f24897.txt>
</file>

<file path=ppt/media/f24898.txt>
</file>

<file path=ppt/media/f24899.txt>
</file>

<file path=ppt/media/f24900.txt>
</file>

<file path=ppt/media/f24901.txt>
</file>

<file path=ppt/media/f24902.txt>
</file>

<file path=ppt/media/f24903.txt>
</file>

<file path=ppt/media/f24904.txt>
</file>

<file path=ppt/media/f24905.txt>
</file>

<file path=ppt/media/f24906.txt>
</file>

<file path=ppt/media/f24907.txt>
</file>

<file path=ppt/media/f24908.txt>
</file>

<file path=ppt/media/f24909.txt>
</file>

<file path=ppt/media/f24910.txt>
</file>

<file path=ppt/media/f24911.txt>
</file>

<file path=ppt/media/f24912.txt>
</file>

<file path=ppt/media/f24913.txt>
</file>

<file path=ppt/media/f24914.txt>
</file>

<file path=ppt/media/f24915.txt>
</file>

<file path=ppt/media/f24916.txt>
</file>

<file path=ppt/media/f24917.txt>
</file>

<file path=ppt/media/f24918.txt>
</file>

<file path=ppt/media/f24919.txt>
</file>

<file path=ppt/media/f24920.txt>
</file>

<file path=ppt/media/f24921.txt>
</file>

<file path=ppt/media/f24922.txt>
</file>

<file path=ppt/media/f24923.txt>
</file>

<file path=ppt/media/f24924.txt>
</file>

<file path=ppt/media/f24925.txt>
</file>

<file path=ppt/media/f24926.txt>
</file>

<file path=ppt/media/f24927.txt>
</file>

<file path=ppt/media/f24928.txt>
</file>

<file path=ppt/media/f24929.txt>
</file>

<file path=ppt/media/f24930.txt>
</file>

<file path=ppt/media/f24931.txt>
</file>

<file path=ppt/media/f24932.txt>
</file>

<file path=ppt/media/f24933.txt>
</file>

<file path=ppt/media/f24934.txt>
</file>

<file path=ppt/media/f24935.txt>
</file>

<file path=ppt/media/f24936.txt>
</file>

<file path=ppt/media/f24937.txt>
</file>

<file path=ppt/media/f24938.txt>
</file>

<file path=ppt/media/f24939.txt>
</file>

<file path=ppt/media/f24940.txt>
</file>

<file path=ppt/media/f24941.txt>
</file>

<file path=ppt/media/f24942.txt>
</file>

<file path=ppt/media/f24943.txt>
</file>

<file path=ppt/media/f24944.txt>
</file>

<file path=ppt/media/f24945.txt>
</file>

<file path=ppt/media/f24946.txt>
</file>

<file path=ppt/media/f24947.txt>
</file>

<file path=ppt/media/f24948.txt>
</file>

<file path=ppt/media/f24949.txt>
</file>

<file path=ppt/media/f24950.txt>
</file>

<file path=ppt/media/f24951.txt>
</file>

<file path=ppt/media/f24952.txt>
</file>

<file path=ppt/media/f24953.txt>
</file>

<file path=ppt/media/f24954.txt>
</file>

<file path=ppt/media/f24955.txt>
</file>

<file path=ppt/media/f24956.txt>
</file>

<file path=ppt/media/f24957.txt>
</file>

<file path=ppt/media/f24958.txt>
</file>

<file path=ppt/media/f24959.txt>
</file>

<file path=ppt/media/f24960.txt>
</file>

<file path=ppt/media/f24961.txt>
</file>

<file path=ppt/media/f24962.txt>
</file>

<file path=ppt/media/f24963.txt>
</file>

<file path=ppt/media/f24964.txt>
</file>

<file path=ppt/media/f24965.txt>
</file>

<file path=ppt/media/f24966.txt>
</file>

<file path=ppt/media/f24967.txt>
</file>

<file path=ppt/media/f24968.txt>
</file>

<file path=ppt/media/f24969.txt>
</file>

<file path=ppt/media/f24970.txt>
</file>

<file path=ppt/media/f24971.txt>
</file>

<file path=ppt/media/f24972.txt>
</file>

<file path=ppt/media/f24973.txt>
</file>

<file path=ppt/media/f24974.txt>
</file>

<file path=ppt/media/f24975.txt>
</file>

<file path=ppt/media/f24976.txt>
</file>

<file path=ppt/media/f24977.txt>
</file>

<file path=ppt/media/f24978.txt>
</file>

<file path=ppt/media/f24979.txt>
</file>

<file path=ppt/media/f24980.txt>
</file>

<file path=ppt/media/f24981.txt>
</file>

<file path=ppt/media/f24982.txt>
</file>

<file path=ppt/media/f24983.txt>
</file>

<file path=ppt/media/f24984.txt>
</file>

<file path=ppt/media/f24985.txt>
</file>

<file path=ppt/media/f24986.txt>
</file>

<file path=ppt/media/f24987.txt>
</file>

<file path=ppt/media/f24988.txt>
</file>

<file path=ppt/media/f24989.txt>
</file>

<file path=ppt/media/f24990.txt>
</file>

<file path=ppt/media/f24991.txt>
</file>

<file path=ppt/media/f24992.txt>
</file>

<file path=ppt/media/f24993.txt>
</file>

<file path=ppt/media/f24994.txt>
</file>

<file path=ppt/media/f24995.txt>
</file>

<file path=ppt/media/f24996.txt>
</file>

<file path=ppt/media/f24997.txt>
</file>

<file path=ppt/media/f24998.txt>
</file>

<file path=ppt/media/f24999.txt>
</file>

<file path=ppt/media/f25000.txt>
</file>

<file path=ppt/media/f25001.txt>
</file>

<file path=ppt/media/f25002.txt>
</file>

<file path=ppt/media/f25003.txt>
</file>

<file path=ppt/media/f25004.txt>
</file>

<file path=ppt/media/f25005.txt>
</file>

<file path=ppt/media/f25006.txt>
</file>

<file path=ppt/media/f25007.txt>
</file>

<file path=ppt/media/f25008.txt>
</file>

<file path=ppt/media/f25009.txt>
</file>

<file path=ppt/media/f25010.txt>
</file>

<file path=ppt/media/f25011.txt>
</file>

<file path=ppt/media/f25012.txt>
</file>

<file path=ppt/media/f25013.txt>
</file>

<file path=ppt/media/f25014.txt>
</file>

<file path=ppt/media/f25015.txt>
</file>

<file path=ppt/media/f25016.txt>
</file>

<file path=ppt/media/f25017.txt>
</file>

<file path=ppt/media/f25018.txt>
</file>

<file path=ppt/media/f25019.txt>
</file>

<file path=ppt/media/f25020.txt>
</file>

<file path=ppt/media/f25021.txt>
</file>

<file path=ppt/media/f25022.txt>
</file>

<file path=ppt/media/f25023.txt>
</file>

<file path=ppt/media/f25024.txt>
</file>

<file path=ppt/media/f25025.txt>
</file>

<file path=ppt/media/f25026.txt>
</file>

<file path=ppt/media/f25027.txt>
</file>

<file path=ppt/media/f25028.txt>
</file>

<file path=ppt/media/f25029.txt>
</file>

<file path=ppt/media/f25030.txt>
</file>

<file path=ppt/media/f25031.txt>
</file>

<file path=ppt/media/f25032.txt>
</file>

<file path=ppt/media/f25033.txt>
</file>

<file path=ppt/media/f25034.txt>
</file>

<file path=ppt/media/f25035.txt>
</file>

<file path=ppt/media/f25036.txt>
</file>

<file path=ppt/media/f25037.txt>
</file>

<file path=ppt/media/f25038.txt>
</file>

<file path=ppt/media/f25039.txt>
</file>

<file path=ppt/media/f25040.txt>
</file>

<file path=ppt/media/f25041.txt>
</file>

<file path=ppt/media/f25042.txt>
</file>

<file path=ppt/media/f25043.txt>
</file>

<file path=ppt/media/f25044.txt>
</file>

<file path=ppt/media/f25045.txt>
</file>

<file path=ppt/media/f25046.txt>
</file>

<file path=ppt/media/f25047.txt>
</file>

<file path=ppt/media/f25048.txt>
</file>

<file path=ppt/media/f25049.txt>
</file>

<file path=ppt/media/f25050.txt>
</file>

<file path=ppt/media/f25051.txt>
</file>

<file path=ppt/media/f25052.txt>
</file>

<file path=ppt/media/f25053.txt>
</file>

<file path=ppt/media/f25054.txt>
</file>

<file path=ppt/media/f25055.txt>
</file>

<file path=ppt/media/f25056.txt>
</file>

<file path=ppt/media/f25057.txt>
</file>

<file path=ppt/media/f25058.txt>
</file>

<file path=ppt/media/f25059.txt>
</file>

<file path=ppt/media/f25060.txt>
</file>

<file path=ppt/media/f25061.txt>
</file>

<file path=ppt/media/f25062.txt>
</file>

<file path=ppt/media/f25063.txt>
</file>

<file path=ppt/media/f25064.txt>
</file>

<file path=ppt/media/f25065.txt>
</file>

<file path=ppt/media/f25066.txt>
</file>

<file path=ppt/media/f25067.txt>
</file>

<file path=ppt/media/f25068.txt>
</file>

<file path=ppt/media/f25069.txt>
</file>

<file path=ppt/media/f25070.txt>
</file>

<file path=ppt/media/f25071.txt>
</file>

<file path=ppt/media/f25072.txt>
</file>

<file path=ppt/media/f25073.txt>
</file>

<file path=ppt/media/f25074.txt>
</file>

<file path=ppt/media/f25075.txt>
</file>

<file path=ppt/media/f25076.txt>
</file>

<file path=ppt/media/f25077.txt>
</file>

<file path=ppt/media/f25078.txt>
</file>

<file path=ppt/media/f25079.txt>
</file>

<file path=ppt/media/f25080.txt>
</file>

<file path=ppt/media/f25081.txt>
</file>

<file path=ppt/media/f25082.txt>
</file>

<file path=ppt/media/f25083.txt>
</file>

<file path=ppt/media/f25084.txt>
</file>

<file path=ppt/media/f25085.txt>
</file>

<file path=ppt/media/f25086.txt>
</file>

<file path=ppt/media/f25087.txt>
</file>

<file path=ppt/media/f25088.txt>
</file>

<file path=ppt/media/f25089.txt>
</file>

<file path=ppt/media/f25090.txt>
</file>

<file path=ppt/media/f25091.txt>
</file>

<file path=ppt/media/f25092.txt>
</file>

<file path=ppt/media/f25093.txt>
</file>

<file path=ppt/media/f25094.txt>
</file>

<file path=ppt/media/f25095.txt>
</file>

<file path=ppt/media/f25096.txt>
</file>

<file path=ppt/media/f25097.txt>
</file>

<file path=ppt/media/f25098.txt>
</file>

<file path=ppt/media/f25099.txt>
</file>

<file path=ppt/media/f25100.txt>
</file>

<file path=ppt/media/f25101.txt>
</file>

<file path=ppt/media/f25102.txt>
</file>

<file path=ppt/media/f25103.txt>
</file>

<file path=ppt/media/f25104.txt>
</file>

<file path=ppt/media/f25105.txt>
</file>

<file path=ppt/media/f25106.txt>
</file>

<file path=ppt/media/f25107.txt>
</file>

<file path=ppt/media/f25108.txt>
</file>

<file path=ppt/media/f25109.txt>
</file>

<file path=ppt/media/f25110.txt>
</file>

<file path=ppt/media/f25111.txt>
</file>

<file path=ppt/media/f25112.txt>
</file>

<file path=ppt/media/f25113.txt>
</file>

<file path=ppt/media/f25114.txt>
</file>

<file path=ppt/media/f25115.txt>
</file>

<file path=ppt/media/f25116.txt>
</file>

<file path=ppt/media/f25117.txt>
</file>

<file path=ppt/media/f25118.txt>
</file>

<file path=ppt/media/f25119.txt>
</file>

<file path=ppt/media/f25120.txt>
</file>

<file path=ppt/media/f25121.txt>
</file>

<file path=ppt/media/f25122.txt>
</file>

<file path=ppt/media/f25123.txt>
</file>

<file path=ppt/media/f25124.txt>
</file>

<file path=ppt/media/f25125.txt>
</file>

<file path=ppt/media/f25126.txt>
</file>

<file path=ppt/media/f25127.txt>
</file>

<file path=ppt/media/f25128.txt>
</file>

<file path=ppt/media/f25129.txt>
</file>

<file path=ppt/media/f25130.txt>
</file>

<file path=ppt/media/f25131.txt>
</file>

<file path=ppt/media/f25132.txt>
</file>

<file path=ppt/media/f25133.txt>
</file>

<file path=ppt/media/f25134.txt>
</file>

<file path=ppt/media/f25135.txt>
</file>

<file path=ppt/media/f25136.txt>
</file>

<file path=ppt/media/f25137.txt>
</file>

<file path=ppt/media/f25138.txt>
</file>

<file path=ppt/media/f25139.txt>
</file>

<file path=ppt/media/f25140.txt>
</file>

<file path=ppt/media/f25141.txt>
</file>

<file path=ppt/media/f25142.txt>
</file>

<file path=ppt/media/f25143.txt>
</file>

<file path=ppt/media/f25144.txt>
</file>

<file path=ppt/media/f25145.txt>
</file>

<file path=ppt/media/f25146.txt>
</file>

<file path=ppt/media/f25147.txt>
</file>

<file path=ppt/media/f25148.txt>
</file>

<file path=ppt/media/f25149.txt>
</file>

<file path=ppt/media/f25150.txt>
</file>

<file path=ppt/media/f25151.txt>
</file>

<file path=ppt/media/f25152.txt>
</file>

<file path=ppt/media/f25153.txt>
</file>

<file path=ppt/media/f25154.txt>
</file>

<file path=ppt/media/f25155.txt>
</file>

<file path=ppt/media/f25156.txt>
</file>

<file path=ppt/media/f25157.txt>
</file>

<file path=ppt/media/f25158.txt>
</file>

<file path=ppt/media/f25159.txt>
</file>

<file path=ppt/media/f25160.txt>
</file>

<file path=ppt/media/f25161.txt>
</file>

<file path=ppt/media/f25162.txt>
</file>

<file path=ppt/media/f25163.txt>
</file>

<file path=ppt/media/f25164.txt>
</file>

<file path=ppt/media/f25165.txt>
</file>

<file path=ppt/media/f25166.txt>
</file>

<file path=ppt/media/f25167.txt>
</file>

<file path=ppt/media/f25168.txt>
</file>

<file path=ppt/media/f25169.txt>
</file>

<file path=ppt/media/f25170.txt>
</file>

<file path=ppt/media/f25171.txt>
</file>

<file path=ppt/media/f25172.txt>
</file>

<file path=ppt/media/f25173.txt>
</file>

<file path=ppt/media/f25174.txt>
</file>

<file path=ppt/media/f25175.txt>
</file>

<file path=ppt/media/f25176.txt>
</file>

<file path=ppt/media/f25177.txt>
</file>

<file path=ppt/media/f25178.txt>
</file>

<file path=ppt/media/f25179.txt>
</file>

<file path=ppt/media/f25180.txt>
</file>

<file path=ppt/media/f25181.txt>
</file>

<file path=ppt/media/f25182.txt>
</file>

<file path=ppt/media/f25183.txt>
</file>

<file path=ppt/media/f25184.txt>
</file>

<file path=ppt/media/f25185.txt>
</file>

<file path=ppt/media/f25186.txt>
</file>

<file path=ppt/media/f25187.txt>
</file>

<file path=ppt/media/f25188.txt>
</file>

<file path=ppt/media/f25189.txt>
</file>

<file path=ppt/media/f25190.txt>
</file>

<file path=ppt/media/f25191.txt>
</file>

<file path=ppt/media/f25192.txt>
</file>

<file path=ppt/media/f25193.txt>
</file>

<file path=ppt/media/f25194.txt>
</file>

<file path=ppt/media/f25195.txt>
</file>

<file path=ppt/media/f25196.txt>
</file>

<file path=ppt/media/f25197.txt>
</file>

<file path=ppt/media/f25198.txt>
</file>

<file path=ppt/media/f25199.txt>
</file>

<file path=ppt/media/f25200.txt>
</file>

<file path=ppt/media/f25201.txt>
</file>

<file path=ppt/media/f25202.txt>
</file>

<file path=ppt/media/f25203.txt>
</file>

<file path=ppt/media/f25204.txt>
</file>

<file path=ppt/media/f25205.txt>
</file>

<file path=ppt/media/f25206.txt>
</file>

<file path=ppt/media/f25207.txt>
</file>

<file path=ppt/media/f25208.txt>
</file>

<file path=ppt/media/f25209.txt>
</file>

<file path=ppt/media/f25210.txt>
</file>

<file path=ppt/media/f25211.txt>
</file>

<file path=ppt/media/f25212.txt>
</file>

<file path=ppt/media/f25213.txt>
</file>

<file path=ppt/media/f25214.txt>
</file>

<file path=ppt/media/f25215.txt>
</file>

<file path=ppt/media/f25216.txt>
</file>

<file path=ppt/media/f25217.txt>
</file>

<file path=ppt/media/f25218.txt>
</file>

<file path=ppt/media/f25219.txt>
</file>

<file path=ppt/media/f25220.txt>
</file>

<file path=ppt/media/f25221.txt>
</file>

<file path=ppt/media/f25222.txt>
</file>

<file path=ppt/media/f25223.txt>
</file>

<file path=ppt/media/f25224.txt>
</file>

<file path=ppt/media/f25225.txt>
</file>

<file path=ppt/media/f25226.txt>
</file>

<file path=ppt/media/f25227.txt>
</file>

<file path=ppt/media/f25228.txt>
</file>

<file path=ppt/media/f25229.txt>
</file>

<file path=ppt/media/f25230.txt>
</file>

<file path=ppt/media/f25231.txt>
</file>

<file path=ppt/media/f25232.txt>
</file>

<file path=ppt/media/f25233.txt>
</file>

<file path=ppt/media/f25234.txt>
</file>

<file path=ppt/media/f25235.txt>
</file>

<file path=ppt/media/f25236.txt>
</file>

<file path=ppt/media/f25237.txt>
</file>

<file path=ppt/media/f25238.txt>
</file>

<file path=ppt/media/f25239.txt>
</file>

<file path=ppt/media/f25240.txt>
</file>

<file path=ppt/media/f25241.txt>
</file>

<file path=ppt/media/f25242.txt>
</file>

<file path=ppt/media/f25243.txt>
</file>

<file path=ppt/media/f25244.txt>
</file>

<file path=ppt/media/f25245.txt>
</file>

<file path=ppt/media/f25246.txt>
</file>

<file path=ppt/media/f25247.txt>
</file>

<file path=ppt/media/f25248.txt>
</file>

<file path=ppt/media/f25249.txt>
</file>

<file path=ppt/media/f25250.txt>
</file>

<file path=ppt/media/f25251.txt>
</file>

<file path=ppt/media/f25252.txt>
</file>

<file path=ppt/media/f25253.txt>
</file>

<file path=ppt/media/f25254.txt>
</file>

<file path=ppt/media/f25255.txt>
</file>

<file path=ppt/media/f25256.txt>
</file>

<file path=ppt/media/f25257.txt>
</file>

<file path=ppt/media/f25258.txt>
</file>

<file path=ppt/media/f25259.txt>
</file>

<file path=ppt/media/f25260.txt>
</file>

<file path=ppt/media/f25261.txt>
</file>

<file path=ppt/media/f25262.txt>
</file>

<file path=ppt/media/f25263.txt>
</file>

<file path=ppt/media/f25264.txt>
</file>

<file path=ppt/media/f25265.txt>
</file>

<file path=ppt/media/f25266.txt>
</file>

<file path=ppt/media/f25267.txt>
</file>

<file path=ppt/media/f25268.txt>
</file>

<file path=ppt/media/f25269.txt>
</file>

<file path=ppt/media/f25270.txt>
</file>

<file path=ppt/media/f25271.txt>
</file>

<file path=ppt/media/f25272.txt>
</file>

<file path=ppt/media/f25273.txt>
</file>

<file path=ppt/media/f25274.txt>
</file>

<file path=ppt/media/f25275.txt>
</file>

<file path=ppt/media/f25276.txt>
</file>

<file path=ppt/media/f25277.txt>
</file>

<file path=ppt/media/f25278.txt>
</file>

<file path=ppt/media/f25279.txt>
</file>

<file path=ppt/media/f25280.txt>
</file>

<file path=ppt/media/f25281.txt>
</file>

<file path=ppt/media/f25282.txt>
</file>

<file path=ppt/media/f25283.txt>
</file>

<file path=ppt/media/f25284.txt>
</file>

<file path=ppt/media/f25285.txt>
</file>

<file path=ppt/media/f25286.txt>
</file>

<file path=ppt/media/f25287.txt>
</file>

<file path=ppt/media/f25288.txt>
</file>

<file path=ppt/media/f25289.txt>
</file>

<file path=ppt/media/f25290.txt>
</file>

<file path=ppt/media/f25291.txt>
</file>

<file path=ppt/media/f25292.txt>
</file>

<file path=ppt/media/f25293.txt>
</file>

<file path=ppt/media/f25294.txt>
</file>

<file path=ppt/media/f25295.txt>
</file>

<file path=ppt/media/f25296.txt>
</file>

<file path=ppt/media/f25297.txt>
</file>

<file path=ppt/media/f25298.txt>
</file>

<file path=ppt/media/f25299.txt>
</file>

<file path=ppt/media/f25300.txt>
</file>

<file path=ppt/media/f25301.txt>
</file>

<file path=ppt/media/f25302.txt>
</file>

<file path=ppt/media/f25303.txt>
</file>

<file path=ppt/media/f25304.txt>
</file>

<file path=ppt/media/f25305.txt>
</file>

<file path=ppt/media/f25306.txt>
</file>

<file path=ppt/media/f25307.txt>
</file>

<file path=ppt/media/f25308.txt>
</file>

<file path=ppt/media/f25309.txt>
</file>

<file path=ppt/media/f25310.txt>
</file>

<file path=ppt/media/f25311.txt>
</file>

<file path=ppt/media/f25312.txt>
</file>

<file path=ppt/media/f25313.txt>
</file>

<file path=ppt/media/f25314.txt>
</file>

<file path=ppt/media/f25315.txt>
</file>

<file path=ppt/media/f25316.txt>
</file>

<file path=ppt/media/f25317.txt>
</file>

<file path=ppt/media/f25318.txt>
</file>

<file path=ppt/media/f25319.txt>
</file>

<file path=ppt/media/f25320.txt>
</file>

<file path=ppt/media/f25321.txt>
</file>

<file path=ppt/media/f25322.txt>
</file>

<file path=ppt/media/f25323.txt>
</file>

<file path=ppt/media/f25324.txt>
</file>

<file path=ppt/media/f25325.txt>
</file>

<file path=ppt/media/f25326.txt>
</file>

<file path=ppt/media/f25327.txt>
</file>

<file path=ppt/media/f25328.txt>
</file>

<file path=ppt/media/f25329.txt>
</file>

<file path=ppt/media/f25330.txt>
</file>

<file path=ppt/media/f25331.txt>
</file>

<file path=ppt/media/f25332.txt>
</file>

<file path=ppt/media/f25333.txt>
</file>

<file path=ppt/media/f25334.txt>
</file>

<file path=ppt/media/f25335.txt>
</file>

<file path=ppt/media/f25336.txt>
</file>

<file path=ppt/media/f25337.txt>
</file>

<file path=ppt/media/f25338.txt>
</file>

<file path=ppt/media/f25339.txt>
</file>

<file path=ppt/media/f25340.txt>
</file>

<file path=ppt/media/f25341.txt>
</file>

<file path=ppt/media/f25342.txt>
</file>

<file path=ppt/media/f25343.txt>
</file>

<file path=ppt/media/f25344.txt>
</file>

<file path=ppt/media/f25345.txt>
</file>

<file path=ppt/media/f25346.txt>
</file>

<file path=ppt/media/f25347.txt>
</file>

<file path=ppt/media/f25348.txt>
</file>

<file path=ppt/media/f25349.txt>
</file>

<file path=ppt/media/f25350.txt>
</file>

<file path=ppt/media/f25351.txt>
</file>

<file path=ppt/media/f25352.txt>
</file>

<file path=ppt/media/f25353.txt>
</file>

<file path=ppt/media/f25354.txt>
</file>

<file path=ppt/media/f25355.txt>
</file>

<file path=ppt/media/f25356.txt>
</file>

<file path=ppt/media/f25357.txt>
</file>

<file path=ppt/media/f25358.txt>
</file>

<file path=ppt/media/f25359.txt>
</file>

<file path=ppt/media/f25360.txt>
</file>

<file path=ppt/media/f25361.txt>
</file>

<file path=ppt/media/f25362.txt>
</file>

<file path=ppt/media/f25363.txt>
</file>

<file path=ppt/media/f25364.txt>
</file>

<file path=ppt/media/f25365.txt>
</file>

<file path=ppt/media/f25366.txt>
</file>

<file path=ppt/media/f25367.txt>
</file>

<file path=ppt/media/f25368.txt>
</file>

<file path=ppt/media/f25369.txt>
</file>

<file path=ppt/media/f25370.txt>
</file>

<file path=ppt/media/f25371.txt>
</file>

<file path=ppt/media/f25372.txt>
</file>

<file path=ppt/media/f25373.txt>
</file>

<file path=ppt/media/f25374.txt>
</file>

<file path=ppt/media/f25375.txt>
</file>

<file path=ppt/media/f25376.txt>
</file>

<file path=ppt/media/f25377.txt>
</file>

<file path=ppt/media/f25378.txt>
</file>

<file path=ppt/media/f25379.txt>
</file>

<file path=ppt/media/f25380.txt>
</file>

<file path=ppt/media/f25381.txt>
</file>

<file path=ppt/media/f25382.txt>
</file>

<file path=ppt/media/f25383.txt>
</file>

<file path=ppt/media/f25384.txt>
</file>

<file path=ppt/media/f25385.txt>
</file>

<file path=ppt/media/f25386.txt>
</file>

<file path=ppt/media/f25387.txt>
</file>

<file path=ppt/media/f25388.txt>
</file>

<file path=ppt/media/f25389.txt>
</file>

<file path=ppt/media/f25390.txt>
</file>

<file path=ppt/media/f25391.txt>
</file>

<file path=ppt/media/f25392.txt>
</file>

<file path=ppt/media/f25393.txt>
</file>

<file path=ppt/media/f25394.txt>
</file>

<file path=ppt/media/f25395.txt>
</file>

<file path=ppt/media/f25396.txt>
</file>

<file path=ppt/media/f25397.txt>
</file>

<file path=ppt/media/f25398.txt>
</file>

<file path=ppt/media/f25399.txt>
</file>

<file path=ppt/media/f25400.txt>
</file>

<file path=ppt/media/f25401.txt>
</file>

<file path=ppt/media/f25402.txt>
</file>

<file path=ppt/media/f25403.txt>
</file>

<file path=ppt/media/f25404.txt>
</file>

<file path=ppt/media/f25405.txt>
</file>

<file path=ppt/media/f25406.txt>
</file>

<file path=ppt/media/f25407.txt>
</file>

<file path=ppt/media/f25408.txt>
</file>

<file path=ppt/media/f25409.txt>
</file>

<file path=ppt/media/f25410.txt>
</file>

<file path=ppt/media/f25411.txt>
</file>

<file path=ppt/media/f25412.txt>
</file>

<file path=ppt/media/f25413.txt>
</file>

<file path=ppt/media/f25414.txt>
</file>

<file path=ppt/media/f25415.txt>
</file>

<file path=ppt/media/f25416.txt>
</file>

<file path=ppt/media/f25417.txt>
</file>

<file path=ppt/media/f25418.txt>
</file>

<file path=ppt/media/f25419.txt>
</file>

<file path=ppt/media/f25420.txt>
</file>

<file path=ppt/media/f25421.txt>
</file>

<file path=ppt/media/f25422.txt>
</file>

<file path=ppt/media/f25423.txt>
</file>

<file path=ppt/media/f25424.txt>
</file>

<file path=ppt/media/f25425.txt>
</file>

<file path=ppt/media/f25426.txt>
</file>

<file path=ppt/media/f25427.txt>
</file>

<file path=ppt/media/f25428.txt>
</file>

<file path=ppt/media/f25429.txt>
</file>

<file path=ppt/media/f25430.txt>
</file>

<file path=ppt/media/f25431.txt>
</file>

<file path=ppt/media/f25432.txt>
</file>

<file path=ppt/media/f25433.txt>
</file>

<file path=ppt/media/f25434.txt>
</file>

<file path=ppt/media/f25435.txt>
</file>

<file path=ppt/media/f25436.txt>
</file>

<file path=ppt/media/f25437.txt>
</file>

<file path=ppt/media/f25438.txt>
</file>

<file path=ppt/media/f25439.txt>
</file>

<file path=ppt/media/f25440.txt>
</file>

<file path=ppt/media/f25441.txt>
</file>

<file path=ppt/media/f25442.txt>
</file>

<file path=ppt/media/f25443.txt>
</file>

<file path=ppt/media/f25444.txt>
</file>

<file path=ppt/media/f25445.txt>
</file>

<file path=ppt/media/f25446.txt>
</file>

<file path=ppt/media/f25447.txt>
</file>

<file path=ppt/media/f25448.txt>
</file>

<file path=ppt/media/f25449.txt>
</file>

<file path=ppt/media/f25450.txt>
</file>

<file path=ppt/media/f25451.txt>
</file>

<file path=ppt/media/f25452.txt>
</file>

<file path=ppt/media/f25453.txt>
</file>

<file path=ppt/media/f25454.txt>
</file>

<file path=ppt/media/f25455.txt>
</file>

<file path=ppt/media/f25456.txt>
</file>

<file path=ppt/media/f25457.txt>
</file>

<file path=ppt/media/f25458.txt>
</file>

<file path=ppt/media/f25459.txt>
</file>

<file path=ppt/media/f25460.txt>
</file>

<file path=ppt/media/f25461.txt>
</file>

<file path=ppt/media/f25462.txt>
</file>

<file path=ppt/media/f25463.txt>
</file>

<file path=ppt/media/f25464.txt>
</file>

<file path=ppt/media/f25465.txt>
</file>

<file path=ppt/media/f25466.txt>
</file>

<file path=ppt/media/f25467.txt>
</file>

<file path=ppt/media/f25468.txt>
</file>

<file path=ppt/media/f25469.txt>
</file>

<file path=ppt/media/f25470.txt>
</file>

<file path=ppt/media/f25471.txt>
</file>

<file path=ppt/media/f25472.txt>
</file>

<file path=ppt/media/f25473.txt>
</file>

<file path=ppt/media/f25474.txt>
</file>

<file path=ppt/media/f25475.txt>
</file>

<file path=ppt/media/f25476.txt>
</file>

<file path=ppt/media/f25477.txt>
</file>

<file path=ppt/media/f25478.txt>
</file>

<file path=ppt/media/f25479.txt>
</file>

<file path=ppt/media/f25480.txt>
</file>

<file path=ppt/media/f25481.txt>
</file>

<file path=ppt/media/f25482.txt>
</file>

<file path=ppt/media/f25483.txt>
</file>

<file path=ppt/media/f25484.txt>
</file>

<file path=ppt/media/f25485.txt>
</file>

<file path=ppt/media/f25486.txt>
</file>

<file path=ppt/media/f25487.txt>
</file>

<file path=ppt/media/f25488.txt>
</file>

<file path=ppt/media/f25489.txt>
</file>

<file path=ppt/media/f25490.txt>
</file>

<file path=ppt/media/f25491.txt>
</file>

<file path=ppt/media/f25492.txt>
</file>

<file path=ppt/media/f25493.txt>
</file>

<file path=ppt/media/f25494.txt>
</file>

<file path=ppt/media/f25495.txt>
</file>

<file path=ppt/media/f25496.txt>
</file>

<file path=ppt/media/f25497.txt>
</file>

<file path=ppt/media/f25498.txt>
</file>

<file path=ppt/media/f25499.txt>
</file>

<file path=ppt/media/f25500.txt>
</file>

<file path=ppt/media/f25501.txt>
</file>

<file path=ppt/media/f25502.txt>
</file>

<file path=ppt/media/f25503.txt>
</file>

<file path=ppt/media/f25504.txt>
</file>

<file path=ppt/media/f25505.txt>
</file>

<file path=ppt/media/f25506.txt>
</file>

<file path=ppt/media/f25507.txt>
</file>

<file path=ppt/media/f25508.txt>
</file>

<file path=ppt/media/f25509.txt>
</file>

<file path=ppt/media/f25510.txt>
</file>

<file path=ppt/media/f25511.txt>
</file>

<file path=ppt/media/f25512.txt>
</file>

<file path=ppt/media/f25513.txt>
</file>

<file path=ppt/media/f25514.txt>
</file>

<file path=ppt/media/f25515.txt>
</file>

<file path=ppt/media/f25516.txt>
</file>

<file path=ppt/media/f25517.txt>
</file>

<file path=ppt/media/f25518.txt>
</file>

<file path=ppt/media/f25519.txt>
</file>

<file path=ppt/media/f25520.txt>
</file>

<file path=ppt/media/f25521.txt>
</file>

<file path=ppt/media/f25522.txt>
</file>

<file path=ppt/media/f25523.txt>
</file>

<file path=ppt/media/f25524.txt>
</file>

<file path=ppt/media/f25525.txt>
</file>

<file path=ppt/media/f25526.txt>
</file>

<file path=ppt/media/f25527.txt>
</file>

<file path=ppt/media/f25528.txt>
</file>

<file path=ppt/media/f25529.txt>
</file>

<file path=ppt/media/f25530.txt>
</file>

<file path=ppt/media/f25531.txt>
</file>

<file path=ppt/media/f25532.txt>
</file>

<file path=ppt/media/f25533.txt>
</file>

<file path=ppt/media/f25534.txt>
</file>

<file path=ppt/media/f25535.txt>
</file>

<file path=ppt/media/f25536.txt>
</file>

<file path=ppt/media/f25537.txt>
</file>

<file path=ppt/media/f25538.txt>
</file>

<file path=ppt/media/f25539.txt>
</file>

<file path=ppt/media/f25540.txt>
</file>

<file path=ppt/media/f25541.txt>
</file>

<file path=ppt/media/f25542.txt>
</file>

<file path=ppt/media/f25543.txt>
</file>

<file path=ppt/media/f25544.txt>
</file>

<file path=ppt/media/f25545.txt>
</file>

<file path=ppt/media/f25546.txt>
</file>

<file path=ppt/media/f25547.txt>
</file>

<file path=ppt/media/f25548.txt>
</file>

<file path=ppt/media/f25549.txt>
</file>

<file path=ppt/media/f25550.txt>
</file>

<file path=ppt/media/f25551.txt>
</file>

<file path=ppt/media/f25552.txt>
</file>

<file path=ppt/media/f25553.txt>
</file>

<file path=ppt/media/f25554.txt>
</file>

<file path=ppt/media/f25555.txt>
</file>

<file path=ppt/media/f25556.txt>
</file>

<file path=ppt/media/f25557.txt>
</file>

<file path=ppt/media/f25558.txt>
</file>

<file path=ppt/media/f25559.txt>
</file>

<file path=ppt/media/f25560.txt>
</file>

<file path=ppt/media/f25561.txt>
</file>

<file path=ppt/media/f25562.txt>
</file>

<file path=ppt/media/f25563.txt>
</file>

<file path=ppt/media/f25564.txt>
</file>

<file path=ppt/media/f25565.txt>
</file>

<file path=ppt/media/f25566.txt>
</file>

<file path=ppt/media/f25567.txt>
</file>

<file path=ppt/media/f25568.txt>
</file>

<file path=ppt/media/f25569.txt>
</file>

<file path=ppt/media/f25570.txt>
</file>

<file path=ppt/media/f25571.txt>
</file>

<file path=ppt/media/f25572.txt>
</file>

<file path=ppt/media/f25573.txt>
</file>

<file path=ppt/media/f25574.txt>
</file>

<file path=ppt/media/f25575.txt>
</file>

<file path=ppt/media/f25576.txt>
</file>

<file path=ppt/media/f25577.txt>
</file>

<file path=ppt/media/f25578.txt>
</file>

<file path=ppt/media/f25579.txt>
</file>

<file path=ppt/media/f25580.txt>
</file>

<file path=ppt/media/f25581.txt>
</file>

<file path=ppt/media/f25582.txt>
</file>

<file path=ppt/media/f25583.txt>
</file>

<file path=ppt/media/f25584.txt>
</file>

<file path=ppt/media/f25585.txt>
</file>

<file path=ppt/media/f25586.txt>
</file>

<file path=ppt/media/f25587.txt>
</file>

<file path=ppt/media/f25588.txt>
</file>

<file path=ppt/media/f25589.txt>
</file>

<file path=ppt/media/f25590.txt>
</file>

<file path=ppt/media/f25591.txt>
</file>

<file path=ppt/media/f25592.txt>
</file>

<file path=ppt/media/f25593.txt>
</file>

<file path=ppt/media/f25594.txt>
</file>

<file path=ppt/media/f25595.txt>
</file>

<file path=ppt/media/f25596.txt>
</file>

<file path=ppt/media/f25597.txt>
</file>

<file path=ppt/media/f25598.txt>
</file>

<file path=ppt/media/f25599.txt>
</file>

<file path=ppt/media/f25600.txt>
</file>

<file path=ppt/media/f25601.txt>
</file>

<file path=ppt/media/f25602.txt>
</file>

<file path=ppt/media/f25603.txt>
</file>

<file path=ppt/media/f25604.txt>
</file>

<file path=ppt/media/f25605.txt>
</file>

<file path=ppt/media/f25606.txt>
</file>

<file path=ppt/media/f25607.txt>
</file>

<file path=ppt/media/f25608.txt>
</file>

<file path=ppt/media/f25609.txt>
</file>

<file path=ppt/media/f25610.txt>
</file>

<file path=ppt/media/f25611.txt>
</file>

<file path=ppt/media/f25612.txt>
</file>

<file path=ppt/media/f25613.txt>
</file>

<file path=ppt/media/f25614.txt>
</file>

<file path=ppt/media/f25615.txt>
</file>

<file path=ppt/media/f25616.txt>
</file>

<file path=ppt/media/f25617.txt>
</file>

<file path=ppt/media/f25618.txt>
</file>

<file path=ppt/media/f25619.txt>
</file>

<file path=ppt/media/f25620.txt>
</file>

<file path=ppt/media/f25621.txt>
</file>

<file path=ppt/media/f25622.txt>
</file>

<file path=ppt/media/f25623.txt>
</file>

<file path=ppt/media/f25624.txt>
</file>

<file path=ppt/media/f25625.txt>
</file>

<file path=ppt/media/f25626.txt>
</file>

<file path=ppt/media/f25627.txt>
</file>

<file path=ppt/media/f25628.txt>
</file>

<file path=ppt/media/f25629.txt>
</file>

<file path=ppt/media/f25630.txt>
</file>

<file path=ppt/media/f25631.txt>
</file>

<file path=ppt/media/f25632.txt>
</file>

<file path=ppt/media/f25633.txt>
</file>

<file path=ppt/media/f25634.txt>
</file>

<file path=ppt/media/f25635.txt>
</file>

<file path=ppt/media/f25636.txt>
</file>

<file path=ppt/media/f25637.txt>
</file>

<file path=ppt/media/f25638.txt>
</file>

<file path=ppt/media/f25639.txt>
</file>

<file path=ppt/media/f25640.txt>
</file>

<file path=ppt/media/f25641.txt>
</file>

<file path=ppt/media/f25642.txt>
</file>

<file path=ppt/media/f25643.txt>
</file>

<file path=ppt/media/f25644.txt>
</file>

<file path=ppt/media/f25645.txt>
</file>

<file path=ppt/media/f25646.txt>
</file>

<file path=ppt/media/f25647.txt>
</file>

<file path=ppt/media/f25648.txt>
</file>

<file path=ppt/media/f25649.txt>
</file>

<file path=ppt/media/f25650.txt>
</file>

<file path=ppt/media/f25651.txt>
</file>

<file path=ppt/media/f25652.txt>
</file>

<file path=ppt/media/f25653.txt>
</file>

<file path=ppt/media/f25654.txt>
</file>

<file path=ppt/media/f25655.txt>
</file>

<file path=ppt/media/f25656.txt>
</file>

<file path=ppt/media/f25657.txt>
</file>

<file path=ppt/media/f25658.txt>
</file>

<file path=ppt/media/f25659.txt>
</file>

<file path=ppt/media/f25660.txt>
</file>

<file path=ppt/media/f25661.txt>
</file>

<file path=ppt/media/f25662.txt>
</file>

<file path=ppt/media/f25663.txt>
</file>

<file path=ppt/media/f25664.txt>
</file>

<file path=ppt/media/f25665.txt>
</file>

<file path=ppt/media/f25666.txt>
</file>

<file path=ppt/media/f25667.txt>
</file>

<file path=ppt/media/f25668.txt>
</file>

<file path=ppt/media/f25669.txt>
</file>

<file path=ppt/media/f25670.txt>
</file>

<file path=ppt/media/f25671.txt>
</file>

<file path=ppt/media/f25672.txt>
</file>

<file path=ppt/media/f25673.txt>
</file>

<file path=ppt/media/f25674.txt>
</file>

<file path=ppt/media/f25675.txt>
</file>

<file path=ppt/media/f25676.txt>
</file>

<file path=ppt/media/f25677.txt>
</file>

<file path=ppt/media/f25678.txt>
</file>

<file path=ppt/media/f25679.txt>
</file>

<file path=ppt/media/f25680.txt>
</file>

<file path=ppt/media/f25681.txt>
</file>

<file path=ppt/media/f25682.txt>
</file>

<file path=ppt/media/f25683.txt>
</file>

<file path=ppt/media/f25684.txt>
</file>

<file path=ppt/media/f25685.txt>
</file>

<file path=ppt/media/f25686.txt>
</file>

<file path=ppt/media/f25687.txt>
</file>

<file path=ppt/media/f25688.txt>
</file>

<file path=ppt/media/f25689.txt>
</file>

<file path=ppt/media/f25690.txt>
</file>

<file path=ppt/media/f25691.txt>
</file>

<file path=ppt/media/f25692.txt>
</file>

<file path=ppt/media/f25693.txt>
</file>

<file path=ppt/media/f25694.txt>
</file>

<file path=ppt/media/f25695.txt>
</file>

<file path=ppt/media/f25696.txt>
</file>

<file path=ppt/media/f25697.txt>
</file>

<file path=ppt/media/f25698.txt>
</file>

<file path=ppt/media/f25699.txt>
</file>

<file path=ppt/media/f25700.txt>
</file>

<file path=ppt/media/f25701.txt>
</file>

<file path=ppt/media/f25702.txt>
</file>

<file path=ppt/media/f25703.txt>
</file>

<file path=ppt/media/f25704.txt>
</file>

<file path=ppt/media/f25705.txt>
</file>

<file path=ppt/media/f25706.txt>
</file>

<file path=ppt/media/f25707.txt>
</file>

<file path=ppt/media/f25708.txt>
</file>

<file path=ppt/media/f25709.txt>
</file>

<file path=ppt/media/f25710.txt>
</file>

<file path=ppt/media/f25711.txt>
</file>

<file path=ppt/media/f25712.txt>
</file>

<file path=ppt/media/f25713.txt>
</file>

<file path=ppt/media/f25714.txt>
</file>

<file path=ppt/media/f25715.txt>
</file>

<file path=ppt/media/f25716.txt>
</file>

<file path=ppt/media/f25717.txt>
</file>

<file path=ppt/media/f25718.txt>
</file>

<file path=ppt/media/f25719.txt>
</file>

<file path=ppt/media/f25720.txt>
</file>

<file path=ppt/media/f25721.txt>
</file>

<file path=ppt/media/f25722.txt>
</file>

<file path=ppt/media/f25723.txt>
</file>

<file path=ppt/media/f25724.txt>
</file>

<file path=ppt/media/f25725.txt>
</file>

<file path=ppt/media/f25726.txt>
</file>

<file path=ppt/media/f25727.txt>
</file>

<file path=ppt/media/f25728.txt>
</file>

<file path=ppt/media/f25729.txt>
</file>

<file path=ppt/media/f25730.txt>
</file>

<file path=ppt/media/f25731.txt>
</file>

<file path=ppt/media/f25732.txt>
</file>

<file path=ppt/media/f25733.txt>
</file>

<file path=ppt/media/f25734.txt>
</file>

<file path=ppt/media/f25735.txt>
</file>

<file path=ppt/media/f25736.txt>
</file>

<file path=ppt/media/f25737.txt>
</file>

<file path=ppt/media/f25738.txt>
</file>

<file path=ppt/media/f25739.txt>
</file>

<file path=ppt/media/f25740.txt>
</file>

<file path=ppt/media/f25741.txt>
</file>

<file path=ppt/media/f25742.txt>
</file>

<file path=ppt/media/f25743.txt>
</file>

<file path=ppt/media/f25744.txt>
</file>

<file path=ppt/media/f25745.txt>
</file>

<file path=ppt/media/f25746.txt>
</file>

<file path=ppt/media/f25747.txt>
</file>

<file path=ppt/media/f25748.txt>
</file>

<file path=ppt/media/f25749.txt>
</file>

<file path=ppt/media/f25750.txt>
</file>

<file path=ppt/media/f25751.txt>
</file>

<file path=ppt/media/f25752.txt>
</file>

<file path=ppt/media/f25753.txt>
</file>

<file path=ppt/media/f25754.txt>
</file>

<file path=ppt/media/f25755.txt>
</file>

<file path=ppt/media/f25756.txt>
</file>

<file path=ppt/media/f25757.txt>
</file>

<file path=ppt/media/f25758.txt>
</file>

<file path=ppt/media/f25759.txt>
</file>

<file path=ppt/media/f25760.txt>
</file>

<file path=ppt/media/f25761.txt>
</file>

<file path=ppt/media/f25762.txt>
</file>

<file path=ppt/media/f25763.txt>
</file>

<file path=ppt/media/f25764.txt>
</file>

<file path=ppt/media/f25765.txt>
</file>

<file path=ppt/media/f25766.txt>
</file>

<file path=ppt/media/f25767.txt>
</file>

<file path=ppt/media/f25768.txt>
</file>

<file path=ppt/media/f25769.txt>
</file>

<file path=ppt/media/f25770.txt>
</file>

<file path=ppt/media/f25771.txt>
</file>

<file path=ppt/media/f25772.txt>
</file>

<file path=ppt/media/f25773.txt>
</file>

<file path=ppt/media/f25774.txt>
</file>

<file path=ppt/media/f25775.txt>
</file>

<file path=ppt/media/f25776.txt>
</file>

<file path=ppt/media/f25777.txt>
</file>

<file path=ppt/media/f25778.txt>
</file>

<file path=ppt/media/f25779.txt>
</file>

<file path=ppt/media/f25780.txt>
</file>

<file path=ppt/media/f25781.txt>
</file>

<file path=ppt/media/f25782.txt>
</file>

<file path=ppt/media/f25783.txt>
</file>

<file path=ppt/media/f25784.txt>
</file>

<file path=ppt/media/f25785.txt>
</file>

<file path=ppt/media/f25786.txt>
</file>

<file path=ppt/media/f25787.txt>
</file>

<file path=ppt/media/f25788.txt>
</file>

<file path=ppt/media/f25789.txt>
</file>

<file path=ppt/media/f25790.txt>
</file>

<file path=ppt/media/f25791.txt>
</file>

<file path=ppt/media/f25792.txt>
</file>

<file path=ppt/media/f25793.txt>
</file>

<file path=ppt/media/f25794.txt>
</file>

<file path=ppt/media/f25795.txt>
</file>

<file path=ppt/media/f25796.txt>
</file>

<file path=ppt/media/f25797.txt>
</file>

<file path=ppt/media/f25798.txt>
</file>

<file path=ppt/media/f25799.txt>
</file>

<file path=ppt/media/f25800.txt>
</file>

<file path=ppt/media/f25801.txt>
</file>

<file path=ppt/media/f25802.txt>
</file>

<file path=ppt/media/f25803.txt>
</file>

<file path=ppt/media/f25804.txt>
</file>

<file path=ppt/media/f25805.txt>
</file>

<file path=ppt/media/f25806.txt>
</file>

<file path=ppt/media/f25807.txt>
</file>

<file path=ppt/media/f25808.txt>
</file>

<file path=ppt/media/f25809.txt>
</file>

<file path=ppt/media/f25810.txt>
</file>

<file path=ppt/media/f25811.txt>
</file>

<file path=ppt/media/f25812.txt>
</file>

<file path=ppt/media/f25813.txt>
</file>

<file path=ppt/media/f25814.txt>
</file>

<file path=ppt/media/f25815.txt>
</file>

<file path=ppt/media/f25816.txt>
</file>

<file path=ppt/media/f25817.txt>
</file>

<file path=ppt/media/f25818.txt>
</file>

<file path=ppt/media/f25819.txt>
</file>

<file path=ppt/media/f25820.txt>
</file>

<file path=ppt/media/f25821.txt>
</file>

<file path=ppt/media/f25822.txt>
</file>

<file path=ppt/media/f25823.txt>
</file>

<file path=ppt/media/f25824.txt>
</file>

<file path=ppt/media/f25825.txt>
</file>

<file path=ppt/media/f25826.txt>
</file>

<file path=ppt/media/f25827.txt>
</file>

<file path=ppt/media/f25828.txt>
</file>

<file path=ppt/media/f25829.txt>
</file>

<file path=ppt/media/f25830.txt>
</file>

<file path=ppt/media/f25831.txt>
</file>

<file path=ppt/media/f25832.txt>
</file>

<file path=ppt/media/f25833.txt>
</file>

<file path=ppt/media/f25834.txt>
</file>

<file path=ppt/media/f25835.txt>
</file>

<file path=ppt/media/f25836.txt>
</file>

<file path=ppt/media/f25837.txt>
</file>

<file path=ppt/media/f25838.txt>
</file>

<file path=ppt/media/f25839.txt>
</file>

<file path=ppt/media/f25840.txt>
</file>

<file path=ppt/media/f25841.txt>
</file>

<file path=ppt/media/f25842.txt>
</file>

<file path=ppt/media/f25843.txt>
</file>

<file path=ppt/media/f25844.txt>
</file>

<file path=ppt/media/f25845.txt>
</file>

<file path=ppt/media/f25846.txt>
</file>

<file path=ppt/media/f25847.txt>
</file>

<file path=ppt/media/f25848.txt>
</file>

<file path=ppt/media/f25849.txt>
</file>

<file path=ppt/media/f25850.txt>
</file>

<file path=ppt/media/f25851.txt>
</file>

<file path=ppt/media/f25852.txt>
</file>

<file path=ppt/media/f25853.txt>
</file>

<file path=ppt/media/f25854.txt>
</file>

<file path=ppt/media/f25855.txt>
</file>

<file path=ppt/media/f25856.txt>
</file>

<file path=ppt/media/f25857.txt>
</file>

<file path=ppt/media/f25858.txt>
</file>

<file path=ppt/media/f25859.txt>
</file>

<file path=ppt/media/f25860.txt>
</file>

<file path=ppt/media/f25861.txt>
</file>

<file path=ppt/media/f25862.txt>
</file>

<file path=ppt/media/f25863.txt>
</file>

<file path=ppt/media/f25864.txt>
</file>

<file path=ppt/media/f25865.txt>
</file>

<file path=ppt/media/f25866.txt>
</file>

<file path=ppt/media/f25867.txt>
</file>

<file path=ppt/media/f25868.txt>
</file>

<file path=ppt/media/f25869.txt>
</file>

<file path=ppt/media/f25870.txt>
</file>

<file path=ppt/media/f25871.txt>
</file>

<file path=ppt/media/f25872.txt>
</file>

<file path=ppt/media/f25873.txt>
</file>

<file path=ppt/media/f25874.txt>
</file>

<file path=ppt/media/f25875.txt>
</file>

<file path=ppt/media/f25876.txt>
</file>

<file path=ppt/media/f25877.txt>
</file>

<file path=ppt/media/f25878.txt>
</file>

<file path=ppt/media/f25879.txt>
</file>

<file path=ppt/media/f25880.txt>
</file>

<file path=ppt/media/f25881.txt>
</file>

<file path=ppt/media/f25882.txt>
</file>

<file path=ppt/media/f25883.txt>
</file>

<file path=ppt/media/f25884.txt>
</file>

<file path=ppt/media/f25885.txt>
</file>

<file path=ppt/media/f25886.txt>
</file>

<file path=ppt/media/f25887.txt>
</file>

<file path=ppt/media/f25888.txt>
</file>

<file path=ppt/media/f25889.txt>
</file>

<file path=ppt/media/f25890.txt>
</file>

<file path=ppt/media/f25891.txt>
</file>

<file path=ppt/media/f25892.txt>
</file>

<file path=ppt/media/f25893.txt>
</file>

<file path=ppt/media/f25894.txt>
</file>

<file path=ppt/media/f25895.txt>
</file>

<file path=ppt/media/f25896.txt>
</file>

<file path=ppt/media/f25897.txt>
</file>

<file path=ppt/media/f25898.txt>
</file>

<file path=ppt/media/f25899.txt>
</file>

<file path=ppt/media/f25900.txt>
</file>

<file path=ppt/media/f25901.txt>
</file>

<file path=ppt/media/f25902.txt>
</file>

<file path=ppt/media/f25903.txt>
</file>

<file path=ppt/media/f25904.txt>
</file>

<file path=ppt/media/f25905.txt>
</file>

<file path=ppt/media/f25906.txt>
</file>

<file path=ppt/media/f25907.txt>
</file>

<file path=ppt/media/f25908.txt>
</file>

<file path=ppt/media/f25909.txt>
</file>

<file path=ppt/media/f25910.txt>
</file>

<file path=ppt/media/f25911.txt>
</file>

<file path=ppt/media/f25912.txt>
</file>

<file path=ppt/media/f25913.txt>
</file>

<file path=ppt/media/f25914.txt>
</file>

<file path=ppt/media/f25915.txt>
</file>

<file path=ppt/media/f25916.txt>
</file>

<file path=ppt/media/f25917.txt>
</file>

<file path=ppt/media/f25918.txt>
</file>

<file path=ppt/media/f25919.txt>
</file>

<file path=ppt/media/f25920.txt>
</file>

<file path=ppt/media/f25921.txt>
</file>

<file path=ppt/media/f25922.txt>
</file>

<file path=ppt/media/f25923.txt>
</file>

<file path=ppt/media/f25924.txt>
</file>

<file path=ppt/media/f25925.txt>
</file>

<file path=ppt/media/f25926.txt>
</file>

<file path=ppt/media/f25927.txt>
</file>

<file path=ppt/media/f25928.txt>
</file>

<file path=ppt/media/f25929.txt>
</file>

<file path=ppt/media/f25930.txt>
</file>

<file path=ppt/media/f25931.txt>
</file>

<file path=ppt/media/f25932.txt>
</file>

<file path=ppt/media/f25933.txt>
</file>

<file path=ppt/media/f25934.txt>
</file>

<file path=ppt/media/f25935.txt>
</file>

<file path=ppt/media/f25936.txt>
</file>

<file path=ppt/media/f25937.txt>
</file>

<file path=ppt/media/f25938.txt>
</file>

<file path=ppt/media/f25939.txt>
</file>

<file path=ppt/media/f25940.txt>
</file>

<file path=ppt/media/f25941.txt>
</file>

<file path=ppt/media/f25942.txt>
</file>

<file path=ppt/media/f25943.txt>
</file>

<file path=ppt/media/f25944.txt>
</file>

<file path=ppt/media/f25945.txt>
</file>

<file path=ppt/media/f25946.txt>
</file>

<file path=ppt/media/f25947.txt>
</file>

<file path=ppt/media/f25948.txt>
</file>

<file path=ppt/media/f25949.txt>
</file>

<file path=ppt/media/f25950.txt>
</file>

<file path=ppt/media/f25951.txt>
</file>

<file path=ppt/media/f25952.txt>
</file>

<file path=ppt/media/f25953.txt>
</file>

<file path=ppt/media/f25954.txt>
</file>

<file path=ppt/media/f25955.txt>
</file>

<file path=ppt/media/f25956.txt>
</file>

<file path=ppt/media/f25957.txt>
</file>

<file path=ppt/media/f25958.txt>
</file>

<file path=ppt/media/f25959.txt>
</file>

<file path=ppt/media/f25960.txt>
</file>

<file path=ppt/media/f25961.txt>
</file>

<file path=ppt/media/f25962.txt>
</file>

<file path=ppt/media/f25963.txt>
</file>

<file path=ppt/media/f25964.txt>
</file>

<file path=ppt/media/f25965.txt>
</file>

<file path=ppt/media/f25966.txt>
</file>

<file path=ppt/media/f25967.txt>
</file>

<file path=ppt/media/f25968.txt>
</file>

<file path=ppt/media/f25969.txt>
</file>

<file path=ppt/media/f25970.txt>
</file>

<file path=ppt/media/f25971.txt>
</file>

<file path=ppt/media/f25972.txt>
</file>

<file path=ppt/media/f25973.txt>
</file>

<file path=ppt/media/f25974.txt>
</file>

<file path=ppt/media/f25975.txt>
</file>

<file path=ppt/media/f25976.txt>
</file>

<file path=ppt/media/f25977.txt>
</file>

<file path=ppt/media/f25978.txt>
</file>

<file path=ppt/media/f25979.txt>
</file>

<file path=ppt/media/f25980.txt>
</file>

<file path=ppt/media/f25981.txt>
</file>

<file path=ppt/media/f25982.txt>
</file>

<file path=ppt/media/f25983.txt>
</file>

<file path=ppt/media/f25984.txt>
</file>

<file path=ppt/media/f25985.txt>
</file>

<file path=ppt/media/f25986.txt>
</file>

<file path=ppt/media/f25987.txt>
</file>

<file path=ppt/media/f25988.txt>
</file>

<file path=ppt/media/f25989.txt>
</file>

<file path=ppt/media/f25990.txt>
</file>

<file path=ppt/media/f25991.txt>
</file>

<file path=ppt/media/f25992.txt>
</file>

<file path=ppt/media/f25993.txt>
</file>

<file path=ppt/media/f25994.txt>
</file>

<file path=ppt/media/f25995.txt>
</file>

<file path=ppt/media/f25996.txt>
</file>

<file path=ppt/media/f25997.txt>
</file>

<file path=ppt/media/f25998.txt>
</file>

<file path=ppt/media/f25999.txt>
</file>

<file path=ppt/media/f26000.txt>
</file>

<file path=ppt/media/f26001.txt>
</file>

<file path=ppt/media/f26002.txt>
</file>

<file path=ppt/media/f26003.txt>
</file>

<file path=ppt/media/f26004.txt>
</file>

<file path=ppt/media/f26005.txt>
</file>

<file path=ppt/media/f26006.txt>
</file>

<file path=ppt/media/f26007.txt>
</file>

<file path=ppt/media/f26008.txt>
</file>

<file path=ppt/media/f26009.txt>
</file>

<file path=ppt/media/f26010.txt>
</file>

<file path=ppt/media/f26011.txt>
</file>

<file path=ppt/media/f26012.txt>
</file>

<file path=ppt/media/f26013.txt>
</file>

<file path=ppt/media/f26014.txt>
</file>

<file path=ppt/media/f26015.txt>
</file>

<file path=ppt/media/f26016.txt>
</file>

<file path=ppt/media/f26017.txt>
</file>

<file path=ppt/media/f26018.txt>
</file>

<file path=ppt/media/f26019.txt>
</file>

<file path=ppt/media/f26020.txt>
</file>

<file path=ppt/media/f26021.txt>
</file>

<file path=ppt/media/f26022.txt>
</file>

<file path=ppt/media/f26023.txt>
</file>

<file path=ppt/media/f26024.txt>
</file>

<file path=ppt/media/f26025.txt>
</file>

<file path=ppt/media/f26026.txt>
</file>

<file path=ppt/media/f26027.txt>
</file>

<file path=ppt/media/f26028.txt>
</file>

<file path=ppt/media/f26029.txt>
</file>

<file path=ppt/media/f26030.txt>
</file>

<file path=ppt/media/f26031.txt>
</file>

<file path=ppt/media/f26032.txt>
</file>

<file path=ppt/media/f26033.txt>
</file>

<file path=ppt/media/f26034.txt>
</file>

<file path=ppt/media/f26035.txt>
</file>

<file path=ppt/media/f26036.txt>
</file>

<file path=ppt/media/f26037.txt>
</file>

<file path=ppt/media/f26038.txt>
</file>

<file path=ppt/media/f26039.txt>
</file>

<file path=ppt/media/f26040.txt>
</file>

<file path=ppt/media/f26041.txt>
</file>

<file path=ppt/media/f26042.txt>
</file>

<file path=ppt/media/f26043.txt>
</file>

<file path=ppt/media/f26044.txt>
</file>

<file path=ppt/media/f26045.txt>
</file>

<file path=ppt/media/f26046.txt>
</file>

<file path=ppt/media/f26047.txt>
</file>

<file path=ppt/media/f26048.txt>
</file>

<file path=ppt/media/f26049.txt>
</file>

<file path=ppt/media/f26050.txt>
</file>

<file path=ppt/media/f26051.txt>
</file>

<file path=ppt/media/f26052.txt>
</file>

<file path=ppt/media/f26053.txt>
</file>

<file path=ppt/media/f26054.txt>
</file>

<file path=ppt/media/f26055.txt>
</file>

<file path=ppt/media/f26056.txt>
</file>

<file path=ppt/media/f26057.txt>
</file>

<file path=ppt/media/f26058.txt>
</file>

<file path=ppt/media/f26059.txt>
</file>

<file path=ppt/media/f26060.txt>
</file>

<file path=ppt/media/f26061.txt>
</file>

<file path=ppt/media/f26062.txt>
</file>

<file path=ppt/media/f26063.txt>
</file>

<file path=ppt/media/f26064.txt>
</file>

<file path=ppt/media/f26065.txt>
</file>

<file path=ppt/media/f26066.txt>
</file>

<file path=ppt/media/f26067.txt>
</file>

<file path=ppt/media/f26068.txt>
</file>

<file path=ppt/media/f26069.txt>
</file>

<file path=ppt/media/f26070.txt>
</file>

<file path=ppt/media/f26071.txt>
</file>

<file path=ppt/media/f26072.txt>
</file>

<file path=ppt/media/f26073.txt>
</file>

<file path=ppt/media/f26074.txt>
</file>

<file path=ppt/media/f26075.txt>
</file>

<file path=ppt/media/f26076.txt>
</file>

<file path=ppt/media/f26077.txt>
</file>

<file path=ppt/media/f26078.txt>
</file>

<file path=ppt/media/f26079.txt>
</file>

<file path=ppt/media/f26080.txt>
</file>

<file path=ppt/media/f26081.txt>
</file>

<file path=ppt/media/f26082.txt>
</file>

<file path=ppt/media/f26083.txt>
</file>

<file path=ppt/media/f26084.txt>
</file>

<file path=ppt/media/f26085.txt>
</file>

<file path=ppt/media/f26086.txt>
</file>

<file path=ppt/media/f26087.txt>
</file>

<file path=ppt/media/f26088.txt>
</file>

<file path=ppt/media/f26089.txt>
</file>

<file path=ppt/media/f26090.txt>
</file>

<file path=ppt/media/f26091.txt>
</file>

<file path=ppt/media/f26092.txt>
</file>

<file path=ppt/media/f26093.txt>
</file>

<file path=ppt/media/f26094.txt>
</file>

<file path=ppt/media/f26095.txt>
</file>

<file path=ppt/media/f26096.txt>
</file>

<file path=ppt/media/f26097.txt>
</file>

<file path=ppt/media/f26098.txt>
</file>

<file path=ppt/media/f26099.txt>
</file>

<file path=ppt/media/f26100.txt>
</file>

<file path=ppt/media/f26101.txt>
</file>

<file path=ppt/media/f26102.txt>
</file>

<file path=ppt/media/f26103.txt>
</file>

<file path=ppt/media/f26104.txt>
</file>

<file path=ppt/media/f26105.txt>
</file>

<file path=ppt/media/f26106.txt>
</file>

<file path=ppt/media/f26107.txt>
</file>

<file path=ppt/media/f26108.txt>
</file>

<file path=ppt/media/f26109.txt>
</file>

<file path=ppt/media/f26110.txt>
</file>

<file path=ppt/media/f26111.txt>
</file>

<file path=ppt/media/f26112.txt>
</file>

<file path=ppt/media/f26113.txt>
</file>

<file path=ppt/media/f26114.txt>
</file>

<file path=ppt/media/f26115.txt>
</file>

<file path=ppt/media/f26116.txt>
</file>

<file path=ppt/media/f26117.txt>
</file>

<file path=ppt/media/f26118.txt>
</file>

<file path=ppt/media/f26119.txt>
</file>

<file path=ppt/media/f26120.txt>
</file>

<file path=ppt/media/f26121.txt>
</file>

<file path=ppt/media/f26122.txt>
</file>

<file path=ppt/media/f26123.txt>
</file>

<file path=ppt/media/f26124.txt>
</file>

<file path=ppt/media/f26125.txt>
</file>

<file path=ppt/media/f26126.txt>
</file>

<file path=ppt/media/f26127.txt>
</file>

<file path=ppt/media/f26128.txt>
</file>

<file path=ppt/media/f26129.txt>
</file>

<file path=ppt/media/f26130.txt>
</file>

<file path=ppt/media/f26131.txt>
</file>

<file path=ppt/media/f26132.txt>
</file>

<file path=ppt/media/f26133.txt>
</file>

<file path=ppt/media/f26134.txt>
</file>

<file path=ppt/media/f26135.txt>
</file>

<file path=ppt/media/f26136.txt>
</file>

<file path=ppt/media/f26137.txt>
</file>

<file path=ppt/media/f26138.txt>
</file>

<file path=ppt/media/f26139.txt>
</file>

<file path=ppt/media/f26140.txt>
</file>

<file path=ppt/media/f26141.txt>
</file>

<file path=ppt/media/f26142.txt>
</file>

<file path=ppt/media/f26143.txt>
</file>

<file path=ppt/media/f26144.txt>
</file>

<file path=ppt/media/f26145.txt>
</file>

<file path=ppt/media/f26146.txt>
</file>

<file path=ppt/media/f26147.txt>
</file>

<file path=ppt/media/f26148.txt>
</file>

<file path=ppt/media/f26149.txt>
</file>

<file path=ppt/media/f26150.txt>
</file>

<file path=ppt/media/f26151.txt>
</file>

<file path=ppt/media/f26152.txt>
</file>

<file path=ppt/media/f26153.txt>
</file>

<file path=ppt/media/f26154.txt>
</file>

<file path=ppt/media/f26155.txt>
</file>

<file path=ppt/media/f26156.txt>
</file>

<file path=ppt/media/f26157.txt>
</file>

<file path=ppt/media/f26158.txt>
</file>

<file path=ppt/media/f26159.txt>
</file>

<file path=ppt/media/f26160.txt>
</file>

<file path=ppt/media/f26161.txt>
</file>

<file path=ppt/media/f26162.txt>
</file>

<file path=ppt/media/f26163.txt>
</file>

<file path=ppt/media/f26164.txt>
</file>

<file path=ppt/media/f26165.txt>
</file>

<file path=ppt/media/f26166.txt>
</file>

<file path=ppt/media/f26167.txt>
</file>

<file path=ppt/media/f26168.txt>
</file>

<file path=ppt/media/f26169.txt>
</file>

<file path=ppt/media/f26170.txt>
</file>

<file path=ppt/media/f26171.txt>
</file>

<file path=ppt/media/f26172.txt>
</file>

<file path=ppt/media/f26173.txt>
</file>

<file path=ppt/media/f26174.txt>
</file>

<file path=ppt/media/f26175.txt>
</file>

<file path=ppt/media/f26176.txt>
</file>

<file path=ppt/media/f26177.txt>
</file>

<file path=ppt/media/f26178.txt>
</file>

<file path=ppt/media/f26179.txt>
</file>

<file path=ppt/media/f26180.txt>
</file>

<file path=ppt/media/f26181.txt>
</file>

<file path=ppt/media/f26182.txt>
</file>

<file path=ppt/media/f26183.txt>
</file>

<file path=ppt/media/f26184.txt>
</file>

<file path=ppt/media/f26185.txt>
</file>

<file path=ppt/media/f26186.txt>
</file>

<file path=ppt/media/f26187.txt>
</file>

<file path=ppt/media/f26188.txt>
</file>

<file path=ppt/media/f26189.txt>
</file>

<file path=ppt/media/f26190.txt>
</file>

<file path=ppt/media/f26191.txt>
</file>

<file path=ppt/media/f26192.txt>
</file>

<file path=ppt/media/f26193.txt>
</file>

<file path=ppt/media/f26194.txt>
</file>

<file path=ppt/media/f26195.txt>
</file>

<file path=ppt/media/f26196.txt>
</file>

<file path=ppt/media/f26197.txt>
</file>

<file path=ppt/media/f26198.txt>
</file>

<file path=ppt/media/f26199.txt>
</file>

<file path=ppt/media/f26200.txt>
</file>

<file path=ppt/media/f26201.txt>
</file>

<file path=ppt/media/f26202.txt>
</file>

<file path=ppt/media/f26203.txt>
</file>

<file path=ppt/media/f26204.txt>
</file>

<file path=ppt/media/f26205.txt>
</file>

<file path=ppt/media/f26206.txt>
</file>

<file path=ppt/media/f26207.txt>
</file>

<file path=ppt/media/f26208.txt>
</file>

<file path=ppt/media/f26209.txt>
</file>

<file path=ppt/media/f26210.txt>
</file>

<file path=ppt/media/f26211.txt>
</file>

<file path=ppt/media/f26212.txt>
</file>

<file path=ppt/media/f26213.txt>
</file>

<file path=ppt/media/f26214.txt>
</file>

<file path=ppt/media/f26215.txt>
</file>

<file path=ppt/media/f26216.txt>
</file>

<file path=ppt/media/f26217.txt>
</file>

<file path=ppt/media/f26218.txt>
</file>

<file path=ppt/media/f26219.txt>
</file>

<file path=ppt/media/f26220.txt>
</file>

<file path=ppt/media/f26221.txt>
</file>

<file path=ppt/media/f26222.txt>
</file>

<file path=ppt/media/f26223.txt>
</file>

<file path=ppt/media/f26224.txt>
</file>

<file path=ppt/media/f26225.txt>
</file>

<file path=ppt/media/f26226.txt>
</file>

<file path=ppt/media/f26227.txt>
</file>

<file path=ppt/media/f26228.txt>
</file>

<file path=ppt/media/f26229.txt>
</file>

<file path=ppt/media/f26230.txt>
</file>

<file path=ppt/media/f26231.txt>
</file>

<file path=ppt/media/f26232.txt>
</file>

<file path=ppt/media/f26233.txt>
</file>

<file path=ppt/media/f26234.txt>
</file>

<file path=ppt/media/f26235.txt>
</file>

<file path=ppt/media/f26236.txt>
</file>

<file path=ppt/media/f26237.txt>
</file>

<file path=ppt/media/f26238.txt>
</file>

<file path=ppt/media/f26239.txt>
</file>

<file path=ppt/media/f26240.txt>
</file>

<file path=ppt/media/f26241.txt>
</file>

<file path=ppt/media/f26242.txt>
</file>

<file path=ppt/media/f26243.txt>
</file>

<file path=ppt/media/f26244.txt>
</file>

<file path=ppt/media/f26245.txt>
</file>

<file path=ppt/media/f26246.txt>
</file>

<file path=ppt/media/f26247.txt>
</file>

<file path=ppt/media/f26248.txt>
</file>

<file path=ppt/media/f26249.txt>
</file>

<file path=ppt/media/f26250.txt>
</file>

<file path=ppt/media/f26251.txt>
</file>

<file path=ppt/media/f26252.txt>
</file>

<file path=ppt/media/f26253.txt>
</file>

<file path=ppt/media/f26254.txt>
</file>

<file path=ppt/media/f26255.txt>
</file>

<file path=ppt/media/f26256.txt>
</file>

<file path=ppt/media/f26257.txt>
</file>

<file path=ppt/media/f26258.txt>
</file>

<file path=ppt/media/f26259.txt>
</file>

<file path=ppt/media/f26260.txt>
</file>

<file path=ppt/media/f26261.txt>
</file>

<file path=ppt/media/f26262.txt>
</file>

<file path=ppt/media/f26263.txt>
</file>

<file path=ppt/media/f26264.txt>
</file>

<file path=ppt/media/f26265.txt>
</file>

<file path=ppt/media/f26266.txt>
</file>

<file path=ppt/media/f26267.txt>
</file>

<file path=ppt/media/f26268.txt>
</file>

<file path=ppt/media/f26269.txt>
</file>

<file path=ppt/media/f26270.txt>
</file>

<file path=ppt/media/f26271.txt>
</file>

<file path=ppt/media/f26272.txt>
</file>

<file path=ppt/media/f26273.txt>
</file>

<file path=ppt/media/f26274.txt>
</file>

<file path=ppt/media/f26275.txt>
</file>

<file path=ppt/media/f26276.txt>
</file>

<file path=ppt/media/f26277.txt>
</file>

<file path=ppt/media/f26278.txt>
</file>

<file path=ppt/media/f26279.txt>
</file>

<file path=ppt/media/f26280.txt>
</file>

<file path=ppt/media/f26281.txt>
</file>

<file path=ppt/media/f26282.txt>
</file>

<file path=ppt/media/f26283.txt>
</file>

<file path=ppt/media/f26284.txt>
</file>

<file path=ppt/media/f26285.txt>
</file>

<file path=ppt/media/f26286.txt>
</file>

<file path=ppt/media/f26287.txt>
</file>

<file path=ppt/media/f26288.txt>
</file>

<file path=ppt/media/f26289.txt>
</file>

<file path=ppt/media/f26290.txt>
</file>

<file path=ppt/media/f26291.txt>
</file>

<file path=ppt/media/f26292.txt>
</file>

<file path=ppt/media/f26293.txt>
</file>

<file path=ppt/media/f26294.txt>
</file>

<file path=ppt/media/f26295.txt>
</file>

<file path=ppt/media/f26296.txt>
</file>

<file path=ppt/media/f26297.txt>
</file>

<file path=ppt/media/f26298.txt>
</file>

<file path=ppt/media/f26299.txt>
</file>

<file path=ppt/media/f26300.txt>
</file>

<file path=ppt/media/f26301.txt>
</file>

<file path=ppt/media/f26302.txt>
</file>

<file path=ppt/media/f26303.txt>
</file>

<file path=ppt/media/f26304.txt>
</file>

<file path=ppt/media/f26305.txt>
</file>

<file path=ppt/media/f26306.txt>
</file>

<file path=ppt/media/f26307.txt>
</file>

<file path=ppt/media/f26308.txt>
</file>

<file path=ppt/media/f26309.txt>
</file>

<file path=ppt/media/f26310.txt>
</file>

<file path=ppt/media/f26311.txt>
</file>

<file path=ppt/media/f26312.txt>
</file>

<file path=ppt/media/f26313.txt>
</file>

<file path=ppt/media/f26314.txt>
</file>

<file path=ppt/media/f26315.txt>
</file>

<file path=ppt/media/f26316.txt>
</file>

<file path=ppt/media/f26317.txt>
</file>

<file path=ppt/media/f26318.txt>
</file>

<file path=ppt/media/f26319.txt>
</file>

<file path=ppt/media/f26320.txt>
</file>

<file path=ppt/media/f26321.txt>
</file>

<file path=ppt/media/f26322.txt>
</file>

<file path=ppt/media/f26323.txt>
</file>

<file path=ppt/media/f26324.txt>
</file>

<file path=ppt/media/f26325.txt>
</file>

<file path=ppt/media/f26326.txt>
</file>

<file path=ppt/media/f26327.txt>
</file>

<file path=ppt/media/f26328.txt>
</file>

<file path=ppt/media/f26329.txt>
</file>

<file path=ppt/media/f26330.txt>
</file>

<file path=ppt/media/f26331.txt>
</file>

<file path=ppt/media/f26332.txt>
</file>

<file path=ppt/media/f26333.txt>
</file>

<file path=ppt/media/f26334.txt>
</file>

<file path=ppt/media/f26335.txt>
</file>

<file path=ppt/media/f26336.txt>
</file>

<file path=ppt/media/f26337.txt>
</file>

<file path=ppt/media/f26338.txt>
</file>

<file path=ppt/media/f26339.txt>
</file>

<file path=ppt/media/f26340.txt>
</file>

<file path=ppt/media/f26341.txt>
</file>

<file path=ppt/media/f26342.txt>
</file>

<file path=ppt/media/f26343.txt>
</file>

<file path=ppt/media/f26344.txt>
</file>

<file path=ppt/media/f26345.txt>
</file>

<file path=ppt/media/f26346.txt>
</file>

<file path=ppt/media/f26347.txt>
</file>

<file path=ppt/media/f26348.txt>
</file>

<file path=ppt/media/f26349.txt>
</file>

<file path=ppt/media/f26350.txt>
</file>

<file path=ppt/media/f26351.txt>
</file>

<file path=ppt/media/f26352.txt>
</file>

<file path=ppt/media/f26353.txt>
</file>

<file path=ppt/media/f26354.txt>
</file>

<file path=ppt/media/f26355.txt>
</file>

<file path=ppt/media/f26356.txt>
</file>

<file path=ppt/media/f26357.txt>
</file>

<file path=ppt/media/f26358.txt>
</file>

<file path=ppt/media/f26359.txt>
</file>

<file path=ppt/media/f26360.txt>
</file>

<file path=ppt/media/f26361.txt>
</file>

<file path=ppt/media/f26362.txt>
</file>

<file path=ppt/media/f26363.txt>
</file>

<file path=ppt/media/f26364.txt>
</file>

<file path=ppt/media/f26365.txt>
</file>

<file path=ppt/media/f26366.txt>
</file>

<file path=ppt/media/f26367.txt>
</file>

<file path=ppt/media/f26368.txt>
</file>

<file path=ppt/media/f26369.txt>
</file>

<file path=ppt/media/f26370.txt>
</file>

<file path=ppt/media/f26371.txt>
</file>

<file path=ppt/media/f26372.txt>
</file>

<file path=ppt/media/f26373.txt>
</file>

<file path=ppt/media/f26374.txt>
</file>

<file path=ppt/media/f26375.txt>
</file>

<file path=ppt/media/f26376.txt>
</file>

<file path=ppt/media/f26377.txt>
</file>

<file path=ppt/media/f26378.txt>
</file>

<file path=ppt/media/f26379.txt>
</file>

<file path=ppt/media/f26380.txt>
</file>

<file path=ppt/media/f26381.txt>
</file>

<file path=ppt/media/f26382.txt>
</file>

<file path=ppt/media/f26383.txt>
</file>

<file path=ppt/media/f26384.txt>
</file>

<file path=ppt/media/f26385.txt>
</file>

<file path=ppt/media/f26386.txt>
</file>

<file path=ppt/media/f26387.txt>
</file>

<file path=ppt/media/f26388.txt>
</file>

<file path=ppt/media/f26389.txt>
</file>

<file path=ppt/media/f26390.txt>
</file>

<file path=ppt/media/f26391.txt>
</file>

<file path=ppt/media/f26392.txt>
</file>

<file path=ppt/media/f26393.txt>
</file>

<file path=ppt/media/f26394.txt>
</file>

<file path=ppt/media/f26395.txt>
</file>

<file path=ppt/media/f26396.txt>
</file>

<file path=ppt/media/f26397.txt>
</file>

<file path=ppt/media/f26398.txt>
</file>

<file path=ppt/media/f26399.txt>
</file>

<file path=ppt/media/f26400.txt>
</file>

<file path=ppt/media/f26401.txt>
</file>

<file path=ppt/media/f26402.txt>
</file>

<file path=ppt/media/f26403.txt>
</file>

<file path=ppt/media/f26404.txt>
</file>

<file path=ppt/media/f26405.txt>
</file>

<file path=ppt/media/f26406.txt>
</file>

<file path=ppt/media/f26407.txt>
</file>

<file path=ppt/media/f26408.txt>
</file>

<file path=ppt/media/f26409.txt>
</file>

<file path=ppt/media/f26410.txt>
</file>

<file path=ppt/media/f26411.txt>
</file>

<file path=ppt/media/f26412.txt>
</file>

<file path=ppt/media/f26413.txt>
</file>

<file path=ppt/media/f26414.txt>
</file>

<file path=ppt/media/f26415.txt>
</file>

<file path=ppt/media/f26416.txt>
</file>

<file path=ppt/media/f26417.txt>
</file>

<file path=ppt/media/f26418.txt>
</file>

<file path=ppt/media/f26419.txt>
</file>

<file path=ppt/media/f26420.txt>
</file>

<file path=ppt/media/f26421.txt>
</file>

<file path=ppt/media/f26422.txt>
</file>

<file path=ppt/media/f26423.txt>
</file>

<file path=ppt/media/f26424.txt>
</file>

<file path=ppt/media/f26425.txt>
</file>

<file path=ppt/media/f26426.txt>
</file>

<file path=ppt/media/f26427.txt>
</file>

<file path=ppt/media/f26428.txt>
</file>

<file path=ppt/media/f26429.txt>
</file>

<file path=ppt/media/f26430.txt>
</file>

<file path=ppt/media/f26431.txt>
</file>

<file path=ppt/media/f26432.txt>
</file>

<file path=ppt/media/f26433.txt>
</file>

<file path=ppt/media/f26434.txt>
</file>

<file path=ppt/media/f26435.txt>
</file>

<file path=ppt/media/f26436.txt>
</file>

<file path=ppt/media/f26437.txt>
</file>

<file path=ppt/media/f26438.txt>
</file>

<file path=ppt/media/f26439.txt>
</file>

<file path=ppt/media/f26440.txt>
</file>

<file path=ppt/media/f26441.txt>
</file>

<file path=ppt/media/f26442.txt>
</file>

<file path=ppt/media/f26443.txt>
</file>

<file path=ppt/media/f26444.txt>
</file>

<file path=ppt/media/f26445.txt>
</file>

<file path=ppt/media/f26446.txt>
</file>

<file path=ppt/media/f26447.txt>
</file>

<file path=ppt/media/f26448.txt>
</file>

<file path=ppt/media/f26449.txt>
</file>

<file path=ppt/media/f26450.txt>
</file>

<file path=ppt/media/f26451.txt>
</file>

<file path=ppt/media/f26452.txt>
</file>

<file path=ppt/media/f26453.txt>
</file>

<file path=ppt/media/f26454.txt>
</file>

<file path=ppt/media/f26455.txt>
</file>

<file path=ppt/media/f26456.txt>
</file>

<file path=ppt/media/f26457.txt>
</file>

<file path=ppt/media/f26458.txt>
</file>

<file path=ppt/media/f26459.txt>
</file>

<file path=ppt/media/f26460.txt>
</file>

<file path=ppt/media/f26461.txt>
</file>

<file path=ppt/media/f26462.txt>
</file>

<file path=ppt/media/f26463.txt>
</file>

<file path=ppt/media/f26464.txt>
</file>

<file path=ppt/media/f26465.txt>
</file>

<file path=ppt/media/f26466.txt>
</file>

<file path=ppt/media/f26467.txt>
</file>

<file path=ppt/media/f26468.txt>
</file>

<file path=ppt/media/f26469.txt>
</file>

<file path=ppt/media/f26470.txt>
</file>

<file path=ppt/media/f26471.txt>
</file>

<file path=ppt/media/f26472.txt>
</file>

<file path=ppt/media/f26473.txt>
</file>

<file path=ppt/media/f26474.txt>
</file>

<file path=ppt/media/f26475.txt>
</file>

<file path=ppt/media/f26476.txt>
</file>

<file path=ppt/media/f26477.txt>
</file>

<file path=ppt/media/f26478.txt>
</file>

<file path=ppt/media/f26479.txt>
</file>

<file path=ppt/media/f26480.txt>
</file>

<file path=ppt/media/f26481.txt>
</file>

<file path=ppt/media/f26482.txt>
</file>

<file path=ppt/media/f26483.txt>
</file>

<file path=ppt/media/f26484.txt>
</file>

<file path=ppt/media/f26485.txt>
</file>

<file path=ppt/media/f26486.txt>
</file>

<file path=ppt/media/f26487.txt>
</file>

<file path=ppt/media/f26488.txt>
</file>

<file path=ppt/media/f26489.txt>
</file>

<file path=ppt/media/f26490.txt>
</file>

<file path=ppt/media/f26491.txt>
</file>

<file path=ppt/media/f26492.txt>
</file>

<file path=ppt/media/f26493.txt>
</file>

<file path=ppt/media/f26494.txt>
</file>

<file path=ppt/media/f26495.txt>
</file>

<file path=ppt/media/f26496.txt>
</file>

<file path=ppt/media/f26497.txt>
</file>

<file path=ppt/media/f26498.txt>
</file>

<file path=ppt/media/f26499.txt>
</file>

<file path=ppt/media/f26500.txt>
</file>

<file path=ppt/media/f26501.txt>
</file>

<file path=ppt/media/f26502.txt>
</file>

<file path=ppt/media/f26503.txt>
</file>

<file path=ppt/media/f26504.txt>
</file>

<file path=ppt/media/f26505.txt>
</file>

<file path=ppt/media/f26506.txt>
</file>

<file path=ppt/media/f26507.txt>
</file>

<file path=ppt/media/f26508.txt>
</file>

<file path=ppt/media/f26509.txt>
</file>

<file path=ppt/media/f26510.txt>
</file>

<file path=ppt/media/f26511.txt>
</file>

<file path=ppt/media/f26512.txt>
</file>

<file path=ppt/media/f26513.txt>
</file>

<file path=ppt/media/f26514.txt>
</file>

<file path=ppt/media/f26515.txt>
</file>

<file path=ppt/media/f26516.txt>
</file>

<file path=ppt/media/f26517.txt>
</file>

<file path=ppt/media/f26518.txt>
</file>

<file path=ppt/media/f26519.txt>
</file>

<file path=ppt/media/f26520.txt>
</file>

<file path=ppt/media/f26521.txt>
</file>

<file path=ppt/media/f26522.txt>
</file>

<file path=ppt/media/f26523.txt>
</file>

<file path=ppt/media/f26524.txt>
</file>

<file path=ppt/media/f26525.txt>
</file>

<file path=ppt/media/f26526.txt>
</file>

<file path=ppt/media/f26527.txt>
</file>

<file path=ppt/media/f26528.txt>
</file>

<file path=ppt/media/f26529.txt>
</file>

<file path=ppt/media/f26530.txt>
</file>

<file path=ppt/media/f26531.txt>
</file>

<file path=ppt/media/f26532.txt>
</file>

<file path=ppt/media/f26533.txt>
</file>

<file path=ppt/media/f26534.txt>
</file>

<file path=ppt/media/f26535.txt>
</file>

<file path=ppt/media/f26536.txt>
</file>

<file path=ppt/media/f26537.txt>
</file>

<file path=ppt/media/f26538.txt>
</file>

<file path=ppt/media/f26539.txt>
</file>

<file path=ppt/media/f26540.txt>
</file>

<file path=ppt/media/f26541.txt>
</file>

<file path=ppt/media/f26542.txt>
</file>

<file path=ppt/media/f26543.txt>
</file>

<file path=ppt/media/f26544.txt>
</file>

<file path=ppt/media/f26545.txt>
</file>

<file path=ppt/media/f26546.txt>
</file>

<file path=ppt/media/f26547.txt>
</file>

<file path=ppt/media/f26548.txt>
</file>

<file path=ppt/media/f26549.txt>
</file>

<file path=ppt/media/f26550.txt>
</file>

<file path=ppt/media/f26551.txt>
</file>

<file path=ppt/media/f26552.txt>
</file>

<file path=ppt/media/f26553.txt>
</file>

<file path=ppt/media/f26554.txt>
</file>

<file path=ppt/media/f26555.txt>
</file>

<file path=ppt/media/f26556.txt>
</file>

<file path=ppt/media/f26557.txt>
</file>

<file path=ppt/media/f26558.txt>
</file>

<file path=ppt/media/f26559.txt>
</file>

<file path=ppt/media/f26560.txt>
</file>

<file path=ppt/media/f26561.txt>
</file>

<file path=ppt/media/f26562.txt>
</file>

<file path=ppt/media/f26563.txt>
</file>

<file path=ppt/media/f26564.txt>
</file>

<file path=ppt/media/f26565.txt>
</file>

<file path=ppt/media/f26566.txt>
</file>

<file path=ppt/media/f26567.txt>
</file>

<file path=ppt/media/f26568.txt>
</file>

<file path=ppt/media/f26569.txt>
</file>

<file path=ppt/media/f26570.txt>
</file>

<file path=ppt/media/f26571.txt>
</file>

<file path=ppt/media/f26572.txt>
</file>

<file path=ppt/media/f26573.txt>
</file>

<file path=ppt/media/f26574.txt>
</file>

<file path=ppt/media/f26575.txt>
</file>

<file path=ppt/media/f26576.txt>
</file>

<file path=ppt/media/f26577.txt>
</file>

<file path=ppt/media/f26578.txt>
</file>

<file path=ppt/media/f26579.txt>
</file>

<file path=ppt/media/f26580.txt>
</file>

<file path=ppt/media/f26581.txt>
</file>

<file path=ppt/media/f26582.txt>
</file>

<file path=ppt/media/f26583.txt>
</file>

<file path=ppt/media/f26584.txt>
</file>

<file path=ppt/media/f26585.txt>
</file>

<file path=ppt/media/f26586.txt>
</file>

<file path=ppt/media/f26587.txt>
</file>

<file path=ppt/media/f26588.txt>
</file>

<file path=ppt/media/f26589.txt>
</file>

<file path=ppt/media/f26590.txt>
</file>

<file path=ppt/media/f26591.txt>
</file>

<file path=ppt/media/f26592.txt>
</file>

<file path=ppt/media/f26593.txt>
</file>

<file path=ppt/media/f26594.txt>
</file>

<file path=ppt/media/f26595.txt>
</file>

<file path=ppt/media/f26596.txt>
</file>

<file path=ppt/media/f26597.txt>
</file>

<file path=ppt/media/f26598.txt>
</file>

<file path=ppt/media/f26599.txt>
</file>

<file path=ppt/media/f26600.txt>
</file>

<file path=ppt/media/f26601.txt>
</file>

<file path=ppt/media/f26602.txt>
</file>

<file path=ppt/media/f26603.txt>
</file>

<file path=ppt/media/f26604.txt>
</file>

<file path=ppt/media/f26605.txt>
</file>

<file path=ppt/media/f26606.txt>
</file>

<file path=ppt/media/f26607.txt>
</file>

<file path=ppt/media/f26608.txt>
</file>

<file path=ppt/media/f26609.txt>
</file>

<file path=ppt/media/f26610.txt>
</file>

<file path=ppt/media/f26611.txt>
</file>

<file path=ppt/media/f26612.txt>
</file>

<file path=ppt/media/f26613.txt>
</file>

<file path=ppt/media/f26614.txt>
</file>

<file path=ppt/media/f26615.txt>
</file>

<file path=ppt/media/f26616.txt>
</file>

<file path=ppt/media/f26617.txt>
</file>

<file path=ppt/media/f26618.txt>
</file>

<file path=ppt/media/f26619.txt>
</file>

<file path=ppt/media/f26620.txt>
</file>

<file path=ppt/media/f26621.txt>
</file>

<file path=ppt/media/f26622.txt>
</file>

<file path=ppt/media/f26623.txt>
</file>

<file path=ppt/media/f26624.txt>
</file>

<file path=ppt/media/f26625.txt>
</file>

<file path=ppt/media/f26626.txt>
</file>

<file path=ppt/media/f26627.txt>
</file>

<file path=ppt/media/f26628.txt>
</file>

<file path=ppt/media/f26629.txt>
</file>

<file path=ppt/media/f26630.txt>
</file>

<file path=ppt/media/f26631.txt>
</file>

<file path=ppt/media/f26632.txt>
</file>

<file path=ppt/media/f26633.txt>
</file>

<file path=ppt/media/f26634.txt>
</file>

<file path=ppt/media/f26635.txt>
</file>

<file path=ppt/media/f26636.txt>
</file>

<file path=ppt/media/f26637.txt>
</file>

<file path=ppt/media/f26638.txt>
</file>

<file path=ppt/media/f26639.txt>
</file>

<file path=ppt/media/f26640.txt>
</file>

<file path=ppt/media/f26641.txt>
</file>

<file path=ppt/media/f26642.txt>
</file>

<file path=ppt/media/f26643.txt>
</file>

<file path=ppt/media/f26644.txt>
</file>

<file path=ppt/media/f26645.txt>
</file>

<file path=ppt/media/f26646.txt>
</file>

<file path=ppt/media/f26647.txt>
</file>

<file path=ppt/media/f26648.txt>
</file>

<file path=ppt/media/f26649.txt>
</file>

<file path=ppt/media/f26650.txt>
</file>

<file path=ppt/media/f26651.txt>
</file>

<file path=ppt/media/f26652.txt>
</file>

<file path=ppt/media/f26653.txt>
</file>

<file path=ppt/media/f26654.txt>
</file>

<file path=ppt/media/f26655.txt>
</file>

<file path=ppt/media/f26656.txt>
</file>

<file path=ppt/media/f26657.txt>
</file>

<file path=ppt/media/f26658.txt>
</file>

<file path=ppt/media/f26659.txt>
</file>

<file path=ppt/media/f26660.txt>
</file>

<file path=ppt/media/f26661.txt>
</file>

<file path=ppt/media/f26662.txt>
</file>

<file path=ppt/media/f26663.txt>
</file>

<file path=ppt/media/f26664.txt>
</file>

<file path=ppt/media/f26665.txt>
</file>

<file path=ppt/media/f26666.txt>
</file>

<file path=ppt/media/f26667.txt>
</file>

<file path=ppt/media/f26668.txt>
</file>

<file path=ppt/media/f26669.txt>
</file>

<file path=ppt/media/f26670.txt>
</file>

<file path=ppt/media/f26671.txt>
</file>

<file path=ppt/media/f26672.txt>
</file>

<file path=ppt/media/f26673.txt>
</file>

<file path=ppt/media/f26674.txt>
</file>

<file path=ppt/media/f26675.txt>
</file>

<file path=ppt/media/f26676.txt>
</file>

<file path=ppt/media/f26677.txt>
</file>

<file path=ppt/media/f26678.txt>
</file>

<file path=ppt/media/f26679.txt>
</file>

<file path=ppt/media/f26680.txt>
</file>

<file path=ppt/media/f26681.txt>
</file>

<file path=ppt/media/f26682.txt>
</file>

<file path=ppt/media/f26683.txt>
</file>

<file path=ppt/media/f26684.txt>
</file>

<file path=ppt/media/f26685.txt>
</file>

<file path=ppt/media/f26686.txt>
</file>

<file path=ppt/media/f26687.txt>
</file>

<file path=ppt/media/f26688.txt>
</file>

<file path=ppt/media/f26689.txt>
</file>

<file path=ppt/media/f26690.txt>
</file>

<file path=ppt/media/f26691.txt>
</file>

<file path=ppt/media/f26692.txt>
</file>

<file path=ppt/media/f26693.txt>
</file>

<file path=ppt/media/f26694.txt>
</file>

<file path=ppt/media/f26695.txt>
</file>

<file path=ppt/media/f26696.txt>
</file>

<file path=ppt/media/f26697.txt>
</file>

<file path=ppt/media/f26698.txt>
</file>

<file path=ppt/media/f26699.txt>
</file>

<file path=ppt/media/f26700.txt>
</file>

<file path=ppt/media/f26701.txt>
</file>

<file path=ppt/media/f26702.txt>
</file>

<file path=ppt/media/f26703.txt>
</file>

<file path=ppt/media/f26704.txt>
</file>

<file path=ppt/media/f26705.txt>
</file>

<file path=ppt/media/f26706.txt>
</file>

<file path=ppt/media/f26707.txt>
</file>

<file path=ppt/media/f26708.txt>
</file>

<file path=ppt/media/f26709.txt>
</file>

<file path=ppt/media/f26710.txt>
</file>

<file path=ppt/media/f26711.txt>
</file>

<file path=ppt/media/f26712.txt>
</file>

<file path=ppt/media/f26713.txt>
</file>

<file path=ppt/media/f26714.txt>
</file>

<file path=ppt/media/f26715.txt>
</file>

<file path=ppt/media/f26716.txt>
</file>

<file path=ppt/media/f26717.txt>
</file>

<file path=ppt/media/f26718.txt>
</file>

<file path=ppt/media/f26719.txt>
</file>

<file path=ppt/media/f26720.txt>
</file>

<file path=ppt/media/f26721.txt>
</file>

<file path=ppt/media/f26722.txt>
</file>

<file path=ppt/media/f26723.txt>
</file>

<file path=ppt/media/f26724.txt>
</file>

<file path=ppt/media/f26725.txt>
</file>

<file path=ppt/media/f26726.txt>
</file>

<file path=ppt/media/f26727.txt>
</file>

<file path=ppt/media/f26728.txt>
</file>

<file path=ppt/media/f26729.txt>
</file>

<file path=ppt/media/f26730.txt>
</file>

<file path=ppt/media/f26731.txt>
</file>

<file path=ppt/media/f26732.txt>
</file>

<file path=ppt/media/f26733.txt>
</file>

<file path=ppt/media/f26734.txt>
</file>

<file path=ppt/media/f26735.txt>
</file>

<file path=ppt/media/f26736.txt>
</file>

<file path=ppt/media/f26737.txt>
</file>

<file path=ppt/media/f26738.txt>
</file>

<file path=ppt/media/f26739.txt>
</file>

<file path=ppt/media/f26740.txt>
</file>

<file path=ppt/media/f26741.txt>
</file>

<file path=ppt/media/f26742.txt>
</file>

<file path=ppt/media/f26743.txt>
</file>

<file path=ppt/media/f26744.txt>
</file>

<file path=ppt/media/f26745.txt>
</file>

<file path=ppt/media/f26746.txt>
</file>

<file path=ppt/media/f26747.txt>
</file>

<file path=ppt/media/f26748.txt>
</file>

<file path=ppt/media/f26749.txt>
</file>

<file path=ppt/media/f26750.txt>
</file>

<file path=ppt/media/f26751.txt>
</file>

<file path=ppt/media/f26752.txt>
</file>

<file path=ppt/media/f26753.txt>
</file>

<file path=ppt/media/f26754.txt>
</file>

<file path=ppt/media/f26755.txt>
</file>

<file path=ppt/media/f26756.txt>
</file>

<file path=ppt/media/f26757.txt>
</file>

<file path=ppt/media/f26758.txt>
</file>

<file path=ppt/media/f26759.txt>
</file>

<file path=ppt/media/f26760.txt>
</file>

<file path=ppt/media/f26761.txt>
</file>

<file path=ppt/media/f26762.txt>
</file>

<file path=ppt/media/f26763.txt>
</file>

<file path=ppt/media/f26764.txt>
</file>

<file path=ppt/media/f26765.txt>
</file>

<file path=ppt/media/f26766.txt>
</file>

<file path=ppt/media/f26767.txt>
</file>

<file path=ppt/media/f26768.txt>
</file>

<file path=ppt/media/f26769.txt>
</file>

<file path=ppt/media/f26770.txt>
</file>

<file path=ppt/media/f26771.txt>
</file>

<file path=ppt/media/f26772.txt>
</file>

<file path=ppt/media/f26773.txt>
</file>

<file path=ppt/media/f26774.txt>
</file>

<file path=ppt/media/f26775.txt>
</file>

<file path=ppt/media/f26776.txt>
</file>

<file path=ppt/media/f26777.txt>
</file>

<file path=ppt/media/f26778.txt>
</file>

<file path=ppt/media/f26779.txt>
</file>

<file path=ppt/media/f26780.txt>
</file>

<file path=ppt/media/f26781.txt>
</file>

<file path=ppt/media/f26782.txt>
</file>

<file path=ppt/media/f26783.txt>
</file>

<file path=ppt/media/f26784.txt>
</file>

<file path=ppt/media/f26785.txt>
</file>

<file path=ppt/media/f26786.txt>
</file>

<file path=ppt/media/f26787.txt>
</file>

<file path=ppt/media/f26788.txt>
</file>

<file path=ppt/media/f26789.txt>
</file>

<file path=ppt/media/f26790.txt>
</file>

<file path=ppt/media/f26791.txt>
</file>

<file path=ppt/media/f26792.txt>
</file>

<file path=ppt/media/f26793.txt>
</file>

<file path=ppt/media/f26794.txt>
</file>

<file path=ppt/media/f26795.txt>
</file>

<file path=ppt/media/f26796.txt>
</file>

<file path=ppt/media/f26797.txt>
</file>

<file path=ppt/media/f26798.txt>
</file>

<file path=ppt/media/f26799.txt>
</file>

<file path=ppt/media/f26800.txt>
</file>

<file path=ppt/media/f26801.txt>
</file>

<file path=ppt/media/f26802.txt>
</file>

<file path=ppt/media/f26803.txt>
</file>

<file path=ppt/media/f26804.txt>
</file>

<file path=ppt/media/f26805.txt>
</file>

<file path=ppt/media/f26806.txt>
</file>

<file path=ppt/media/f26807.txt>
</file>

<file path=ppt/media/f26808.txt>
</file>

<file path=ppt/media/f26809.txt>
</file>

<file path=ppt/media/f26810.txt>
</file>

<file path=ppt/media/f26811.txt>
</file>

<file path=ppt/media/f26812.txt>
</file>

<file path=ppt/media/f26813.txt>
</file>

<file path=ppt/media/f26814.txt>
</file>

<file path=ppt/media/f26815.txt>
</file>

<file path=ppt/media/f26816.txt>
</file>

<file path=ppt/media/f26817.txt>
</file>

<file path=ppt/media/f26818.txt>
</file>

<file path=ppt/media/f26819.txt>
</file>

<file path=ppt/media/f26820.txt>
</file>

<file path=ppt/media/f26821.txt>
</file>

<file path=ppt/media/f26822.txt>
</file>

<file path=ppt/media/f26823.txt>
</file>

<file path=ppt/media/f26824.txt>
</file>

<file path=ppt/media/f26825.txt>
</file>

<file path=ppt/media/f26826.txt>
</file>

<file path=ppt/media/f26827.txt>
</file>

<file path=ppt/media/f26828.txt>
</file>

<file path=ppt/media/f26829.txt>
</file>

<file path=ppt/media/f26830.txt>
</file>

<file path=ppt/media/f26831.txt>
</file>

<file path=ppt/media/f26832.txt>
</file>

<file path=ppt/media/f26833.txt>
</file>

<file path=ppt/media/f26834.txt>
</file>

<file path=ppt/media/f26835.txt>
</file>

<file path=ppt/media/f26836.txt>
</file>

<file path=ppt/media/f26837.txt>
</file>

<file path=ppt/media/f26838.txt>
</file>

<file path=ppt/media/f26839.txt>
</file>

<file path=ppt/media/f26840.txt>
</file>

<file path=ppt/media/f26841.txt>
</file>

<file path=ppt/media/f26842.txt>
</file>

<file path=ppt/media/f26843.txt>
</file>

<file path=ppt/media/f26844.txt>
</file>

<file path=ppt/media/f26845.txt>
</file>

<file path=ppt/media/f26846.txt>
</file>

<file path=ppt/media/f26847.txt>
</file>

<file path=ppt/media/f26848.txt>
</file>

<file path=ppt/media/f26849.txt>
</file>

<file path=ppt/media/f26850.txt>
</file>

<file path=ppt/media/f26851.txt>
</file>

<file path=ppt/media/f26852.txt>
</file>

<file path=ppt/media/f26853.txt>
</file>

<file path=ppt/media/f26854.txt>
</file>

<file path=ppt/media/f26855.txt>
</file>

<file path=ppt/media/f26856.txt>
</file>

<file path=ppt/media/f26857.txt>
</file>

<file path=ppt/media/f26858.txt>
</file>

<file path=ppt/media/f26859.txt>
</file>

<file path=ppt/media/f26860.txt>
</file>

<file path=ppt/media/f26861.txt>
</file>

<file path=ppt/media/f26862.txt>
</file>

<file path=ppt/media/f26863.txt>
</file>

<file path=ppt/media/f26864.txt>
</file>

<file path=ppt/media/f26865.txt>
</file>

<file path=ppt/media/f26866.txt>
</file>

<file path=ppt/media/f26867.txt>
</file>

<file path=ppt/media/f26868.txt>
</file>

<file path=ppt/media/f26869.txt>
</file>

<file path=ppt/media/f26870.txt>
</file>

<file path=ppt/media/f26871.txt>
</file>

<file path=ppt/media/f26872.txt>
</file>

<file path=ppt/media/f26873.txt>
</file>

<file path=ppt/media/f26874.txt>
</file>

<file path=ppt/media/f26875.txt>
</file>

<file path=ppt/media/f26876.txt>
</file>

<file path=ppt/media/f26877.txt>
</file>

<file path=ppt/media/f26878.txt>
</file>

<file path=ppt/media/f26879.txt>
</file>

<file path=ppt/media/f26880.txt>
</file>

<file path=ppt/media/f26881.txt>
</file>

<file path=ppt/media/f26882.txt>
</file>

<file path=ppt/media/f26883.txt>
</file>

<file path=ppt/media/f26884.txt>
</file>

<file path=ppt/media/f26885.txt>
</file>

<file path=ppt/media/f26886.txt>
</file>

<file path=ppt/media/f26887.txt>
</file>

<file path=ppt/media/f26888.txt>
</file>

<file path=ppt/media/f26889.txt>
</file>

<file path=ppt/media/f26890.txt>
</file>

<file path=ppt/media/f26891.txt>
</file>

<file path=ppt/media/f26892.txt>
</file>

<file path=ppt/media/f26893.txt>
</file>

<file path=ppt/media/f26894.txt>
</file>

<file path=ppt/media/f26895.txt>
</file>

<file path=ppt/media/f26896.txt>
</file>

<file path=ppt/media/f26897.txt>
</file>

<file path=ppt/media/f26898.txt>
</file>

<file path=ppt/media/f26899.txt>
</file>

<file path=ppt/media/f26900.txt>
</file>

<file path=ppt/media/f26901.txt>
</file>

<file path=ppt/media/f26902.txt>
</file>

<file path=ppt/media/f26903.txt>
</file>

<file path=ppt/media/f26904.txt>
</file>

<file path=ppt/media/f26905.txt>
</file>

<file path=ppt/media/f26906.txt>
</file>

<file path=ppt/media/f26907.txt>
</file>

<file path=ppt/media/f26908.txt>
</file>

<file path=ppt/media/f26909.txt>
</file>

<file path=ppt/media/f26910.txt>
</file>

<file path=ppt/media/f26911.txt>
</file>

<file path=ppt/media/f26912.txt>
</file>

<file path=ppt/media/f26913.txt>
</file>

<file path=ppt/media/f26914.txt>
</file>

<file path=ppt/media/f26915.txt>
</file>

<file path=ppt/media/f26916.txt>
</file>

<file path=ppt/media/f26917.txt>
</file>

<file path=ppt/media/f26918.txt>
</file>

<file path=ppt/media/f26919.txt>
</file>

<file path=ppt/media/f26920.txt>
</file>

<file path=ppt/media/f26921.txt>
</file>

<file path=ppt/media/f26922.txt>
</file>

<file path=ppt/media/f26923.txt>
</file>

<file path=ppt/media/f26924.txt>
</file>

<file path=ppt/media/f26925.txt>
</file>

<file path=ppt/media/f26926.txt>
</file>

<file path=ppt/media/f26927.txt>
</file>

<file path=ppt/media/f26928.txt>
</file>

<file path=ppt/media/f26929.txt>
</file>

<file path=ppt/media/f26930.txt>
</file>

<file path=ppt/media/f26931.txt>
</file>

<file path=ppt/media/f26932.txt>
</file>

<file path=ppt/media/f26933.txt>
</file>

<file path=ppt/media/f26934.txt>
</file>

<file path=ppt/media/f26935.txt>
</file>

<file path=ppt/media/f26936.txt>
</file>

<file path=ppt/media/f26937.txt>
</file>

<file path=ppt/media/f26938.txt>
</file>

<file path=ppt/media/f26939.txt>
</file>

<file path=ppt/media/f26940.txt>
</file>

<file path=ppt/media/f26941.txt>
</file>

<file path=ppt/media/f26942.txt>
</file>

<file path=ppt/media/f26943.txt>
</file>

<file path=ppt/media/f26944.txt>
</file>

<file path=ppt/media/f26945.txt>
</file>

<file path=ppt/media/f26946.txt>
</file>

<file path=ppt/media/f26947.txt>
</file>

<file path=ppt/media/f26948.txt>
</file>

<file path=ppt/media/f26949.txt>
</file>

<file path=ppt/media/f26950.txt>
</file>

<file path=ppt/media/f26951.txt>
</file>

<file path=ppt/media/f26952.txt>
</file>

<file path=ppt/media/f26953.txt>
</file>

<file path=ppt/media/f26954.txt>
</file>

<file path=ppt/media/f26955.txt>
</file>

<file path=ppt/media/f26956.txt>
</file>

<file path=ppt/media/f26957.txt>
</file>

<file path=ppt/media/f26958.txt>
</file>

<file path=ppt/media/f26959.txt>
</file>

<file path=ppt/media/f26960.txt>
</file>

<file path=ppt/media/f26961.txt>
</file>

<file path=ppt/media/f26962.txt>
</file>

<file path=ppt/media/f26963.txt>
</file>

<file path=ppt/media/f26964.txt>
</file>

<file path=ppt/media/f26965.txt>
</file>

<file path=ppt/media/f26966.txt>
</file>

<file path=ppt/media/f26967.txt>
</file>

<file path=ppt/media/f26968.txt>
</file>

<file path=ppt/media/f26969.txt>
</file>

<file path=ppt/media/f26970.txt>
</file>

<file path=ppt/media/f26971.txt>
</file>

<file path=ppt/media/f26972.txt>
</file>

<file path=ppt/media/f26973.txt>
</file>

<file path=ppt/media/f26974.txt>
</file>

<file path=ppt/media/f26975.txt>
</file>

<file path=ppt/media/f26976.txt>
</file>

<file path=ppt/media/f26977.txt>
</file>

<file path=ppt/media/f26978.txt>
</file>

<file path=ppt/media/f26979.txt>
</file>

<file path=ppt/media/f26980.txt>
</file>

<file path=ppt/media/f26981.txt>
</file>

<file path=ppt/media/f26982.txt>
</file>

<file path=ppt/media/f26983.txt>
</file>

<file path=ppt/media/f26984.txt>
</file>

<file path=ppt/media/f26985.txt>
</file>

<file path=ppt/media/f26986.txt>
</file>

<file path=ppt/media/f26987.txt>
</file>

<file path=ppt/media/f26988.txt>
</file>

<file path=ppt/media/f26989.txt>
</file>

<file path=ppt/media/f26990.txt>
</file>

<file path=ppt/media/f26991.txt>
</file>

<file path=ppt/media/f26992.txt>
</file>

<file path=ppt/media/f26993.txt>
</file>

<file path=ppt/media/f26994.txt>
</file>

<file path=ppt/media/f26995.txt>
</file>

<file path=ppt/media/f26996.txt>
</file>

<file path=ppt/media/f26997.txt>
</file>

<file path=ppt/media/f26998.txt>
</file>

<file path=ppt/media/f26999.txt>
</file>

<file path=ppt/media/f27000.txt>
</file>

<file path=ppt/media/f27001.txt>
</file>

<file path=ppt/media/f27002.txt>
</file>

<file path=ppt/media/f27003.txt>
</file>

<file path=ppt/media/f27004.txt>
</file>

<file path=ppt/media/f27005.txt>
</file>

<file path=ppt/media/f27006.txt>
</file>

<file path=ppt/media/f27007.txt>
</file>

<file path=ppt/media/f27008.txt>
</file>

<file path=ppt/media/f27009.txt>
</file>

<file path=ppt/media/f27010.txt>
</file>

<file path=ppt/media/f27011.txt>
</file>

<file path=ppt/media/f27012.txt>
</file>

<file path=ppt/media/f27013.txt>
</file>

<file path=ppt/media/f27014.txt>
</file>

<file path=ppt/media/f27015.txt>
</file>

<file path=ppt/media/f27016.txt>
</file>

<file path=ppt/media/f27017.txt>
</file>

<file path=ppt/media/f27018.txt>
</file>

<file path=ppt/media/f27019.txt>
</file>

<file path=ppt/media/f27020.txt>
</file>

<file path=ppt/media/f27021.txt>
</file>

<file path=ppt/media/f27022.txt>
</file>

<file path=ppt/media/f27023.txt>
</file>

<file path=ppt/media/f27024.txt>
</file>

<file path=ppt/media/f27025.txt>
</file>

<file path=ppt/media/f27026.txt>
</file>

<file path=ppt/media/f27027.txt>
</file>

<file path=ppt/media/f27028.txt>
</file>

<file path=ppt/media/f27029.txt>
</file>

<file path=ppt/media/f27030.txt>
</file>

<file path=ppt/media/f27031.txt>
</file>

<file path=ppt/media/f27032.txt>
</file>

<file path=ppt/media/f27033.txt>
</file>

<file path=ppt/media/f27034.txt>
</file>

<file path=ppt/media/f27035.txt>
</file>

<file path=ppt/media/f27036.txt>
</file>

<file path=ppt/media/f27037.txt>
</file>

<file path=ppt/media/f27038.txt>
</file>

<file path=ppt/media/f27039.txt>
</file>

<file path=ppt/media/f27040.txt>
</file>

<file path=ppt/media/f27041.txt>
</file>

<file path=ppt/media/f27042.txt>
</file>

<file path=ppt/media/f27043.txt>
</file>

<file path=ppt/media/f27044.txt>
</file>

<file path=ppt/media/f27045.txt>
</file>

<file path=ppt/media/f27046.txt>
</file>

<file path=ppt/media/f27047.txt>
</file>

<file path=ppt/media/f27048.txt>
</file>

<file path=ppt/media/f27049.txt>
</file>

<file path=ppt/media/f27050.txt>
</file>

<file path=ppt/media/f27051.txt>
</file>

<file path=ppt/media/f27052.txt>
</file>

<file path=ppt/media/f27053.txt>
</file>

<file path=ppt/media/f27054.txt>
</file>

<file path=ppt/media/f27055.txt>
</file>

<file path=ppt/media/f27056.txt>
</file>

<file path=ppt/media/f27057.txt>
</file>

<file path=ppt/media/f27058.txt>
</file>

<file path=ppt/media/f27059.txt>
</file>

<file path=ppt/media/f27060.txt>
</file>

<file path=ppt/media/f27061.txt>
</file>

<file path=ppt/media/f27062.txt>
</file>

<file path=ppt/media/f27063.txt>
</file>

<file path=ppt/media/f27064.txt>
</file>

<file path=ppt/media/f27065.txt>
</file>

<file path=ppt/media/f27066.txt>
</file>

<file path=ppt/media/f27067.txt>
</file>

<file path=ppt/media/f27068.txt>
</file>

<file path=ppt/media/f27069.txt>
</file>

<file path=ppt/media/f27070.txt>
</file>

<file path=ppt/media/f27071.txt>
</file>

<file path=ppt/media/f27072.txt>
</file>

<file path=ppt/media/f27073.txt>
</file>

<file path=ppt/media/f27074.txt>
</file>

<file path=ppt/media/f27075.txt>
</file>

<file path=ppt/media/f27076.txt>
</file>

<file path=ppt/media/f27077.txt>
</file>

<file path=ppt/media/f27078.txt>
</file>

<file path=ppt/media/f27079.txt>
</file>

<file path=ppt/media/f27080.txt>
</file>

<file path=ppt/media/f27081.txt>
</file>

<file path=ppt/media/f27082.txt>
</file>

<file path=ppt/media/f27083.txt>
</file>

<file path=ppt/media/f27084.txt>
</file>

<file path=ppt/media/f27085.txt>
</file>

<file path=ppt/media/f27086.txt>
</file>

<file path=ppt/media/f27087.txt>
</file>

<file path=ppt/media/f27088.txt>
</file>

<file path=ppt/media/f27089.txt>
</file>

<file path=ppt/media/f27090.txt>
</file>

<file path=ppt/media/f27091.txt>
</file>

<file path=ppt/media/f27092.txt>
</file>

<file path=ppt/media/f27093.txt>
</file>

<file path=ppt/media/f27094.txt>
</file>

<file path=ppt/media/f27095.txt>
</file>

<file path=ppt/media/f27096.txt>
</file>

<file path=ppt/media/f27097.txt>
</file>

<file path=ppt/media/f27098.txt>
</file>

<file path=ppt/media/f27099.txt>
</file>

<file path=ppt/media/f27100.txt>
</file>

<file path=ppt/media/f27101.txt>
</file>

<file path=ppt/media/f27102.txt>
</file>

<file path=ppt/media/f27103.txt>
</file>

<file path=ppt/media/f27104.txt>
</file>

<file path=ppt/media/f27105.txt>
</file>

<file path=ppt/media/f27106.txt>
</file>

<file path=ppt/media/f27107.txt>
</file>

<file path=ppt/media/f27108.txt>
</file>

<file path=ppt/media/f27109.txt>
</file>

<file path=ppt/media/f27110.txt>
</file>

<file path=ppt/media/f27111.txt>
</file>

<file path=ppt/media/f27112.txt>
</file>

<file path=ppt/media/f27113.txt>
</file>

<file path=ppt/media/f27114.txt>
</file>

<file path=ppt/media/f27115.txt>
</file>

<file path=ppt/media/f27116.txt>
</file>

<file path=ppt/media/f27117.txt>
</file>

<file path=ppt/media/f27118.txt>
</file>

<file path=ppt/media/f27119.txt>
</file>

<file path=ppt/media/f27120.txt>
</file>

<file path=ppt/media/f27121.txt>
</file>

<file path=ppt/media/f27122.txt>
</file>

<file path=ppt/media/f27123.txt>
</file>

<file path=ppt/media/f27124.txt>
</file>

<file path=ppt/media/f27125.txt>
</file>

<file path=ppt/media/f27126.txt>
</file>

<file path=ppt/media/f27127.txt>
</file>

<file path=ppt/media/f27128.txt>
</file>

<file path=ppt/media/f27129.txt>
</file>

<file path=ppt/media/f27130.txt>
</file>

<file path=ppt/media/f27131.txt>
</file>

<file path=ppt/media/f27132.txt>
</file>

<file path=ppt/media/f27133.txt>
</file>

<file path=ppt/media/f27134.txt>
</file>

<file path=ppt/media/f27135.txt>
</file>

<file path=ppt/media/f27136.txt>
</file>

<file path=ppt/media/f27137.txt>
</file>

<file path=ppt/media/f27138.txt>
</file>

<file path=ppt/media/f27139.txt>
</file>

<file path=ppt/media/f27140.txt>
</file>

<file path=ppt/media/f27141.txt>
</file>

<file path=ppt/media/f27142.txt>
</file>

<file path=ppt/media/f27143.txt>
</file>

<file path=ppt/media/f27144.txt>
</file>

<file path=ppt/media/f27145.txt>
</file>

<file path=ppt/media/f27146.txt>
</file>

<file path=ppt/media/f27147.txt>
</file>

<file path=ppt/media/f27148.txt>
</file>

<file path=ppt/media/f27149.txt>
</file>

<file path=ppt/media/f27150.txt>
</file>

<file path=ppt/media/f27151.txt>
</file>

<file path=ppt/media/f27152.txt>
</file>

<file path=ppt/media/f27153.txt>
</file>

<file path=ppt/media/f27154.txt>
</file>

<file path=ppt/media/f27155.txt>
</file>

<file path=ppt/media/f27156.txt>
</file>

<file path=ppt/media/f27157.txt>
</file>

<file path=ppt/media/f27158.txt>
</file>

<file path=ppt/media/f27159.txt>
</file>

<file path=ppt/media/f27160.txt>
</file>

<file path=ppt/media/f27161.txt>
</file>

<file path=ppt/media/f27162.txt>
</file>

<file path=ppt/media/f27163.txt>
</file>

<file path=ppt/media/f27164.txt>
</file>

<file path=ppt/media/f27165.txt>
</file>

<file path=ppt/media/f27166.txt>
</file>

<file path=ppt/media/f27167.txt>
</file>

<file path=ppt/media/f27168.txt>
</file>

<file path=ppt/media/f27169.txt>
</file>

<file path=ppt/media/f27170.txt>
</file>

<file path=ppt/media/f27171.txt>
</file>

<file path=ppt/media/f27172.txt>
</file>

<file path=ppt/media/f27173.txt>
</file>

<file path=ppt/media/f27174.txt>
</file>

<file path=ppt/media/f27175.txt>
</file>

<file path=ppt/media/f27176.txt>
</file>

<file path=ppt/media/f27177.txt>
</file>

<file path=ppt/media/f27178.txt>
</file>

<file path=ppt/media/f27179.txt>
</file>

<file path=ppt/media/f27180.txt>
</file>

<file path=ppt/media/f27181.txt>
</file>

<file path=ppt/media/f27182.txt>
</file>

<file path=ppt/media/f27183.txt>
</file>

<file path=ppt/media/f27184.txt>
</file>

<file path=ppt/media/f27185.txt>
</file>

<file path=ppt/media/f27186.txt>
</file>

<file path=ppt/media/f27187.txt>
</file>

<file path=ppt/media/f27188.txt>
</file>

<file path=ppt/media/f27189.txt>
</file>

<file path=ppt/media/f27190.txt>
</file>

<file path=ppt/media/f27191.txt>
</file>

<file path=ppt/media/f27192.txt>
</file>

<file path=ppt/media/f27193.txt>
</file>

<file path=ppt/media/f27194.txt>
</file>

<file path=ppt/media/f27195.txt>
</file>

<file path=ppt/media/f27196.txt>
</file>

<file path=ppt/media/f27197.txt>
</file>

<file path=ppt/media/f27198.txt>
</file>

<file path=ppt/media/f27199.txt>
</file>

<file path=ppt/media/f27200.txt>
</file>

<file path=ppt/media/f27201.txt>
</file>

<file path=ppt/media/f27202.txt>
</file>

<file path=ppt/media/f27203.txt>
</file>

<file path=ppt/media/f27204.txt>
</file>

<file path=ppt/media/f27205.txt>
</file>

<file path=ppt/media/f27206.txt>
</file>

<file path=ppt/media/f27207.txt>
</file>

<file path=ppt/media/f27208.txt>
</file>

<file path=ppt/media/f27209.txt>
</file>

<file path=ppt/media/f27210.txt>
</file>

<file path=ppt/media/f27211.txt>
</file>

<file path=ppt/media/f27212.txt>
</file>

<file path=ppt/media/f27213.txt>
</file>

<file path=ppt/media/f27214.txt>
</file>

<file path=ppt/media/f27215.txt>
</file>

<file path=ppt/media/f27216.txt>
</file>

<file path=ppt/media/f27217.txt>
</file>

<file path=ppt/media/f27218.txt>
</file>

<file path=ppt/media/f27219.txt>
</file>

<file path=ppt/media/f27220.txt>
</file>

<file path=ppt/media/f27221.txt>
</file>

<file path=ppt/media/f27222.txt>
</file>

<file path=ppt/media/f27223.txt>
</file>

<file path=ppt/media/f27224.txt>
</file>

<file path=ppt/media/f27225.txt>
</file>

<file path=ppt/media/f27226.txt>
</file>

<file path=ppt/media/f27227.txt>
</file>

<file path=ppt/media/f27228.txt>
</file>

<file path=ppt/media/f27229.txt>
</file>

<file path=ppt/media/f27230.txt>
</file>

<file path=ppt/media/f27231.txt>
</file>

<file path=ppt/media/f27232.txt>
</file>

<file path=ppt/media/f27233.txt>
</file>

<file path=ppt/media/f27234.txt>
</file>

<file path=ppt/media/f27235.txt>
</file>

<file path=ppt/media/f27236.txt>
</file>

<file path=ppt/media/f27237.txt>
</file>

<file path=ppt/media/f27238.txt>
</file>

<file path=ppt/media/f27239.txt>
</file>

<file path=ppt/media/f27240.txt>
</file>

<file path=ppt/media/f27241.txt>
</file>

<file path=ppt/media/f27242.txt>
</file>

<file path=ppt/media/f27243.txt>
</file>

<file path=ppt/media/f27244.txt>
</file>

<file path=ppt/media/f27245.txt>
</file>

<file path=ppt/media/f27246.txt>
</file>

<file path=ppt/media/f27247.txt>
</file>

<file path=ppt/media/f27248.txt>
</file>

<file path=ppt/media/f27249.txt>
</file>

<file path=ppt/media/f27250.txt>
</file>

<file path=ppt/media/f27251.txt>
</file>

<file path=ppt/media/f27252.txt>
</file>

<file path=ppt/media/f27253.txt>
</file>

<file path=ppt/media/f27254.txt>
</file>

<file path=ppt/media/f27255.txt>
</file>

<file path=ppt/media/f27256.txt>
</file>

<file path=ppt/media/f27257.txt>
</file>

<file path=ppt/media/f27258.txt>
</file>

<file path=ppt/media/f27259.txt>
</file>

<file path=ppt/media/f27260.txt>
</file>

<file path=ppt/media/f27261.txt>
</file>

<file path=ppt/media/f27262.txt>
</file>

<file path=ppt/media/f27263.txt>
</file>

<file path=ppt/media/f27264.txt>
</file>

<file path=ppt/media/f27265.txt>
</file>

<file path=ppt/media/f27266.txt>
</file>

<file path=ppt/media/f27267.txt>
</file>

<file path=ppt/media/f27268.txt>
</file>

<file path=ppt/media/f27269.txt>
</file>

<file path=ppt/media/f27270.txt>
</file>

<file path=ppt/media/f27271.txt>
</file>

<file path=ppt/media/f27272.txt>
</file>

<file path=ppt/media/f27273.txt>
</file>

<file path=ppt/media/f27274.txt>
</file>

<file path=ppt/media/f27275.txt>
</file>

<file path=ppt/media/f27276.txt>
</file>

<file path=ppt/media/f27277.txt>
</file>

<file path=ppt/media/f27278.txt>
</file>

<file path=ppt/media/f27279.txt>
</file>

<file path=ppt/media/f27280.txt>
</file>

<file path=ppt/media/f27281.txt>
</file>

<file path=ppt/media/f27282.txt>
</file>

<file path=ppt/media/f27283.txt>
</file>

<file path=ppt/media/f27284.txt>
</file>

<file path=ppt/media/f27285.txt>
</file>

<file path=ppt/media/f27286.txt>
</file>

<file path=ppt/media/f27287.txt>
</file>

<file path=ppt/media/f27288.txt>
</file>

<file path=ppt/media/f27289.txt>
</file>

<file path=ppt/media/f27290.txt>
</file>

<file path=ppt/media/f27291.txt>
</file>

<file path=ppt/media/f27292.txt>
</file>

<file path=ppt/media/f27293.txt>
</file>

<file path=ppt/media/f27294.txt>
</file>

<file path=ppt/media/f27295.txt>
</file>

<file path=ppt/media/f27296.txt>
</file>

<file path=ppt/media/f27297.txt>
</file>

<file path=ppt/media/f27298.txt>
</file>

<file path=ppt/media/f27299.txt>
</file>

<file path=ppt/media/f27300.txt>
</file>

<file path=ppt/media/f27301.txt>
</file>

<file path=ppt/media/f27302.txt>
</file>

<file path=ppt/media/f27303.txt>
</file>

<file path=ppt/media/f27304.txt>
</file>

<file path=ppt/media/f27305.txt>
</file>

<file path=ppt/media/f27306.txt>
</file>

<file path=ppt/media/f27307.txt>
</file>

<file path=ppt/media/f27308.txt>
</file>

<file path=ppt/media/f27309.txt>
</file>

<file path=ppt/media/f27310.txt>
</file>

<file path=ppt/media/f27311.txt>
</file>

<file path=ppt/media/f27312.txt>
</file>

<file path=ppt/media/f27313.txt>
</file>

<file path=ppt/media/f27314.txt>
</file>

<file path=ppt/media/f27315.txt>
</file>

<file path=ppt/media/f27316.txt>
</file>

<file path=ppt/media/f27317.txt>
</file>

<file path=ppt/media/f27318.txt>
</file>

<file path=ppt/media/f27319.txt>
</file>

<file path=ppt/media/f27320.txt>
</file>

<file path=ppt/media/f27321.txt>
</file>

<file path=ppt/media/f27322.txt>
</file>

<file path=ppt/media/f27323.txt>
</file>

<file path=ppt/media/f27324.txt>
</file>

<file path=ppt/media/f27325.txt>
</file>

<file path=ppt/media/f27326.txt>
</file>

<file path=ppt/media/f27327.txt>
</file>

<file path=ppt/media/f27328.txt>
</file>

<file path=ppt/media/f27329.txt>
</file>

<file path=ppt/media/f27330.txt>
</file>

<file path=ppt/media/f27331.txt>
</file>

<file path=ppt/media/f27332.txt>
</file>

<file path=ppt/media/f27333.txt>
</file>

<file path=ppt/media/f27334.txt>
</file>

<file path=ppt/media/f27335.txt>
</file>

<file path=ppt/media/f27336.txt>
</file>

<file path=ppt/media/f27337.txt>
</file>

<file path=ppt/media/f27338.txt>
</file>

<file path=ppt/media/f27339.txt>
</file>

<file path=ppt/media/f27340.txt>
</file>

<file path=ppt/media/f27341.txt>
</file>

<file path=ppt/media/f27342.txt>
</file>

<file path=ppt/media/f27343.txt>
</file>

<file path=ppt/media/f27344.txt>
</file>

<file path=ppt/media/f27345.txt>
</file>

<file path=ppt/media/f27346.txt>
</file>

<file path=ppt/media/f27347.txt>
</file>

<file path=ppt/media/f27348.txt>
</file>

<file path=ppt/media/f27349.txt>
</file>

<file path=ppt/media/f27350.txt>
</file>

<file path=ppt/media/f27351.txt>
</file>

<file path=ppt/media/f27352.txt>
</file>

<file path=ppt/media/f27353.txt>
</file>

<file path=ppt/media/f27354.txt>
</file>

<file path=ppt/media/f27355.txt>
</file>

<file path=ppt/media/f27356.txt>
</file>

<file path=ppt/media/f27357.txt>
</file>

<file path=ppt/media/f27358.txt>
</file>

<file path=ppt/media/f27359.txt>
</file>

<file path=ppt/media/f27360.txt>
</file>

<file path=ppt/media/f27361.txt>
</file>

<file path=ppt/media/f27362.txt>
</file>

<file path=ppt/media/f27363.txt>
</file>

<file path=ppt/media/f27364.txt>
</file>

<file path=ppt/media/f27365.txt>
</file>

<file path=ppt/media/f27366.txt>
</file>

<file path=ppt/media/f27367.txt>
</file>

<file path=ppt/media/f27368.txt>
</file>

<file path=ppt/media/f27369.txt>
</file>

<file path=ppt/media/f27370.txt>
</file>

<file path=ppt/media/f27371.txt>
</file>

<file path=ppt/media/f27372.txt>
</file>

<file path=ppt/media/f27373.txt>
</file>

<file path=ppt/media/f27374.txt>
</file>

<file path=ppt/media/f27375.txt>
</file>

<file path=ppt/media/f27376.txt>
</file>

<file path=ppt/media/f27377.txt>
</file>

<file path=ppt/media/f27378.txt>
</file>

<file path=ppt/media/f27379.txt>
</file>

<file path=ppt/media/f27380.txt>
</file>

<file path=ppt/media/f27381.txt>
</file>

<file path=ppt/media/f27382.txt>
</file>

<file path=ppt/media/f27383.txt>
</file>

<file path=ppt/media/f27384.txt>
</file>

<file path=ppt/media/f27385.txt>
</file>

<file path=ppt/media/f27386.txt>
</file>

<file path=ppt/media/f27387.txt>
</file>

<file path=ppt/media/f27388.txt>
</file>

<file path=ppt/media/f27389.txt>
</file>

<file path=ppt/media/f27390.txt>
</file>

<file path=ppt/media/f27391.txt>
</file>

<file path=ppt/media/f27392.txt>
</file>

<file path=ppt/media/f27393.txt>
</file>

<file path=ppt/media/f27394.txt>
</file>

<file path=ppt/media/f27395.txt>
</file>

<file path=ppt/media/f27396.txt>
</file>

<file path=ppt/media/f27397.txt>
</file>

<file path=ppt/media/f27398.txt>
</file>

<file path=ppt/media/f27399.txt>
</file>

<file path=ppt/media/f27400.txt>
</file>

<file path=ppt/media/f27401.txt>
</file>

<file path=ppt/media/f27402.txt>
</file>

<file path=ppt/media/f27403.txt>
</file>

<file path=ppt/media/f27404.txt>
</file>

<file path=ppt/media/f27405.txt>
</file>

<file path=ppt/media/f27406.txt>
</file>

<file path=ppt/media/f27407.txt>
</file>

<file path=ppt/media/f27408.txt>
</file>

<file path=ppt/media/f27409.txt>
</file>

<file path=ppt/media/f27410.txt>
</file>

<file path=ppt/media/f27411.txt>
</file>

<file path=ppt/media/f27412.txt>
</file>

<file path=ppt/media/f27413.txt>
</file>

<file path=ppt/media/f27414.txt>
</file>

<file path=ppt/media/f27415.txt>
</file>

<file path=ppt/media/f27416.txt>
</file>

<file path=ppt/media/f27417.txt>
</file>

<file path=ppt/media/f27418.txt>
</file>

<file path=ppt/media/f27419.txt>
</file>

<file path=ppt/media/f27420.txt>
</file>

<file path=ppt/media/f27421.txt>
</file>

<file path=ppt/media/f27422.txt>
</file>

<file path=ppt/media/f27423.txt>
</file>

<file path=ppt/media/f27424.txt>
</file>

<file path=ppt/media/f27425.txt>
</file>

<file path=ppt/media/f27426.txt>
</file>

<file path=ppt/media/f27427.txt>
</file>

<file path=ppt/media/f27428.txt>
</file>

<file path=ppt/media/f27429.txt>
</file>

<file path=ppt/media/f27430.txt>
</file>

<file path=ppt/media/f27431.txt>
</file>

<file path=ppt/media/f27432.txt>
</file>

<file path=ppt/media/f27433.txt>
</file>

<file path=ppt/media/f27434.txt>
</file>

<file path=ppt/media/f27435.txt>
</file>

<file path=ppt/media/f27436.txt>
</file>

<file path=ppt/media/f27437.txt>
</file>

<file path=ppt/media/f27438.txt>
</file>

<file path=ppt/media/f27439.txt>
</file>

<file path=ppt/media/f27440.txt>
</file>

<file path=ppt/media/f27441.txt>
</file>

<file path=ppt/media/f27442.txt>
</file>

<file path=ppt/media/f27443.txt>
</file>

<file path=ppt/media/f27444.txt>
</file>

<file path=ppt/media/f27445.txt>
</file>

<file path=ppt/media/f27446.txt>
</file>

<file path=ppt/media/f27447.txt>
</file>

<file path=ppt/media/f27448.txt>
</file>

<file path=ppt/media/f27449.txt>
</file>

<file path=ppt/media/f27450.txt>
</file>

<file path=ppt/media/f27451.txt>
</file>

<file path=ppt/media/f27452.txt>
</file>

<file path=ppt/media/f27453.txt>
</file>

<file path=ppt/media/f27454.txt>
</file>

<file path=ppt/media/f27455.txt>
</file>

<file path=ppt/media/f27456.txt>
</file>

<file path=ppt/media/f27457.txt>
</file>

<file path=ppt/media/f27458.txt>
</file>

<file path=ppt/media/f27459.txt>
</file>

<file path=ppt/media/f27460.txt>
</file>

<file path=ppt/media/f27461.txt>
</file>

<file path=ppt/media/f27462.txt>
</file>

<file path=ppt/media/f27463.txt>
</file>

<file path=ppt/media/f27464.txt>
</file>

<file path=ppt/media/f27465.txt>
</file>

<file path=ppt/media/f27466.txt>
</file>

<file path=ppt/media/f27467.txt>
</file>

<file path=ppt/media/f27468.txt>
</file>

<file path=ppt/media/f27469.txt>
</file>

<file path=ppt/media/f27470.txt>
</file>

<file path=ppt/media/f27471.txt>
</file>

<file path=ppt/media/f27472.txt>
</file>

<file path=ppt/media/f27473.txt>
</file>

<file path=ppt/media/f27474.txt>
</file>

<file path=ppt/media/f27475.txt>
</file>

<file path=ppt/media/f27476.txt>
</file>

<file path=ppt/media/f27477.txt>
</file>

<file path=ppt/media/f27478.txt>
</file>

<file path=ppt/media/f27479.txt>
</file>

<file path=ppt/media/f27480.txt>
</file>

<file path=ppt/media/f27481.txt>
</file>

<file path=ppt/media/f27482.txt>
</file>

<file path=ppt/media/f27483.txt>
</file>

<file path=ppt/media/f27484.txt>
</file>

<file path=ppt/media/f27485.txt>
</file>

<file path=ppt/media/f27486.txt>
</file>

<file path=ppt/media/f27487.txt>
</file>

<file path=ppt/media/f27488.txt>
</file>

<file path=ppt/media/f27489.txt>
</file>

<file path=ppt/media/f27490.txt>
</file>

<file path=ppt/media/f27491.txt>
</file>

<file path=ppt/media/f27492.txt>
</file>

<file path=ppt/media/f27493.txt>
</file>

<file path=ppt/media/f27494.txt>
</file>

<file path=ppt/media/f27495.txt>
</file>

<file path=ppt/media/f27496.txt>
</file>

<file path=ppt/media/f27497.txt>
</file>

<file path=ppt/media/f27498.txt>
</file>

<file path=ppt/media/f27499.txt>
</file>

<file path=ppt/media/f27500.txt>
</file>

<file path=ppt/media/f27501.txt>
</file>

<file path=ppt/media/f27502.txt>
</file>

<file path=ppt/media/f27503.txt>
</file>

<file path=ppt/media/f27504.txt>
</file>

<file path=ppt/media/f27505.txt>
</file>

<file path=ppt/media/f27506.txt>
</file>

<file path=ppt/media/f27507.txt>
</file>

<file path=ppt/media/f27508.txt>
</file>

<file path=ppt/media/f27509.txt>
</file>

<file path=ppt/media/f27510.txt>
</file>

<file path=ppt/media/f27511.txt>
</file>

<file path=ppt/media/f27512.txt>
</file>

<file path=ppt/media/f27513.txt>
</file>

<file path=ppt/media/f27514.txt>
</file>

<file path=ppt/media/f27515.txt>
</file>

<file path=ppt/media/f27516.txt>
</file>

<file path=ppt/media/f27517.txt>
</file>

<file path=ppt/media/f27518.txt>
</file>

<file path=ppt/media/f27519.txt>
</file>

<file path=ppt/media/f27520.txt>
</file>

<file path=ppt/media/f27521.txt>
</file>

<file path=ppt/media/f27522.txt>
</file>

<file path=ppt/media/f27523.txt>
</file>

<file path=ppt/media/f27524.txt>
</file>

<file path=ppt/media/f27525.txt>
</file>

<file path=ppt/media/f27526.txt>
</file>

<file path=ppt/media/f27527.txt>
</file>

<file path=ppt/media/f27528.txt>
</file>

<file path=ppt/media/f27529.txt>
</file>

<file path=ppt/media/f27530.txt>
</file>

<file path=ppt/media/f27531.txt>
</file>

<file path=ppt/media/f27532.txt>
</file>

<file path=ppt/media/f27533.txt>
</file>

<file path=ppt/media/f27534.txt>
</file>

<file path=ppt/media/f27535.txt>
</file>

<file path=ppt/media/f27536.txt>
</file>

<file path=ppt/media/f27537.txt>
</file>

<file path=ppt/media/f27538.txt>
</file>

<file path=ppt/media/f27539.txt>
</file>

<file path=ppt/media/f27540.txt>
</file>

<file path=ppt/media/f27541.txt>
</file>

<file path=ppt/media/f27542.txt>
</file>

<file path=ppt/media/f27543.txt>
</file>

<file path=ppt/media/f27544.txt>
</file>

<file path=ppt/media/f27545.txt>
</file>

<file path=ppt/media/f27546.txt>
</file>

<file path=ppt/media/f27547.txt>
</file>

<file path=ppt/media/f27548.txt>
</file>

<file path=ppt/media/f27549.txt>
</file>

<file path=ppt/media/f27550.txt>
</file>

<file path=ppt/media/f27551.txt>
</file>

<file path=ppt/media/f27552.txt>
</file>

<file path=ppt/media/f27553.txt>
</file>

<file path=ppt/media/f27554.txt>
</file>

<file path=ppt/media/f27555.txt>
</file>

<file path=ppt/media/f27556.txt>
</file>

<file path=ppt/media/f27557.txt>
</file>

<file path=ppt/media/f27558.txt>
</file>

<file path=ppt/media/f27559.txt>
</file>

<file path=ppt/media/f27560.txt>
</file>

<file path=ppt/media/f27561.txt>
</file>

<file path=ppt/media/f27562.txt>
</file>

<file path=ppt/media/f27563.txt>
</file>

<file path=ppt/media/f27564.txt>
</file>

<file path=ppt/media/f27565.txt>
</file>

<file path=ppt/media/f27566.txt>
</file>

<file path=ppt/media/f27567.txt>
</file>

<file path=ppt/media/f27568.txt>
</file>

<file path=ppt/media/f27569.txt>
</file>

<file path=ppt/media/f27570.txt>
</file>

<file path=ppt/media/f27571.txt>
</file>

<file path=ppt/media/f27572.txt>
</file>

<file path=ppt/media/f27573.txt>
</file>

<file path=ppt/media/f27574.txt>
</file>

<file path=ppt/media/f27575.txt>
</file>

<file path=ppt/media/f27576.txt>
</file>

<file path=ppt/media/f27577.txt>
</file>

<file path=ppt/media/f27578.txt>
</file>

<file path=ppt/media/f27579.txt>
</file>

<file path=ppt/media/f27580.txt>
</file>

<file path=ppt/media/f27581.txt>
</file>

<file path=ppt/media/f27582.txt>
</file>

<file path=ppt/media/f27583.txt>
</file>

<file path=ppt/media/f27584.txt>
</file>

<file path=ppt/media/f27585.txt>
</file>

<file path=ppt/media/f27586.txt>
</file>

<file path=ppt/media/f27587.txt>
</file>

<file path=ppt/media/f27588.txt>
</file>

<file path=ppt/media/f27589.txt>
</file>

<file path=ppt/media/f27590.txt>
</file>

<file path=ppt/media/f27591.txt>
</file>

<file path=ppt/media/f27592.txt>
</file>

<file path=ppt/media/f27593.txt>
</file>

<file path=ppt/media/f27594.txt>
</file>

<file path=ppt/media/f27595.txt>
</file>

<file path=ppt/media/f27596.txt>
</file>

<file path=ppt/media/f27597.txt>
</file>

<file path=ppt/media/f27598.txt>
</file>

<file path=ppt/media/f27599.txt>
</file>

<file path=ppt/media/f27600.txt>
</file>

<file path=ppt/media/f27601.txt>
</file>

<file path=ppt/media/f27602.txt>
</file>

<file path=ppt/media/f27603.txt>
</file>

<file path=ppt/media/f27604.txt>
</file>

<file path=ppt/media/f27605.txt>
</file>

<file path=ppt/media/f27606.txt>
</file>

<file path=ppt/media/f27607.txt>
</file>

<file path=ppt/media/f27608.txt>
</file>

<file path=ppt/media/f27609.txt>
</file>

<file path=ppt/media/f27610.txt>
</file>

<file path=ppt/media/f27611.txt>
</file>

<file path=ppt/media/f27612.txt>
</file>

<file path=ppt/media/f27613.txt>
</file>

<file path=ppt/media/f27614.txt>
</file>

<file path=ppt/media/f27615.txt>
</file>

<file path=ppt/media/f27616.txt>
</file>

<file path=ppt/media/f27617.txt>
</file>

<file path=ppt/media/f27618.txt>
</file>

<file path=ppt/media/f27619.txt>
</file>

<file path=ppt/media/f27620.txt>
</file>

<file path=ppt/media/f27621.txt>
</file>

<file path=ppt/media/f27622.txt>
</file>

<file path=ppt/media/f27623.txt>
</file>

<file path=ppt/media/f27624.txt>
</file>

<file path=ppt/media/f27625.txt>
</file>

<file path=ppt/media/f27626.txt>
</file>

<file path=ppt/media/f27627.txt>
</file>

<file path=ppt/media/f27628.txt>
</file>

<file path=ppt/media/f27629.txt>
</file>

<file path=ppt/media/f27630.txt>
</file>

<file path=ppt/media/f27631.txt>
</file>

<file path=ppt/media/f27632.txt>
</file>

<file path=ppt/media/f27633.txt>
</file>

<file path=ppt/media/f27634.txt>
</file>

<file path=ppt/media/f27635.txt>
</file>

<file path=ppt/media/f27636.txt>
</file>

<file path=ppt/media/f27637.txt>
</file>

<file path=ppt/media/f27638.txt>
</file>

<file path=ppt/media/f27639.txt>
</file>

<file path=ppt/media/f27640.txt>
</file>

<file path=ppt/media/f27641.txt>
</file>

<file path=ppt/media/f27642.txt>
</file>

<file path=ppt/media/f27643.txt>
</file>

<file path=ppt/media/f27644.txt>
</file>

<file path=ppt/media/f27645.txt>
</file>

<file path=ppt/media/f27646.txt>
</file>

<file path=ppt/media/f27647.txt>
</file>

<file path=ppt/media/f27648.txt>
</file>

<file path=ppt/media/f27649.txt>
</file>

<file path=ppt/media/f27650.txt>
</file>

<file path=ppt/media/f27651.txt>
</file>

<file path=ppt/media/f27652.txt>
</file>

<file path=ppt/media/f27653.txt>
</file>

<file path=ppt/media/f27654.txt>
</file>

<file path=ppt/media/f27655.txt>
</file>

<file path=ppt/media/f27656.txt>
</file>

<file path=ppt/media/f27657.txt>
</file>

<file path=ppt/media/f27658.txt>
</file>

<file path=ppt/media/f27659.txt>
</file>

<file path=ppt/media/f27660.txt>
</file>

<file path=ppt/media/f27661.txt>
</file>

<file path=ppt/media/f27662.txt>
</file>

<file path=ppt/media/f27663.txt>
</file>

<file path=ppt/media/f27664.txt>
</file>

<file path=ppt/media/f27665.txt>
</file>

<file path=ppt/media/f27666.txt>
</file>

<file path=ppt/media/f27667.txt>
</file>

<file path=ppt/media/f27668.txt>
</file>

<file path=ppt/media/f27669.txt>
</file>

<file path=ppt/media/f27670.txt>
</file>

<file path=ppt/media/f27671.txt>
</file>

<file path=ppt/media/f27672.txt>
</file>

<file path=ppt/media/f27673.txt>
</file>

<file path=ppt/media/f27674.txt>
</file>

<file path=ppt/media/f27675.txt>
</file>

<file path=ppt/media/f27676.txt>
</file>

<file path=ppt/media/f27677.txt>
</file>

<file path=ppt/media/f27678.txt>
</file>

<file path=ppt/media/f27679.txt>
</file>

<file path=ppt/media/f27680.txt>
</file>

<file path=ppt/media/f27681.txt>
</file>

<file path=ppt/media/f27682.txt>
</file>

<file path=ppt/media/f27683.txt>
</file>

<file path=ppt/media/f27684.txt>
</file>

<file path=ppt/media/f27685.txt>
</file>

<file path=ppt/media/f27686.txt>
</file>

<file path=ppt/media/f27687.txt>
</file>

<file path=ppt/media/f27688.txt>
</file>

<file path=ppt/media/f27689.txt>
</file>

<file path=ppt/media/f27690.txt>
</file>

<file path=ppt/media/f27691.txt>
</file>

<file path=ppt/media/f27692.txt>
</file>

<file path=ppt/media/f27693.txt>
</file>

<file path=ppt/media/f27694.txt>
</file>

<file path=ppt/media/f27695.txt>
</file>

<file path=ppt/media/f27696.txt>
</file>

<file path=ppt/media/f27697.txt>
</file>

<file path=ppt/media/f27698.txt>
</file>

<file path=ppt/media/f27699.txt>
</file>

<file path=ppt/media/f27700.txt>
</file>

<file path=ppt/media/f27701.txt>
</file>

<file path=ppt/media/f27702.txt>
</file>

<file path=ppt/media/f27703.txt>
</file>

<file path=ppt/media/f27704.txt>
</file>

<file path=ppt/media/f27705.txt>
</file>

<file path=ppt/media/f27706.txt>
</file>

<file path=ppt/media/f27707.txt>
</file>

<file path=ppt/media/f27708.txt>
</file>

<file path=ppt/media/f27709.txt>
</file>

<file path=ppt/media/f27710.txt>
</file>

<file path=ppt/media/f27711.txt>
</file>

<file path=ppt/media/f27712.txt>
</file>

<file path=ppt/media/f27713.txt>
</file>

<file path=ppt/media/f27714.txt>
</file>

<file path=ppt/media/f27715.txt>
</file>

<file path=ppt/media/f27716.txt>
</file>

<file path=ppt/media/f27717.txt>
</file>

<file path=ppt/media/f27718.txt>
</file>

<file path=ppt/media/f27719.txt>
</file>

<file path=ppt/media/f27720.txt>
</file>

<file path=ppt/media/f27721.txt>
</file>

<file path=ppt/media/f27722.txt>
</file>

<file path=ppt/media/f27723.txt>
</file>

<file path=ppt/media/f27724.txt>
</file>

<file path=ppt/media/f27725.txt>
</file>

<file path=ppt/media/f27726.txt>
</file>

<file path=ppt/media/f27727.txt>
</file>

<file path=ppt/media/f27728.txt>
</file>

<file path=ppt/media/f27729.txt>
</file>

<file path=ppt/media/f27730.txt>
</file>

<file path=ppt/media/f27731.txt>
</file>

<file path=ppt/media/f27732.txt>
</file>

<file path=ppt/media/f27733.txt>
</file>

<file path=ppt/media/f27734.txt>
</file>

<file path=ppt/media/f27735.txt>
</file>

<file path=ppt/media/f27736.txt>
</file>

<file path=ppt/media/f27737.txt>
</file>

<file path=ppt/media/f27738.txt>
</file>

<file path=ppt/media/f27739.txt>
</file>

<file path=ppt/media/f27740.txt>
</file>

<file path=ppt/media/f27741.txt>
</file>

<file path=ppt/media/f27742.txt>
</file>

<file path=ppt/media/f27743.txt>
</file>

<file path=ppt/media/f27744.txt>
</file>

<file path=ppt/media/f27745.txt>
</file>

<file path=ppt/media/f27746.txt>
</file>

<file path=ppt/media/f27747.txt>
</file>

<file path=ppt/media/f27748.txt>
</file>

<file path=ppt/media/f27749.txt>
</file>

<file path=ppt/media/f27750.txt>
</file>

<file path=ppt/media/f27751.txt>
</file>

<file path=ppt/media/f27752.txt>
</file>

<file path=ppt/media/f27753.txt>
</file>

<file path=ppt/media/f27754.txt>
</file>

<file path=ppt/media/f27755.txt>
</file>

<file path=ppt/media/f27756.txt>
</file>

<file path=ppt/media/f27757.txt>
</file>

<file path=ppt/media/f27758.txt>
</file>

<file path=ppt/media/f27759.txt>
</file>

<file path=ppt/media/f27760.txt>
</file>

<file path=ppt/media/f27761.txt>
</file>

<file path=ppt/media/f27762.txt>
</file>

<file path=ppt/media/f27763.txt>
</file>

<file path=ppt/media/f27764.txt>
</file>

<file path=ppt/media/f27765.txt>
</file>

<file path=ppt/media/f27766.txt>
</file>

<file path=ppt/media/f27767.txt>
</file>

<file path=ppt/media/f27768.txt>
</file>

<file path=ppt/media/f27769.txt>
</file>

<file path=ppt/media/f27770.txt>
</file>

<file path=ppt/media/f27771.txt>
</file>

<file path=ppt/media/f27772.txt>
</file>

<file path=ppt/media/f27773.txt>
</file>

<file path=ppt/media/f27774.txt>
</file>

<file path=ppt/media/f27775.txt>
</file>

<file path=ppt/media/f27776.txt>
</file>

<file path=ppt/media/f27777.txt>
</file>

<file path=ppt/media/f27778.txt>
</file>

<file path=ppt/media/f27779.txt>
</file>

<file path=ppt/media/f27780.txt>
</file>

<file path=ppt/media/f27781.txt>
</file>

<file path=ppt/media/f27782.txt>
</file>

<file path=ppt/media/f27783.txt>
</file>

<file path=ppt/media/f27784.txt>
</file>

<file path=ppt/media/f27785.txt>
</file>

<file path=ppt/media/f27786.txt>
</file>

<file path=ppt/media/f27787.txt>
</file>

<file path=ppt/media/f27788.txt>
</file>

<file path=ppt/media/f27789.txt>
</file>

<file path=ppt/media/f27790.txt>
</file>

<file path=ppt/media/f27791.txt>
</file>

<file path=ppt/media/f27792.txt>
</file>

<file path=ppt/media/f27793.txt>
</file>

<file path=ppt/media/f27794.txt>
</file>

<file path=ppt/media/f27795.txt>
</file>

<file path=ppt/media/f27796.txt>
</file>

<file path=ppt/media/f27797.txt>
</file>

<file path=ppt/media/f27798.txt>
</file>

<file path=ppt/media/f27799.txt>
</file>

<file path=ppt/media/f27800.txt>
</file>

<file path=ppt/media/f27801.txt>
</file>

<file path=ppt/media/f27802.txt>
</file>

<file path=ppt/media/f27803.txt>
</file>

<file path=ppt/media/f27804.txt>
</file>

<file path=ppt/media/f27805.txt>
</file>

<file path=ppt/media/f27806.txt>
</file>

<file path=ppt/media/f27807.txt>
</file>

<file path=ppt/media/f27808.txt>
</file>

<file path=ppt/media/f27809.txt>
</file>

<file path=ppt/media/f27810.txt>
</file>

<file path=ppt/media/f27811.txt>
</file>

<file path=ppt/media/f27812.txt>
</file>

<file path=ppt/media/f27813.txt>
</file>

<file path=ppt/media/f27814.txt>
</file>

<file path=ppt/media/f27815.txt>
</file>

<file path=ppt/media/f27816.txt>
</file>

<file path=ppt/media/f27817.txt>
</file>

<file path=ppt/media/f27818.txt>
</file>

<file path=ppt/media/f27819.txt>
</file>

<file path=ppt/media/f27820.txt>
</file>

<file path=ppt/media/f27821.txt>
</file>

<file path=ppt/media/f27822.txt>
</file>

<file path=ppt/media/f27823.txt>
</file>

<file path=ppt/media/f27824.txt>
</file>

<file path=ppt/media/f27825.txt>
</file>

<file path=ppt/media/f27826.txt>
</file>

<file path=ppt/media/f27827.txt>
</file>

<file path=ppt/media/f27828.txt>
</file>

<file path=ppt/media/f27829.txt>
</file>

<file path=ppt/media/f27830.txt>
</file>

<file path=ppt/media/f27831.txt>
</file>

<file path=ppt/media/f27832.txt>
</file>

<file path=ppt/media/f27833.txt>
</file>

<file path=ppt/media/f27834.txt>
</file>

<file path=ppt/media/f27835.txt>
</file>

<file path=ppt/media/f27836.txt>
</file>

<file path=ppt/media/f27837.txt>
</file>

<file path=ppt/media/f27838.txt>
</file>

<file path=ppt/media/f27839.txt>
</file>

<file path=ppt/media/f27840.txt>
</file>

<file path=ppt/media/f27841.txt>
</file>

<file path=ppt/media/f27842.txt>
</file>

<file path=ppt/media/f27843.txt>
</file>

<file path=ppt/media/f27844.txt>
</file>

<file path=ppt/media/f27845.txt>
</file>

<file path=ppt/media/f27846.txt>
</file>

<file path=ppt/media/f27847.txt>
</file>

<file path=ppt/media/f27848.txt>
</file>

<file path=ppt/media/f27849.txt>
</file>

<file path=ppt/media/f27850.txt>
</file>

<file path=ppt/media/f27851.txt>
</file>

<file path=ppt/media/f27852.txt>
</file>

<file path=ppt/media/f27853.txt>
</file>

<file path=ppt/media/f27854.txt>
</file>

<file path=ppt/media/f27855.txt>
</file>

<file path=ppt/media/f27856.txt>
</file>

<file path=ppt/media/f27857.txt>
</file>

<file path=ppt/media/f27858.txt>
</file>

<file path=ppt/media/f27859.txt>
</file>

<file path=ppt/media/f27860.txt>
</file>

<file path=ppt/media/f27861.txt>
</file>

<file path=ppt/media/f27862.txt>
</file>

<file path=ppt/media/f27863.txt>
</file>

<file path=ppt/media/f27864.txt>
</file>

<file path=ppt/media/f27865.txt>
</file>

<file path=ppt/media/f27866.txt>
</file>

<file path=ppt/media/f27867.txt>
</file>

<file path=ppt/media/f27868.txt>
</file>

<file path=ppt/media/f27869.txt>
</file>

<file path=ppt/media/f27870.txt>
</file>

<file path=ppt/media/f27871.txt>
</file>

<file path=ppt/media/f27872.txt>
</file>

<file path=ppt/media/f27873.txt>
</file>

<file path=ppt/media/f27874.txt>
</file>

<file path=ppt/media/f27875.txt>
</file>

<file path=ppt/media/f27876.txt>
</file>

<file path=ppt/media/f27877.txt>
</file>

<file path=ppt/media/f27878.txt>
</file>

<file path=ppt/media/f27879.txt>
</file>

<file path=ppt/media/f27880.txt>
</file>

<file path=ppt/media/f27881.txt>
</file>

<file path=ppt/media/f27882.txt>
</file>

<file path=ppt/media/f27883.txt>
</file>

<file path=ppt/media/f27884.txt>
</file>

<file path=ppt/media/f27885.txt>
</file>

<file path=ppt/media/f27886.txt>
</file>

<file path=ppt/media/f27887.txt>
</file>

<file path=ppt/media/f27888.txt>
</file>

<file path=ppt/media/f27889.txt>
</file>

<file path=ppt/media/f27890.txt>
</file>

<file path=ppt/media/f27891.txt>
</file>

<file path=ppt/media/f27892.txt>
</file>

<file path=ppt/media/f27893.txt>
</file>

<file path=ppt/media/f27894.txt>
</file>

<file path=ppt/media/f27895.txt>
</file>

<file path=ppt/media/f27896.txt>
</file>

<file path=ppt/media/f27897.txt>
</file>

<file path=ppt/media/f27898.txt>
</file>

<file path=ppt/media/f27899.txt>
</file>

<file path=ppt/media/f27900.txt>
</file>

<file path=ppt/media/f27901.txt>
</file>

<file path=ppt/media/f27902.txt>
</file>

<file path=ppt/media/f27903.txt>
</file>

<file path=ppt/media/f27904.txt>
</file>

<file path=ppt/media/f27905.txt>
</file>

<file path=ppt/media/f27906.txt>
</file>

<file path=ppt/media/f27907.txt>
</file>

<file path=ppt/media/f27908.txt>
</file>

<file path=ppt/media/f27909.txt>
</file>

<file path=ppt/media/f27910.txt>
</file>

<file path=ppt/media/f27911.txt>
</file>

<file path=ppt/media/f27912.txt>
</file>

<file path=ppt/media/f27913.txt>
</file>

<file path=ppt/media/f27914.txt>
</file>

<file path=ppt/media/f27915.txt>
</file>

<file path=ppt/media/f27916.txt>
</file>

<file path=ppt/media/f27917.txt>
</file>

<file path=ppt/media/f27918.txt>
</file>

<file path=ppt/media/f27919.txt>
</file>

<file path=ppt/media/f27920.txt>
</file>

<file path=ppt/media/f27921.txt>
</file>

<file path=ppt/media/f27922.txt>
</file>

<file path=ppt/media/f27923.txt>
</file>

<file path=ppt/media/f27924.txt>
</file>

<file path=ppt/media/f27925.txt>
</file>

<file path=ppt/media/f27926.txt>
</file>

<file path=ppt/media/f27927.txt>
</file>

<file path=ppt/media/f27928.txt>
</file>

<file path=ppt/media/f27929.txt>
</file>

<file path=ppt/media/f27930.txt>
</file>

<file path=ppt/media/f27931.txt>
</file>

<file path=ppt/media/f27932.txt>
</file>

<file path=ppt/media/f27933.txt>
</file>

<file path=ppt/media/f27934.txt>
</file>

<file path=ppt/media/f27935.txt>
</file>

<file path=ppt/media/f27936.txt>
</file>

<file path=ppt/media/f27937.txt>
</file>

<file path=ppt/media/f27938.txt>
</file>

<file path=ppt/media/f27939.txt>
</file>

<file path=ppt/media/f27940.txt>
</file>

<file path=ppt/media/f27941.txt>
</file>

<file path=ppt/media/f27942.txt>
</file>

<file path=ppt/media/f27943.txt>
</file>

<file path=ppt/media/f27944.txt>
</file>

<file path=ppt/media/f27945.txt>
</file>

<file path=ppt/media/f27946.txt>
</file>

<file path=ppt/media/f27947.txt>
</file>

<file path=ppt/media/f27948.txt>
</file>

<file path=ppt/media/f27949.txt>
</file>

<file path=ppt/media/f27950.txt>
</file>

<file path=ppt/media/f27951.txt>
</file>

<file path=ppt/media/f27952.txt>
</file>

<file path=ppt/media/f27953.txt>
</file>

<file path=ppt/media/f27954.txt>
</file>

<file path=ppt/media/f27955.txt>
</file>

<file path=ppt/media/f27956.txt>
</file>

<file path=ppt/media/f27957.txt>
</file>

<file path=ppt/media/f27958.txt>
</file>

<file path=ppt/media/f27959.txt>
</file>

<file path=ppt/media/f27960.txt>
</file>

<file path=ppt/media/f27961.txt>
</file>

<file path=ppt/media/f27962.txt>
</file>

<file path=ppt/media/f27963.txt>
</file>

<file path=ppt/media/f27964.txt>
</file>

<file path=ppt/media/f27965.txt>
</file>

<file path=ppt/media/f27966.txt>
</file>

<file path=ppt/media/f27967.txt>
</file>

<file path=ppt/media/f27968.txt>
</file>

<file path=ppt/media/f27969.txt>
</file>

<file path=ppt/media/f27970.txt>
</file>

<file path=ppt/media/f27971.txt>
</file>

<file path=ppt/media/f27972.txt>
</file>

<file path=ppt/media/f27973.txt>
</file>

<file path=ppt/media/f27974.txt>
</file>

<file path=ppt/media/f27975.txt>
</file>

<file path=ppt/media/f27976.txt>
</file>

<file path=ppt/media/f27977.txt>
</file>

<file path=ppt/media/f27978.txt>
</file>

<file path=ppt/media/f27979.txt>
</file>

<file path=ppt/media/f27980.txt>
</file>

<file path=ppt/media/f27981.txt>
</file>

<file path=ppt/media/f27982.txt>
</file>

<file path=ppt/media/f27983.txt>
</file>

<file path=ppt/media/f27984.txt>
</file>

<file path=ppt/media/f27985.txt>
</file>

<file path=ppt/media/f27986.txt>
</file>

<file path=ppt/media/f27987.txt>
</file>

<file path=ppt/media/f27988.txt>
</file>

<file path=ppt/media/f27989.txt>
</file>

<file path=ppt/media/f27990.txt>
</file>

<file path=ppt/media/f27991.txt>
</file>

<file path=ppt/media/f27992.txt>
</file>

<file path=ppt/media/f27993.txt>
</file>

<file path=ppt/media/f27994.txt>
</file>

<file path=ppt/media/f27995.txt>
</file>

<file path=ppt/media/f27996.txt>
</file>

<file path=ppt/media/f27997.txt>
</file>

<file path=ppt/media/f27998.txt>
</file>

<file path=ppt/media/f27999.txt>
</file>

<file path=ppt/media/f28000.txt>
</file>

<file path=ppt/media/f28001.txt>
</file>

<file path=ppt/media/f28002.txt>
</file>

<file path=ppt/media/f28003.txt>
</file>

<file path=ppt/media/f28004.txt>
</file>

<file path=ppt/media/f28005.txt>
</file>

<file path=ppt/media/f28006.txt>
</file>

<file path=ppt/media/f28007.txt>
</file>

<file path=ppt/media/f28008.txt>
</file>

<file path=ppt/media/f28009.txt>
</file>

<file path=ppt/media/f28010.txt>
</file>

<file path=ppt/media/f28011.txt>
</file>

<file path=ppt/media/f28012.txt>
</file>

<file path=ppt/media/f28013.txt>
</file>

<file path=ppt/media/f28014.txt>
</file>

<file path=ppt/media/f28015.txt>
</file>

<file path=ppt/media/f28016.txt>
</file>

<file path=ppt/media/f28017.txt>
</file>

<file path=ppt/media/f28018.txt>
</file>

<file path=ppt/media/f28019.txt>
</file>

<file path=ppt/media/f28020.txt>
</file>

<file path=ppt/media/f28021.txt>
</file>

<file path=ppt/media/f28022.txt>
</file>

<file path=ppt/media/f28023.txt>
</file>

<file path=ppt/media/f28024.txt>
</file>

<file path=ppt/media/f28025.txt>
</file>

<file path=ppt/media/f28026.txt>
</file>

<file path=ppt/media/f28027.txt>
</file>

<file path=ppt/media/f28028.txt>
</file>

<file path=ppt/media/f28029.txt>
</file>

<file path=ppt/media/f28030.txt>
</file>

<file path=ppt/media/f28031.txt>
</file>

<file path=ppt/media/f28032.txt>
</file>

<file path=ppt/media/f28033.txt>
</file>

<file path=ppt/media/f28034.txt>
</file>

<file path=ppt/media/f28035.txt>
</file>

<file path=ppt/media/f28036.txt>
</file>

<file path=ppt/media/f28037.txt>
</file>

<file path=ppt/media/f28038.txt>
</file>

<file path=ppt/media/f28039.txt>
</file>

<file path=ppt/media/f28040.txt>
</file>

<file path=ppt/media/f28041.txt>
</file>

<file path=ppt/media/f28042.txt>
</file>

<file path=ppt/media/f28043.txt>
</file>

<file path=ppt/media/f28044.txt>
</file>

<file path=ppt/media/f28045.txt>
</file>

<file path=ppt/media/f28046.txt>
</file>

<file path=ppt/media/f28047.txt>
</file>

<file path=ppt/media/f28048.txt>
</file>

<file path=ppt/media/f28049.txt>
</file>

<file path=ppt/media/f28050.txt>
</file>

<file path=ppt/media/f28051.txt>
</file>

<file path=ppt/media/f28052.txt>
</file>

<file path=ppt/media/f28053.txt>
</file>

<file path=ppt/media/f28054.txt>
</file>

<file path=ppt/media/f28055.txt>
</file>

<file path=ppt/media/f28056.txt>
</file>

<file path=ppt/media/f28057.txt>
</file>

<file path=ppt/media/f28058.txt>
</file>

<file path=ppt/media/f28059.txt>
</file>

<file path=ppt/media/f28060.txt>
</file>

<file path=ppt/media/f28061.txt>
</file>

<file path=ppt/media/f28062.txt>
</file>

<file path=ppt/media/f28063.txt>
</file>

<file path=ppt/media/f28064.txt>
</file>

<file path=ppt/media/f28065.txt>
</file>

<file path=ppt/media/f28066.txt>
</file>

<file path=ppt/media/f28067.txt>
</file>

<file path=ppt/media/f28068.txt>
</file>

<file path=ppt/media/f28069.txt>
</file>

<file path=ppt/media/f28070.txt>
</file>

<file path=ppt/media/f28071.txt>
</file>

<file path=ppt/media/f28072.txt>
</file>

<file path=ppt/media/f28073.txt>
</file>

<file path=ppt/media/f28074.txt>
</file>

<file path=ppt/media/f28075.txt>
</file>

<file path=ppt/media/f28076.txt>
</file>

<file path=ppt/media/f28077.txt>
</file>

<file path=ppt/media/f28078.txt>
</file>

<file path=ppt/media/f28079.txt>
</file>

<file path=ppt/media/f28080.txt>
</file>

<file path=ppt/media/f28081.txt>
</file>

<file path=ppt/media/f28082.txt>
</file>

<file path=ppt/media/f28083.txt>
</file>

<file path=ppt/media/f28084.txt>
</file>

<file path=ppt/media/f28085.txt>
</file>

<file path=ppt/media/f28086.txt>
</file>

<file path=ppt/media/f28087.txt>
</file>

<file path=ppt/media/f28088.txt>
</file>

<file path=ppt/media/f28089.txt>
</file>

<file path=ppt/media/f28090.txt>
</file>

<file path=ppt/media/f28091.txt>
</file>

<file path=ppt/media/f28092.txt>
</file>

<file path=ppt/media/f28093.txt>
</file>

<file path=ppt/media/f28094.txt>
</file>

<file path=ppt/media/f28095.txt>
</file>

<file path=ppt/media/f28096.txt>
</file>

<file path=ppt/media/f28097.txt>
</file>

<file path=ppt/media/f28098.txt>
</file>

<file path=ppt/media/f28099.txt>
</file>

<file path=ppt/media/f28100.txt>
</file>

<file path=ppt/media/f28101.txt>
</file>

<file path=ppt/media/f28102.txt>
</file>

<file path=ppt/media/f28103.txt>
</file>

<file path=ppt/media/f28104.txt>
</file>

<file path=ppt/media/f28105.txt>
</file>

<file path=ppt/media/f28106.txt>
</file>

<file path=ppt/media/f28107.txt>
</file>

<file path=ppt/media/f28108.txt>
</file>

<file path=ppt/media/f28109.txt>
</file>

<file path=ppt/media/f28110.txt>
</file>

<file path=ppt/media/f28111.txt>
</file>

<file path=ppt/media/f28112.txt>
</file>

<file path=ppt/media/f28113.txt>
</file>

<file path=ppt/media/f28114.txt>
</file>

<file path=ppt/media/f28115.txt>
</file>

<file path=ppt/media/f28116.txt>
</file>

<file path=ppt/media/f28117.txt>
</file>

<file path=ppt/media/f28118.txt>
</file>

<file path=ppt/media/f28119.txt>
</file>

<file path=ppt/media/f28120.txt>
</file>

<file path=ppt/media/f28121.txt>
</file>

<file path=ppt/media/f28122.txt>
</file>

<file path=ppt/media/f28123.txt>
</file>

<file path=ppt/media/f28124.txt>
</file>

<file path=ppt/media/f28125.txt>
</file>

<file path=ppt/media/f28126.txt>
</file>

<file path=ppt/media/f28127.txt>
</file>

<file path=ppt/media/f28128.txt>
</file>

<file path=ppt/media/f28129.txt>
</file>

<file path=ppt/media/f28130.txt>
</file>

<file path=ppt/media/f28131.txt>
</file>

<file path=ppt/media/f28132.txt>
</file>

<file path=ppt/media/f28133.txt>
</file>

<file path=ppt/media/f28134.txt>
</file>

<file path=ppt/media/f28135.txt>
</file>

<file path=ppt/media/f28136.txt>
</file>

<file path=ppt/media/f28137.txt>
</file>

<file path=ppt/media/f28138.txt>
</file>

<file path=ppt/media/f28139.txt>
</file>

<file path=ppt/media/f28140.txt>
</file>

<file path=ppt/media/f28141.txt>
</file>

<file path=ppt/media/f28142.txt>
</file>

<file path=ppt/media/f28143.txt>
</file>

<file path=ppt/media/f28144.txt>
</file>

<file path=ppt/media/f28145.txt>
</file>

<file path=ppt/media/f28146.txt>
</file>

<file path=ppt/media/f28147.txt>
</file>

<file path=ppt/media/f28148.txt>
</file>

<file path=ppt/media/f28149.txt>
</file>

<file path=ppt/media/f28150.txt>
</file>

<file path=ppt/media/f28151.txt>
</file>

<file path=ppt/media/f28152.txt>
</file>

<file path=ppt/media/f28153.txt>
</file>

<file path=ppt/media/f28154.txt>
</file>

<file path=ppt/media/f28155.txt>
</file>

<file path=ppt/media/f28156.txt>
</file>

<file path=ppt/media/f28157.txt>
</file>

<file path=ppt/media/f28158.txt>
</file>

<file path=ppt/media/f28159.txt>
</file>

<file path=ppt/media/f28160.txt>
</file>

<file path=ppt/media/f28161.txt>
</file>

<file path=ppt/media/f28162.txt>
</file>

<file path=ppt/media/f28163.txt>
</file>

<file path=ppt/media/f28164.txt>
</file>

<file path=ppt/media/f28165.txt>
</file>

<file path=ppt/media/f28166.txt>
</file>

<file path=ppt/media/f28167.txt>
</file>

<file path=ppt/media/f28168.txt>
</file>

<file path=ppt/media/f28169.txt>
</file>

<file path=ppt/media/f28170.txt>
</file>

<file path=ppt/media/f28171.txt>
</file>

<file path=ppt/media/f28172.txt>
</file>

<file path=ppt/media/f28173.txt>
</file>

<file path=ppt/media/f28174.txt>
</file>

<file path=ppt/media/f28175.txt>
</file>

<file path=ppt/media/f28176.txt>
</file>

<file path=ppt/media/f28177.txt>
</file>

<file path=ppt/media/f28178.txt>
</file>

<file path=ppt/media/f28179.txt>
</file>

<file path=ppt/media/f28180.txt>
</file>

<file path=ppt/media/f28181.txt>
</file>

<file path=ppt/media/f28182.txt>
</file>

<file path=ppt/media/f28183.txt>
</file>

<file path=ppt/media/f28184.txt>
</file>

<file path=ppt/media/f28185.txt>
</file>

<file path=ppt/media/f28186.txt>
</file>

<file path=ppt/media/f28187.txt>
</file>

<file path=ppt/media/f28188.txt>
</file>

<file path=ppt/media/f28189.txt>
</file>

<file path=ppt/media/f28190.txt>
</file>

<file path=ppt/media/f28191.txt>
</file>

<file path=ppt/media/f28192.txt>
</file>

<file path=ppt/media/f28193.txt>
</file>

<file path=ppt/media/f28194.txt>
</file>

<file path=ppt/media/f28195.txt>
</file>

<file path=ppt/media/f28196.txt>
</file>

<file path=ppt/media/f28197.txt>
</file>

<file path=ppt/media/f28198.txt>
</file>

<file path=ppt/media/f28199.txt>
</file>

<file path=ppt/media/f28200.txt>
</file>

<file path=ppt/media/f28201.txt>
</file>

<file path=ppt/media/f28202.txt>
</file>

<file path=ppt/media/f28203.txt>
</file>

<file path=ppt/media/f28204.txt>
</file>

<file path=ppt/media/f28205.txt>
</file>

<file path=ppt/media/f28206.txt>
</file>

<file path=ppt/media/f28207.txt>
</file>

<file path=ppt/media/f28208.txt>
</file>

<file path=ppt/media/f28209.txt>
</file>

<file path=ppt/media/f28210.txt>
</file>

<file path=ppt/media/f28211.txt>
</file>

<file path=ppt/media/f28212.txt>
</file>

<file path=ppt/media/f28213.txt>
</file>

<file path=ppt/media/f28214.txt>
</file>

<file path=ppt/media/f28215.txt>
</file>

<file path=ppt/media/f28216.txt>
</file>

<file path=ppt/media/f28217.txt>
</file>

<file path=ppt/media/f28218.txt>
</file>

<file path=ppt/media/f28219.txt>
</file>

<file path=ppt/media/f28220.txt>
</file>

<file path=ppt/media/f28221.txt>
</file>

<file path=ppt/media/f28222.txt>
</file>

<file path=ppt/media/f28223.txt>
</file>

<file path=ppt/media/f28224.txt>
</file>

<file path=ppt/media/f28225.txt>
</file>

<file path=ppt/media/f28226.txt>
</file>

<file path=ppt/media/f28227.txt>
</file>

<file path=ppt/media/f28228.txt>
</file>

<file path=ppt/media/f28229.txt>
</file>

<file path=ppt/media/f28230.txt>
</file>

<file path=ppt/media/f28231.txt>
</file>

<file path=ppt/media/f28232.txt>
</file>

<file path=ppt/media/f28233.txt>
</file>

<file path=ppt/media/f28234.txt>
</file>

<file path=ppt/media/f28235.txt>
</file>

<file path=ppt/media/f28236.txt>
</file>

<file path=ppt/media/f28237.txt>
</file>

<file path=ppt/media/f28238.txt>
</file>

<file path=ppt/media/f28239.txt>
</file>

<file path=ppt/media/f28240.txt>
</file>

<file path=ppt/media/f28241.txt>
</file>

<file path=ppt/media/f28242.txt>
</file>

<file path=ppt/media/f28243.txt>
</file>

<file path=ppt/media/f28244.txt>
</file>

<file path=ppt/media/f28245.txt>
</file>

<file path=ppt/media/f28246.txt>
</file>

<file path=ppt/media/f28247.txt>
</file>

<file path=ppt/media/f28248.txt>
</file>

<file path=ppt/media/f28249.txt>
</file>

<file path=ppt/media/f28250.txt>
</file>

<file path=ppt/media/f28251.txt>
</file>

<file path=ppt/media/f28252.txt>
</file>

<file path=ppt/media/f28253.txt>
</file>

<file path=ppt/media/f28254.txt>
</file>

<file path=ppt/media/f28255.txt>
</file>

<file path=ppt/media/f28256.txt>
</file>

<file path=ppt/media/f28257.txt>
</file>

<file path=ppt/media/f28258.txt>
</file>

<file path=ppt/media/f28259.txt>
</file>

<file path=ppt/media/f28260.txt>
</file>

<file path=ppt/media/f28261.txt>
</file>

<file path=ppt/media/f28262.txt>
</file>

<file path=ppt/media/f28263.txt>
</file>

<file path=ppt/media/f28264.txt>
</file>

<file path=ppt/media/f28265.txt>
</file>

<file path=ppt/media/f28266.txt>
</file>

<file path=ppt/media/f28267.txt>
</file>

<file path=ppt/media/f28268.txt>
</file>

<file path=ppt/media/f28269.txt>
</file>

<file path=ppt/media/f28270.txt>
</file>

<file path=ppt/media/f28271.txt>
</file>

<file path=ppt/media/f28272.txt>
</file>

<file path=ppt/media/f28273.txt>
</file>

<file path=ppt/media/f28274.txt>
</file>

<file path=ppt/media/f28275.txt>
</file>

<file path=ppt/media/f28276.txt>
</file>

<file path=ppt/media/f28277.txt>
</file>

<file path=ppt/media/f28278.txt>
</file>

<file path=ppt/media/f28279.txt>
</file>

<file path=ppt/media/f28280.txt>
</file>

<file path=ppt/media/f28281.txt>
</file>

<file path=ppt/media/f28282.txt>
</file>

<file path=ppt/media/f28283.txt>
</file>

<file path=ppt/media/f28284.txt>
</file>

<file path=ppt/media/f28285.txt>
</file>

<file path=ppt/media/f28286.txt>
</file>

<file path=ppt/media/f28287.txt>
</file>

<file path=ppt/media/f28288.txt>
</file>

<file path=ppt/media/f28289.txt>
</file>

<file path=ppt/media/f28290.txt>
</file>

<file path=ppt/media/f28291.txt>
</file>

<file path=ppt/media/f28292.txt>
</file>

<file path=ppt/media/f28293.txt>
</file>

<file path=ppt/media/f28294.txt>
</file>

<file path=ppt/media/f28295.txt>
</file>

<file path=ppt/media/f28296.txt>
</file>

<file path=ppt/media/f28297.txt>
</file>

<file path=ppt/media/f28298.txt>
</file>

<file path=ppt/media/f28299.txt>
</file>

<file path=ppt/media/f28300.txt>
</file>

<file path=ppt/media/f28301.txt>
</file>

<file path=ppt/media/f28302.txt>
</file>

<file path=ppt/media/f28303.txt>
</file>

<file path=ppt/media/f28304.txt>
</file>

<file path=ppt/media/f28305.txt>
</file>

<file path=ppt/media/f28306.txt>
</file>

<file path=ppt/media/f28307.txt>
</file>

<file path=ppt/media/f28308.txt>
</file>

<file path=ppt/media/f28309.txt>
</file>

<file path=ppt/media/f28310.txt>
</file>

<file path=ppt/media/f28311.txt>
</file>

<file path=ppt/media/f28312.txt>
</file>

<file path=ppt/media/f28313.txt>
</file>

<file path=ppt/media/f28314.txt>
</file>

<file path=ppt/media/f28315.txt>
</file>

<file path=ppt/media/f28316.txt>
</file>

<file path=ppt/media/f28317.txt>
</file>

<file path=ppt/media/f28318.txt>
</file>

<file path=ppt/media/f28319.txt>
</file>

<file path=ppt/media/f28320.txt>
</file>

<file path=ppt/media/f28321.txt>
</file>

<file path=ppt/media/f28322.txt>
</file>

<file path=ppt/media/f28323.txt>
</file>

<file path=ppt/media/f28324.txt>
</file>

<file path=ppt/media/f28325.txt>
</file>

<file path=ppt/media/f28326.txt>
</file>

<file path=ppt/media/f28327.txt>
</file>

<file path=ppt/media/f28328.txt>
</file>

<file path=ppt/media/f28329.txt>
</file>

<file path=ppt/media/f28330.txt>
</file>

<file path=ppt/media/f28331.txt>
</file>

<file path=ppt/media/f28332.txt>
</file>

<file path=ppt/media/f28333.txt>
</file>

<file path=ppt/media/f28334.txt>
</file>

<file path=ppt/media/f28335.txt>
</file>

<file path=ppt/media/f28336.txt>
</file>

<file path=ppt/media/f28337.txt>
</file>

<file path=ppt/media/f28338.txt>
</file>

<file path=ppt/media/f28339.txt>
</file>

<file path=ppt/media/f28340.txt>
</file>

<file path=ppt/media/f28341.txt>
</file>

<file path=ppt/media/f28342.txt>
</file>

<file path=ppt/media/f28343.txt>
</file>

<file path=ppt/media/f28344.txt>
</file>

<file path=ppt/media/f28345.txt>
</file>

<file path=ppt/media/f28346.txt>
</file>

<file path=ppt/media/f28347.txt>
</file>

<file path=ppt/media/f28348.txt>
</file>

<file path=ppt/media/f28349.txt>
</file>

<file path=ppt/media/f28350.txt>
</file>

<file path=ppt/media/f28351.txt>
</file>

<file path=ppt/media/f28352.txt>
</file>

<file path=ppt/media/f28353.txt>
</file>

<file path=ppt/media/f28354.txt>
</file>

<file path=ppt/media/f28355.txt>
</file>

<file path=ppt/media/f28356.txt>
</file>

<file path=ppt/media/f28357.txt>
</file>

<file path=ppt/media/f28358.txt>
</file>

<file path=ppt/media/f28359.txt>
</file>

<file path=ppt/media/f28360.txt>
</file>

<file path=ppt/media/f28361.txt>
</file>

<file path=ppt/media/f28362.txt>
</file>

<file path=ppt/media/f28363.txt>
</file>

<file path=ppt/media/f28364.txt>
</file>

<file path=ppt/media/f28365.txt>
</file>

<file path=ppt/media/f28366.txt>
</file>

<file path=ppt/media/f28367.txt>
</file>

<file path=ppt/media/f28368.txt>
</file>

<file path=ppt/media/f28369.txt>
</file>

<file path=ppt/media/f28370.txt>
</file>

<file path=ppt/media/f28371.txt>
</file>

<file path=ppt/media/f28372.txt>
</file>

<file path=ppt/media/f28373.txt>
</file>

<file path=ppt/media/f28374.txt>
</file>

<file path=ppt/media/f28375.txt>
</file>

<file path=ppt/media/f28376.txt>
</file>

<file path=ppt/media/f28377.txt>
</file>

<file path=ppt/media/f28378.txt>
</file>

<file path=ppt/media/f28379.txt>
</file>

<file path=ppt/media/f28380.txt>
</file>

<file path=ppt/media/f28381.txt>
</file>

<file path=ppt/media/f28382.txt>
</file>

<file path=ppt/media/f28383.txt>
</file>

<file path=ppt/media/f28384.txt>
</file>

<file path=ppt/media/f28385.txt>
</file>

<file path=ppt/media/f28386.txt>
</file>

<file path=ppt/media/f28387.txt>
</file>

<file path=ppt/media/f28388.txt>
</file>

<file path=ppt/media/f28389.txt>
</file>

<file path=ppt/media/f28390.txt>
</file>

<file path=ppt/media/f28391.txt>
</file>

<file path=ppt/media/f28392.txt>
</file>

<file path=ppt/media/f28393.txt>
</file>

<file path=ppt/media/f28394.txt>
</file>

<file path=ppt/media/f28395.txt>
</file>

<file path=ppt/media/f28396.txt>
</file>

<file path=ppt/media/f28397.txt>
</file>

<file path=ppt/media/f28398.txt>
</file>

<file path=ppt/media/f28399.txt>
</file>

<file path=ppt/media/f28400.txt>
</file>

<file path=ppt/media/f28401.txt>
</file>

<file path=ppt/media/f28402.txt>
</file>

<file path=ppt/media/f28403.txt>
</file>

<file path=ppt/media/f28404.txt>
</file>

<file path=ppt/media/f28405.txt>
</file>

<file path=ppt/media/f28406.txt>
</file>

<file path=ppt/media/f28407.txt>
</file>

<file path=ppt/media/f28408.txt>
</file>

<file path=ppt/media/f28409.txt>
</file>

<file path=ppt/media/f28410.txt>
</file>

<file path=ppt/media/f28411.txt>
</file>

<file path=ppt/media/f28412.txt>
</file>

<file path=ppt/media/f28413.txt>
</file>

<file path=ppt/media/f28414.txt>
</file>

<file path=ppt/media/f28415.txt>
</file>

<file path=ppt/media/f28416.txt>
</file>

<file path=ppt/media/f28417.txt>
</file>

<file path=ppt/media/f28418.txt>
</file>

<file path=ppt/media/f28419.txt>
</file>

<file path=ppt/media/f28420.txt>
</file>

<file path=ppt/media/f28421.txt>
</file>

<file path=ppt/media/f28422.txt>
</file>

<file path=ppt/media/f28423.txt>
</file>

<file path=ppt/media/f28424.txt>
</file>

<file path=ppt/media/f28425.txt>
</file>

<file path=ppt/media/f28426.txt>
</file>

<file path=ppt/media/f28427.txt>
</file>

<file path=ppt/media/f28428.txt>
</file>

<file path=ppt/media/f28429.txt>
</file>

<file path=ppt/media/f28430.txt>
</file>

<file path=ppt/media/f28431.txt>
</file>

<file path=ppt/media/f28432.txt>
</file>

<file path=ppt/media/f28433.txt>
</file>

<file path=ppt/media/f28434.txt>
</file>

<file path=ppt/media/f28435.txt>
</file>

<file path=ppt/media/f28436.txt>
</file>

<file path=ppt/media/f28437.txt>
</file>

<file path=ppt/media/f28438.txt>
</file>

<file path=ppt/media/f28439.txt>
</file>

<file path=ppt/media/f28440.txt>
</file>

<file path=ppt/media/f28441.txt>
</file>

<file path=ppt/media/f28442.txt>
</file>

<file path=ppt/media/f28443.txt>
</file>

<file path=ppt/media/f28444.txt>
</file>

<file path=ppt/media/f28445.txt>
</file>

<file path=ppt/media/f28446.txt>
</file>

<file path=ppt/media/f28447.txt>
</file>

<file path=ppt/media/f28448.txt>
</file>

<file path=ppt/media/f28449.txt>
</file>

<file path=ppt/media/f28450.txt>
</file>

<file path=ppt/media/f28451.txt>
</file>

<file path=ppt/media/f28452.txt>
</file>

<file path=ppt/media/f28453.txt>
</file>

<file path=ppt/media/f28454.txt>
</file>

<file path=ppt/media/f28455.txt>
</file>

<file path=ppt/media/f28456.txt>
</file>

<file path=ppt/media/f28457.txt>
</file>

<file path=ppt/media/f28458.txt>
</file>

<file path=ppt/media/f28459.txt>
</file>

<file path=ppt/media/f28460.txt>
</file>

<file path=ppt/media/f28461.txt>
</file>

<file path=ppt/media/f28462.txt>
</file>

<file path=ppt/media/f28463.txt>
</file>

<file path=ppt/media/f28464.txt>
</file>

<file path=ppt/media/f28465.txt>
</file>

<file path=ppt/media/f28466.txt>
</file>

<file path=ppt/media/f28467.txt>
</file>

<file path=ppt/media/f28468.txt>
</file>

<file path=ppt/media/f28469.txt>
</file>

<file path=ppt/media/f28470.txt>
</file>

<file path=ppt/media/f28471.txt>
</file>

<file path=ppt/media/f28472.txt>
</file>

<file path=ppt/media/f28473.txt>
</file>

<file path=ppt/media/f28474.txt>
</file>

<file path=ppt/media/f28475.txt>
</file>

<file path=ppt/media/f28476.txt>
</file>

<file path=ppt/media/f28477.txt>
</file>

<file path=ppt/media/f28478.txt>
</file>

<file path=ppt/media/f28479.txt>
</file>

<file path=ppt/media/f28480.txt>
</file>

<file path=ppt/media/f28481.txt>
</file>

<file path=ppt/media/f28482.txt>
</file>

<file path=ppt/media/f28483.txt>
</file>

<file path=ppt/media/f28484.txt>
</file>

<file path=ppt/media/f28485.txt>
</file>

<file path=ppt/media/f28486.txt>
</file>

<file path=ppt/media/f28487.txt>
</file>

<file path=ppt/media/f28488.txt>
</file>

<file path=ppt/media/f28489.txt>
</file>

<file path=ppt/media/f28490.txt>
</file>

<file path=ppt/media/f28491.txt>
</file>

<file path=ppt/media/f28492.txt>
</file>

<file path=ppt/media/f28493.txt>
</file>

<file path=ppt/media/f28494.txt>
</file>

<file path=ppt/media/f28495.txt>
</file>

<file path=ppt/media/f28496.txt>
</file>

<file path=ppt/media/f28497.txt>
</file>

<file path=ppt/media/f28498.txt>
</file>

<file path=ppt/media/f28499.txt>
</file>

<file path=ppt/media/f28500.txt>
</file>

<file path=ppt/media/f28501.txt>
</file>

<file path=ppt/media/f28502.txt>
</file>

<file path=ppt/media/f28503.txt>
</file>

<file path=ppt/media/f28504.txt>
</file>

<file path=ppt/media/f28505.txt>
</file>

<file path=ppt/media/f28506.txt>
</file>

<file path=ppt/media/f28507.txt>
</file>

<file path=ppt/media/f28508.txt>
</file>

<file path=ppt/media/f28509.txt>
</file>

<file path=ppt/media/f28510.txt>
</file>

<file path=ppt/media/f28511.txt>
</file>

<file path=ppt/media/f28512.txt>
</file>

<file path=ppt/media/f28513.txt>
</file>

<file path=ppt/media/f28514.txt>
</file>

<file path=ppt/media/f28515.txt>
</file>

<file path=ppt/media/f28516.txt>
</file>

<file path=ppt/media/f28517.txt>
</file>

<file path=ppt/media/f28518.txt>
</file>

<file path=ppt/media/f28519.txt>
</file>

<file path=ppt/media/f28520.txt>
</file>

<file path=ppt/media/f28521.txt>
</file>

<file path=ppt/media/f28522.txt>
</file>

<file path=ppt/media/f28523.txt>
</file>

<file path=ppt/media/f28524.txt>
</file>

<file path=ppt/media/f28525.txt>
</file>

<file path=ppt/media/f28526.txt>
</file>

<file path=ppt/media/f28527.txt>
</file>

<file path=ppt/media/f28528.txt>
</file>

<file path=ppt/media/f28529.txt>
</file>

<file path=ppt/media/f28530.txt>
</file>

<file path=ppt/media/f28531.txt>
</file>

<file path=ppt/media/f28532.txt>
</file>

<file path=ppt/media/f28533.txt>
</file>

<file path=ppt/media/f28534.txt>
</file>

<file path=ppt/media/f28535.txt>
</file>

<file path=ppt/media/f28536.txt>
</file>

<file path=ppt/media/f28537.txt>
</file>

<file path=ppt/media/f28538.txt>
</file>

<file path=ppt/media/f28539.txt>
</file>

<file path=ppt/media/f28540.txt>
</file>

<file path=ppt/media/f28541.txt>
</file>

<file path=ppt/media/f28542.txt>
</file>

<file path=ppt/media/f28543.txt>
</file>

<file path=ppt/media/f28544.txt>
</file>

<file path=ppt/media/f28545.txt>
</file>

<file path=ppt/media/f28546.txt>
</file>

<file path=ppt/media/f28547.txt>
</file>

<file path=ppt/media/f28548.txt>
</file>

<file path=ppt/media/f28549.txt>
</file>

<file path=ppt/media/f28550.txt>
</file>

<file path=ppt/media/f28551.txt>
</file>

<file path=ppt/media/f28552.txt>
</file>

<file path=ppt/media/f28553.txt>
</file>

<file path=ppt/media/f28554.txt>
</file>

<file path=ppt/media/f28555.txt>
</file>

<file path=ppt/media/f28556.txt>
</file>

<file path=ppt/media/f28557.txt>
</file>

<file path=ppt/media/f28558.txt>
</file>

<file path=ppt/media/f28559.txt>
</file>

<file path=ppt/media/f28560.txt>
</file>

<file path=ppt/media/f28561.txt>
</file>

<file path=ppt/media/f28562.txt>
</file>

<file path=ppt/media/f28563.txt>
</file>

<file path=ppt/media/f28564.txt>
</file>

<file path=ppt/media/f28565.txt>
</file>

<file path=ppt/media/f28566.txt>
</file>

<file path=ppt/media/f28567.txt>
</file>

<file path=ppt/media/f28568.txt>
</file>

<file path=ppt/media/f28569.txt>
</file>

<file path=ppt/media/f28570.txt>
</file>

<file path=ppt/media/f28571.txt>
</file>

<file path=ppt/media/f28572.txt>
</file>

<file path=ppt/media/f28573.txt>
</file>

<file path=ppt/media/f28574.txt>
</file>

<file path=ppt/media/f28575.txt>
</file>

<file path=ppt/media/f28576.txt>
</file>

<file path=ppt/media/f28577.txt>
</file>

<file path=ppt/media/f28578.txt>
</file>

<file path=ppt/media/f28579.txt>
</file>

<file path=ppt/media/f28580.txt>
</file>

<file path=ppt/media/f28581.txt>
</file>

<file path=ppt/media/f28582.txt>
</file>

<file path=ppt/media/f28583.txt>
</file>

<file path=ppt/media/f28584.txt>
</file>

<file path=ppt/media/f28585.txt>
</file>

<file path=ppt/media/f28586.txt>
</file>

<file path=ppt/media/f28587.txt>
</file>

<file path=ppt/media/f28588.txt>
</file>

<file path=ppt/media/f28589.txt>
</file>

<file path=ppt/media/f28590.txt>
</file>

<file path=ppt/media/f28591.txt>
</file>

<file path=ppt/media/f28592.txt>
</file>

<file path=ppt/media/f28593.txt>
</file>

<file path=ppt/media/f28594.txt>
</file>

<file path=ppt/media/f28595.txt>
</file>

<file path=ppt/media/f28596.txt>
</file>

<file path=ppt/media/f28597.txt>
</file>

<file path=ppt/media/f28598.txt>
</file>

<file path=ppt/media/f28599.txt>
</file>

<file path=ppt/media/f28600.txt>
</file>

<file path=ppt/media/f28601.txt>
</file>

<file path=ppt/media/f28602.txt>
</file>

<file path=ppt/media/f28603.txt>
</file>

<file path=ppt/media/f28604.txt>
</file>

<file path=ppt/media/f28605.txt>
</file>

<file path=ppt/media/f28606.txt>
</file>

<file path=ppt/media/f28607.txt>
</file>

<file path=ppt/media/f28608.txt>
</file>

<file path=ppt/media/f28609.txt>
</file>

<file path=ppt/media/f28610.txt>
</file>

<file path=ppt/media/f28611.txt>
</file>

<file path=ppt/media/f28612.txt>
</file>

<file path=ppt/media/f28613.txt>
</file>

<file path=ppt/media/f28614.txt>
</file>

<file path=ppt/media/f28615.txt>
</file>

<file path=ppt/media/f28616.txt>
</file>

<file path=ppt/media/f28617.txt>
</file>

<file path=ppt/media/f28618.txt>
</file>

<file path=ppt/media/f28619.txt>
</file>

<file path=ppt/media/f28620.txt>
</file>

<file path=ppt/media/f28621.txt>
</file>

<file path=ppt/media/f28622.txt>
</file>

<file path=ppt/media/f28623.txt>
</file>

<file path=ppt/media/f28624.txt>
</file>

<file path=ppt/media/f28625.txt>
</file>

<file path=ppt/media/f28626.txt>
</file>

<file path=ppt/media/f28627.txt>
</file>

<file path=ppt/media/f28628.txt>
</file>

<file path=ppt/media/f28629.txt>
</file>

<file path=ppt/media/f28630.txt>
</file>

<file path=ppt/media/f28631.txt>
</file>

<file path=ppt/media/f28632.txt>
</file>

<file path=ppt/media/f28633.txt>
</file>

<file path=ppt/media/f28634.txt>
</file>

<file path=ppt/media/f28635.txt>
</file>

<file path=ppt/media/f28636.txt>
</file>

<file path=ppt/media/f28637.txt>
</file>

<file path=ppt/media/f28638.txt>
</file>

<file path=ppt/media/f28639.txt>
</file>

<file path=ppt/media/f28640.txt>
</file>

<file path=ppt/media/f28641.txt>
</file>

<file path=ppt/media/f28642.txt>
</file>

<file path=ppt/media/f28643.txt>
</file>

<file path=ppt/media/f28644.txt>
</file>

<file path=ppt/media/f28645.txt>
</file>

<file path=ppt/media/f28646.txt>
</file>

<file path=ppt/media/f28647.txt>
</file>

<file path=ppt/media/f28648.txt>
</file>

<file path=ppt/media/f28649.txt>
</file>

<file path=ppt/media/f28650.txt>
</file>

<file path=ppt/media/f28651.txt>
</file>

<file path=ppt/media/f28652.txt>
</file>

<file path=ppt/media/f28653.txt>
</file>

<file path=ppt/media/f28654.txt>
</file>

<file path=ppt/media/f28655.txt>
</file>

<file path=ppt/media/f28656.txt>
</file>

<file path=ppt/media/f28657.txt>
</file>

<file path=ppt/media/f28658.txt>
</file>

<file path=ppt/media/f28659.txt>
</file>

<file path=ppt/media/f28660.txt>
</file>

<file path=ppt/media/f28661.txt>
</file>

<file path=ppt/media/f28662.txt>
</file>

<file path=ppt/media/f28663.txt>
</file>

<file path=ppt/media/f28664.txt>
</file>

<file path=ppt/media/f28665.txt>
</file>

<file path=ppt/media/f28666.txt>
</file>

<file path=ppt/media/f28667.txt>
</file>

<file path=ppt/media/f28668.txt>
</file>

<file path=ppt/media/f28669.txt>
</file>

<file path=ppt/media/f28670.txt>
</file>

<file path=ppt/media/f28671.txt>
</file>

<file path=ppt/media/f28672.txt>
</file>

<file path=ppt/media/f28673.txt>
</file>

<file path=ppt/media/f28674.txt>
</file>

<file path=ppt/media/f28675.txt>
</file>

<file path=ppt/media/f28676.txt>
</file>

<file path=ppt/media/f28677.txt>
</file>

<file path=ppt/media/f28678.txt>
</file>

<file path=ppt/media/f28679.txt>
</file>

<file path=ppt/media/f28680.txt>
</file>

<file path=ppt/media/f28681.txt>
</file>

<file path=ppt/media/f28682.txt>
</file>

<file path=ppt/media/f28683.txt>
</file>

<file path=ppt/media/f28684.txt>
</file>

<file path=ppt/media/f28685.txt>
</file>

<file path=ppt/media/f28686.txt>
</file>

<file path=ppt/media/f28687.txt>
</file>

<file path=ppt/media/f28688.txt>
</file>

<file path=ppt/media/f28689.txt>
</file>

<file path=ppt/media/f28690.txt>
</file>

<file path=ppt/media/f28691.txt>
</file>

<file path=ppt/media/f28692.txt>
</file>

<file path=ppt/media/f28693.txt>
</file>

<file path=ppt/media/f28694.txt>
</file>

<file path=ppt/media/f28695.txt>
</file>

<file path=ppt/media/f28696.txt>
</file>

<file path=ppt/media/f28697.txt>
</file>

<file path=ppt/media/f28698.txt>
</file>

<file path=ppt/media/f28699.txt>
</file>

<file path=ppt/media/f28700.txt>
</file>

<file path=ppt/media/f28701.txt>
</file>

<file path=ppt/media/f28702.txt>
</file>

<file path=ppt/media/f28703.txt>
</file>

<file path=ppt/media/f28704.txt>
</file>

<file path=ppt/media/f28705.txt>
</file>

<file path=ppt/media/f28706.txt>
</file>

<file path=ppt/media/f28707.txt>
</file>

<file path=ppt/media/f28708.txt>
</file>

<file path=ppt/media/f28709.txt>
</file>

<file path=ppt/media/f28710.txt>
</file>

<file path=ppt/media/f28711.txt>
</file>

<file path=ppt/media/f28712.txt>
</file>

<file path=ppt/media/f28713.txt>
</file>

<file path=ppt/media/f28714.txt>
</file>

<file path=ppt/media/f28715.txt>
</file>

<file path=ppt/media/f28716.txt>
</file>

<file path=ppt/media/f28717.txt>
</file>

<file path=ppt/media/f28718.txt>
</file>

<file path=ppt/media/f28719.txt>
</file>

<file path=ppt/media/f28720.txt>
</file>

<file path=ppt/media/f28721.txt>
</file>

<file path=ppt/media/f28722.txt>
</file>

<file path=ppt/media/f28723.txt>
</file>

<file path=ppt/media/f28724.txt>
</file>

<file path=ppt/media/f28725.txt>
</file>

<file path=ppt/media/f28726.txt>
</file>

<file path=ppt/media/f28727.txt>
</file>

<file path=ppt/media/f28728.txt>
</file>

<file path=ppt/media/f28729.txt>
</file>

<file path=ppt/media/f28730.txt>
</file>

<file path=ppt/media/f28731.txt>
</file>

<file path=ppt/media/f28732.txt>
</file>

<file path=ppt/media/f28733.txt>
</file>

<file path=ppt/media/f28734.txt>
</file>

<file path=ppt/media/f28735.txt>
</file>

<file path=ppt/media/f28736.txt>
</file>

<file path=ppt/media/f28737.txt>
</file>

<file path=ppt/media/f28738.txt>
</file>

<file path=ppt/media/f28739.txt>
</file>

<file path=ppt/media/f28740.txt>
</file>

<file path=ppt/media/f28741.txt>
</file>

<file path=ppt/media/f28742.txt>
</file>

<file path=ppt/media/f28743.txt>
</file>

<file path=ppt/media/f28744.txt>
</file>

<file path=ppt/media/f28745.txt>
</file>

<file path=ppt/media/f28746.txt>
</file>

<file path=ppt/media/f28747.txt>
</file>

<file path=ppt/media/f28748.txt>
</file>

<file path=ppt/media/f28749.txt>
</file>

<file path=ppt/media/f28750.txt>
</file>

<file path=ppt/media/f28751.txt>
</file>

<file path=ppt/media/f28752.txt>
</file>

<file path=ppt/media/f28753.txt>
</file>

<file path=ppt/media/f28754.txt>
</file>

<file path=ppt/media/f28755.txt>
</file>

<file path=ppt/media/f28756.txt>
</file>

<file path=ppt/media/f28757.txt>
</file>

<file path=ppt/media/f28758.txt>
</file>

<file path=ppt/media/f28759.txt>
</file>

<file path=ppt/media/f28760.txt>
</file>

<file path=ppt/media/f28761.txt>
</file>

<file path=ppt/media/f28762.txt>
</file>

<file path=ppt/media/f28763.txt>
</file>

<file path=ppt/media/f28764.txt>
</file>

<file path=ppt/media/f28765.txt>
</file>

<file path=ppt/media/f28766.txt>
</file>

<file path=ppt/media/f28767.txt>
</file>

<file path=ppt/media/f28768.txt>
</file>

<file path=ppt/media/f28769.txt>
</file>

<file path=ppt/media/f28770.txt>
</file>

<file path=ppt/media/f28771.txt>
</file>

<file path=ppt/media/f28772.txt>
</file>

<file path=ppt/media/f28773.txt>
</file>

<file path=ppt/media/f28774.txt>
</file>

<file path=ppt/media/f28775.txt>
</file>

<file path=ppt/media/f28776.txt>
</file>

<file path=ppt/media/f28777.txt>
</file>

<file path=ppt/media/f28778.txt>
</file>

<file path=ppt/media/f28779.txt>
</file>

<file path=ppt/media/f28780.txt>
</file>

<file path=ppt/media/f28781.txt>
</file>

<file path=ppt/media/f28782.txt>
</file>

<file path=ppt/media/f28783.txt>
</file>

<file path=ppt/media/f28784.txt>
</file>

<file path=ppt/media/f28785.txt>
</file>

<file path=ppt/media/f28786.txt>
</file>

<file path=ppt/media/f28787.txt>
</file>

<file path=ppt/media/f28788.txt>
</file>

<file path=ppt/media/f28789.txt>
</file>

<file path=ppt/media/f28790.txt>
</file>

<file path=ppt/media/f28791.txt>
</file>

<file path=ppt/media/f28792.txt>
</file>

<file path=ppt/media/f28793.txt>
</file>

<file path=ppt/media/f28794.txt>
</file>

<file path=ppt/media/f28795.txt>
</file>

<file path=ppt/media/f28796.txt>
</file>

<file path=ppt/media/f28797.txt>
</file>

<file path=ppt/media/f28798.txt>
</file>

<file path=ppt/media/f28799.txt>
</file>

<file path=ppt/media/f28800.txt>
</file>

<file path=ppt/media/f28801.txt>
</file>

<file path=ppt/media/f28802.txt>
</file>

<file path=ppt/media/f28803.txt>
</file>

<file path=ppt/media/f28804.txt>
</file>

<file path=ppt/media/f28805.txt>
</file>

<file path=ppt/media/f28806.txt>
</file>

<file path=ppt/media/f28807.txt>
</file>

<file path=ppt/media/f28808.txt>
</file>

<file path=ppt/media/f28809.txt>
</file>

<file path=ppt/media/f28810.txt>
</file>

<file path=ppt/media/f28811.txt>
</file>

<file path=ppt/media/f28812.txt>
</file>

<file path=ppt/media/f28813.txt>
</file>

<file path=ppt/media/f28814.txt>
</file>

<file path=ppt/media/f28815.txt>
</file>

<file path=ppt/media/f28816.txt>
</file>

<file path=ppt/media/f28817.txt>
</file>

<file path=ppt/media/f28818.txt>
</file>

<file path=ppt/media/f28819.txt>
</file>

<file path=ppt/media/f28820.txt>
</file>

<file path=ppt/media/f28821.txt>
</file>

<file path=ppt/media/f28822.txt>
</file>

<file path=ppt/media/f28823.txt>
</file>

<file path=ppt/media/f28824.txt>
</file>

<file path=ppt/media/f28825.txt>
</file>

<file path=ppt/media/f28826.txt>
</file>

<file path=ppt/media/f28827.txt>
</file>

<file path=ppt/media/f28828.txt>
</file>

<file path=ppt/media/f28829.txt>
</file>

<file path=ppt/media/f28830.txt>
</file>

<file path=ppt/media/f28831.txt>
</file>

<file path=ppt/media/f28832.txt>
</file>

<file path=ppt/media/f28833.txt>
</file>

<file path=ppt/media/f28834.txt>
</file>

<file path=ppt/media/f28835.txt>
</file>

<file path=ppt/media/f28836.txt>
</file>

<file path=ppt/media/f28837.txt>
</file>

<file path=ppt/media/f28838.txt>
</file>

<file path=ppt/media/f28839.txt>
</file>

<file path=ppt/media/f28840.txt>
</file>

<file path=ppt/media/f28841.txt>
</file>

<file path=ppt/media/f28842.txt>
</file>

<file path=ppt/media/f28843.txt>
</file>

<file path=ppt/media/f28844.txt>
</file>

<file path=ppt/media/f28845.txt>
</file>

<file path=ppt/media/f28846.txt>
</file>

<file path=ppt/media/f28847.txt>
</file>

<file path=ppt/media/f28848.txt>
</file>

<file path=ppt/media/f28849.txt>
</file>

<file path=ppt/media/f28850.txt>
</file>

<file path=ppt/media/f28851.txt>
</file>

<file path=ppt/media/f28852.txt>
</file>

<file path=ppt/media/f28853.txt>
</file>

<file path=ppt/media/f28854.txt>
</file>

<file path=ppt/media/f28855.txt>
</file>

<file path=ppt/media/f28856.txt>
</file>

<file path=ppt/media/f28857.txt>
</file>

<file path=ppt/media/f28858.txt>
</file>

<file path=ppt/media/f28859.txt>
</file>

<file path=ppt/media/f28860.txt>
</file>

<file path=ppt/media/f28861.txt>
</file>

<file path=ppt/media/f28862.txt>
</file>

<file path=ppt/media/f28863.txt>
</file>

<file path=ppt/media/f28864.txt>
</file>

<file path=ppt/media/f28865.txt>
</file>

<file path=ppt/media/f28866.txt>
</file>

<file path=ppt/media/f28867.txt>
</file>

<file path=ppt/media/f28868.txt>
</file>

<file path=ppt/media/f28869.txt>
</file>

<file path=ppt/media/f28870.txt>
</file>

<file path=ppt/media/f28871.txt>
</file>

<file path=ppt/media/f28872.txt>
</file>

<file path=ppt/media/f28873.txt>
</file>

<file path=ppt/media/f28874.txt>
</file>

<file path=ppt/media/f28875.txt>
</file>

<file path=ppt/media/f28876.txt>
</file>

<file path=ppt/media/f28877.txt>
</file>

<file path=ppt/media/f28878.txt>
</file>

<file path=ppt/media/f28879.txt>
</file>

<file path=ppt/media/f28880.txt>
</file>

<file path=ppt/media/f28881.txt>
</file>

<file path=ppt/media/f28882.txt>
</file>

<file path=ppt/media/f28883.txt>
</file>

<file path=ppt/media/f28884.txt>
</file>

<file path=ppt/media/f28885.txt>
</file>

<file path=ppt/media/f28886.txt>
</file>

<file path=ppt/media/f28887.txt>
</file>

<file path=ppt/media/f28888.txt>
</file>

<file path=ppt/media/f28889.txt>
</file>

<file path=ppt/media/f28890.txt>
</file>

<file path=ppt/media/f28891.txt>
</file>

<file path=ppt/media/f28892.txt>
</file>

<file path=ppt/media/f28893.txt>
</file>

<file path=ppt/media/f28894.txt>
</file>

<file path=ppt/media/f28895.txt>
</file>

<file path=ppt/media/f28896.txt>
</file>

<file path=ppt/media/f28897.txt>
</file>

<file path=ppt/media/f28898.txt>
</file>

<file path=ppt/media/f28899.txt>
</file>

<file path=ppt/media/f28900.txt>
</file>

<file path=ppt/media/f28901.txt>
</file>

<file path=ppt/media/f28902.txt>
</file>

<file path=ppt/media/f28903.txt>
</file>

<file path=ppt/media/f28904.txt>
</file>

<file path=ppt/media/f28905.txt>
</file>

<file path=ppt/media/f28906.txt>
</file>

<file path=ppt/media/f28907.txt>
</file>

<file path=ppt/media/f28908.txt>
</file>

<file path=ppt/media/f28909.txt>
</file>

<file path=ppt/media/f28910.txt>
</file>

<file path=ppt/media/f28911.txt>
</file>

<file path=ppt/media/f28912.txt>
</file>

<file path=ppt/media/f28913.txt>
</file>

<file path=ppt/media/f28914.txt>
</file>

<file path=ppt/media/f28915.txt>
</file>

<file path=ppt/media/f28916.txt>
</file>

<file path=ppt/media/f28917.txt>
</file>

<file path=ppt/media/f28918.txt>
</file>

<file path=ppt/media/f28919.txt>
</file>

<file path=ppt/media/f28920.txt>
</file>

<file path=ppt/media/f28921.txt>
</file>

<file path=ppt/media/f28922.txt>
</file>

<file path=ppt/media/f28923.txt>
</file>

<file path=ppt/media/f28924.txt>
</file>

<file path=ppt/media/f28925.txt>
</file>

<file path=ppt/media/f28926.txt>
</file>

<file path=ppt/media/f28927.txt>
</file>

<file path=ppt/media/f28928.txt>
</file>

<file path=ppt/media/f28929.txt>
</file>

<file path=ppt/media/f28930.txt>
</file>

<file path=ppt/media/f28931.txt>
</file>

<file path=ppt/media/f28932.txt>
</file>

<file path=ppt/media/f28933.txt>
</file>

<file path=ppt/media/f28934.txt>
</file>

<file path=ppt/media/f28935.txt>
</file>

<file path=ppt/media/f28936.txt>
</file>

<file path=ppt/media/f28937.txt>
</file>

<file path=ppt/media/f28938.txt>
</file>

<file path=ppt/media/f28939.txt>
</file>

<file path=ppt/media/f28940.txt>
</file>

<file path=ppt/media/f28941.txt>
</file>

<file path=ppt/media/f28942.txt>
</file>

<file path=ppt/media/f28943.txt>
</file>

<file path=ppt/media/f28944.txt>
</file>

<file path=ppt/media/f28945.txt>
</file>

<file path=ppt/media/f28946.txt>
</file>

<file path=ppt/media/f28947.txt>
</file>

<file path=ppt/media/f28948.txt>
</file>

<file path=ppt/media/f28949.txt>
</file>

<file path=ppt/media/f28950.txt>
</file>

<file path=ppt/media/f28951.txt>
</file>

<file path=ppt/media/f28952.txt>
</file>

<file path=ppt/media/f28953.txt>
</file>

<file path=ppt/media/f28954.txt>
</file>

<file path=ppt/media/f28955.txt>
</file>

<file path=ppt/media/f28956.txt>
</file>

<file path=ppt/media/f28957.txt>
</file>

<file path=ppt/media/f28958.txt>
</file>

<file path=ppt/media/f28959.txt>
</file>

<file path=ppt/media/f28960.txt>
</file>

<file path=ppt/media/f28961.txt>
</file>

<file path=ppt/media/f28962.txt>
</file>

<file path=ppt/media/f28963.txt>
</file>

<file path=ppt/media/f28964.txt>
</file>

<file path=ppt/media/f28965.txt>
</file>

<file path=ppt/media/f28966.txt>
</file>

<file path=ppt/media/f28967.txt>
</file>

<file path=ppt/media/f28968.txt>
</file>

<file path=ppt/media/f28969.txt>
</file>

<file path=ppt/media/f28970.txt>
</file>

<file path=ppt/media/f28971.txt>
</file>

<file path=ppt/media/f28972.txt>
</file>

<file path=ppt/media/f28973.txt>
</file>

<file path=ppt/media/f28974.txt>
</file>

<file path=ppt/media/f28975.txt>
</file>

<file path=ppt/media/f28976.txt>
</file>

<file path=ppt/media/f28977.txt>
</file>

<file path=ppt/media/f28978.txt>
</file>

<file path=ppt/media/f28979.txt>
</file>

<file path=ppt/media/f28980.txt>
</file>

<file path=ppt/media/f28981.txt>
</file>

<file path=ppt/media/f28982.txt>
</file>

<file path=ppt/media/f28983.txt>
</file>

<file path=ppt/media/f28984.txt>
</file>

<file path=ppt/media/f28985.txt>
</file>

<file path=ppt/media/f28986.txt>
</file>

<file path=ppt/media/f28987.txt>
</file>

<file path=ppt/media/f28988.txt>
</file>

<file path=ppt/media/f28989.txt>
</file>

<file path=ppt/media/f28990.txt>
</file>

<file path=ppt/media/f28991.txt>
</file>

<file path=ppt/media/f28992.txt>
</file>

<file path=ppt/media/f28993.txt>
</file>

<file path=ppt/media/f28994.txt>
</file>

<file path=ppt/media/f28995.txt>
</file>

<file path=ppt/media/f28996.txt>
</file>

<file path=ppt/media/f28997.txt>
</file>

<file path=ppt/media/f28998.txt>
</file>

<file path=ppt/media/f28999.txt>
</file>

<file path=ppt/media/f29000.txt>
</file>

<file path=ppt/media/f29001.txt>
</file>

<file path=ppt/media/f29002.txt>
</file>

<file path=ppt/media/f29003.txt>
</file>

<file path=ppt/media/f29004.txt>
</file>

<file path=ppt/media/f29005.txt>
</file>

<file path=ppt/media/f29006.txt>
</file>

<file path=ppt/media/f29007.txt>
</file>

<file path=ppt/media/f29008.txt>
</file>

<file path=ppt/media/f29009.txt>
</file>

<file path=ppt/media/f29010.txt>
</file>

<file path=ppt/media/f29011.txt>
</file>

<file path=ppt/media/f29012.txt>
</file>

<file path=ppt/media/f29013.txt>
</file>

<file path=ppt/media/f29014.txt>
</file>

<file path=ppt/media/f29015.txt>
</file>

<file path=ppt/media/f29016.txt>
</file>

<file path=ppt/media/f29017.txt>
</file>

<file path=ppt/media/f29018.txt>
</file>

<file path=ppt/media/f29019.txt>
</file>

<file path=ppt/media/f29020.txt>
</file>

<file path=ppt/media/f29021.txt>
</file>

<file path=ppt/media/f29022.txt>
</file>

<file path=ppt/media/f29023.txt>
</file>

<file path=ppt/media/f29024.txt>
</file>

<file path=ppt/media/f29025.txt>
</file>

<file path=ppt/media/f29026.txt>
</file>

<file path=ppt/media/f29027.txt>
</file>

<file path=ppt/media/f29028.txt>
</file>

<file path=ppt/media/f29029.txt>
</file>

<file path=ppt/media/f29030.txt>
</file>

<file path=ppt/media/f29031.txt>
</file>

<file path=ppt/media/f29032.txt>
</file>

<file path=ppt/media/f29033.txt>
</file>

<file path=ppt/media/f29034.txt>
</file>

<file path=ppt/media/f29035.txt>
</file>

<file path=ppt/media/f29036.txt>
</file>

<file path=ppt/media/f29037.txt>
</file>

<file path=ppt/media/f29038.txt>
</file>

<file path=ppt/media/f29039.txt>
</file>

<file path=ppt/media/f29040.txt>
</file>

<file path=ppt/media/f29041.txt>
</file>

<file path=ppt/media/f29042.txt>
</file>

<file path=ppt/media/f29043.txt>
</file>

<file path=ppt/media/f29044.txt>
</file>

<file path=ppt/media/f29045.txt>
</file>

<file path=ppt/media/f29046.txt>
</file>

<file path=ppt/media/f29047.txt>
</file>

<file path=ppt/media/f29048.txt>
</file>

<file path=ppt/media/f29049.txt>
</file>

<file path=ppt/media/f29050.txt>
</file>

<file path=ppt/media/f29051.txt>
</file>

<file path=ppt/media/f29052.txt>
</file>

<file path=ppt/media/f29053.txt>
</file>

<file path=ppt/media/f29054.txt>
</file>

<file path=ppt/media/f29055.txt>
</file>

<file path=ppt/media/f29056.txt>
</file>

<file path=ppt/media/f29057.txt>
</file>

<file path=ppt/media/f29058.txt>
</file>

<file path=ppt/media/f29059.txt>
</file>

<file path=ppt/media/f29060.txt>
</file>

<file path=ppt/media/f29061.txt>
</file>

<file path=ppt/media/f29062.txt>
</file>

<file path=ppt/media/f29063.txt>
</file>

<file path=ppt/media/f29064.txt>
</file>

<file path=ppt/media/f29065.txt>
</file>

<file path=ppt/media/f29066.txt>
</file>

<file path=ppt/media/f29067.txt>
</file>

<file path=ppt/media/f29068.txt>
</file>

<file path=ppt/media/f29069.txt>
</file>

<file path=ppt/media/f29070.txt>
</file>

<file path=ppt/media/f29071.txt>
</file>

<file path=ppt/media/f29072.txt>
</file>

<file path=ppt/media/f29073.txt>
</file>

<file path=ppt/media/f29074.txt>
</file>

<file path=ppt/media/f29075.txt>
</file>

<file path=ppt/media/f29076.txt>
</file>

<file path=ppt/media/f29077.txt>
</file>

<file path=ppt/media/f29078.txt>
</file>

<file path=ppt/media/f29079.txt>
</file>

<file path=ppt/media/f29080.txt>
</file>

<file path=ppt/media/f29081.txt>
</file>

<file path=ppt/media/f29082.txt>
</file>

<file path=ppt/media/f29083.txt>
</file>

<file path=ppt/media/f29084.txt>
</file>

<file path=ppt/media/f29085.txt>
</file>

<file path=ppt/media/f29086.txt>
</file>

<file path=ppt/media/f29087.txt>
</file>

<file path=ppt/media/f29088.txt>
</file>

<file path=ppt/media/f29089.txt>
</file>

<file path=ppt/media/f29090.txt>
</file>

<file path=ppt/media/f29091.txt>
</file>

<file path=ppt/media/f29092.txt>
</file>

<file path=ppt/media/f29093.txt>
</file>

<file path=ppt/media/f29094.txt>
</file>

<file path=ppt/media/f29095.txt>
</file>

<file path=ppt/media/f29096.txt>
</file>

<file path=ppt/media/f29097.txt>
</file>

<file path=ppt/media/f29098.txt>
</file>

<file path=ppt/media/f29099.txt>
</file>

<file path=ppt/media/f29100.txt>
</file>

<file path=ppt/media/f29101.txt>
</file>

<file path=ppt/media/f29102.txt>
</file>

<file path=ppt/media/f29103.txt>
</file>

<file path=ppt/media/f29104.txt>
</file>

<file path=ppt/media/f29105.txt>
</file>

<file path=ppt/media/f29106.txt>
</file>

<file path=ppt/media/f29107.txt>
</file>

<file path=ppt/media/f29108.txt>
</file>

<file path=ppt/media/f29109.txt>
</file>

<file path=ppt/media/f29110.txt>
</file>

<file path=ppt/media/f29111.txt>
</file>

<file path=ppt/media/f29112.txt>
</file>

<file path=ppt/media/f29113.txt>
</file>

<file path=ppt/media/f29114.txt>
</file>

<file path=ppt/media/f29115.txt>
</file>

<file path=ppt/media/f29116.txt>
</file>

<file path=ppt/media/f29117.txt>
</file>

<file path=ppt/media/f29118.txt>
</file>

<file path=ppt/media/f29119.txt>
</file>

<file path=ppt/media/f29120.txt>
</file>

<file path=ppt/media/f29121.txt>
</file>

<file path=ppt/media/f29122.txt>
</file>

<file path=ppt/media/f29123.txt>
</file>

<file path=ppt/media/f29124.txt>
</file>

<file path=ppt/media/f29125.txt>
</file>

<file path=ppt/media/f29126.txt>
</file>

<file path=ppt/media/f29127.txt>
</file>

<file path=ppt/media/f29128.txt>
</file>

<file path=ppt/media/f29129.txt>
</file>

<file path=ppt/media/f29130.txt>
</file>

<file path=ppt/media/f29131.txt>
</file>

<file path=ppt/media/f29132.txt>
</file>

<file path=ppt/media/f29133.txt>
</file>

<file path=ppt/media/f29134.txt>
</file>

<file path=ppt/media/f29135.txt>
</file>

<file path=ppt/media/f29136.txt>
</file>

<file path=ppt/media/f29137.txt>
</file>

<file path=ppt/media/f29138.txt>
</file>

<file path=ppt/media/f29139.txt>
</file>

<file path=ppt/media/f29140.txt>
</file>

<file path=ppt/media/f29141.txt>
</file>

<file path=ppt/media/f29142.txt>
</file>

<file path=ppt/media/f29143.txt>
</file>

<file path=ppt/media/f29144.txt>
</file>

<file path=ppt/media/f29145.txt>
</file>

<file path=ppt/media/f29146.txt>
</file>

<file path=ppt/media/f29147.txt>
</file>

<file path=ppt/media/f29148.txt>
</file>

<file path=ppt/media/f29149.txt>
</file>

<file path=ppt/media/f29150.txt>
</file>

<file path=ppt/media/f29151.txt>
</file>

<file path=ppt/media/f29152.txt>
</file>

<file path=ppt/media/f29153.txt>
</file>

<file path=ppt/media/f29154.txt>
</file>

<file path=ppt/media/f29155.txt>
</file>

<file path=ppt/media/f29156.txt>
</file>

<file path=ppt/media/f29157.txt>
</file>

<file path=ppt/media/f29158.txt>
</file>

<file path=ppt/media/f29159.txt>
</file>

<file path=ppt/media/f29160.txt>
</file>

<file path=ppt/media/f29161.txt>
</file>

<file path=ppt/media/f29162.txt>
</file>

<file path=ppt/media/f29163.txt>
</file>

<file path=ppt/media/f29164.txt>
</file>

<file path=ppt/media/f29165.txt>
</file>

<file path=ppt/media/f29166.txt>
</file>

<file path=ppt/media/f29167.txt>
</file>

<file path=ppt/media/f29168.txt>
</file>

<file path=ppt/media/f29169.txt>
</file>

<file path=ppt/media/f29170.txt>
</file>

<file path=ppt/media/f29171.txt>
</file>

<file path=ppt/media/f29172.txt>
</file>

<file path=ppt/media/f29173.txt>
</file>

<file path=ppt/media/f29174.txt>
</file>

<file path=ppt/media/f29175.txt>
</file>

<file path=ppt/media/f29176.txt>
</file>

<file path=ppt/media/f29177.txt>
</file>

<file path=ppt/media/f29178.txt>
</file>

<file path=ppt/media/f29179.txt>
</file>

<file path=ppt/media/f29180.txt>
</file>

<file path=ppt/media/f29181.txt>
</file>

<file path=ppt/media/f29182.txt>
</file>

<file path=ppt/media/f29183.txt>
</file>

<file path=ppt/media/f29184.txt>
</file>

<file path=ppt/media/f29185.txt>
</file>

<file path=ppt/media/f29186.txt>
</file>

<file path=ppt/media/f29187.txt>
</file>

<file path=ppt/media/f29188.txt>
</file>

<file path=ppt/media/f29189.txt>
</file>

<file path=ppt/media/f29190.txt>
</file>

<file path=ppt/media/f29191.txt>
</file>

<file path=ppt/media/f29192.txt>
</file>

<file path=ppt/media/f29193.txt>
</file>

<file path=ppt/media/f29194.txt>
</file>

<file path=ppt/media/f29195.txt>
</file>

<file path=ppt/media/f29196.txt>
</file>

<file path=ppt/media/f29197.txt>
</file>

<file path=ppt/media/f29198.txt>
</file>

<file path=ppt/media/f29199.txt>
</file>

<file path=ppt/media/f29200.txt>
</file>

<file path=ppt/media/f29201.txt>
</file>

<file path=ppt/media/f29202.txt>
</file>

<file path=ppt/media/f29203.txt>
</file>

<file path=ppt/media/f29204.txt>
</file>

<file path=ppt/media/f29205.txt>
</file>

<file path=ppt/media/f29206.txt>
</file>

<file path=ppt/media/f29207.txt>
</file>

<file path=ppt/media/f29208.txt>
</file>

<file path=ppt/media/f29209.txt>
</file>

<file path=ppt/media/f29210.txt>
</file>

<file path=ppt/media/f29211.txt>
</file>

<file path=ppt/media/f29212.txt>
</file>

<file path=ppt/media/f29213.txt>
</file>

<file path=ppt/media/f29214.txt>
</file>

<file path=ppt/media/f29215.txt>
</file>

<file path=ppt/media/f29216.txt>
</file>

<file path=ppt/media/f29217.txt>
</file>

<file path=ppt/media/f29218.txt>
</file>

<file path=ppt/media/f29219.txt>
</file>

<file path=ppt/media/f29220.txt>
</file>

<file path=ppt/media/f29221.txt>
</file>

<file path=ppt/media/f29222.txt>
</file>

<file path=ppt/media/f29223.txt>
</file>

<file path=ppt/media/f29224.txt>
</file>

<file path=ppt/media/f29225.txt>
</file>

<file path=ppt/media/f29226.txt>
</file>

<file path=ppt/media/f29227.txt>
</file>

<file path=ppt/media/f29228.txt>
</file>

<file path=ppt/media/f29229.txt>
</file>

<file path=ppt/media/f29230.txt>
</file>

<file path=ppt/media/f29231.txt>
</file>

<file path=ppt/media/f29232.txt>
</file>

<file path=ppt/media/f29233.txt>
</file>

<file path=ppt/media/f29234.txt>
</file>

<file path=ppt/media/f29235.txt>
</file>

<file path=ppt/media/f29236.txt>
</file>

<file path=ppt/media/f29237.txt>
</file>

<file path=ppt/media/f29238.txt>
</file>

<file path=ppt/media/f29239.txt>
</file>

<file path=ppt/media/f29240.txt>
</file>

<file path=ppt/media/f29241.txt>
</file>

<file path=ppt/media/f29242.txt>
</file>

<file path=ppt/media/f29243.txt>
</file>

<file path=ppt/media/f29244.txt>
</file>

<file path=ppt/media/f29245.txt>
</file>

<file path=ppt/media/f29246.txt>
</file>

<file path=ppt/media/f29247.txt>
</file>

<file path=ppt/media/f29248.txt>
</file>

<file path=ppt/media/f29249.txt>
</file>

<file path=ppt/media/f29250.txt>
</file>

<file path=ppt/media/f29251.txt>
</file>

<file path=ppt/media/f29252.txt>
</file>

<file path=ppt/media/f29253.txt>
</file>

<file path=ppt/media/f29254.txt>
</file>

<file path=ppt/media/f29255.txt>
</file>

<file path=ppt/media/f29256.txt>
</file>

<file path=ppt/media/f29257.txt>
</file>

<file path=ppt/media/f29258.txt>
</file>

<file path=ppt/media/f29259.txt>
</file>

<file path=ppt/media/f29260.txt>
</file>

<file path=ppt/media/f29261.txt>
</file>

<file path=ppt/media/f29262.txt>
</file>

<file path=ppt/media/f29263.txt>
</file>

<file path=ppt/media/f29264.txt>
</file>

<file path=ppt/media/f29265.txt>
</file>

<file path=ppt/media/f29266.txt>
</file>

<file path=ppt/media/f29267.txt>
</file>

<file path=ppt/media/f29268.txt>
</file>

<file path=ppt/media/f29269.txt>
</file>

<file path=ppt/media/f29270.txt>
</file>

<file path=ppt/media/f29271.txt>
</file>

<file path=ppt/media/f29272.txt>
</file>

<file path=ppt/media/f29273.txt>
</file>

<file path=ppt/media/f29274.txt>
</file>

<file path=ppt/media/f29275.txt>
</file>

<file path=ppt/media/f29276.txt>
</file>

<file path=ppt/media/f29277.txt>
</file>

<file path=ppt/media/f29278.txt>
</file>

<file path=ppt/media/f29279.txt>
</file>

<file path=ppt/media/f29280.txt>
</file>

<file path=ppt/media/f29281.txt>
</file>

<file path=ppt/media/f29282.txt>
</file>

<file path=ppt/media/f29283.txt>
</file>

<file path=ppt/media/f29284.txt>
</file>

<file path=ppt/media/f29285.txt>
</file>

<file path=ppt/media/f29286.txt>
</file>

<file path=ppt/media/f29287.txt>
</file>

<file path=ppt/media/f29288.txt>
</file>

<file path=ppt/media/f29289.txt>
</file>

<file path=ppt/media/f29290.txt>
</file>

<file path=ppt/media/f29291.txt>
</file>

<file path=ppt/media/f29292.txt>
</file>

<file path=ppt/media/f29293.txt>
</file>

<file path=ppt/media/f29294.txt>
</file>

<file path=ppt/media/f29295.txt>
</file>

<file path=ppt/media/f29296.txt>
</file>

<file path=ppt/media/f29297.txt>
</file>

<file path=ppt/media/f29298.txt>
</file>

<file path=ppt/media/f29299.txt>
</file>

<file path=ppt/media/f29300.txt>
</file>

<file path=ppt/media/f29301.txt>
</file>

<file path=ppt/media/f29302.txt>
</file>

<file path=ppt/media/f29303.txt>
</file>

<file path=ppt/media/f29304.txt>
</file>

<file path=ppt/media/f29305.txt>
</file>

<file path=ppt/media/f29306.txt>
</file>

<file path=ppt/media/f29307.txt>
</file>

<file path=ppt/media/f29308.txt>
</file>

<file path=ppt/media/f29309.txt>
</file>

<file path=ppt/media/f29310.txt>
</file>

<file path=ppt/media/f29311.txt>
</file>

<file path=ppt/media/f29312.txt>
</file>

<file path=ppt/media/f29313.txt>
</file>

<file path=ppt/media/f29314.txt>
</file>

<file path=ppt/media/f29315.txt>
</file>

<file path=ppt/media/f29316.txt>
</file>

<file path=ppt/media/f29317.txt>
</file>

<file path=ppt/media/f29318.txt>
</file>

<file path=ppt/media/f29319.txt>
</file>

<file path=ppt/media/f29320.txt>
</file>

<file path=ppt/media/f29321.txt>
</file>

<file path=ppt/media/f29322.txt>
</file>

<file path=ppt/media/f29323.txt>
</file>

<file path=ppt/media/f29324.txt>
</file>

<file path=ppt/media/f29325.txt>
</file>

<file path=ppt/media/f29326.txt>
</file>

<file path=ppt/media/f29327.txt>
</file>

<file path=ppt/media/f29328.txt>
</file>

<file path=ppt/media/f29329.txt>
</file>

<file path=ppt/media/f29330.txt>
</file>

<file path=ppt/media/f29331.txt>
</file>

<file path=ppt/media/f29332.txt>
</file>

<file path=ppt/media/f29333.txt>
</file>

<file path=ppt/media/f29334.txt>
</file>

<file path=ppt/media/f29335.txt>
</file>

<file path=ppt/media/f29336.txt>
</file>

<file path=ppt/media/f29337.txt>
</file>

<file path=ppt/media/f29338.txt>
</file>

<file path=ppt/media/f29339.txt>
</file>

<file path=ppt/media/f29340.txt>
</file>

<file path=ppt/media/f29341.txt>
</file>

<file path=ppt/media/f29342.txt>
</file>

<file path=ppt/media/f29343.txt>
</file>

<file path=ppt/media/f29344.txt>
</file>

<file path=ppt/media/f29345.txt>
</file>

<file path=ppt/media/f29346.txt>
</file>

<file path=ppt/media/f29347.txt>
</file>

<file path=ppt/media/f29348.txt>
</file>

<file path=ppt/media/f29349.txt>
</file>

<file path=ppt/media/f29350.txt>
</file>

<file path=ppt/media/f29351.txt>
</file>

<file path=ppt/media/f29352.txt>
</file>

<file path=ppt/media/f29353.txt>
</file>

<file path=ppt/media/f29354.txt>
</file>

<file path=ppt/media/f29355.txt>
</file>

<file path=ppt/media/f29356.txt>
</file>

<file path=ppt/media/f29357.txt>
</file>

<file path=ppt/media/f29358.txt>
</file>

<file path=ppt/media/f29359.txt>
</file>

<file path=ppt/media/f29360.txt>
</file>

<file path=ppt/media/f29361.txt>
</file>

<file path=ppt/media/f29362.txt>
</file>

<file path=ppt/media/f29363.txt>
</file>

<file path=ppt/media/f29364.txt>
</file>

<file path=ppt/media/f29365.txt>
</file>

<file path=ppt/media/f29366.txt>
</file>

<file path=ppt/media/f29367.txt>
</file>

<file path=ppt/media/f29368.txt>
</file>

<file path=ppt/media/f29369.txt>
</file>

<file path=ppt/media/f29370.txt>
</file>

<file path=ppt/media/f29371.txt>
</file>

<file path=ppt/media/f29372.txt>
</file>

<file path=ppt/media/f29373.txt>
</file>

<file path=ppt/media/f29374.txt>
</file>

<file path=ppt/media/f29375.txt>
</file>

<file path=ppt/media/f29376.txt>
</file>

<file path=ppt/media/f29377.txt>
</file>

<file path=ppt/media/f29378.txt>
</file>

<file path=ppt/media/f29379.txt>
</file>

<file path=ppt/media/f29380.txt>
</file>

<file path=ppt/media/f29381.txt>
</file>

<file path=ppt/media/f29382.txt>
</file>

<file path=ppt/media/f29383.txt>
</file>

<file path=ppt/media/f29384.txt>
</file>

<file path=ppt/media/f29385.txt>
</file>

<file path=ppt/media/f29386.txt>
</file>

<file path=ppt/media/f29387.txt>
</file>

<file path=ppt/media/f29388.txt>
</file>

<file path=ppt/media/f29389.txt>
</file>

<file path=ppt/media/f29390.txt>
</file>

<file path=ppt/media/f29391.txt>
</file>

<file path=ppt/media/f29392.txt>
</file>

<file path=ppt/media/f29393.txt>
</file>

<file path=ppt/media/f29394.txt>
</file>

<file path=ppt/media/f29395.txt>
</file>

<file path=ppt/media/f29396.txt>
</file>

<file path=ppt/media/f29397.txt>
</file>

<file path=ppt/media/f29398.txt>
</file>

<file path=ppt/media/f29399.txt>
</file>

<file path=ppt/media/f29400.txt>
</file>

<file path=ppt/media/f29401.txt>
</file>

<file path=ppt/media/f29402.txt>
</file>

<file path=ppt/media/f29403.txt>
</file>

<file path=ppt/media/f29404.txt>
</file>

<file path=ppt/media/f29405.txt>
</file>

<file path=ppt/media/f29406.txt>
</file>

<file path=ppt/media/f29407.txt>
</file>

<file path=ppt/media/f29408.txt>
</file>

<file path=ppt/media/f29409.txt>
</file>

<file path=ppt/media/f29410.txt>
</file>

<file path=ppt/media/f29411.txt>
</file>

<file path=ppt/media/f29412.txt>
</file>

<file path=ppt/media/f29413.txt>
</file>

<file path=ppt/media/f29414.txt>
</file>

<file path=ppt/media/f29415.txt>
</file>

<file path=ppt/media/f29416.txt>
</file>

<file path=ppt/media/f29417.txt>
</file>

<file path=ppt/media/f29418.txt>
</file>

<file path=ppt/media/f29419.txt>
</file>

<file path=ppt/media/f29420.txt>
</file>

<file path=ppt/media/f29421.txt>
</file>

<file path=ppt/media/f29422.txt>
</file>

<file path=ppt/media/f29423.txt>
</file>

<file path=ppt/media/f29424.txt>
</file>

<file path=ppt/media/f29425.txt>
</file>

<file path=ppt/media/f29426.txt>
</file>

<file path=ppt/media/f29427.txt>
</file>

<file path=ppt/media/f29428.txt>
</file>

<file path=ppt/media/f29429.txt>
</file>

<file path=ppt/media/f29430.txt>
</file>

<file path=ppt/media/f29431.txt>
</file>

<file path=ppt/media/f29432.txt>
</file>

<file path=ppt/media/f29433.txt>
</file>

<file path=ppt/media/f29434.txt>
</file>

<file path=ppt/media/f29435.txt>
</file>

<file path=ppt/media/f29436.txt>
</file>

<file path=ppt/media/f29437.txt>
</file>

<file path=ppt/media/f29438.txt>
</file>

<file path=ppt/media/f29439.txt>
</file>

<file path=ppt/media/f29440.txt>
</file>

<file path=ppt/media/f29441.txt>
</file>

<file path=ppt/media/f29442.txt>
</file>

<file path=ppt/media/f29443.txt>
</file>

<file path=ppt/media/f29444.txt>
</file>

<file path=ppt/media/f29445.txt>
</file>

<file path=ppt/media/f29446.txt>
</file>

<file path=ppt/media/f29447.txt>
</file>

<file path=ppt/media/f29448.txt>
</file>

<file path=ppt/media/f29449.txt>
</file>

<file path=ppt/media/f29450.txt>
</file>

<file path=ppt/media/f29451.txt>
</file>

<file path=ppt/media/f29452.txt>
</file>

<file path=ppt/media/f29453.txt>
</file>

<file path=ppt/media/f29454.txt>
</file>

<file path=ppt/media/f29455.txt>
</file>

<file path=ppt/media/f29456.txt>
</file>

<file path=ppt/media/f29457.txt>
</file>

<file path=ppt/media/f29458.txt>
</file>

<file path=ppt/media/f29459.txt>
</file>

<file path=ppt/media/f29460.txt>
</file>

<file path=ppt/media/f29461.txt>
</file>

<file path=ppt/media/f29462.txt>
</file>

<file path=ppt/media/f29463.txt>
</file>

<file path=ppt/media/f29464.txt>
</file>

<file path=ppt/media/f29465.txt>
</file>

<file path=ppt/media/f29466.txt>
</file>

<file path=ppt/media/f29467.txt>
</file>

<file path=ppt/media/f29468.txt>
</file>

<file path=ppt/media/f29469.txt>
</file>

<file path=ppt/media/f29470.txt>
</file>

<file path=ppt/media/f29471.txt>
</file>

<file path=ppt/media/f29472.txt>
</file>

<file path=ppt/media/f29473.txt>
</file>

<file path=ppt/media/f29474.txt>
</file>

<file path=ppt/media/f29475.txt>
</file>

<file path=ppt/media/f29476.txt>
</file>

<file path=ppt/media/f29477.txt>
</file>

<file path=ppt/media/f29478.txt>
</file>

<file path=ppt/media/f29479.txt>
</file>

<file path=ppt/media/f29480.txt>
</file>

<file path=ppt/media/f29481.txt>
</file>

<file path=ppt/media/f29482.txt>
</file>

<file path=ppt/media/f29483.txt>
</file>

<file path=ppt/media/f29484.txt>
</file>

<file path=ppt/media/f29485.txt>
</file>

<file path=ppt/media/f29486.txt>
</file>

<file path=ppt/media/f29487.txt>
</file>

<file path=ppt/media/f29488.txt>
</file>

<file path=ppt/media/f29489.txt>
</file>

<file path=ppt/media/f29490.txt>
</file>

<file path=ppt/media/f29491.txt>
</file>

<file path=ppt/media/f29492.txt>
</file>

<file path=ppt/media/f29493.txt>
</file>

<file path=ppt/media/f29494.txt>
</file>

<file path=ppt/media/f29495.txt>
</file>

<file path=ppt/media/f29496.txt>
</file>

<file path=ppt/media/f29497.txt>
</file>

<file path=ppt/media/f29498.txt>
</file>

<file path=ppt/media/f29499.txt>
</file>

<file path=ppt/media/f29500.txt>
</file>

<file path=ppt/media/f29501.txt>
</file>

<file path=ppt/media/f29502.txt>
</file>

<file path=ppt/media/f29503.txt>
</file>

<file path=ppt/media/f29504.txt>
</file>

<file path=ppt/media/f29505.txt>
</file>

<file path=ppt/media/f29506.txt>
</file>

<file path=ppt/media/f29507.txt>
</file>

<file path=ppt/media/f29508.txt>
</file>

<file path=ppt/media/f29509.txt>
</file>

<file path=ppt/media/f29510.txt>
</file>

<file path=ppt/media/f29511.txt>
</file>

<file path=ppt/media/f29512.txt>
</file>

<file path=ppt/media/f29513.txt>
</file>

<file path=ppt/media/f29514.txt>
</file>

<file path=ppt/media/f29515.txt>
</file>

<file path=ppt/media/f29516.txt>
</file>

<file path=ppt/media/f29517.txt>
</file>

<file path=ppt/media/f29518.txt>
</file>

<file path=ppt/media/f29519.txt>
</file>

<file path=ppt/media/f29520.txt>
</file>

<file path=ppt/media/f29521.txt>
</file>

<file path=ppt/media/f29522.txt>
</file>

<file path=ppt/media/f29523.txt>
</file>

<file path=ppt/media/f29524.txt>
</file>

<file path=ppt/media/f29525.txt>
</file>

<file path=ppt/media/f29526.txt>
</file>

<file path=ppt/media/f29527.txt>
</file>

<file path=ppt/media/f29528.txt>
</file>

<file path=ppt/media/f29529.txt>
</file>

<file path=ppt/media/f29530.txt>
</file>

<file path=ppt/media/f29531.txt>
</file>

<file path=ppt/media/f29532.txt>
</file>

<file path=ppt/media/f29533.txt>
</file>

<file path=ppt/media/f29534.txt>
</file>

<file path=ppt/media/f29535.txt>
</file>

<file path=ppt/media/f29536.txt>
</file>

<file path=ppt/media/f29537.txt>
</file>

<file path=ppt/media/f29538.txt>
</file>

<file path=ppt/media/f29539.txt>
</file>

<file path=ppt/media/f29540.txt>
</file>

<file path=ppt/media/f29541.txt>
</file>

<file path=ppt/media/f29542.txt>
</file>

<file path=ppt/media/f29543.txt>
</file>

<file path=ppt/media/f29544.txt>
</file>

<file path=ppt/media/f29545.txt>
</file>

<file path=ppt/media/f29546.txt>
</file>

<file path=ppt/media/f29547.txt>
</file>

<file path=ppt/media/f29548.txt>
</file>

<file path=ppt/media/f29549.txt>
</file>

<file path=ppt/media/f29550.txt>
</file>

<file path=ppt/media/f29551.txt>
</file>

<file path=ppt/media/f29552.txt>
</file>

<file path=ppt/media/f29553.txt>
</file>

<file path=ppt/media/f29554.txt>
</file>

<file path=ppt/media/f29555.txt>
</file>

<file path=ppt/media/f29556.txt>
</file>

<file path=ppt/media/f29557.txt>
</file>

<file path=ppt/media/f29558.txt>
</file>

<file path=ppt/media/f29559.txt>
</file>

<file path=ppt/media/f29560.txt>
</file>

<file path=ppt/media/f29561.txt>
</file>

<file path=ppt/media/f29562.txt>
</file>

<file path=ppt/media/f29563.txt>
</file>

<file path=ppt/media/f29564.txt>
</file>

<file path=ppt/media/f29565.txt>
</file>

<file path=ppt/media/f29566.txt>
</file>

<file path=ppt/media/f29567.txt>
</file>

<file path=ppt/media/f29568.txt>
</file>

<file path=ppt/media/f29569.txt>
</file>

<file path=ppt/media/f29570.txt>
</file>

<file path=ppt/media/f29571.txt>
</file>

<file path=ppt/media/f29572.txt>
</file>

<file path=ppt/media/f29573.txt>
</file>

<file path=ppt/media/f29574.txt>
</file>

<file path=ppt/media/f29575.txt>
</file>

<file path=ppt/media/f29576.txt>
</file>

<file path=ppt/media/f29577.txt>
</file>

<file path=ppt/media/f29578.txt>
</file>

<file path=ppt/media/f29579.txt>
</file>

<file path=ppt/media/f29580.txt>
</file>

<file path=ppt/media/f29581.txt>
</file>

<file path=ppt/media/f29582.txt>
</file>

<file path=ppt/media/f29583.txt>
</file>

<file path=ppt/media/f29584.txt>
</file>

<file path=ppt/media/f29585.txt>
</file>

<file path=ppt/media/f29586.txt>
</file>

<file path=ppt/media/f29587.txt>
</file>

<file path=ppt/media/f29588.txt>
</file>

<file path=ppt/media/f29589.txt>
</file>

<file path=ppt/media/f29590.txt>
</file>

<file path=ppt/media/f29591.txt>
</file>

<file path=ppt/media/f29592.txt>
</file>

<file path=ppt/media/f29593.txt>
</file>

<file path=ppt/media/f29594.txt>
</file>

<file path=ppt/media/f29595.txt>
</file>

<file path=ppt/media/f29596.txt>
</file>

<file path=ppt/media/f29597.txt>
</file>

<file path=ppt/media/f29598.txt>
</file>

<file path=ppt/media/f29599.txt>
</file>

<file path=ppt/media/f29600.txt>
</file>

<file path=ppt/media/f29601.txt>
</file>

<file path=ppt/media/f29602.txt>
</file>

<file path=ppt/media/f29603.txt>
</file>

<file path=ppt/media/f29604.txt>
</file>

<file path=ppt/media/f29605.txt>
</file>

<file path=ppt/media/f29606.txt>
</file>

<file path=ppt/media/f29607.txt>
</file>

<file path=ppt/media/f29608.txt>
</file>

<file path=ppt/media/f29609.txt>
</file>

<file path=ppt/media/f29610.txt>
</file>

<file path=ppt/media/f29611.txt>
</file>

<file path=ppt/media/f29612.txt>
</file>

<file path=ppt/media/f29613.txt>
</file>

<file path=ppt/media/f29614.txt>
</file>

<file path=ppt/media/f29615.txt>
</file>

<file path=ppt/media/f29616.txt>
</file>

<file path=ppt/media/f29617.txt>
</file>

<file path=ppt/media/f29618.txt>
</file>

<file path=ppt/media/f29619.txt>
</file>

<file path=ppt/media/f29620.txt>
</file>

<file path=ppt/media/f29621.txt>
</file>

<file path=ppt/media/f29622.txt>
</file>

<file path=ppt/media/f29623.txt>
</file>

<file path=ppt/media/f29624.txt>
</file>

<file path=ppt/media/f29625.txt>
</file>

<file path=ppt/media/f29626.txt>
</file>

<file path=ppt/media/f29627.txt>
</file>

<file path=ppt/media/f29628.txt>
</file>

<file path=ppt/media/f29629.txt>
</file>

<file path=ppt/media/f29630.txt>
</file>

<file path=ppt/media/f29631.txt>
</file>

<file path=ppt/media/f29632.txt>
</file>

<file path=ppt/media/f29633.txt>
</file>

<file path=ppt/media/f29634.txt>
</file>

<file path=ppt/media/f29635.txt>
</file>

<file path=ppt/media/f29636.txt>
</file>

<file path=ppt/media/f29637.txt>
</file>

<file path=ppt/media/f29638.txt>
</file>

<file path=ppt/media/f29639.txt>
</file>

<file path=ppt/media/f29640.txt>
</file>

<file path=ppt/media/f29641.txt>
</file>

<file path=ppt/media/f29642.txt>
</file>

<file path=ppt/media/f29643.txt>
</file>

<file path=ppt/media/f29644.txt>
</file>

<file path=ppt/media/f29645.txt>
</file>

<file path=ppt/media/f29646.txt>
</file>

<file path=ppt/media/f29647.txt>
</file>

<file path=ppt/media/f29648.txt>
</file>

<file path=ppt/media/f29649.txt>
</file>

<file path=ppt/media/f29650.txt>
</file>

<file path=ppt/media/f29651.txt>
</file>

<file path=ppt/media/f29652.txt>
</file>

<file path=ppt/media/f29653.txt>
</file>

<file path=ppt/media/f29654.txt>
</file>

<file path=ppt/media/f29655.txt>
</file>

<file path=ppt/media/f29656.txt>
</file>

<file path=ppt/media/f29657.txt>
</file>

<file path=ppt/media/f29658.txt>
</file>

<file path=ppt/media/f29659.txt>
</file>

<file path=ppt/media/f29660.txt>
</file>

<file path=ppt/media/f29661.txt>
</file>

<file path=ppt/media/f29662.txt>
</file>

<file path=ppt/media/f29663.txt>
</file>

<file path=ppt/media/f29664.txt>
</file>

<file path=ppt/media/f29665.txt>
</file>

<file path=ppt/media/f29666.txt>
</file>

<file path=ppt/media/f29667.txt>
</file>

<file path=ppt/media/f29668.txt>
</file>

<file path=ppt/media/f29669.txt>
</file>

<file path=ppt/media/f29670.txt>
</file>

<file path=ppt/media/f29671.txt>
</file>

<file path=ppt/media/f29672.txt>
</file>

<file path=ppt/media/f29673.txt>
</file>

<file path=ppt/media/f29674.txt>
</file>

<file path=ppt/media/f29675.txt>
</file>

<file path=ppt/media/f29676.txt>
</file>

<file path=ppt/media/f29677.txt>
</file>

<file path=ppt/media/f29678.txt>
</file>

<file path=ppt/media/f29679.txt>
</file>

<file path=ppt/media/f29680.txt>
</file>

<file path=ppt/media/f29681.txt>
</file>

<file path=ppt/media/f29682.txt>
</file>

<file path=ppt/media/f29683.txt>
</file>

<file path=ppt/media/f29684.txt>
</file>

<file path=ppt/media/f29685.txt>
</file>

<file path=ppt/media/f29686.txt>
</file>

<file path=ppt/media/f29687.txt>
</file>

<file path=ppt/media/f29688.txt>
</file>

<file path=ppt/media/f29689.txt>
</file>

<file path=ppt/media/f29690.txt>
</file>

<file path=ppt/media/f29691.txt>
</file>

<file path=ppt/media/f29692.txt>
</file>

<file path=ppt/media/f29693.txt>
</file>

<file path=ppt/media/f29694.txt>
</file>

<file path=ppt/media/f29695.txt>
</file>

<file path=ppt/media/f29696.txt>
</file>

<file path=ppt/media/f29697.txt>
</file>

<file path=ppt/media/f29698.txt>
</file>

<file path=ppt/media/f29699.txt>
</file>

<file path=ppt/media/f29700.txt>
</file>

<file path=ppt/media/f29701.txt>
</file>

<file path=ppt/media/f29702.txt>
</file>

<file path=ppt/media/f29703.txt>
</file>

<file path=ppt/media/f29704.txt>
</file>

<file path=ppt/media/f29705.txt>
</file>

<file path=ppt/media/f29706.txt>
</file>

<file path=ppt/media/f29707.txt>
</file>

<file path=ppt/media/f29708.txt>
</file>

<file path=ppt/media/f29709.txt>
</file>

<file path=ppt/media/f29710.txt>
</file>

<file path=ppt/media/f29711.txt>
</file>

<file path=ppt/media/f29712.txt>
</file>

<file path=ppt/media/f29713.txt>
</file>

<file path=ppt/media/f29714.txt>
</file>

<file path=ppt/media/f29715.txt>
</file>

<file path=ppt/media/f29716.txt>
</file>

<file path=ppt/media/f29717.txt>
</file>

<file path=ppt/media/f29718.txt>
</file>

<file path=ppt/media/f29719.txt>
</file>

<file path=ppt/media/f29720.txt>
</file>

<file path=ppt/media/f29721.txt>
</file>

<file path=ppt/media/f29722.txt>
</file>

<file path=ppt/media/f29723.txt>
</file>

<file path=ppt/media/f29724.txt>
</file>

<file path=ppt/media/f29725.txt>
</file>

<file path=ppt/media/f29726.txt>
</file>

<file path=ppt/media/f29727.txt>
</file>

<file path=ppt/media/f29728.txt>
</file>

<file path=ppt/media/f29729.txt>
</file>

<file path=ppt/media/f29730.txt>
</file>

<file path=ppt/media/f29731.txt>
</file>

<file path=ppt/media/f29732.txt>
</file>

<file path=ppt/media/f29733.txt>
</file>

<file path=ppt/media/f29734.txt>
</file>

<file path=ppt/media/f29735.txt>
</file>

<file path=ppt/media/f29736.txt>
</file>

<file path=ppt/media/f29737.txt>
</file>

<file path=ppt/media/f29738.txt>
</file>

<file path=ppt/media/f29739.txt>
</file>

<file path=ppt/media/f29740.txt>
</file>

<file path=ppt/media/f29741.txt>
</file>

<file path=ppt/media/f29742.txt>
</file>

<file path=ppt/media/f29743.txt>
</file>

<file path=ppt/media/f29744.txt>
</file>

<file path=ppt/media/f29745.txt>
</file>

<file path=ppt/media/f29746.txt>
</file>

<file path=ppt/media/f29747.txt>
</file>

<file path=ppt/media/f29748.txt>
</file>

<file path=ppt/media/f29749.txt>
</file>

<file path=ppt/media/f29750.txt>
</file>

<file path=ppt/media/f29751.txt>
</file>

<file path=ppt/media/f29752.txt>
</file>

<file path=ppt/media/f29753.txt>
</file>

<file path=ppt/media/f29754.txt>
</file>

<file path=ppt/media/f29755.txt>
</file>

<file path=ppt/media/f29756.txt>
</file>

<file path=ppt/media/f29757.txt>
</file>

<file path=ppt/media/f29758.txt>
</file>

<file path=ppt/media/f29759.txt>
</file>

<file path=ppt/media/f29760.txt>
</file>

<file path=ppt/media/f29761.txt>
</file>

<file path=ppt/media/f29762.txt>
</file>

<file path=ppt/media/f29763.txt>
</file>

<file path=ppt/media/f29764.txt>
</file>

<file path=ppt/media/f29765.txt>
</file>

<file path=ppt/media/f29766.txt>
</file>

<file path=ppt/media/f29767.txt>
</file>

<file path=ppt/media/f29768.txt>
</file>

<file path=ppt/media/f29769.txt>
</file>

<file path=ppt/media/f29770.txt>
</file>

<file path=ppt/media/f29771.txt>
</file>

<file path=ppt/media/f29772.txt>
</file>

<file path=ppt/media/f29773.txt>
</file>

<file path=ppt/media/f29774.txt>
</file>

<file path=ppt/media/f29775.txt>
</file>

<file path=ppt/media/f29776.txt>
</file>

<file path=ppt/media/f29777.txt>
</file>

<file path=ppt/media/f29778.txt>
</file>

<file path=ppt/media/f29779.txt>
</file>

<file path=ppt/media/f29780.txt>
</file>

<file path=ppt/media/f29781.txt>
</file>

<file path=ppt/media/f29782.txt>
</file>

<file path=ppt/media/f29783.txt>
</file>

<file path=ppt/media/f29784.txt>
</file>

<file path=ppt/media/f29785.txt>
</file>

<file path=ppt/media/f29786.txt>
</file>

<file path=ppt/media/f29787.txt>
</file>

<file path=ppt/media/f29788.txt>
</file>

<file path=ppt/media/f29789.txt>
</file>

<file path=ppt/media/f29790.txt>
</file>

<file path=ppt/media/f29791.txt>
</file>

<file path=ppt/media/f29792.txt>
</file>

<file path=ppt/media/f29793.txt>
</file>

<file path=ppt/media/f29794.txt>
</file>

<file path=ppt/media/f29795.txt>
</file>

<file path=ppt/media/f29796.txt>
</file>

<file path=ppt/media/f29797.txt>
</file>

<file path=ppt/media/f29798.txt>
</file>

<file path=ppt/media/f29799.txt>
</file>

<file path=ppt/media/f29800.txt>
</file>

<file path=ppt/media/f29801.txt>
</file>

<file path=ppt/media/f29802.txt>
</file>

<file path=ppt/media/f29803.txt>
</file>

<file path=ppt/media/f29804.txt>
</file>

<file path=ppt/media/f29805.txt>
</file>

<file path=ppt/media/f29806.txt>
</file>

<file path=ppt/media/f29807.txt>
</file>

<file path=ppt/media/f29808.txt>
</file>

<file path=ppt/media/f29809.txt>
</file>

<file path=ppt/media/f29810.txt>
</file>

<file path=ppt/media/f29811.txt>
</file>

<file path=ppt/media/f29812.txt>
</file>

<file path=ppt/media/f29813.txt>
</file>

<file path=ppt/media/f29814.txt>
</file>

<file path=ppt/media/f29815.txt>
</file>

<file path=ppt/media/f29816.txt>
</file>

<file path=ppt/media/f29817.txt>
</file>

<file path=ppt/media/f29818.txt>
</file>

<file path=ppt/media/f29819.txt>
</file>

<file path=ppt/media/f29820.txt>
</file>

<file path=ppt/media/f29821.txt>
</file>

<file path=ppt/media/f29822.txt>
</file>

<file path=ppt/media/f29823.txt>
</file>

<file path=ppt/media/f29824.txt>
</file>

<file path=ppt/media/f29825.txt>
</file>

<file path=ppt/media/f29826.txt>
</file>

<file path=ppt/media/f29827.txt>
</file>

<file path=ppt/media/f29828.txt>
</file>

<file path=ppt/media/f29829.txt>
</file>

<file path=ppt/media/f29830.txt>
</file>

<file path=ppt/media/f29831.txt>
</file>

<file path=ppt/media/f29832.txt>
</file>

<file path=ppt/media/f29833.txt>
</file>

<file path=ppt/media/f29834.txt>
</file>

<file path=ppt/media/f29835.txt>
</file>

<file path=ppt/media/f29836.txt>
</file>

<file path=ppt/media/f29837.txt>
</file>

<file path=ppt/media/f29838.txt>
</file>

<file path=ppt/media/f29839.txt>
</file>

<file path=ppt/media/f29840.txt>
</file>

<file path=ppt/media/f29841.txt>
</file>

<file path=ppt/media/f29842.txt>
</file>

<file path=ppt/media/f29843.txt>
</file>

<file path=ppt/media/f29844.txt>
</file>

<file path=ppt/media/f29845.txt>
</file>

<file path=ppt/media/f29846.txt>
</file>

<file path=ppt/media/f29847.txt>
</file>

<file path=ppt/media/f29848.txt>
</file>

<file path=ppt/media/f29849.txt>
</file>

<file path=ppt/media/f29850.txt>
</file>

<file path=ppt/media/f29851.txt>
</file>

<file path=ppt/media/f29852.txt>
</file>

<file path=ppt/media/f29853.txt>
</file>

<file path=ppt/media/f29854.txt>
</file>

<file path=ppt/media/f29855.txt>
</file>

<file path=ppt/media/f29856.txt>
</file>

<file path=ppt/media/f29857.txt>
</file>

<file path=ppt/media/f29858.txt>
</file>

<file path=ppt/media/f29859.txt>
</file>

<file path=ppt/media/f29860.txt>
</file>

<file path=ppt/media/f29861.txt>
</file>

<file path=ppt/media/f29862.txt>
</file>

<file path=ppt/media/f29863.txt>
</file>

<file path=ppt/media/f29864.txt>
</file>

<file path=ppt/media/f29865.txt>
</file>

<file path=ppt/media/f29866.txt>
</file>

<file path=ppt/media/f29867.txt>
</file>

<file path=ppt/media/f29868.txt>
</file>

<file path=ppt/media/f29869.txt>
</file>

<file path=ppt/media/f29870.txt>
</file>

<file path=ppt/media/f29871.txt>
</file>

<file path=ppt/media/f29872.txt>
</file>

<file path=ppt/media/f29873.txt>
</file>

<file path=ppt/media/f29874.txt>
</file>

<file path=ppt/media/f29875.txt>
</file>

<file path=ppt/media/f29876.txt>
</file>

<file path=ppt/media/f29877.txt>
</file>

<file path=ppt/media/f29878.txt>
</file>

<file path=ppt/media/f29879.txt>
</file>

<file path=ppt/media/f29880.txt>
</file>

<file path=ppt/media/f29881.txt>
</file>

<file path=ppt/media/f29882.txt>
</file>

<file path=ppt/media/f29883.txt>
</file>

<file path=ppt/media/f29884.txt>
</file>

<file path=ppt/media/f29885.txt>
</file>

<file path=ppt/media/f29886.txt>
</file>

<file path=ppt/media/f29887.txt>
</file>

<file path=ppt/media/f29888.txt>
</file>

<file path=ppt/media/f29889.txt>
</file>

<file path=ppt/media/f29890.txt>
</file>

<file path=ppt/media/f29891.txt>
</file>

<file path=ppt/media/f29892.txt>
</file>

<file path=ppt/media/f29893.txt>
</file>

<file path=ppt/media/f29894.txt>
</file>

<file path=ppt/media/f29895.txt>
</file>

<file path=ppt/media/f29896.txt>
</file>

<file path=ppt/media/f29897.txt>
</file>

<file path=ppt/media/f29898.txt>
</file>

<file path=ppt/media/f29899.txt>
</file>

<file path=ppt/media/f29900.txt>
</file>

<file path=ppt/media/f29901.txt>
</file>

<file path=ppt/media/f29902.txt>
</file>

<file path=ppt/media/f29903.txt>
</file>

<file path=ppt/media/f29904.txt>
</file>

<file path=ppt/media/f29905.txt>
</file>

<file path=ppt/media/f29906.txt>
</file>

<file path=ppt/media/f29907.txt>
</file>

<file path=ppt/media/f29908.txt>
</file>

<file path=ppt/media/f29909.txt>
</file>

<file path=ppt/media/f29910.txt>
</file>

<file path=ppt/media/f29911.txt>
</file>

<file path=ppt/media/f29912.txt>
</file>

<file path=ppt/media/f29913.txt>
</file>

<file path=ppt/media/f29914.txt>
</file>

<file path=ppt/media/f29915.txt>
</file>

<file path=ppt/media/f29916.txt>
</file>

<file path=ppt/media/f29917.txt>
</file>

<file path=ppt/media/f29918.txt>
</file>

<file path=ppt/media/f29919.txt>
</file>

<file path=ppt/media/f29920.txt>
</file>

<file path=ppt/media/f29921.txt>
</file>

<file path=ppt/media/f29922.txt>
</file>

<file path=ppt/media/f29923.txt>
</file>

<file path=ppt/media/f29924.txt>
</file>

<file path=ppt/media/f29925.txt>
</file>

<file path=ppt/media/f29926.txt>
</file>

<file path=ppt/media/f29927.txt>
</file>

<file path=ppt/media/f29928.txt>
</file>

<file path=ppt/media/f29929.txt>
</file>

<file path=ppt/media/f29930.txt>
</file>

<file path=ppt/media/f29931.txt>
</file>

<file path=ppt/media/f29932.txt>
</file>

<file path=ppt/media/f29933.txt>
</file>

<file path=ppt/media/f29934.txt>
</file>

<file path=ppt/media/f29935.txt>
</file>

<file path=ppt/media/f29936.txt>
</file>

<file path=ppt/media/f29937.txt>
</file>

<file path=ppt/media/f29938.txt>
</file>

<file path=ppt/media/f29939.txt>
</file>

<file path=ppt/media/f29940.txt>
</file>

<file path=ppt/media/f29941.txt>
</file>

<file path=ppt/media/f29942.txt>
</file>

<file path=ppt/media/f29943.txt>
</file>

<file path=ppt/media/f29944.txt>
</file>

<file path=ppt/media/f29945.txt>
</file>

<file path=ppt/media/f29946.txt>
</file>

<file path=ppt/media/f29947.txt>
</file>

<file path=ppt/media/f29948.txt>
</file>

<file path=ppt/media/f29949.txt>
</file>

<file path=ppt/media/f29950.txt>
</file>

<file path=ppt/media/f29951.txt>
</file>

<file path=ppt/media/f29952.txt>
</file>

<file path=ppt/media/f29953.txt>
</file>

<file path=ppt/media/f29954.txt>
</file>

<file path=ppt/media/f29955.txt>
</file>

<file path=ppt/media/f29956.txt>
</file>

<file path=ppt/media/f29957.txt>
</file>

<file path=ppt/media/f29958.txt>
</file>

<file path=ppt/media/f29959.txt>
</file>

<file path=ppt/media/f29960.txt>
</file>

<file path=ppt/media/f29961.txt>
</file>

<file path=ppt/media/f29962.txt>
</file>

<file path=ppt/media/f29963.txt>
</file>

<file path=ppt/media/f29964.txt>
</file>

<file path=ppt/media/f29965.txt>
</file>

<file path=ppt/media/f29966.txt>
</file>

<file path=ppt/media/f29967.txt>
</file>

<file path=ppt/media/f29968.txt>
</file>

<file path=ppt/media/f29969.txt>
</file>

<file path=ppt/media/f29970.txt>
</file>

<file path=ppt/media/f29971.txt>
</file>

<file path=ppt/media/f29972.txt>
</file>

<file path=ppt/media/f29973.txt>
</file>

<file path=ppt/media/f29974.txt>
</file>

<file path=ppt/media/f29975.txt>
</file>

<file path=ppt/media/f29976.txt>
</file>

<file path=ppt/media/f29977.txt>
</file>

<file path=ppt/media/f29978.txt>
</file>

<file path=ppt/media/f29979.txt>
</file>

<file path=ppt/media/f29980.txt>
</file>

<file path=ppt/media/f29981.txt>
</file>

<file path=ppt/media/f29982.txt>
</file>

<file path=ppt/media/f29983.txt>
</file>

<file path=ppt/media/f29984.txt>
</file>

<file path=ppt/media/f29985.txt>
</file>

<file path=ppt/media/f29986.txt>
</file>

<file path=ppt/media/f29987.txt>
</file>

<file path=ppt/media/f29988.txt>
</file>

<file path=ppt/media/f29989.txt>
</file>

<file path=ppt/media/f29990.txt>
</file>

<file path=ppt/media/f29991.txt>
</file>

<file path=ppt/media/f29992.txt>
</file>

<file path=ppt/media/f29993.txt>
</file>

<file path=ppt/media/f29994.txt>
</file>

<file path=ppt/media/f29995.txt>
</file>

<file path=ppt/media/f29996.txt>
</file>

<file path=ppt/media/f29997.txt>
</file>

<file path=ppt/media/f29998.txt>
</file>

<file path=ppt/media/f29999.txt>
</file>

<file path=ppt/media/f30000.txt>
</file>

<file path=ppt/media/f30001.txt>
</file>

<file path=ppt/media/f30002.txt>
</file>

<file path=ppt/media/f30003.txt>
</file>

<file path=ppt/media/f30004.txt>
</file>

<file path=ppt/media/f30005.txt>
</file>

<file path=ppt/media/f30006.txt>
</file>

<file path=ppt/media/f30007.txt>
</file>

<file path=ppt/media/f30008.txt>
</file>

<file path=ppt/media/f30009.txt>
</file>

<file path=ppt/media/f30010.txt>
</file>

<file path=ppt/media/f30011.txt>
</file>

<file path=ppt/media/f30012.txt>
</file>

<file path=ppt/media/f30013.txt>
</file>

<file path=ppt/media/f30014.txt>
</file>

<file path=ppt/media/f30015.txt>
</file>

<file path=ppt/media/f30016.txt>
</file>

<file path=ppt/media/f30017.txt>
</file>

<file path=ppt/media/f30018.txt>
</file>

<file path=ppt/media/f30019.txt>
</file>

<file path=ppt/media/f30020.txt>
</file>

<file path=ppt/media/f30021.txt>
</file>

<file path=ppt/media/f30022.txt>
</file>

<file path=ppt/media/f30023.txt>
</file>

<file path=ppt/media/f30024.txt>
</file>

<file path=ppt/media/f30025.txt>
</file>

<file path=ppt/media/f30026.txt>
</file>

<file path=ppt/media/f30027.txt>
</file>

<file path=ppt/media/f30028.txt>
</file>

<file path=ppt/media/f30029.txt>
</file>

<file path=ppt/media/f30030.txt>
</file>

<file path=ppt/media/f30031.txt>
</file>

<file path=ppt/media/f30032.txt>
</file>

<file path=ppt/media/f30033.txt>
</file>

<file path=ppt/media/f30034.txt>
</file>

<file path=ppt/media/f30035.txt>
</file>

<file path=ppt/media/f30036.txt>
</file>

<file path=ppt/media/f30037.txt>
</file>

<file path=ppt/media/f30038.txt>
</file>

<file path=ppt/media/f30039.txt>
</file>

<file path=ppt/media/f30040.txt>
</file>

<file path=ppt/media/f30041.txt>
</file>

<file path=ppt/media/f30042.txt>
</file>

<file path=ppt/media/f30043.txt>
</file>

<file path=ppt/media/f30044.txt>
</file>

<file path=ppt/media/f30045.txt>
</file>

<file path=ppt/media/f30046.txt>
</file>

<file path=ppt/media/f30047.txt>
</file>

<file path=ppt/media/f30048.txt>
</file>

<file path=ppt/media/f30049.txt>
</file>

<file path=ppt/media/f30050.txt>
</file>

<file path=ppt/media/f30051.txt>
</file>

<file path=ppt/media/f30052.txt>
</file>

<file path=ppt/media/f30053.txt>
</file>

<file path=ppt/media/f30054.txt>
</file>

<file path=ppt/media/f30055.txt>
</file>

<file path=ppt/media/f30056.txt>
</file>

<file path=ppt/media/f30057.txt>
</file>

<file path=ppt/media/f30058.txt>
</file>

<file path=ppt/media/f30059.txt>
</file>

<file path=ppt/media/f30060.txt>
</file>

<file path=ppt/media/f30061.txt>
</file>

<file path=ppt/media/f30062.txt>
</file>

<file path=ppt/media/f30063.txt>
</file>

<file path=ppt/media/f30064.txt>
</file>

<file path=ppt/media/f30065.txt>
</file>

<file path=ppt/media/f30066.txt>
</file>

<file path=ppt/media/f30067.txt>
</file>

<file path=ppt/media/f30068.txt>
</file>

<file path=ppt/media/f30069.txt>
</file>

<file path=ppt/media/f30070.txt>
</file>

<file path=ppt/media/f30071.txt>
</file>

<file path=ppt/media/f30072.txt>
</file>

<file path=ppt/media/f30073.txt>
</file>

<file path=ppt/media/f30074.txt>
</file>

<file path=ppt/media/f30075.txt>
</file>

<file path=ppt/media/f30076.txt>
</file>

<file path=ppt/media/f30077.txt>
</file>

<file path=ppt/media/f30078.txt>
</file>

<file path=ppt/media/f30079.txt>
</file>

<file path=ppt/media/f30080.txt>
</file>

<file path=ppt/media/f30081.txt>
</file>

<file path=ppt/media/f30082.txt>
</file>

<file path=ppt/media/f30083.txt>
</file>

<file path=ppt/media/f30084.txt>
</file>

<file path=ppt/media/f30085.txt>
</file>

<file path=ppt/media/f30086.txt>
</file>

<file path=ppt/media/f30087.txt>
</file>

<file path=ppt/media/f30088.txt>
</file>

<file path=ppt/media/f30089.txt>
</file>

<file path=ppt/media/f30090.txt>
</file>

<file path=ppt/media/f30091.txt>
</file>

<file path=ppt/media/f30092.txt>
</file>

<file path=ppt/media/f30093.txt>
</file>

<file path=ppt/media/f30094.txt>
</file>

<file path=ppt/media/f30095.txt>
</file>

<file path=ppt/media/f30096.txt>
</file>

<file path=ppt/media/f30097.txt>
</file>

<file path=ppt/media/f30098.txt>
</file>

<file path=ppt/media/f30099.txt>
</file>

<file path=ppt/media/f30100.txt>
</file>

<file path=ppt/media/f30101.txt>
</file>

<file path=ppt/media/f30102.txt>
</file>

<file path=ppt/media/f30103.txt>
</file>

<file path=ppt/media/f30104.txt>
</file>

<file path=ppt/media/f30105.txt>
</file>

<file path=ppt/media/f30106.txt>
</file>

<file path=ppt/media/f30107.txt>
</file>

<file path=ppt/media/f30108.txt>
</file>

<file path=ppt/media/f30109.txt>
</file>

<file path=ppt/media/f30110.txt>
</file>

<file path=ppt/media/f30111.txt>
</file>

<file path=ppt/media/f30112.txt>
</file>

<file path=ppt/media/f30113.txt>
</file>

<file path=ppt/media/f30114.txt>
</file>

<file path=ppt/media/f30115.txt>
</file>

<file path=ppt/media/f30116.txt>
</file>

<file path=ppt/media/f30117.txt>
</file>

<file path=ppt/media/f30118.txt>
</file>

<file path=ppt/media/f30119.txt>
</file>

<file path=ppt/media/f30120.txt>
</file>

<file path=ppt/media/f30121.txt>
</file>

<file path=ppt/media/f30122.txt>
</file>

<file path=ppt/media/f30123.txt>
</file>

<file path=ppt/media/f30124.txt>
</file>

<file path=ppt/media/f30125.txt>
</file>

<file path=ppt/media/f30126.txt>
</file>

<file path=ppt/media/f30127.txt>
</file>

<file path=ppt/media/f30128.txt>
</file>

<file path=ppt/media/f30129.txt>
</file>

<file path=ppt/media/f30130.txt>
</file>

<file path=ppt/media/f30131.txt>
</file>

<file path=ppt/media/f30132.txt>
</file>

<file path=ppt/media/f30133.txt>
</file>

<file path=ppt/media/f30134.txt>
</file>

<file path=ppt/media/f30135.txt>
</file>

<file path=ppt/media/f30136.txt>
</file>

<file path=ppt/media/f30137.txt>
</file>

<file path=ppt/media/f30138.txt>
</file>

<file path=ppt/media/f30139.txt>
</file>

<file path=ppt/media/f30140.txt>
</file>

<file path=ppt/media/f30141.txt>
</file>

<file path=ppt/media/f30142.txt>
</file>

<file path=ppt/media/f30143.txt>
</file>

<file path=ppt/media/f30144.txt>
</file>

<file path=ppt/media/f30145.txt>
</file>

<file path=ppt/media/f30146.txt>
</file>

<file path=ppt/media/f30147.txt>
</file>

<file path=ppt/media/f30148.txt>
</file>

<file path=ppt/media/f30149.txt>
</file>

<file path=ppt/media/f30150.txt>
</file>

<file path=ppt/media/f30151.txt>
</file>

<file path=ppt/media/f30152.txt>
</file>

<file path=ppt/media/f30153.txt>
</file>

<file path=ppt/media/f30154.txt>
</file>

<file path=ppt/media/f30155.txt>
</file>

<file path=ppt/media/f30156.txt>
</file>

<file path=ppt/media/f30157.txt>
</file>

<file path=ppt/media/f30158.txt>
</file>

<file path=ppt/media/f30159.txt>
</file>

<file path=ppt/media/f30160.txt>
</file>

<file path=ppt/media/f30161.txt>
</file>

<file path=ppt/media/f30162.txt>
</file>

<file path=ppt/media/f30163.txt>
</file>

<file path=ppt/media/f30164.txt>
</file>

<file path=ppt/media/f30165.txt>
</file>

<file path=ppt/media/f30166.txt>
</file>

<file path=ppt/media/f30167.txt>
</file>

<file path=ppt/media/f30168.txt>
</file>

<file path=ppt/media/f30169.txt>
</file>

<file path=ppt/media/f30170.txt>
</file>

<file path=ppt/media/f30171.txt>
</file>

<file path=ppt/media/f30172.txt>
</file>

<file path=ppt/media/f30173.txt>
</file>

<file path=ppt/media/f30174.txt>
</file>

<file path=ppt/media/f30175.txt>
</file>

<file path=ppt/media/f30176.txt>
</file>

<file path=ppt/media/f30177.txt>
</file>

<file path=ppt/media/f30178.txt>
</file>

<file path=ppt/media/f30179.txt>
</file>

<file path=ppt/media/f30180.txt>
</file>

<file path=ppt/media/f30181.txt>
</file>

<file path=ppt/media/f30182.txt>
</file>

<file path=ppt/media/f30183.txt>
</file>

<file path=ppt/media/f30184.txt>
</file>

<file path=ppt/media/f30185.txt>
</file>

<file path=ppt/media/f30186.txt>
</file>

<file path=ppt/media/f30187.txt>
</file>

<file path=ppt/media/f30188.txt>
</file>

<file path=ppt/media/f30189.txt>
</file>

<file path=ppt/media/f30190.txt>
</file>

<file path=ppt/media/f30191.txt>
</file>

<file path=ppt/media/f30192.txt>
</file>

<file path=ppt/media/f30193.txt>
</file>

<file path=ppt/media/f30194.txt>
</file>

<file path=ppt/media/f30195.txt>
</file>

<file path=ppt/media/f30196.txt>
</file>

<file path=ppt/media/f30197.txt>
</file>

<file path=ppt/media/f30198.txt>
</file>

<file path=ppt/media/f30199.txt>
</file>

<file path=ppt/media/f30200.txt>
</file>

<file path=ppt/media/f30201.txt>
</file>

<file path=ppt/media/f30202.txt>
</file>

<file path=ppt/media/f30203.txt>
</file>

<file path=ppt/media/f30204.txt>
</file>

<file path=ppt/media/f30205.txt>
</file>

<file path=ppt/media/f30206.txt>
</file>

<file path=ppt/media/f30207.txt>
</file>

<file path=ppt/media/f30208.txt>
</file>

<file path=ppt/media/f30209.txt>
</file>

<file path=ppt/media/f30210.txt>
</file>

<file path=ppt/media/f30211.txt>
</file>

<file path=ppt/media/f30212.txt>
</file>

<file path=ppt/media/f30213.txt>
</file>

<file path=ppt/media/f30214.txt>
</file>

<file path=ppt/media/f30215.txt>
</file>

<file path=ppt/media/f30216.txt>
</file>

<file path=ppt/media/f30217.txt>
</file>

<file path=ppt/media/f30218.txt>
</file>

<file path=ppt/media/f30219.txt>
</file>

<file path=ppt/media/f30220.txt>
</file>

<file path=ppt/media/f30221.txt>
</file>

<file path=ppt/media/f30222.txt>
</file>

<file path=ppt/media/f30223.txt>
</file>

<file path=ppt/media/f30224.txt>
</file>

<file path=ppt/media/f30225.txt>
</file>

<file path=ppt/media/f30226.txt>
</file>

<file path=ppt/media/f30227.txt>
</file>

<file path=ppt/media/f30228.txt>
</file>

<file path=ppt/media/f30229.txt>
</file>

<file path=ppt/media/f30230.txt>
</file>

<file path=ppt/media/f30231.txt>
</file>

<file path=ppt/media/f30232.txt>
</file>

<file path=ppt/media/f30233.txt>
</file>

<file path=ppt/media/f30234.txt>
</file>

<file path=ppt/media/f30235.txt>
</file>

<file path=ppt/media/f30236.txt>
</file>

<file path=ppt/media/f30237.txt>
</file>

<file path=ppt/media/f30238.txt>
</file>

<file path=ppt/media/f30239.txt>
</file>

<file path=ppt/media/f30240.txt>
</file>

<file path=ppt/media/f30241.txt>
</file>

<file path=ppt/media/f30242.txt>
</file>

<file path=ppt/media/f30243.txt>
</file>

<file path=ppt/media/f30244.txt>
</file>

<file path=ppt/media/f30245.txt>
</file>

<file path=ppt/media/f30246.txt>
</file>

<file path=ppt/media/f30247.txt>
</file>

<file path=ppt/media/f30248.txt>
</file>

<file path=ppt/media/f30249.txt>
</file>

<file path=ppt/media/f30250.txt>
</file>

<file path=ppt/media/f30251.txt>
</file>

<file path=ppt/media/f30252.txt>
</file>

<file path=ppt/media/f30253.txt>
</file>

<file path=ppt/media/f30254.txt>
</file>

<file path=ppt/media/f30255.txt>
</file>

<file path=ppt/media/f30256.txt>
</file>

<file path=ppt/media/f30257.txt>
</file>

<file path=ppt/media/f30258.txt>
</file>

<file path=ppt/media/f30259.txt>
</file>

<file path=ppt/media/f30260.txt>
</file>

<file path=ppt/media/f30261.txt>
</file>

<file path=ppt/media/f30262.txt>
</file>

<file path=ppt/media/f30263.txt>
</file>

<file path=ppt/media/f30264.txt>
</file>

<file path=ppt/media/f30265.txt>
</file>

<file path=ppt/media/f30266.txt>
</file>

<file path=ppt/media/f30267.txt>
</file>

<file path=ppt/media/f30268.txt>
</file>

<file path=ppt/media/f30269.txt>
</file>

<file path=ppt/media/f30270.txt>
</file>

<file path=ppt/media/f30271.txt>
</file>

<file path=ppt/media/f30272.txt>
</file>

<file path=ppt/media/f30273.txt>
</file>

<file path=ppt/media/f30274.txt>
</file>

<file path=ppt/media/f30275.txt>
</file>

<file path=ppt/media/f30276.txt>
</file>

<file path=ppt/media/f30277.txt>
</file>

<file path=ppt/media/f30278.txt>
</file>

<file path=ppt/media/f30279.txt>
</file>

<file path=ppt/media/f30280.txt>
</file>

<file path=ppt/media/f30281.txt>
</file>

<file path=ppt/media/f30282.txt>
</file>

<file path=ppt/media/f30283.txt>
</file>

<file path=ppt/media/f30284.txt>
</file>

<file path=ppt/media/f30285.txt>
</file>

<file path=ppt/media/f30286.txt>
</file>

<file path=ppt/media/f30287.txt>
</file>

<file path=ppt/media/f30288.txt>
</file>

<file path=ppt/media/f30289.txt>
</file>

<file path=ppt/media/f30290.txt>
</file>

<file path=ppt/media/f30291.txt>
</file>

<file path=ppt/media/f30292.txt>
</file>

<file path=ppt/media/f30293.txt>
</file>

<file path=ppt/media/f30294.txt>
</file>

<file path=ppt/media/f30295.txt>
</file>

<file path=ppt/media/f30296.txt>
</file>

<file path=ppt/media/f30297.txt>
</file>

<file path=ppt/media/f30298.txt>
</file>

<file path=ppt/media/f30299.txt>
</file>

<file path=ppt/media/f30300.txt>
</file>

<file path=ppt/media/f30301.txt>
</file>

<file path=ppt/media/f30302.txt>
</file>

<file path=ppt/media/f30303.txt>
</file>

<file path=ppt/media/f30304.txt>
</file>

<file path=ppt/media/f30305.txt>
</file>

<file path=ppt/media/f30306.txt>
</file>

<file path=ppt/media/f30307.txt>
</file>

<file path=ppt/media/f30308.txt>
</file>

<file path=ppt/media/f30309.txt>
</file>

<file path=ppt/media/f30310.txt>
</file>

<file path=ppt/media/f30311.txt>
</file>

<file path=ppt/media/f30312.txt>
</file>

<file path=ppt/media/f30313.txt>
</file>

<file path=ppt/media/f30314.txt>
</file>

<file path=ppt/media/f30315.txt>
</file>

<file path=ppt/media/f30316.txt>
</file>

<file path=ppt/media/f30317.txt>
</file>

<file path=ppt/media/f30318.txt>
</file>

<file path=ppt/media/f30319.txt>
</file>

<file path=ppt/media/f30320.txt>
</file>

<file path=ppt/media/f30321.txt>
</file>

<file path=ppt/media/f30322.txt>
</file>

<file path=ppt/media/f30323.txt>
</file>

<file path=ppt/media/f30324.txt>
</file>

<file path=ppt/media/f30325.txt>
</file>

<file path=ppt/media/f30326.txt>
</file>

<file path=ppt/media/f30327.txt>
</file>

<file path=ppt/media/f30328.txt>
</file>

<file path=ppt/media/f30329.txt>
</file>

<file path=ppt/media/f30330.txt>
</file>

<file path=ppt/media/f30331.txt>
</file>

<file path=ppt/media/f30332.txt>
</file>

<file path=ppt/media/f30333.txt>
</file>

<file path=ppt/media/f30334.txt>
</file>

<file path=ppt/media/f30335.txt>
</file>

<file path=ppt/media/f30336.txt>
</file>

<file path=ppt/media/f30337.txt>
</file>

<file path=ppt/media/f30338.txt>
</file>

<file path=ppt/media/f30339.txt>
</file>

<file path=ppt/media/f30340.txt>
</file>

<file path=ppt/media/f30341.txt>
</file>

<file path=ppt/media/f30342.txt>
</file>

<file path=ppt/media/f30343.txt>
</file>

<file path=ppt/media/f30344.txt>
</file>

<file path=ppt/media/f30345.txt>
</file>

<file path=ppt/media/f30346.txt>
</file>

<file path=ppt/media/f30347.txt>
</file>

<file path=ppt/media/f30348.txt>
</file>

<file path=ppt/media/f30349.txt>
</file>

<file path=ppt/media/f30350.txt>
</file>

<file path=ppt/media/f30351.txt>
</file>

<file path=ppt/media/f30352.txt>
</file>

<file path=ppt/media/f30353.txt>
</file>

<file path=ppt/media/f30354.txt>
</file>

<file path=ppt/media/f30355.txt>
</file>

<file path=ppt/media/f30356.txt>
</file>

<file path=ppt/media/f30357.txt>
</file>

<file path=ppt/media/f30358.txt>
</file>

<file path=ppt/media/f30359.txt>
</file>

<file path=ppt/media/f30360.txt>
</file>

<file path=ppt/media/f30361.txt>
</file>

<file path=ppt/media/f30362.txt>
</file>

<file path=ppt/media/f30363.txt>
</file>

<file path=ppt/media/f30364.txt>
</file>

<file path=ppt/media/f30365.txt>
</file>

<file path=ppt/media/f30366.txt>
</file>

<file path=ppt/media/f30367.txt>
</file>

<file path=ppt/media/f30368.txt>
</file>

<file path=ppt/media/f30369.txt>
</file>

<file path=ppt/media/f30370.txt>
</file>

<file path=ppt/media/f30371.txt>
</file>

<file path=ppt/media/f30372.txt>
</file>

<file path=ppt/media/f30373.txt>
</file>

<file path=ppt/media/f30374.txt>
</file>

<file path=ppt/media/f30375.txt>
</file>

<file path=ppt/media/f30376.txt>
</file>

<file path=ppt/media/f30377.txt>
</file>

<file path=ppt/media/f30378.txt>
</file>

<file path=ppt/media/f30379.txt>
</file>

<file path=ppt/media/f30380.txt>
</file>

<file path=ppt/media/f30381.txt>
</file>

<file path=ppt/media/f30382.txt>
</file>

<file path=ppt/media/f30383.txt>
</file>

<file path=ppt/media/f30384.txt>
</file>

<file path=ppt/media/f30385.txt>
</file>

<file path=ppt/media/f30386.txt>
</file>

<file path=ppt/media/f30387.txt>
</file>

<file path=ppt/media/f30388.txt>
</file>

<file path=ppt/media/f30389.txt>
</file>

<file path=ppt/media/f30390.txt>
</file>

<file path=ppt/media/f30391.txt>
</file>

<file path=ppt/media/f30392.txt>
</file>

<file path=ppt/media/f30393.txt>
</file>

<file path=ppt/media/f30394.txt>
</file>

<file path=ppt/media/f30395.txt>
</file>

<file path=ppt/media/f30396.txt>
</file>

<file path=ppt/media/f30397.txt>
</file>

<file path=ppt/media/f30398.txt>
</file>

<file path=ppt/media/f30399.txt>
</file>

<file path=ppt/media/f30400.txt>
</file>

<file path=ppt/media/f30401.txt>
</file>

<file path=ppt/media/f30402.txt>
</file>

<file path=ppt/media/f30403.txt>
</file>

<file path=ppt/media/f30404.txt>
</file>

<file path=ppt/media/f30405.txt>
</file>

<file path=ppt/media/f30406.txt>
</file>

<file path=ppt/media/f30407.txt>
</file>

<file path=ppt/media/f30408.txt>
</file>

<file path=ppt/media/f30409.txt>
</file>

<file path=ppt/media/f30410.txt>
</file>

<file path=ppt/media/f30411.txt>
</file>

<file path=ppt/media/f30412.txt>
</file>

<file path=ppt/media/f30413.txt>
</file>

<file path=ppt/media/f30414.txt>
</file>

<file path=ppt/media/f30415.txt>
</file>

<file path=ppt/media/f30416.txt>
</file>

<file path=ppt/media/f30417.txt>
</file>

<file path=ppt/media/f30418.txt>
</file>

<file path=ppt/media/f30419.txt>
</file>

<file path=ppt/media/f30420.txt>
</file>

<file path=ppt/media/f30421.txt>
</file>

<file path=ppt/media/f30422.txt>
</file>

<file path=ppt/media/f30423.txt>
</file>

<file path=ppt/media/f30424.txt>
</file>

<file path=ppt/media/f30425.txt>
</file>

<file path=ppt/media/f30426.txt>
</file>

<file path=ppt/media/f30427.txt>
</file>

<file path=ppt/media/f30428.txt>
</file>

<file path=ppt/media/f30429.txt>
</file>

<file path=ppt/media/f30430.txt>
</file>

<file path=ppt/media/f30431.txt>
</file>

<file path=ppt/media/f30432.txt>
</file>

<file path=ppt/media/f30433.txt>
</file>

<file path=ppt/media/f30434.txt>
</file>

<file path=ppt/media/f30435.txt>
</file>

<file path=ppt/media/f30436.txt>
</file>

<file path=ppt/media/f30437.txt>
</file>

<file path=ppt/media/f30438.txt>
</file>

<file path=ppt/media/f30439.txt>
</file>

<file path=ppt/media/f30440.txt>
</file>

<file path=ppt/media/f30441.txt>
</file>

<file path=ppt/media/f30442.txt>
</file>

<file path=ppt/media/f30443.txt>
</file>

<file path=ppt/media/f30444.txt>
</file>

<file path=ppt/media/f30445.txt>
</file>

<file path=ppt/media/f30446.txt>
</file>

<file path=ppt/media/f30447.txt>
</file>

<file path=ppt/media/f30448.txt>
</file>

<file path=ppt/media/f30449.txt>
</file>

<file path=ppt/media/f30450.txt>
</file>

<file path=ppt/media/f30451.txt>
</file>

<file path=ppt/media/f30452.txt>
</file>

<file path=ppt/media/f30453.txt>
</file>

<file path=ppt/media/f30454.txt>
</file>

<file path=ppt/media/f30455.txt>
</file>

<file path=ppt/media/f30456.txt>
</file>

<file path=ppt/media/f30457.txt>
</file>

<file path=ppt/media/f30458.txt>
</file>

<file path=ppt/media/f30459.txt>
</file>

<file path=ppt/media/f30460.txt>
</file>

<file path=ppt/media/f30461.txt>
</file>

<file path=ppt/media/f30462.txt>
</file>

<file path=ppt/media/f30463.txt>
</file>

<file path=ppt/media/f30464.txt>
</file>

<file path=ppt/media/f30465.txt>
</file>

<file path=ppt/media/f30466.txt>
</file>

<file path=ppt/media/f30467.txt>
</file>

<file path=ppt/media/f30468.txt>
</file>

<file path=ppt/media/f30469.txt>
</file>

<file path=ppt/media/f30470.txt>
</file>

<file path=ppt/media/f30471.txt>
</file>

<file path=ppt/media/f30472.txt>
</file>

<file path=ppt/media/f30473.txt>
</file>

<file path=ppt/media/f30474.txt>
</file>

<file path=ppt/media/f30475.txt>
</file>

<file path=ppt/media/f30476.txt>
</file>

<file path=ppt/media/f30477.txt>
</file>

<file path=ppt/media/f30478.txt>
</file>

<file path=ppt/media/f30479.txt>
</file>

<file path=ppt/media/f30480.txt>
</file>

<file path=ppt/media/f30481.txt>
</file>

<file path=ppt/media/f30482.txt>
</file>

<file path=ppt/media/f30483.txt>
</file>

<file path=ppt/media/f30484.txt>
</file>

<file path=ppt/media/f30485.txt>
</file>

<file path=ppt/media/f30486.txt>
</file>

<file path=ppt/media/f30487.txt>
</file>

<file path=ppt/media/f30488.txt>
</file>

<file path=ppt/media/f30489.txt>
</file>

<file path=ppt/media/f30490.txt>
</file>

<file path=ppt/media/f30491.txt>
</file>

<file path=ppt/media/f30492.txt>
</file>

<file path=ppt/media/f30493.txt>
</file>

<file path=ppt/media/f30494.txt>
</file>

<file path=ppt/media/f30495.txt>
</file>

<file path=ppt/media/f30496.txt>
</file>

<file path=ppt/media/f30497.txt>
</file>

<file path=ppt/media/f30498.txt>
</file>

<file path=ppt/media/f30499.txt>
</file>

<file path=ppt/media/f30500.txt>
</file>

<file path=ppt/media/f30501.txt>
</file>

<file path=ppt/media/f30502.txt>
</file>

<file path=ppt/media/f30503.txt>
</file>

<file path=ppt/media/f30504.txt>
</file>

<file path=ppt/media/f30505.txt>
</file>

<file path=ppt/media/f30506.txt>
</file>

<file path=ppt/media/f30507.txt>
</file>

<file path=ppt/media/f30508.txt>
</file>

<file path=ppt/media/f30509.txt>
</file>

<file path=ppt/media/f30510.txt>
</file>

<file path=ppt/media/f30511.txt>
</file>

<file path=ppt/media/f30512.txt>
</file>

<file path=ppt/media/f30513.txt>
</file>

<file path=ppt/media/f30514.txt>
</file>

<file path=ppt/media/f30515.txt>
</file>

<file path=ppt/media/f30516.txt>
</file>

<file path=ppt/media/f30517.txt>
</file>

<file path=ppt/media/f30518.txt>
</file>

<file path=ppt/media/f30519.txt>
</file>

<file path=ppt/media/f30520.txt>
</file>

<file path=ppt/media/f30521.txt>
</file>

<file path=ppt/media/f30522.txt>
</file>

<file path=ppt/media/f30523.txt>
</file>

<file path=ppt/media/f30524.txt>
</file>

<file path=ppt/media/f30525.txt>
</file>

<file path=ppt/media/f30526.txt>
</file>

<file path=ppt/media/f30527.txt>
</file>

<file path=ppt/media/f30528.txt>
</file>

<file path=ppt/media/f30529.txt>
</file>

<file path=ppt/media/f30530.txt>
</file>

<file path=ppt/media/f30531.txt>
</file>

<file path=ppt/media/f30532.txt>
</file>

<file path=ppt/media/f30533.txt>
</file>

<file path=ppt/media/f30534.txt>
</file>

<file path=ppt/media/f30535.txt>
</file>

<file path=ppt/media/f30536.txt>
</file>

<file path=ppt/media/f30537.txt>
</file>

<file path=ppt/media/f30538.txt>
</file>

<file path=ppt/media/f30539.txt>
</file>

<file path=ppt/media/f30540.txt>
</file>

<file path=ppt/media/f30541.txt>
</file>

<file path=ppt/media/f30542.txt>
</file>

<file path=ppt/media/f30543.txt>
</file>

<file path=ppt/media/f30544.txt>
</file>

<file path=ppt/media/f30545.txt>
</file>

<file path=ppt/media/f30546.txt>
</file>

<file path=ppt/media/f30547.txt>
</file>

<file path=ppt/media/f30548.txt>
</file>

<file path=ppt/media/f30549.txt>
</file>

<file path=ppt/media/f30550.txt>
</file>

<file path=ppt/media/f30551.txt>
</file>

<file path=ppt/media/f30552.txt>
</file>

<file path=ppt/media/f30553.txt>
</file>

<file path=ppt/media/f30554.txt>
</file>

<file path=ppt/media/f30555.txt>
</file>

<file path=ppt/media/f30556.txt>
</file>

<file path=ppt/media/f30557.txt>
</file>

<file path=ppt/media/f30558.txt>
</file>

<file path=ppt/media/f30559.txt>
</file>

<file path=ppt/media/f30560.txt>
</file>

<file path=ppt/media/f30561.txt>
</file>

<file path=ppt/media/f30562.txt>
</file>

<file path=ppt/media/f30563.txt>
</file>

<file path=ppt/media/f30564.txt>
</file>

<file path=ppt/media/f30565.txt>
</file>

<file path=ppt/media/f30566.txt>
</file>

<file path=ppt/media/f30567.txt>
</file>

<file path=ppt/media/f30568.txt>
</file>

<file path=ppt/media/f30569.txt>
</file>

<file path=ppt/media/f30570.txt>
</file>

<file path=ppt/media/f30571.txt>
</file>

<file path=ppt/media/f30572.txt>
</file>

<file path=ppt/media/f30573.txt>
</file>

<file path=ppt/media/f30574.txt>
</file>

<file path=ppt/media/f30575.txt>
</file>

<file path=ppt/media/f30576.txt>
</file>

<file path=ppt/media/f30577.txt>
</file>

<file path=ppt/media/f30578.txt>
</file>

<file path=ppt/media/f30579.txt>
</file>

<file path=ppt/media/f30580.txt>
</file>

<file path=ppt/media/f30581.txt>
</file>

<file path=ppt/media/f30582.txt>
</file>

<file path=ppt/media/f30583.txt>
</file>

<file path=ppt/media/f30584.txt>
</file>

<file path=ppt/media/f30585.txt>
</file>

<file path=ppt/media/f30586.txt>
</file>

<file path=ppt/media/f30587.txt>
</file>

<file path=ppt/media/f30588.txt>
</file>

<file path=ppt/media/f30589.txt>
</file>

<file path=ppt/media/f30590.txt>
</file>

<file path=ppt/media/f30591.txt>
</file>

<file path=ppt/media/f30592.txt>
</file>

<file path=ppt/media/f30593.txt>
</file>

<file path=ppt/media/f30594.txt>
</file>

<file path=ppt/media/f30595.txt>
</file>

<file path=ppt/media/f30596.txt>
</file>

<file path=ppt/media/f30597.txt>
</file>

<file path=ppt/media/f30598.txt>
</file>

<file path=ppt/media/f30599.txt>
</file>

<file path=ppt/media/f30600.txt>
</file>

<file path=ppt/media/f30601.txt>
</file>

<file path=ppt/media/f30602.txt>
</file>

<file path=ppt/media/f30603.txt>
</file>

<file path=ppt/media/f30604.txt>
</file>

<file path=ppt/media/f30605.txt>
</file>

<file path=ppt/media/f30606.txt>
</file>

<file path=ppt/media/f30607.txt>
</file>

<file path=ppt/media/f30608.txt>
</file>

<file path=ppt/media/f30609.txt>
</file>

<file path=ppt/media/f30610.txt>
</file>

<file path=ppt/media/f30611.txt>
</file>

<file path=ppt/media/f30612.txt>
</file>

<file path=ppt/media/f30613.txt>
</file>

<file path=ppt/media/f30614.txt>
</file>

<file path=ppt/media/f30615.txt>
</file>

<file path=ppt/media/f30616.txt>
</file>

<file path=ppt/media/f30617.txt>
</file>

<file path=ppt/media/f30618.txt>
</file>

<file path=ppt/media/f30619.txt>
</file>

<file path=ppt/media/f30620.txt>
</file>

<file path=ppt/media/f30621.txt>
</file>

<file path=ppt/media/f30622.txt>
</file>

<file path=ppt/media/f30623.txt>
</file>

<file path=ppt/media/f30624.txt>
</file>

<file path=ppt/media/f30625.txt>
</file>

<file path=ppt/media/f30626.txt>
</file>

<file path=ppt/media/f30627.txt>
</file>

<file path=ppt/media/f30628.txt>
</file>

<file path=ppt/media/f30629.txt>
</file>

<file path=ppt/media/f30630.txt>
</file>

<file path=ppt/media/f30631.txt>
</file>

<file path=ppt/media/f30632.txt>
</file>

<file path=ppt/media/f30633.txt>
</file>

<file path=ppt/media/f30634.txt>
</file>

<file path=ppt/media/f30635.txt>
</file>

<file path=ppt/media/f30636.txt>
</file>

<file path=ppt/media/f30637.txt>
</file>

<file path=ppt/media/f30638.txt>
</file>

<file path=ppt/media/f30639.txt>
</file>

<file path=ppt/media/f30640.txt>
</file>

<file path=ppt/media/f30641.txt>
</file>

<file path=ppt/media/f30642.txt>
</file>

<file path=ppt/media/f30643.txt>
</file>

<file path=ppt/media/f30644.txt>
</file>

<file path=ppt/media/f30645.txt>
</file>

<file path=ppt/media/f30646.txt>
</file>

<file path=ppt/media/f30647.txt>
</file>

<file path=ppt/media/f30648.txt>
</file>

<file path=ppt/media/f30649.txt>
</file>

<file path=ppt/media/f30650.txt>
</file>

<file path=ppt/media/f30651.txt>
</file>

<file path=ppt/media/f30652.txt>
</file>

<file path=ppt/media/f30653.txt>
</file>

<file path=ppt/media/f30654.txt>
</file>

<file path=ppt/media/f30655.txt>
</file>

<file path=ppt/media/f30656.txt>
</file>

<file path=ppt/media/f30657.txt>
</file>

<file path=ppt/media/f30658.txt>
</file>

<file path=ppt/media/f30659.txt>
</file>

<file path=ppt/media/f30660.txt>
</file>

<file path=ppt/media/f30661.txt>
</file>

<file path=ppt/media/f30662.txt>
</file>

<file path=ppt/media/f30663.txt>
</file>

<file path=ppt/media/f30664.txt>
</file>

<file path=ppt/media/f30665.txt>
</file>

<file path=ppt/media/f30666.txt>
</file>

<file path=ppt/media/f30667.txt>
</file>

<file path=ppt/media/f30668.txt>
</file>

<file path=ppt/media/f30669.txt>
</file>

<file path=ppt/media/f30670.txt>
</file>

<file path=ppt/media/f30671.txt>
</file>

<file path=ppt/media/f30672.txt>
</file>

<file path=ppt/media/f30673.txt>
</file>

<file path=ppt/media/f30674.txt>
</file>

<file path=ppt/media/f30675.txt>
</file>

<file path=ppt/media/f30676.txt>
</file>

<file path=ppt/media/f30677.txt>
</file>

<file path=ppt/media/f30678.txt>
</file>

<file path=ppt/media/f30679.txt>
</file>

<file path=ppt/media/f30680.txt>
</file>

<file path=ppt/media/f30681.txt>
</file>

<file path=ppt/media/f30682.txt>
</file>

<file path=ppt/media/f30683.txt>
</file>

<file path=ppt/media/f30684.txt>
</file>

<file path=ppt/media/f30685.txt>
</file>

<file path=ppt/media/f30686.txt>
</file>

<file path=ppt/media/f30687.txt>
</file>

<file path=ppt/media/f30688.txt>
</file>

<file path=ppt/media/f30689.txt>
</file>

<file path=ppt/media/f30690.txt>
</file>

<file path=ppt/media/f30691.txt>
</file>

<file path=ppt/media/f30692.txt>
</file>

<file path=ppt/media/f30693.txt>
</file>

<file path=ppt/media/f30694.txt>
</file>

<file path=ppt/media/f30695.txt>
</file>

<file path=ppt/media/f30696.txt>
</file>

<file path=ppt/media/f30697.txt>
</file>

<file path=ppt/media/f30698.txt>
</file>

<file path=ppt/media/f30699.txt>
</file>

<file path=ppt/media/f30700.txt>
</file>

<file path=ppt/media/f30701.txt>
</file>

<file path=ppt/media/f30702.txt>
</file>

<file path=ppt/media/f30703.txt>
</file>

<file path=ppt/media/f30704.txt>
</file>

<file path=ppt/media/f30705.txt>
</file>

<file path=ppt/media/f30706.txt>
</file>

<file path=ppt/media/f30707.txt>
</file>

<file path=ppt/media/f30708.txt>
</file>

<file path=ppt/media/f30709.txt>
</file>

<file path=ppt/media/f30710.txt>
</file>

<file path=ppt/media/f30711.txt>
</file>

<file path=ppt/media/f30712.txt>
</file>

<file path=ppt/media/f30713.txt>
</file>

<file path=ppt/media/f30714.txt>
</file>

<file path=ppt/media/f30715.txt>
</file>

<file path=ppt/media/f30716.txt>
</file>

<file path=ppt/media/f30717.txt>
</file>

<file path=ppt/media/f30718.txt>
</file>

<file path=ppt/media/f30719.txt>
</file>

<file path=ppt/media/f30720.txt>
</file>

<file path=ppt/media/f30721.txt>
</file>

<file path=ppt/media/f30722.txt>
</file>

<file path=ppt/media/f30723.txt>
</file>

<file path=ppt/media/f30724.txt>
</file>

<file path=ppt/media/f30725.txt>
</file>

<file path=ppt/media/f30726.txt>
</file>

<file path=ppt/media/f30727.txt>
</file>

<file path=ppt/media/f30728.txt>
</file>

<file path=ppt/media/f30729.txt>
</file>

<file path=ppt/media/f30730.txt>
</file>

<file path=ppt/media/f30731.txt>
</file>

<file path=ppt/media/f30732.txt>
</file>

<file path=ppt/media/f30733.txt>
</file>

<file path=ppt/media/f30734.txt>
</file>

<file path=ppt/media/f30735.txt>
</file>

<file path=ppt/media/f30736.txt>
</file>

<file path=ppt/media/f30737.txt>
</file>

<file path=ppt/media/f30738.txt>
</file>

<file path=ppt/media/f30739.txt>
</file>

<file path=ppt/media/f30740.txt>
</file>

<file path=ppt/media/f30741.txt>
</file>

<file path=ppt/media/f30742.txt>
</file>

<file path=ppt/media/f30743.txt>
</file>

<file path=ppt/media/f30744.txt>
</file>

<file path=ppt/media/f30745.txt>
</file>

<file path=ppt/media/f30746.txt>
</file>

<file path=ppt/media/f30747.txt>
</file>

<file path=ppt/media/f30748.txt>
</file>

<file path=ppt/media/f30749.txt>
</file>

<file path=ppt/media/f30750.txt>
</file>

<file path=ppt/media/f30751.txt>
</file>

<file path=ppt/media/f30752.txt>
</file>

<file path=ppt/media/f30753.txt>
</file>

<file path=ppt/media/f30754.txt>
</file>

<file path=ppt/media/f30755.txt>
</file>

<file path=ppt/media/f30756.txt>
</file>

<file path=ppt/media/f30757.txt>
</file>

<file path=ppt/media/f30758.txt>
</file>

<file path=ppt/media/f30759.txt>
</file>

<file path=ppt/media/f30760.txt>
</file>

<file path=ppt/media/f30761.txt>
</file>

<file path=ppt/media/f30762.txt>
</file>

<file path=ppt/media/f30763.txt>
</file>

<file path=ppt/media/f30764.txt>
</file>

<file path=ppt/media/f30765.txt>
</file>

<file path=ppt/media/f30766.txt>
</file>

<file path=ppt/media/f30767.txt>
</file>

<file path=ppt/media/f30768.txt>
</file>

<file path=ppt/media/f30769.txt>
</file>

<file path=ppt/media/f30770.txt>
</file>

<file path=ppt/media/f30771.txt>
</file>

<file path=ppt/media/f30772.txt>
</file>

<file path=ppt/media/f30773.txt>
</file>

<file path=ppt/media/f30774.txt>
</file>

<file path=ppt/media/f30775.txt>
</file>

<file path=ppt/media/f30776.txt>
</file>

<file path=ppt/media/f30777.txt>
</file>

<file path=ppt/media/f30778.txt>
</file>

<file path=ppt/media/f30779.txt>
</file>

<file path=ppt/media/f30780.txt>
</file>

<file path=ppt/media/f30781.txt>
</file>

<file path=ppt/media/f30782.txt>
</file>

<file path=ppt/media/f30783.txt>
</file>

<file path=ppt/media/f30784.txt>
</file>

<file path=ppt/media/f30785.txt>
</file>

<file path=ppt/media/f30786.txt>
</file>

<file path=ppt/media/f30787.txt>
</file>

<file path=ppt/media/f30788.txt>
</file>

<file path=ppt/media/f30789.txt>
</file>

<file path=ppt/media/f30790.txt>
</file>

<file path=ppt/media/f30791.txt>
</file>

<file path=ppt/media/f30792.txt>
</file>

<file path=ppt/media/f30793.txt>
</file>

<file path=ppt/media/f30794.txt>
</file>

<file path=ppt/media/f30795.txt>
</file>

<file path=ppt/media/f30796.txt>
</file>

<file path=ppt/media/f30797.txt>
</file>

<file path=ppt/media/f30798.txt>
</file>

<file path=ppt/media/f30799.txt>
</file>

<file path=ppt/media/f30800.txt>
</file>

<file path=ppt/media/f30801.txt>
</file>

<file path=ppt/media/f30802.txt>
</file>

<file path=ppt/media/f30803.txt>
</file>

<file path=ppt/media/f30804.txt>
</file>

<file path=ppt/media/f30805.txt>
</file>

<file path=ppt/media/f30806.txt>
</file>

<file path=ppt/media/f30807.txt>
</file>

<file path=ppt/media/f30808.txt>
</file>

<file path=ppt/media/f30809.txt>
</file>

<file path=ppt/media/f30810.txt>
</file>

<file path=ppt/media/f30811.txt>
</file>

<file path=ppt/media/f30812.txt>
</file>

<file path=ppt/media/f30813.txt>
</file>

<file path=ppt/media/f30814.txt>
</file>

<file path=ppt/media/f30815.txt>
</file>

<file path=ppt/media/f30816.txt>
</file>

<file path=ppt/media/f30817.txt>
</file>

<file path=ppt/media/f30818.txt>
</file>

<file path=ppt/media/f30819.txt>
</file>

<file path=ppt/media/f30820.txt>
</file>

<file path=ppt/media/f30821.txt>
</file>

<file path=ppt/media/f30822.txt>
</file>

<file path=ppt/media/f30823.txt>
</file>

<file path=ppt/media/f30824.txt>
</file>

<file path=ppt/media/f30825.txt>
</file>

<file path=ppt/media/f30826.txt>
</file>

<file path=ppt/media/f30827.txt>
</file>

<file path=ppt/media/f30828.txt>
</file>

<file path=ppt/media/f30829.txt>
</file>

<file path=ppt/media/f30830.txt>
</file>

<file path=ppt/media/f30831.txt>
</file>

<file path=ppt/media/f30832.txt>
</file>

<file path=ppt/media/f30833.txt>
</file>

<file path=ppt/media/f30834.txt>
</file>

<file path=ppt/media/f30835.txt>
</file>

<file path=ppt/media/f30836.txt>
</file>

<file path=ppt/media/f30837.txt>
</file>

<file path=ppt/media/f30838.txt>
</file>

<file path=ppt/media/f30839.txt>
</file>

<file path=ppt/media/f30840.txt>
</file>

<file path=ppt/media/f30841.txt>
</file>

<file path=ppt/media/f30842.txt>
</file>

<file path=ppt/media/f30843.txt>
</file>

<file path=ppt/media/f30844.txt>
</file>

<file path=ppt/media/f30845.txt>
</file>

<file path=ppt/media/f30846.txt>
</file>

<file path=ppt/media/f30847.txt>
</file>

<file path=ppt/media/f30848.txt>
</file>

<file path=ppt/media/f30849.txt>
</file>

<file path=ppt/media/f30850.txt>
</file>

<file path=ppt/media/f30851.txt>
</file>

<file path=ppt/media/f30852.txt>
</file>

<file path=ppt/media/f30853.txt>
</file>

<file path=ppt/media/f30854.txt>
</file>

<file path=ppt/media/f30855.txt>
</file>

<file path=ppt/media/f30856.txt>
</file>

<file path=ppt/media/f30857.txt>
</file>

<file path=ppt/media/f30858.txt>
</file>

<file path=ppt/media/f30859.txt>
</file>

<file path=ppt/media/f30860.txt>
</file>

<file path=ppt/media/f30861.txt>
</file>

<file path=ppt/media/f30862.txt>
</file>

<file path=ppt/media/f30863.txt>
</file>

<file path=ppt/media/f30864.txt>
</file>

<file path=ppt/media/f30865.txt>
</file>

<file path=ppt/media/f30866.txt>
</file>

<file path=ppt/media/f30867.txt>
</file>

<file path=ppt/media/f30868.txt>
</file>

<file path=ppt/media/f30869.txt>
</file>

<file path=ppt/media/f30870.txt>
</file>

<file path=ppt/media/f30871.txt>
</file>

<file path=ppt/media/f30872.txt>
</file>

<file path=ppt/media/f30873.txt>
</file>

<file path=ppt/media/f30874.txt>
</file>

<file path=ppt/media/f30875.txt>
</file>

<file path=ppt/media/f30876.txt>
</file>

<file path=ppt/media/f30877.txt>
</file>

<file path=ppt/media/f30878.txt>
</file>

<file path=ppt/media/f30879.txt>
</file>

<file path=ppt/media/f30880.txt>
</file>

<file path=ppt/media/f30881.txt>
</file>

<file path=ppt/media/f30882.txt>
</file>

<file path=ppt/media/f30883.txt>
</file>

<file path=ppt/media/f30884.txt>
</file>

<file path=ppt/media/f30885.txt>
</file>

<file path=ppt/media/f30886.txt>
</file>

<file path=ppt/media/f30887.txt>
</file>

<file path=ppt/media/f30888.txt>
</file>

<file path=ppt/media/f30889.txt>
</file>

<file path=ppt/media/f30890.txt>
</file>

<file path=ppt/media/f30891.txt>
</file>

<file path=ppt/media/f30892.txt>
</file>

<file path=ppt/media/f30893.txt>
</file>

<file path=ppt/media/f30894.txt>
</file>

<file path=ppt/media/f30895.txt>
</file>

<file path=ppt/media/f30896.txt>
</file>

<file path=ppt/media/f30897.txt>
</file>

<file path=ppt/media/f30898.txt>
</file>

<file path=ppt/media/f30899.txt>
</file>

<file path=ppt/media/f30900.txt>
</file>

<file path=ppt/media/f30901.txt>
</file>

<file path=ppt/media/f30902.txt>
</file>

<file path=ppt/media/f30903.txt>
</file>

<file path=ppt/media/f30904.txt>
</file>

<file path=ppt/media/f30905.txt>
</file>

<file path=ppt/media/f30906.txt>
</file>

<file path=ppt/media/f30907.txt>
</file>

<file path=ppt/media/f30908.txt>
</file>

<file path=ppt/media/f30909.txt>
</file>

<file path=ppt/media/f30910.txt>
</file>

<file path=ppt/media/f30911.txt>
</file>

<file path=ppt/media/f30912.txt>
</file>

<file path=ppt/media/f30913.txt>
</file>

<file path=ppt/media/f30914.txt>
</file>

<file path=ppt/media/f30915.txt>
</file>

<file path=ppt/media/f30916.txt>
</file>

<file path=ppt/media/f30917.txt>
</file>

<file path=ppt/media/f30918.txt>
</file>

<file path=ppt/media/f30919.txt>
</file>

<file path=ppt/media/f30920.txt>
</file>

<file path=ppt/media/f30921.txt>
</file>

<file path=ppt/media/f30922.txt>
</file>

<file path=ppt/media/f30923.txt>
</file>

<file path=ppt/media/f30924.txt>
</file>

<file path=ppt/media/f30925.txt>
</file>

<file path=ppt/media/f30926.txt>
</file>

<file path=ppt/media/f30927.txt>
</file>

<file path=ppt/media/f30928.txt>
</file>

<file path=ppt/media/f30929.txt>
</file>

<file path=ppt/media/f30930.txt>
</file>

<file path=ppt/media/f30931.txt>
</file>

<file path=ppt/media/f30932.txt>
</file>

<file path=ppt/media/f30933.txt>
</file>

<file path=ppt/media/f30934.txt>
</file>

<file path=ppt/media/f30935.txt>
</file>

<file path=ppt/media/f30936.txt>
</file>

<file path=ppt/media/f30937.txt>
</file>

<file path=ppt/media/f30938.txt>
</file>

<file path=ppt/media/f30939.txt>
</file>

<file path=ppt/media/f30940.txt>
</file>

<file path=ppt/media/f30941.txt>
</file>

<file path=ppt/media/f30942.txt>
</file>

<file path=ppt/media/f30943.txt>
</file>

<file path=ppt/media/f30944.txt>
</file>

<file path=ppt/media/f30945.txt>
</file>

<file path=ppt/media/f30946.txt>
</file>

<file path=ppt/media/f30947.txt>
</file>

<file path=ppt/media/f30948.txt>
</file>

<file path=ppt/media/f30949.txt>
</file>

<file path=ppt/media/f30950.txt>
</file>

<file path=ppt/media/f30951.txt>
</file>

<file path=ppt/media/f30952.txt>
</file>

<file path=ppt/media/f30953.txt>
</file>

<file path=ppt/media/f30954.txt>
</file>

<file path=ppt/media/f30955.txt>
</file>

<file path=ppt/media/f30956.txt>
</file>

<file path=ppt/media/f30957.txt>
</file>

<file path=ppt/media/f30958.txt>
</file>

<file path=ppt/media/f30959.txt>
</file>

<file path=ppt/media/f30960.txt>
</file>

<file path=ppt/media/f30961.txt>
</file>

<file path=ppt/media/f30962.txt>
</file>

<file path=ppt/media/f30963.txt>
</file>

<file path=ppt/media/f30964.txt>
</file>

<file path=ppt/media/f30965.txt>
</file>

<file path=ppt/media/f30966.txt>
</file>

<file path=ppt/media/f30967.txt>
</file>

<file path=ppt/media/f30968.txt>
</file>

<file path=ppt/media/f30969.txt>
</file>

<file path=ppt/media/f30970.txt>
</file>

<file path=ppt/media/f30971.txt>
</file>

<file path=ppt/media/f30972.txt>
</file>

<file path=ppt/media/f30973.txt>
</file>

<file path=ppt/media/f30974.txt>
</file>

<file path=ppt/media/f30975.txt>
</file>

<file path=ppt/media/f30976.txt>
</file>

<file path=ppt/media/f30977.txt>
</file>

<file path=ppt/media/f30978.txt>
</file>

<file path=ppt/media/f30979.txt>
</file>

<file path=ppt/media/f30980.txt>
</file>

<file path=ppt/media/f30981.txt>
</file>

<file path=ppt/media/f30982.txt>
</file>

<file path=ppt/media/f30983.txt>
</file>

<file path=ppt/media/f30984.txt>
</file>

<file path=ppt/media/f30985.txt>
</file>

<file path=ppt/media/f30986.txt>
</file>

<file path=ppt/media/f30987.txt>
</file>

<file path=ppt/media/f30988.txt>
</file>

<file path=ppt/media/f30989.txt>
</file>

<file path=ppt/media/f30990.txt>
</file>

<file path=ppt/media/f30991.txt>
</file>

<file path=ppt/media/f30992.txt>
</file>

<file path=ppt/media/f30993.txt>
</file>

<file path=ppt/media/f30994.txt>
</file>

<file path=ppt/media/f30995.txt>
</file>

<file path=ppt/media/f30996.txt>
</file>

<file path=ppt/media/f30997.txt>
</file>

<file path=ppt/media/f30998.txt>
</file>

<file path=ppt/media/f30999.txt>
</file>

<file path=ppt/media/f31000.txt>
</file>

<file path=ppt/media/f31001.txt>
</file>

<file path=ppt/media/f31002.txt>
</file>

<file path=ppt/media/f31003.txt>
</file>

<file path=ppt/media/f31004.txt>
</file>

<file path=ppt/media/f31005.txt>
</file>

<file path=ppt/media/f31006.txt>
</file>

<file path=ppt/media/f31007.txt>
</file>

<file path=ppt/media/f31008.txt>
</file>

<file path=ppt/media/f31009.txt>
</file>

<file path=ppt/media/f31010.txt>
</file>

<file path=ppt/media/f31011.txt>
</file>

<file path=ppt/media/f31012.txt>
</file>

<file path=ppt/media/f31013.txt>
</file>

<file path=ppt/media/f31014.txt>
</file>

<file path=ppt/media/f31015.txt>
</file>

<file path=ppt/media/f31016.txt>
</file>

<file path=ppt/media/f31017.txt>
</file>

<file path=ppt/media/f31018.txt>
</file>

<file path=ppt/media/f31019.txt>
</file>

<file path=ppt/media/f31020.txt>
</file>

<file path=ppt/media/f31021.txt>
</file>

<file path=ppt/media/f31022.txt>
</file>

<file path=ppt/media/f31023.txt>
</file>

<file path=ppt/media/f31024.txt>
</file>

<file path=ppt/media/f31025.txt>
</file>

<file path=ppt/media/f31026.txt>
</file>

<file path=ppt/media/f31027.txt>
</file>

<file path=ppt/media/f31028.txt>
</file>

<file path=ppt/media/f31029.txt>
</file>

<file path=ppt/media/f31030.txt>
</file>

<file path=ppt/media/f31031.txt>
</file>

<file path=ppt/media/f31032.txt>
</file>

<file path=ppt/media/f31033.txt>
</file>

<file path=ppt/media/f31034.txt>
</file>

<file path=ppt/media/f31035.txt>
</file>

<file path=ppt/media/f31036.txt>
</file>

<file path=ppt/media/f31037.txt>
</file>

<file path=ppt/media/f31038.txt>
</file>

<file path=ppt/media/f31039.txt>
</file>

<file path=ppt/media/f31040.txt>
</file>

<file path=ppt/media/f31041.txt>
</file>

<file path=ppt/media/f31042.txt>
</file>

<file path=ppt/media/f31043.txt>
</file>

<file path=ppt/media/f31044.txt>
</file>

<file path=ppt/media/f31045.txt>
</file>

<file path=ppt/media/f31046.txt>
</file>

<file path=ppt/media/f31047.txt>
</file>

<file path=ppt/media/f31048.txt>
</file>

<file path=ppt/media/f31049.txt>
</file>

<file path=ppt/media/f31050.txt>
</file>

<file path=ppt/media/f31051.txt>
</file>

<file path=ppt/media/f31052.txt>
</file>

<file path=ppt/media/f31053.txt>
</file>

<file path=ppt/media/f31054.txt>
</file>

<file path=ppt/media/f31055.txt>
</file>

<file path=ppt/media/f31056.txt>
</file>

<file path=ppt/media/f31057.txt>
</file>

<file path=ppt/media/f31058.txt>
</file>

<file path=ppt/media/f31059.txt>
</file>

<file path=ppt/media/f31060.txt>
</file>

<file path=ppt/media/f31061.txt>
</file>

<file path=ppt/media/f31062.txt>
</file>

<file path=ppt/media/f31063.txt>
</file>

<file path=ppt/media/f31064.txt>
</file>

<file path=ppt/media/f31065.txt>
</file>

<file path=ppt/media/f31066.txt>
</file>

<file path=ppt/media/f31067.txt>
</file>

<file path=ppt/media/f31068.txt>
</file>

<file path=ppt/media/f31069.txt>
</file>

<file path=ppt/media/f31070.txt>
</file>

<file path=ppt/media/f31071.txt>
</file>

<file path=ppt/media/f31072.txt>
</file>

<file path=ppt/media/f31073.txt>
</file>

<file path=ppt/media/f31074.txt>
</file>

<file path=ppt/media/f31075.txt>
</file>

<file path=ppt/media/f31076.txt>
</file>

<file path=ppt/media/f31077.txt>
</file>

<file path=ppt/media/f31078.txt>
</file>

<file path=ppt/media/f31079.txt>
</file>

<file path=ppt/media/f31080.txt>
</file>

<file path=ppt/media/f31081.txt>
</file>

<file path=ppt/media/f31082.txt>
</file>

<file path=ppt/media/f31083.txt>
</file>

<file path=ppt/media/f31084.txt>
</file>

<file path=ppt/media/f31085.txt>
</file>

<file path=ppt/media/f31086.txt>
</file>

<file path=ppt/media/f31087.txt>
</file>

<file path=ppt/media/f31088.txt>
</file>

<file path=ppt/media/f31089.txt>
</file>

<file path=ppt/media/f31090.txt>
</file>

<file path=ppt/media/f31091.txt>
</file>

<file path=ppt/media/f31092.txt>
</file>

<file path=ppt/media/f31093.txt>
</file>

<file path=ppt/media/f31094.txt>
</file>

<file path=ppt/media/f31095.txt>
</file>

<file path=ppt/media/f31096.txt>
</file>

<file path=ppt/media/f31097.txt>
</file>

<file path=ppt/media/f31098.txt>
</file>

<file path=ppt/media/f31099.txt>
</file>

<file path=ppt/media/f31100.txt>
</file>

<file path=ppt/media/f31101.txt>
</file>

<file path=ppt/media/f31102.txt>
</file>

<file path=ppt/media/f31103.txt>
</file>

<file path=ppt/media/f31104.txt>
</file>

<file path=ppt/media/f31105.txt>
</file>

<file path=ppt/media/f31106.txt>
</file>

<file path=ppt/media/f31107.txt>
</file>

<file path=ppt/media/f31108.txt>
</file>

<file path=ppt/media/f31109.txt>
</file>

<file path=ppt/media/f31110.txt>
</file>

<file path=ppt/media/f31111.txt>
</file>

<file path=ppt/media/f31112.txt>
</file>

<file path=ppt/media/f31113.txt>
</file>

<file path=ppt/media/f31114.txt>
</file>

<file path=ppt/media/f31115.txt>
</file>

<file path=ppt/media/f31116.txt>
</file>

<file path=ppt/media/f31117.txt>
</file>

<file path=ppt/media/f31118.txt>
</file>

<file path=ppt/media/f31119.txt>
</file>

<file path=ppt/media/f31120.txt>
</file>

<file path=ppt/media/f31121.txt>
</file>

<file path=ppt/media/f31122.txt>
</file>

<file path=ppt/media/f31123.txt>
</file>

<file path=ppt/media/f31124.txt>
</file>

<file path=ppt/media/f31125.txt>
</file>

<file path=ppt/media/f31126.txt>
</file>

<file path=ppt/media/f31127.txt>
</file>

<file path=ppt/media/f31128.txt>
</file>

<file path=ppt/media/f31129.txt>
</file>

<file path=ppt/media/f31130.txt>
</file>

<file path=ppt/media/f31131.txt>
</file>

<file path=ppt/media/f31132.txt>
</file>

<file path=ppt/media/f31133.txt>
</file>

<file path=ppt/media/f31134.txt>
</file>

<file path=ppt/media/f31135.txt>
</file>

<file path=ppt/media/f31136.txt>
</file>

<file path=ppt/media/f31137.txt>
</file>

<file path=ppt/media/f31138.txt>
</file>

<file path=ppt/media/f31139.txt>
</file>

<file path=ppt/media/f31140.txt>
</file>

<file path=ppt/media/f31141.txt>
</file>

<file path=ppt/media/f31142.txt>
</file>

<file path=ppt/media/f31143.txt>
</file>

<file path=ppt/media/f31144.txt>
</file>

<file path=ppt/media/f31145.txt>
</file>

<file path=ppt/media/f31146.txt>
</file>

<file path=ppt/media/f31147.txt>
</file>

<file path=ppt/media/f31148.txt>
</file>

<file path=ppt/media/f31149.txt>
</file>

<file path=ppt/media/f31150.txt>
</file>

<file path=ppt/media/f31151.txt>
</file>

<file path=ppt/media/f31152.txt>
</file>

<file path=ppt/media/f31153.txt>
</file>

<file path=ppt/media/f31154.txt>
</file>

<file path=ppt/media/f31155.txt>
</file>

<file path=ppt/media/f31156.txt>
</file>

<file path=ppt/media/f31157.txt>
</file>

<file path=ppt/media/f31158.txt>
</file>

<file path=ppt/media/f31159.txt>
</file>

<file path=ppt/media/f31160.txt>
</file>

<file path=ppt/media/f31161.txt>
</file>

<file path=ppt/media/f31162.txt>
</file>

<file path=ppt/media/f31163.txt>
</file>

<file path=ppt/media/f31164.txt>
</file>

<file path=ppt/media/f31165.txt>
</file>

<file path=ppt/media/f31166.txt>
</file>

<file path=ppt/media/f31167.txt>
</file>

<file path=ppt/media/f31168.txt>
</file>

<file path=ppt/media/f31169.txt>
</file>

<file path=ppt/media/f31170.txt>
</file>

<file path=ppt/media/f31171.txt>
</file>

<file path=ppt/media/f31172.txt>
</file>

<file path=ppt/media/f31173.txt>
</file>

<file path=ppt/media/f31174.txt>
</file>

<file path=ppt/media/f31175.txt>
</file>

<file path=ppt/media/f31176.txt>
</file>

<file path=ppt/media/f31177.txt>
</file>

<file path=ppt/media/f31178.txt>
</file>

<file path=ppt/media/f31179.txt>
</file>

<file path=ppt/media/f31180.txt>
</file>

<file path=ppt/media/f31181.txt>
</file>

<file path=ppt/media/f31182.txt>
</file>

<file path=ppt/media/f31183.txt>
</file>

<file path=ppt/media/f31184.txt>
</file>

<file path=ppt/media/f31185.txt>
</file>

<file path=ppt/media/f31186.txt>
</file>

<file path=ppt/media/f31187.txt>
</file>

<file path=ppt/media/f31188.txt>
</file>

<file path=ppt/media/f31189.txt>
</file>

<file path=ppt/media/f31190.txt>
</file>

<file path=ppt/media/f31191.txt>
</file>

<file path=ppt/media/f31192.txt>
</file>

<file path=ppt/media/f31193.txt>
</file>

<file path=ppt/media/f31194.txt>
</file>

<file path=ppt/media/f31195.txt>
</file>

<file path=ppt/media/f31196.txt>
</file>

<file path=ppt/media/f31197.txt>
</file>

<file path=ppt/media/f31198.txt>
</file>

<file path=ppt/media/f31199.txt>
</file>

<file path=ppt/media/f31200.txt>
</file>

<file path=ppt/media/f31201.txt>
</file>

<file path=ppt/media/f31202.txt>
</file>

<file path=ppt/media/f31203.txt>
</file>

<file path=ppt/media/f31204.txt>
</file>

<file path=ppt/media/f31205.txt>
</file>

<file path=ppt/media/f31206.txt>
</file>

<file path=ppt/media/f31207.txt>
</file>

<file path=ppt/media/f31208.txt>
</file>

<file path=ppt/media/f31209.txt>
</file>

<file path=ppt/media/f31210.txt>
</file>

<file path=ppt/media/f31211.txt>
</file>

<file path=ppt/media/f31212.txt>
</file>

<file path=ppt/media/f31213.txt>
</file>

<file path=ppt/media/f31214.txt>
</file>

<file path=ppt/media/f31215.txt>
</file>

<file path=ppt/media/f31216.txt>
</file>

<file path=ppt/media/f31217.txt>
</file>

<file path=ppt/media/f31218.txt>
</file>

<file path=ppt/media/f31219.txt>
</file>

<file path=ppt/media/f31220.txt>
</file>

<file path=ppt/media/f31221.txt>
</file>

<file path=ppt/media/f31222.txt>
</file>

<file path=ppt/media/f31223.txt>
</file>

<file path=ppt/media/f31224.txt>
</file>

<file path=ppt/media/f31225.txt>
</file>

<file path=ppt/media/f31226.txt>
</file>

<file path=ppt/media/f31227.txt>
</file>

<file path=ppt/media/f31228.txt>
</file>

<file path=ppt/media/f31229.txt>
</file>

<file path=ppt/media/f31230.txt>
</file>

<file path=ppt/media/f31231.txt>
</file>

<file path=ppt/media/f31232.txt>
</file>

<file path=ppt/media/f31233.txt>
</file>

<file path=ppt/media/f31234.txt>
</file>

<file path=ppt/media/f31235.txt>
</file>

<file path=ppt/media/f31236.txt>
</file>

<file path=ppt/media/f31237.txt>
</file>

<file path=ppt/media/f31238.txt>
</file>

<file path=ppt/media/f31239.txt>
</file>

<file path=ppt/media/f31240.txt>
</file>

<file path=ppt/media/f31241.txt>
</file>

<file path=ppt/media/f31242.txt>
</file>

<file path=ppt/media/f31243.txt>
</file>

<file path=ppt/media/f31244.txt>
</file>

<file path=ppt/media/f31245.txt>
</file>

<file path=ppt/media/f31246.txt>
</file>

<file path=ppt/media/f31247.txt>
</file>

<file path=ppt/media/f31248.txt>
</file>

<file path=ppt/media/f31249.txt>
</file>

<file path=ppt/media/f31250.txt>
</file>

<file path=ppt/media/f31251.txt>
</file>

<file path=ppt/media/f31252.txt>
</file>

<file path=ppt/media/f31253.txt>
</file>

<file path=ppt/media/f31254.txt>
</file>

<file path=ppt/media/f31255.txt>
</file>

<file path=ppt/media/f31256.txt>
</file>

<file path=ppt/media/f31257.txt>
</file>

<file path=ppt/media/f31258.txt>
</file>

<file path=ppt/media/f31259.txt>
</file>

<file path=ppt/media/f31260.txt>
</file>

<file path=ppt/media/f31261.txt>
</file>

<file path=ppt/media/f31262.txt>
</file>

<file path=ppt/media/f31263.txt>
</file>

<file path=ppt/media/f31264.txt>
</file>

<file path=ppt/media/f31265.txt>
</file>

<file path=ppt/media/f31266.txt>
</file>

<file path=ppt/media/f31267.txt>
</file>

<file path=ppt/media/f31268.txt>
</file>

<file path=ppt/media/f31269.txt>
</file>

<file path=ppt/media/f31270.txt>
</file>

<file path=ppt/media/f31271.txt>
</file>

<file path=ppt/media/f31272.txt>
</file>

<file path=ppt/media/f31273.txt>
</file>

<file path=ppt/media/f31274.txt>
</file>

<file path=ppt/media/f31275.txt>
</file>

<file path=ppt/media/f31276.txt>
</file>

<file path=ppt/media/f31277.txt>
</file>

<file path=ppt/media/f31278.txt>
</file>

<file path=ppt/media/f31279.txt>
</file>

<file path=ppt/media/f31280.txt>
</file>

<file path=ppt/media/f31281.txt>
</file>

<file path=ppt/media/f31282.txt>
</file>

<file path=ppt/media/f31283.txt>
</file>

<file path=ppt/media/f31284.txt>
</file>

<file path=ppt/media/f31285.txt>
</file>

<file path=ppt/media/f31286.txt>
</file>

<file path=ppt/media/f31287.txt>
</file>

<file path=ppt/media/f31288.txt>
</file>

<file path=ppt/media/f31289.txt>
</file>

<file path=ppt/media/f31290.txt>
</file>

<file path=ppt/media/f31291.txt>
</file>

<file path=ppt/media/f31292.txt>
</file>

<file path=ppt/media/f31293.txt>
</file>

<file path=ppt/media/f31294.txt>
</file>

<file path=ppt/media/f31295.txt>
</file>

<file path=ppt/media/f31296.txt>
</file>

<file path=ppt/media/f31297.txt>
</file>

<file path=ppt/media/f31298.txt>
</file>

<file path=ppt/media/f31299.txt>
</file>

<file path=ppt/media/f31300.txt>
</file>

<file path=ppt/media/f31301.txt>
</file>

<file path=ppt/media/f31302.txt>
</file>

<file path=ppt/media/f31303.txt>
</file>

<file path=ppt/media/f31304.txt>
</file>

<file path=ppt/media/f31305.txt>
</file>

<file path=ppt/media/f31306.txt>
</file>

<file path=ppt/media/f31307.txt>
</file>

<file path=ppt/media/f31308.txt>
</file>

<file path=ppt/media/f31309.txt>
</file>

<file path=ppt/media/f31310.txt>
</file>

<file path=ppt/media/f31311.txt>
</file>

<file path=ppt/media/f31312.txt>
</file>

<file path=ppt/media/f31313.txt>
</file>

<file path=ppt/media/f31314.txt>
</file>

<file path=ppt/media/f31315.txt>
</file>

<file path=ppt/media/f31316.txt>
</file>

<file path=ppt/media/f31317.txt>
</file>

<file path=ppt/media/f31318.txt>
</file>

<file path=ppt/media/f31319.txt>
</file>

<file path=ppt/media/f31320.txt>
</file>

<file path=ppt/media/f31321.txt>
</file>

<file path=ppt/media/f31322.txt>
</file>

<file path=ppt/media/f31323.txt>
</file>

<file path=ppt/media/f31324.txt>
</file>

<file path=ppt/media/f31325.txt>
</file>

<file path=ppt/media/f31326.txt>
</file>

<file path=ppt/media/f31327.txt>
</file>

<file path=ppt/media/f31328.txt>
</file>

<file path=ppt/media/f31329.txt>
</file>

<file path=ppt/media/f31330.txt>
</file>

<file path=ppt/media/f31331.txt>
</file>

<file path=ppt/media/f31332.txt>
</file>

<file path=ppt/media/f31333.txt>
</file>

<file path=ppt/media/f31334.txt>
</file>

<file path=ppt/media/f31335.txt>
</file>

<file path=ppt/media/f31336.txt>
</file>

<file path=ppt/media/f31337.txt>
</file>

<file path=ppt/media/f31338.txt>
</file>

<file path=ppt/media/f31339.txt>
</file>

<file path=ppt/media/f31340.txt>
</file>

<file path=ppt/media/f31341.txt>
</file>

<file path=ppt/media/f31342.txt>
</file>

<file path=ppt/media/f31343.txt>
</file>

<file path=ppt/media/f31344.txt>
</file>

<file path=ppt/media/f31345.txt>
</file>

<file path=ppt/media/f31346.txt>
</file>

<file path=ppt/media/f31347.txt>
</file>

<file path=ppt/media/f31348.txt>
</file>

<file path=ppt/media/f31349.txt>
</file>

<file path=ppt/media/f31350.txt>
</file>

<file path=ppt/media/f31351.txt>
</file>

<file path=ppt/media/f31352.txt>
</file>

<file path=ppt/media/f31353.txt>
</file>

<file path=ppt/media/f31354.txt>
</file>

<file path=ppt/media/f31355.txt>
</file>

<file path=ppt/media/f31356.txt>
</file>

<file path=ppt/media/f31357.txt>
</file>

<file path=ppt/media/f31358.txt>
</file>

<file path=ppt/media/f31359.txt>
</file>

<file path=ppt/media/f31360.txt>
</file>

<file path=ppt/media/f31361.txt>
</file>

<file path=ppt/media/f31362.txt>
</file>

<file path=ppt/media/f31363.txt>
</file>

<file path=ppt/media/f31364.txt>
</file>

<file path=ppt/media/f31365.txt>
</file>

<file path=ppt/media/f31366.txt>
</file>

<file path=ppt/media/f31367.txt>
</file>

<file path=ppt/media/f31368.txt>
</file>

<file path=ppt/media/f31369.txt>
</file>

<file path=ppt/media/f31370.txt>
</file>

<file path=ppt/media/f31371.txt>
</file>

<file path=ppt/media/f31372.txt>
</file>

<file path=ppt/media/f31373.txt>
</file>

<file path=ppt/media/f31374.txt>
</file>

<file path=ppt/media/f31375.txt>
</file>

<file path=ppt/media/f31376.txt>
</file>

<file path=ppt/media/f31377.txt>
</file>

<file path=ppt/media/f31378.txt>
</file>

<file path=ppt/media/f31379.txt>
</file>

<file path=ppt/media/f31380.txt>
</file>

<file path=ppt/media/f31381.txt>
</file>

<file path=ppt/media/f31382.txt>
</file>

<file path=ppt/media/f31383.txt>
</file>

<file path=ppt/media/f31384.txt>
</file>

<file path=ppt/media/f31385.txt>
</file>

<file path=ppt/media/f31386.txt>
</file>

<file path=ppt/media/f31387.txt>
</file>

<file path=ppt/media/f31388.txt>
</file>

<file path=ppt/media/f31389.txt>
</file>

<file path=ppt/media/f31390.txt>
</file>

<file path=ppt/media/f31391.txt>
</file>

<file path=ppt/media/f31392.txt>
</file>

<file path=ppt/media/f31393.txt>
</file>

<file path=ppt/media/f31394.txt>
</file>

<file path=ppt/media/f31395.txt>
</file>

<file path=ppt/media/f31396.txt>
</file>

<file path=ppt/media/f31397.txt>
</file>

<file path=ppt/media/f31398.txt>
</file>

<file path=ppt/media/f31399.txt>
</file>

<file path=ppt/media/f31400.txt>
</file>

<file path=ppt/media/f31401.txt>
</file>

<file path=ppt/media/f31402.txt>
</file>

<file path=ppt/media/f31403.txt>
</file>

<file path=ppt/media/f31404.txt>
</file>

<file path=ppt/media/f31405.txt>
</file>

<file path=ppt/media/f31406.txt>
</file>

<file path=ppt/media/f31407.txt>
</file>

<file path=ppt/media/f31408.txt>
</file>

<file path=ppt/media/f31409.txt>
</file>

<file path=ppt/media/f31410.txt>
</file>

<file path=ppt/media/f31411.txt>
</file>

<file path=ppt/media/f31412.txt>
</file>

<file path=ppt/media/f31413.txt>
</file>

<file path=ppt/media/f31414.txt>
</file>

<file path=ppt/media/f31415.txt>
</file>

<file path=ppt/media/f31416.txt>
</file>

<file path=ppt/media/f31417.txt>
</file>

<file path=ppt/media/f31418.txt>
</file>

<file path=ppt/media/f31419.txt>
</file>

<file path=ppt/media/f31420.txt>
</file>

<file path=ppt/media/f31421.txt>
</file>

<file path=ppt/media/f31422.txt>
</file>

<file path=ppt/media/f31423.txt>
</file>

<file path=ppt/media/f31424.txt>
</file>

<file path=ppt/media/f31425.txt>
</file>

<file path=ppt/media/f31426.txt>
</file>

<file path=ppt/media/f31427.txt>
</file>

<file path=ppt/media/f31428.txt>
</file>

<file path=ppt/media/f31429.txt>
</file>

<file path=ppt/media/f31430.txt>
</file>

<file path=ppt/media/f31431.txt>
</file>

<file path=ppt/media/f31432.txt>
</file>

<file path=ppt/media/f31433.txt>
</file>

<file path=ppt/media/f31434.txt>
</file>

<file path=ppt/media/f31435.txt>
</file>

<file path=ppt/media/f31436.txt>
</file>

<file path=ppt/media/f31437.txt>
</file>

<file path=ppt/media/f31438.txt>
</file>

<file path=ppt/media/f31439.txt>
</file>

<file path=ppt/media/f31440.txt>
</file>

<file path=ppt/media/f31441.txt>
</file>

<file path=ppt/media/f31442.txt>
</file>

<file path=ppt/media/f31443.txt>
</file>

<file path=ppt/media/f31444.txt>
</file>

<file path=ppt/media/f31445.txt>
</file>

<file path=ppt/media/f31446.txt>
</file>

<file path=ppt/media/f31447.txt>
</file>

<file path=ppt/media/f31448.txt>
</file>

<file path=ppt/media/f31449.txt>
</file>

<file path=ppt/media/f31450.txt>
</file>

<file path=ppt/media/f31451.txt>
</file>

<file path=ppt/media/f31452.txt>
</file>

<file path=ppt/media/f31453.txt>
</file>

<file path=ppt/media/f31454.txt>
</file>

<file path=ppt/media/f31455.txt>
</file>

<file path=ppt/media/f31456.txt>
</file>

<file path=ppt/media/f31457.txt>
</file>

<file path=ppt/media/f31458.txt>
</file>

<file path=ppt/media/f31459.txt>
</file>

<file path=ppt/media/f31460.txt>
</file>

<file path=ppt/media/f31461.txt>
</file>

<file path=ppt/media/f31462.txt>
</file>

<file path=ppt/media/f31463.txt>
</file>

<file path=ppt/media/f31464.txt>
</file>

<file path=ppt/media/f31465.txt>
</file>

<file path=ppt/media/f31466.txt>
</file>

<file path=ppt/media/f31467.txt>
</file>

<file path=ppt/media/f31468.txt>
</file>

<file path=ppt/media/f31469.txt>
</file>

<file path=ppt/media/f31470.txt>
</file>

<file path=ppt/media/f31471.txt>
</file>

<file path=ppt/media/f31472.txt>
</file>

<file path=ppt/media/f31473.txt>
</file>

<file path=ppt/media/f31474.txt>
</file>

<file path=ppt/media/f31475.txt>
</file>

<file path=ppt/media/f31476.txt>
</file>

<file path=ppt/media/f31477.txt>
</file>

<file path=ppt/media/f31478.txt>
</file>

<file path=ppt/media/f31479.txt>
</file>

<file path=ppt/media/f31480.txt>
</file>

<file path=ppt/media/f31481.txt>
</file>

<file path=ppt/media/f31482.txt>
</file>

<file path=ppt/media/f31483.txt>
</file>

<file path=ppt/media/f31484.txt>
</file>

<file path=ppt/media/f31485.txt>
</file>

<file path=ppt/media/f31486.txt>
</file>

<file path=ppt/media/f31487.txt>
</file>

<file path=ppt/media/f31488.txt>
</file>

<file path=ppt/media/f31489.txt>
</file>

<file path=ppt/media/f31490.txt>
</file>

<file path=ppt/media/f31491.txt>
</file>

<file path=ppt/media/f31492.txt>
</file>

<file path=ppt/media/f31493.txt>
</file>

<file path=ppt/media/f31494.txt>
</file>

<file path=ppt/media/f31495.txt>
</file>

<file path=ppt/media/f31496.txt>
</file>

<file path=ppt/media/f31497.txt>
</file>

<file path=ppt/media/f31498.txt>
</file>

<file path=ppt/media/f31499.txt>
</file>

<file path=ppt/media/f31500.txt>
</file>

<file path=ppt/media/f31501.txt>
</file>

<file path=ppt/media/f31502.txt>
</file>

<file path=ppt/media/f31503.txt>
</file>

<file path=ppt/media/f31504.txt>
</file>

<file path=ppt/media/f31505.txt>
</file>

<file path=ppt/media/f31506.txt>
</file>

<file path=ppt/media/f31507.txt>
</file>

<file path=ppt/media/f31508.txt>
</file>

<file path=ppt/media/f31509.txt>
</file>

<file path=ppt/media/f31510.txt>
</file>

<file path=ppt/media/f31511.txt>
</file>

<file path=ppt/media/f31512.txt>
</file>

<file path=ppt/media/f31513.txt>
</file>

<file path=ppt/media/f31514.txt>
</file>

<file path=ppt/media/f31515.txt>
</file>

<file path=ppt/media/f31516.txt>
</file>

<file path=ppt/media/f31517.txt>
</file>

<file path=ppt/media/f31518.txt>
</file>

<file path=ppt/media/f31519.txt>
</file>

<file path=ppt/media/f31520.txt>
</file>

<file path=ppt/media/f31521.txt>
</file>

<file path=ppt/media/f31522.txt>
</file>

<file path=ppt/media/f31523.txt>
</file>

<file path=ppt/media/f31524.txt>
</file>

<file path=ppt/media/f31525.txt>
</file>

<file path=ppt/media/f31526.txt>
</file>

<file path=ppt/media/f31527.txt>
</file>

<file path=ppt/media/f31528.txt>
</file>

<file path=ppt/media/f31529.txt>
</file>

<file path=ppt/media/f31530.txt>
</file>

<file path=ppt/media/f31531.txt>
</file>

<file path=ppt/media/f31532.txt>
</file>

<file path=ppt/media/f31533.txt>
</file>

<file path=ppt/media/f31534.txt>
</file>

<file path=ppt/media/f31535.txt>
</file>

<file path=ppt/media/f31536.txt>
</file>

<file path=ppt/media/f31537.txt>
</file>

<file path=ppt/media/f31538.txt>
</file>

<file path=ppt/media/f31539.txt>
</file>

<file path=ppt/media/f31540.txt>
</file>

<file path=ppt/media/f31541.txt>
</file>

<file path=ppt/media/f31542.txt>
</file>

<file path=ppt/media/f31543.txt>
</file>

<file path=ppt/media/f31544.txt>
</file>

<file path=ppt/media/f31545.txt>
</file>

<file path=ppt/media/f31546.txt>
</file>

<file path=ppt/media/f31547.txt>
</file>

<file path=ppt/media/f31548.txt>
</file>

<file path=ppt/media/f31549.txt>
</file>

<file path=ppt/media/f31550.txt>
</file>

<file path=ppt/media/f31551.txt>
</file>

<file path=ppt/media/f31552.txt>
</file>

<file path=ppt/media/f31553.txt>
</file>

<file path=ppt/media/f31554.txt>
</file>

<file path=ppt/media/f31555.txt>
</file>

<file path=ppt/media/f31556.txt>
</file>

<file path=ppt/media/f31557.txt>
</file>

<file path=ppt/media/f31558.txt>
</file>

<file path=ppt/media/f31559.txt>
</file>

<file path=ppt/media/f31560.txt>
</file>

<file path=ppt/media/f31561.txt>
</file>

<file path=ppt/media/f31562.txt>
</file>

<file path=ppt/media/f31563.txt>
</file>

<file path=ppt/media/f31564.txt>
</file>

<file path=ppt/media/f31565.txt>
</file>

<file path=ppt/media/f31566.txt>
</file>

<file path=ppt/media/f31567.txt>
</file>

<file path=ppt/media/f31568.txt>
</file>

<file path=ppt/media/f31569.txt>
</file>

<file path=ppt/media/f31570.txt>
</file>

<file path=ppt/media/f31571.txt>
</file>

<file path=ppt/media/f31572.txt>
</file>

<file path=ppt/media/f31573.txt>
</file>

<file path=ppt/media/f31574.txt>
</file>

<file path=ppt/media/f31575.txt>
</file>

<file path=ppt/media/f31576.txt>
</file>

<file path=ppt/media/f31577.txt>
</file>

<file path=ppt/media/f31578.txt>
</file>

<file path=ppt/media/f31579.txt>
</file>

<file path=ppt/media/f31580.txt>
</file>

<file path=ppt/media/f31581.txt>
</file>

<file path=ppt/media/f31582.txt>
</file>

<file path=ppt/media/f31583.txt>
</file>

<file path=ppt/media/f31584.txt>
</file>

<file path=ppt/media/f31585.txt>
</file>

<file path=ppt/media/f31586.txt>
</file>

<file path=ppt/media/f31587.txt>
</file>

<file path=ppt/media/f31588.txt>
</file>

<file path=ppt/media/f31589.txt>
</file>

<file path=ppt/media/f31590.txt>
</file>

<file path=ppt/media/f31591.txt>
</file>

<file path=ppt/media/f31592.txt>
</file>

<file path=ppt/media/f31593.txt>
</file>

<file path=ppt/media/f31594.txt>
</file>

<file path=ppt/media/f31595.txt>
</file>

<file path=ppt/media/f31596.txt>
</file>

<file path=ppt/media/f31597.txt>
</file>

<file path=ppt/media/f31598.txt>
</file>

<file path=ppt/media/f31599.txt>
</file>

<file path=ppt/media/f31600.txt>
</file>

<file path=ppt/media/f31601.txt>
</file>

<file path=ppt/media/f31602.txt>
</file>

<file path=ppt/media/f31603.txt>
</file>

<file path=ppt/media/f31604.txt>
</file>

<file path=ppt/media/f31605.txt>
</file>

<file path=ppt/media/f31606.txt>
</file>

<file path=ppt/media/f31607.txt>
</file>

<file path=ppt/media/f31608.txt>
</file>

<file path=ppt/media/f31609.txt>
</file>

<file path=ppt/media/f31610.txt>
</file>

<file path=ppt/media/f31611.txt>
</file>

<file path=ppt/media/f31612.txt>
</file>

<file path=ppt/media/f31613.txt>
</file>

<file path=ppt/media/f31614.txt>
</file>

<file path=ppt/media/f31615.txt>
</file>

<file path=ppt/media/f31616.txt>
</file>

<file path=ppt/media/f31617.txt>
</file>

<file path=ppt/media/f31618.txt>
</file>

<file path=ppt/media/f31619.txt>
</file>

<file path=ppt/media/f31620.txt>
</file>

<file path=ppt/media/f31621.txt>
</file>

<file path=ppt/media/f31622.txt>
</file>

<file path=ppt/media/f31623.txt>
</file>

<file path=ppt/media/f31624.txt>
</file>

<file path=ppt/media/f31625.txt>
</file>

<file path=ppt/media/f31626.txt>
</file>

<file path=ppt/media/f31627.txt>
</file>

<file path=ppt/media/f31628.txt>
</file>

<file path=ppt/media/f31629.txt>
</file>

<file path=ppt/media/f31630.txt>
</file>

<file path=ppt/media/f31631.txt>
</file>

<file path=ppt/media/f31632.txt>
</file>

<file path=ppt/media/f31633.txt>
</file>

<file path=ppt/media/f31634.txt>
</file>

<file path=ppt/media/f31635.txt>
</file>

<file path=ppt/media/f31636.txt>
</file>

<file path=ppt/media/f31637.txt>
</file>

<file path=ppt/media/f31638.txt>
</file>

<file path=ppt/media/f31639.txt>
</file>

<file path=ppt/media/f31640.txt>
</file>

<file path=ppt/media/f31641.txt>
</file>

<file path=ppt/media/f31642.txt>
</file>

<file path=ppt/media/f31643.txt>
</file>

<file path=ppt/media/f31644.txt>
</file>

<file path=ppt/media/f31645.txt>
</file>

<file path=ppt/media/f31646.txt>
</file>

<file path=ppt/media/f31647.txt>
</file>

<file path=ppt/media/f31648.txt>
</file>

<file path=ppt/media/f31649.txt>
</file>

<file path=ppt/media/f31650.txt>
</file>

<file path=ppt/media/f31651.txt>
</file>

<file path=ppt/media/f31652.txt>
</file>

<file path=ppt/media/f31653.txt>
</file>

<file path=ppt/media/f31654.txt>
</file>

<file path=ppt/media/f31655.txt>
</file>

<file path=ppt/media/f31656.txt>
</file>

<file path=ppt/media/f31657.txt>
</file>

<file path=ppt/media/f31658.txt>
</file>

<file path=ppt/media/f31659.txt>
</file>

<file path=ppt/media/f31660.txt>
</file>

<file path=ppt/media/f31661.txt>
</file>

<file path=ppt/media/f31662.txt>
</file>

<file path=ppt/media/f31663.txt>
</file>

<file path=ppt/media/f31664.txt>
</file>

<file path=ppt/media/f31665.txt>
</file>

<file path=ppt/media/f31666.txt>
</file>

<file path=ppt/media/f31667.txt>
</file>

<file path=ppt/media/f31668.txt>
</file>

<file path=ppt/media/f31669.txt>
</file>

<file path=ppt/media/f31670.txt>
</file>

<file path=ppt/media/f31671.txt>
</file>

<file path=ppt/media/f31672.txt>
</file>

<file path=ppt/media/f31673.txt>
</file>

<file path=ppt/media/f31674.txt>
</file>

<file path=ppt/media/f31675.txt>
</file>

<file path=ppt/media/f31676.txt>
</file>

<file path=ppt/media/f31677.txt>
</file>

<file path=ppt/media/f31678.txt>
</file>

<file path=ppt/media/f31679.txt>
</file>

<file path=ppt/media/f31680.txt>
</file>

<file path=ppt/media/f31681.txt>
</file>

<file path=ppt/media/f31682.txt>
</file>

<file path=ppt/media/f31683.txt>
</file>

<file path=ppt/media/f31684.txt>
</file>

<file path=ppt/media/f31685.txt>
</file>

<file path=ppt/media/f31686.txt>
</file>

<file path=ppt/media/f31687.txt>
</file>

<file path=ppt/media/f31688.txt>
</file>

<file path=ppt/media/f31689.txt>
</file>

<file path=ppt/media/f31690.txt>
</file>

<file path=ppt/media/f31691.txt>
</file>

<file path=ppt/media/f31692.txt>
</file>

<file path=ppt/media/f31693.txt>
</file>

<file path=ppt/media/f31694.txt>
</file>

<file path=ppt/media/f31695.txt>
</file>

<file path=ppt/media/f31696.txt>
</file>

<file path=ppt/media/f31697.txt>
</file>

<file path=ppt/media/f31698.txt>
</file>

<file path=ppt/media/f31699.txt>
</file>

<file path=ppt/media/f31700.txt>
</file>

<file path=ppt/media/f31701.txt>
</file>

<file path=ppt/media/f31702.txt>
</file>

<file path=ppt/media/f31703.txt>
</file>

<file path=ppt/media/f31704.txt>
</file>

<file path=ppt/media/f31705.txt>
</file>

<file path=ppt/media/f31706.txt>
</file>

<file path=ppt/media/f31707.txt>
</file>

<file path=ppt/media/f31708.txt>
</file>

<file path=ppt/media/f31709.txt>
</file>

<file path=ppt/media/f31710.txt>
</file>

<file path=ppt/media/f31711.txt>
</file>

<file path=ppt/media/f31712.txt>
</file>

<file path=ppt/media/f31713.txt>
</file>

<file path=ppt/media/f31714.txt>
</file>

<file path=ppt/media/f31715.txt>
</file>

<file path=ppt/media/f31716.txt>
</file>

<file path=ppt/media/f31717.txt>
</file>

<file path=ppt/media/f31718.txt>
</file>

<file path=ppt/media/f31719.txt>
</file>

<file path=ppt/media/f31720.txt>
</file>

<file path=ppt/media/f31721.txt>
</file>

<file path=ppt/media/f31722.txt>
</file>

<file path=ppt/media/f31723.txt>
</file>

<file path=ppt/media/f31724.txt>
</file>

<file path=ppt/media/f31725.txt>
</file>

<file path=ppt/media/f31726.txt>
</file>

<file path=ppt/media/f31727.txt>
</file>

<file path=ppt/media/f31728.txt>
</file>

<file path=ppt/media/f31729.txt>
</file>

<file path=ppt/media/f31730.txt>
</file>

<file path=ppt/media/f31731.txt>
</file>

<file path=ppt/media/f31732.txt>
</file>

<file path=ppt/media/f31733.txt>
</file>

<file path=ppt/media/f31734.txt>
</file>

<file path=ppt/media/f31735.txt>
</file>

<file path=ppt/media/f31736.txt>
</file>

<file path=ppt/media/f31737.txt>
</file>

<file path=ppt/media/f31738.txt>
</file>

<file path=ppt/media/f31739.txt>
</file>

<file path=ppt/media/f31740.txt>
</file>

<file path=ppt/media/f31741.txt>
</file>

<file path=ppt/media/f31742.txt>
</file>

<file path=ppt/media/f31743.txt>
</file>

<file path=ppt/media/f31744.txt>
</file>

<file path=ppt/media/f31745.txt>
</file>

<file path=ppt/media/f31746.txt>
</file>

<file path=ppt/media/f31747.txt>
</file>

<file path=ppt/media/f31748.txt>
</file>

<file path=ppt/media/f31749.txt>
</file>

<file path=ppt/media/f31750.txt>
</file>

<file path=ppt/media/f31751.txt>
</file>

<file path=ppt/media/f31752.txt>
</file>

<file path=ppt/media/f31753.txt>
</file>

<file path=ppt/media/f31754.txt>
</file>

<file path=ppt/media/f31755.txt>
</file>

<file path=ppt/media/f31756.txt>
</file>

<file path=ppt/media/f31757.txt>
</file>

<file path=ppt/media/f31758.txt>
</file>

<file path=ppt/media/f31759.txt>
</file>

<file path=ppt/media/f31760.txt>
</file>

<file path=ppt/media/f31761.txt>
</file>

<file path=ppt/media/f31762.txt>
</file>

<file path=ppt/media/f31763.txt>
</file>

<file path=ppt/media/f31764.txt>
</file>

<file path=ppt/media/f31765.txt>
</file>

<file path=ppt/media/f31766.txt>
</file>

<file path=ppt/media/f31767.txt>
</file>

<file path=ppt/media/f31768.txt>
</file>

<file path=ppt/media/f31769.txt>
</file>

<file path=ppt/media/f31770.txt>
</file>

<file path=ppt/media/f31771.txt>
</file>

<file path=ppt/media/f31772.txt>
</file>

<file path=ppt/media/f31773.txt>
</file>

<file path=ppt/media/f31774.txt>
</file>

<file path=ppt/media/f31775.txt>
</file>

<file path=ppt/media/f31776.txt>
</file>

<file path=ppt/media/f31777.txt>
</file>

<file path=ppt/media/f31778.txt>
</file>

<file path=ppt/media/f31779.txt>
</file>

<file path=ppt/media/f31780.txt>
</file>

<file path=ppt/media/f31781.txt>
</file>

<file path=ppt/media/f31782.txt>
</file>

<file path=ppt/media/f31783.txt>
</file>

<file path=ppt/media/f31784.txt>
</file>

<file path=ppt/media/f31785.txt>
</file>

<file path=ppt/media/f31786.txt>
</file>

<file path=ppt/media/f31787.txt>
</file>

<file path=ppt/media/f31788.txt>
</file>

<file path=ppt/media/f31789.txt>
</file>

<file path=ppt/media/f31790.txt>
</file>

<file path=ppt/media/f31791.txt>
</file>

<file path=ppt/media/f31792.txt>
</file>

<file path=ppt/media/f31793.txt>
</file>

<file path=ppt/media/f31794.txt>
</file>

<file path=ppt/media/f31795.txt>
</file>

<file path=ppt/media/f31796.txt>
</file>

<file path=ppt/media/f31797.txt>
</file>

<file path=ppt/media/f31798.txt>
</file>

<file path=ppt/media/f31799.txt>
</file>

<file path=ppt/media/f31800.txt>
</file>

<file path=ppt/media/f31801.txt>
</file>

<file path=ppt/media/f31802.txt>
</file>

<file path=ppt/media/f31803.txt>
</file>

<file path=ppt/media/f31804.txt>
</file>

<file path=ppt/media/f31805.txt>
</file>

<file path=ppt/media/f31806.txt>
</file>

<file path=ppt/media/f31807.txt>
</file>

<file path=ppt/media/f31808.txt>
</file>

<file path=ppt/media/f31809.txt>
</file>

<file path=ppt/media/f31810.txt>
</file>

<file path=ppt/media/f31811.txt>
</file>

<file path=ppt/media/f31812.txt>
</file>

<file path=ppt/media/f31813.txt>
</file>

<file path=ppt/media/f31814.txt>
</file>

<file path=ppt/media/f31815.txt>
</file>

<file path=ppt/media/f31816.txt>
</file>

<file path=ppt/media/f31817.txt>
</file>

<file path=ppt/media/f31818.txt>
</file>

<file path=ppt/media/f31819.txt>
</file>

<file path=ppt/media/f31820.txt>
</file>

<file path=ppt/media/f31821.txt>
</file>

<file path=ppt/media/f31822.txt>
</file>

<file path=ppt/media/f31823.txt>
</file>

<file path=ppt/media/f31824.txt>
</file>

<file path=ppt/media/f31825.txt>
</file>

<file path=ppt/media/f31826.txt>
</file>

<file path=ppt/media/f31827.txt>
</file>

<file path=ppt/media/f31828.txt>
</file>

<file path=ppt/media/f31829.txt>
</file>

<file path=ppt/media/f31830.txt>
</file>

<file path=ppt/media/f31831.txt>
</file>

<file path=ppt/media/f31832.txt>
</file>

<file path=ppt/media/f31833.txt>
</file>

<file path=ppt/media/f31834.txt>
</file>

<file path=ppt/media/f31835.txt>
</file>

<file path=ppt/media/f31836.txt>
</file>

<file path=ppt/media/f31837.txt>
</file>

<file path=ppt/media/f31838.txt>
</file>

<file path=ppt/media/f31839.txt>
</file>

<file path=ppt/media/f31840.txt>
</file>

<file path=ppt/media/f31841.txt>
</file>

<file path=ppt/media/f31842.txt>
</file>

<file path=ppt/media/f31843.txt>
</file>

<file path=ppt/media/f31844.txt>
</file>

<file path=ppt/media/f31845.txt>
</file>

<file path=ppt/media/f31846.txt>
</file>

<file path=ppt/media/f31847.txt>
</file>

<file path=ppt/media/f31848.txt>
</file>

<file path=ppt/media/f31849.txt>
</file>

<file path=ppt/media/f31850.txt>
</file>

<file path=ppt/media/f31851.txt>
</file>

<file path=ppt/media/f31852.txt>
</file>

<file path=ppt/media/f31853.txt>
</file>

<file path=ppt/media/f31854.txt>
</file>

<file path=ppt/media/f31855.txt>
</file>

<file path=ppt/media/f31856.txt>
</file>

<file path=ppt/media/f31857.txt>
</file>

<file path=ppt/media/f31858.txt>
</file>

<file path=ppt/media/f31859.txt>
</file>

<file path=ppt/media/f31860.txt>
</file>

<file path=ppt/media/f31861.txt>
</file>

<file path=ppt/media/f31862.txt>
</file>

<file path=ppt/media/f31863.txt>
</file>

<file path=ppt/media/f31864.txt>
</file>

<file path=ppt/media/f31865.txt>
</file>

<file path=ppt/media/f31866.txt>
</file>

<file path=ppt/media/f31867.txt>
</file>

<file path=ppt/media/f31868.txt>
</file>

<file path=ppt/media/f31869.txt>
</file>

<file path=ppt/media/f31870.txt>
</file>

<file path=ppt/media/f31871.txt>
</file>

<file path=ppt/media/f31872.txt>
</file>

<file path=ppt/media/f31873.txt>
</file>

<file path=ppt/media/f31874.txt>
</file>

<file path=ppt/media/f31875.txt>
</file>

<file path=ppt/media/f31876.txt>
</file>

<file path=ppt/media/f31877.txt>
</file>

<file path=ppt/media/f31878.txt>
</file>

<file path=ppt/media/f31879.txt>
</file>

<file path=ppt/media/f31880.txt>
</file>

<file path=ppt/media/f31881.txt>
</file>

<file path=ppt/media/f31882.txt>
</file>

<file path=ppt/media/f31883.txt>
</file>

<file path=ppt/media/f31884.txt>
</file>

<file path=ppt/media/f31885.txt>
</file>

<file path=ppt/media/f31886.txt>
</file>

<file path=ppt/media/f31887.txt>
</file>

<file path=ppt/media/f31888.txt>
</file>

<file path=ppt/media/f31889.txt>
</file>

<file path=ppt/media/f31890.txt>
</file>

<file path=ppt/media/f31891.txt>
</file>

<file path=ppt/media/f31892.txt>
</file>

<file path=ppt/media/f31893.txt>
</file>

<file path=ppt/media/f31894.txt>
</file>

<file path=ppt/media/f31895.txt>
</file>

<file path=ppt/media/f31896.txt>
</file>

<file path=ppt/media/f31897.txt>
</file>

<file path=ppt/media/f31898.txt>
</file>

<file path=ppt/media/f31899.txt>
</file>

<file path=ppt/media/f31900.txt>
</file>

<file path=ppt/media/f31901.txt>
</file>

<file path=ppt/media/f31902.txt>
</file>

<file path=ppt/media/f31903.txt>
</file>

<file path=ppt/media/f31904.txt>
</file>

<file path=ppt/media/f31905.txt>
</file>

<file path=ppt/media/f31906.txt>
</file>

<file path=ppt/media/f31907.txt>
</file>

<file path=ppt/media/f31908.txt>
</file>

<file path=ppt/media/f31909.txt>
</file>

<file path=ppt/media/f31910.txt>
</file>

<file path=ppt/media/f31911.txt>
</file>

<file path=ppt/media/f31912.txt>
</file>

<file path=ppt/media/f31913.txt>
</file>

<file path=ppt/media/f31914.txt>
</file>

<file path=ppt/media/f31915.txt>
</file>

<file path=ppt/media/f31916.txt>
</file>

<file path=ppt/media/f31917.txt>
</file>

<file path=ppt/media/f31918.txt>
</file>

<file path=ppt/media/f31919.txt>
</file>

<file path=ppt/media/f31920.txt>
</file>

<file path=ppt/media/f31921.txt>
</file>

<file path=ppt/media/f31922.txt>
</file>

<file path=ppt/media/f31923.txt>
</file>

<file path=ppt/media/f31924.txt>
</file>

<file path=ppt/media/f31925.txt>
</file>

<file path=ppt/media/f31926.txt>
</file>

<file path=ppt/media/f31927.txt>
</file>

<file path=ppt/media/f31928.txt>
</file>

<file path=ppt/media/f31929.txt>
</file>

<file path=ppt/media/f31930.txt>
</file>

<file path=ppt/media/f31931.txt>
</file>

<file path=ppt/media/f31932.txt>
</file>

<file path=ppt/media/f31933.txt>
</file>

<file path=ppt/media/f31934.txt>
</file>

<file path=ppt/media/f31935.txt>
</file>

<file path=ppt/media/f31936.txt>
</file>

<file path=ppt/media/f31937.txt>
</file>

<file path=ppt/media/f31938.txt>
</file>

<file path=ppt/media/f31939.txt>
</file>

<file path=ppt/media/f31940.txt>
</file>

<file path=ppt/media/f31941.txt>
</file>

<file path=ppt/media/f31942.txt>
</file>

<file path=ppt/media/f31943.txt>
</file>

<file path=ppt/media/f31944.txt>
</file>

<file path=ppt/media/f31945.txt>
</file>

<file path=ppt/media/f31946.txt>
</file>

<file path=ppt/media/f31947.txt>
</file>

<file path=ppt/media/f31948.txt>
</file>

<file path=ppt/media/f31949.txt>
</file>

<file path=ppt/media/f31950.txt>
</file>

<file path=ppt/media/f31951.txt>
</file>

<file path=ppt/media/f31952.txt>
</file>

<file path=ppt/media/f31953.txt>
</file>

<file path=ppt/media/f31954.txt>
</file>

<file path=ppt/media/f31955.txt>
</file>

<file path=ppt/media/f31956.txt>
</file>

<file path=ppt/media/f31957.txt>
</file>

<file path=ppt/media/f31958.txt>
</file>

<file path=ppt/media/f31959.txt>
</file>

<file path=ppt/media/f31960.txt>
</file>

<file path=ppt/media/f31961.txt>
</file>

<file path=ppt/media/f31962.txt>
</file>

<file path=ppt/media/f31963.txt>
</file>

<file path=ppt/media/f31964.txt>
</file>

<file path=ppt/media/f31965.txt>
</file>

<file path=ppt/media/f31966.txt>
</file>

<file path=ppt/media/f31967.txt>
</file>

<file path=ppt/media/f31968.txt>
</file>

<file path=ppt/media/f31969.txt>
</file>

<file path=ppt/media/f31970.txt>
</file>

<file path=ppt/media/f31971.txt>
</file>

<file path=ppt/media/f31972.txt>
</file>

<file path=ppt/media/f31973.txt>
</file>

<file path=ppt/media/f31974.txt>
</file>

<file path=ppt/media/f31975.txt>
</file>

<file path=ppt/media/f31976.txt>
</file>

<file path=ppt/media/f31977.txt>
</file>

<file path=ppt/media/f31978.txt>
</file>

<file path=ppt/media/f31979.txt>
</file>

<file path=ppt/media/f31980.txt>
</file>

<file path=ppt/media/f31981.txt>
</file>

<file path=ppt/media/f31982.txt>
</file>

<file path=ppt/media/f31983.txt>
</file>

<file path=ppt/media/f31984.txt>
</file>

<file path=ppt/media/f31985.txt>
</file>

<file path=ppt/media/f31986.txt>
</file>

<file path=ppt/media/f31987.txt>
</file>

<file path=ppt/media/f31988.txt>
</file>

<file path=ppt/media/f31989.txt>
</file>

<file path=ppt/media/f31990.txt>
</file>

<file path=ppt/media/f31991.txt>
</file>

<file path=ppt/media/f31992.txt>
</file>

<file path=ppt/media/f31993.txt>
</file>

<file path=ppt/media/f31994.txt>
</file>

<file path=ppt/media/f31995.txt>
</file>

<file path=ppt/media/f31996.txt>
</file>

<file path=ppt/media/f31997.txt>
</file>

<file path=ppt/media/f31998.txt>
</file>

<file path=ppt/media/f31999.txt>
</file>

<file path=ppt/media/f32000.txt>
</file>

<file path=ppt/media/f32001.txt>
</file>

<file path=ppt/media/f32002.txt>
</file>

<file path=ppt/media/f32003.txt>
</file>

<file path=ppt/media/f32004.txt>
</file>

<file path=ppt/media/f32005.txt>
</file>

<file path=ppt/media/f32006.txt>
</file>

<file path=ppt/media/f32007.txt>
</file>

<file path=ppt/media/f32008.txt>
</file>

<file path=ppt/media/f32009.txt>
</file>

<file path=ppt/media/f32010.txt>
</file>

<file path=ppt/media/f32011.txt>
</file>

<file path=ppt/media/f32012.txt>
</file>

<file path=ppt/media/f32013.txt>
</file>

<file path=ppt/media/f32014.txt>
</file>

<file path=ppt/media/f32015.txt>
</file>

<file path=ppt/media/f32016.txt>
</file>

<file path=ppt/media/f32017.txt>
</file>

<file path=ppt/media/f32018.txt>
</file>

<file path=ppt/media/f32019.txt>
</file>

<file path=ppt/media/f32020.txt>
</file>

<file path=ppt/media/f32021.txt>
</file>

<file path=ppt/media/f32022.txt>
</file>

<file path=ppt/media/f32023.txt>
</file>

<file path=ppt/media/f32024.txt>
</file>

<file path=ppt/media/f32025.txt>
</file>

<file path=ppt/media/f32026.txt>
</file>

<file path=ppt/media/f32027.txt>
</file>

<file path=ppt/media/f32028.txt>
</file>

<file path=ppt/media/f32029.txt>
</file>

<file path=ppt/media/f32030.txt>
</file>

<file path=ppt/media/f32031.txt>
</file>

<file path=ppt/media/f32032.txt>
</file>

<file path=ppt/media/f32033.txt>
</file>

<file path=ppt/media/f32034.txt>
</file>

<file path=ppt/media/f32035.txt>
</file>

<file path=ppt/media/f32036.txt>
</file>

<file path=ppt/media/f32037.txt>
</file>

<file path=ppt/media/f32038.txt>
</file>

<file path=ppt/media/f32039.txt>
</file>

<file path=ppt/media/f32040.txt>
</file>

<file path=ppt/media/f32041.txt>
</file>

<file path=ppt/media/f32042.txt>
</file>

<file path=ppt/media/f32043.txt>
</file>

<file path=ppt/media/f32044.txt>
</file>

<file path=ppt/media/f32045.txt>
</file>

<file path=ppt/media/f32046.txt>
</file>

<file path=ppt/media/f32047.txt>
</file>

<file path=ppt/media/f32048.txt>
</file>

<file path=ppt/media/f32049.txt>
</file>

<file path=ppt/media/f32050.txt>
</file>

<file path=ppt/media/f32051.txt>
</file>

<file path=ppt/media/f32052.txt>
</file>

<file path=ppt/media/f32053.txt>
</file>

<file path=ppt/media/f32054.txt>
</file>

<file path=ppt/media/f32055.txt>
</file>

<file path=ppt/media/f32056.txt>
</file>

<file path=ppt/media/f32057.txt>
</file>

<file path=ppt/media/f32058.txt>
</file>

<file path=ppt/media/f32059.txt>
</file>

<file path=ppt/media/f32060.txt>
</file>

<file path=ppt/media/f32061.txt>
</file>

<file path=ppt/media/f32062.txt>
</file>

<file path=ppt/media/f32063.txt>
</file>

<file path=ppt/media/f32064.txt>
</file>

<file path=ppt/media/f32065.txt>
</file>

<file path=ppt/media/f32066.txt>
</file>

<file path=ppt/media/f32067.txt>
</file>

<file path=ppt/media/f32068.txt>
</file>

<file path=ppt/media/f32069.txt>
</file>

<file path=ppt/media/f32070.txt>
</file>

<file path=ppt/media/f32071.txt>
</file>

<file path=ppt/media/f32072.txt>
</file>

<file path=ppt/media/f32073.txt>
</file>

<file path=ppt/media/f32074.txt>
</file>

<file path=ppt/media/f32075.txt>
</file>

<file path=ppt/media/f32076.txt>
</file>

<file path=ppt/media/f32077.txt>
</file>

<file path=ppt/media/f32078.txt>
</file>

<file path=ppt/media/f32079.txt>
</file>

<file path=ppt/media/f32080.txt>
</file>

<file path=ppt/media/f32081.txt>
</file>

<file path=ppt/media/f32082.txt>
</file>

<file path=ppt/media/f32083.txt>
</file>

<file path=ppt/media/f32084.txt>
</file>

<file path=ppt/media/f32085.txt>
</file>

<file path=ppt/media/f32086.txt>
</file>

<file path=ppt/media/f32087.txt>
</file>

<file path=ppt/media/f32088.txt>
</file>

<file path=ppt/media/f32089.txt>
</file>

<file path=ppt/media/f32090.txt>
</file>

<file path=ppt/media/f32091.txt>
</file>

<file path=ppt/media/f32092.txt>
</file>

<file path=ppt/media/f32093.txt>
</file>

<file path=ppt/media/f32094.txt>
</file>

<file path=ppt/media/f32095.txt>
</file>

<file path=ppt/media/f32096.txt>
</file>

<file path=ppt/media/f32097.txt>
</file>

<file path=ppt/media/f32098.txt>
</file>

<file path=ppt/media/f32099.txt>
</file>

<file path=ppt/media/f32100.txt>
</file>

<file path=ppt/media/f32101.txt>
</file>

<file path=ppt/media/f32102.txt>
</file>

<file path=ppt/media/f32103.txt>
</file>

<file path=ppt/media/f32104.txt>
</file>

<file path=ppt/media/f32105.txt>
</file>

<file path=ppt/media/f32106.txt>
</file>

<file path=ppt/media/f32107.txt>
</file>

<file path=ppt/media/f32108.txt>
</file>

<file path=ppt/media/f32109.txt>
</file>

<file path=ppt/media/f32110.txt>
</file>

<file path=ppt/media/f32111.txt>
</file>

<file path=ppt/media/f32112.txt>
</file>

<file path=ppt/media/f32113.txt>
</file>

<file path=ppt/media/f32114.txt>
</file>

<file path=ppt/media/f32115.txt>
</file>

<file path=ppt/media/f32116.txt>
</file>

<file path=ppt/media/f32117.txt>
</file>

<file path=ppt/media/f32118.txt>
</file>

<file path=ppt/media/f32119.txt>
</file>

<file path=ppt/media/f32120.txt>
</file>

<file path=ppt/media/f32121.txt>
</file>

<file path=ppt/media/f32122.txt>
</file>

<file path=ppt/media/f32123.txt>
</file>

<file path=ppt/media/f32124.txt>
</file>

<file path=ppt/media/f32125.txt>
</file>

<file path=ppt/media/f32126.txt>
</file>

<file path=ppt/media/f32127.txt>
</file>

<file path=ppt/media/f32128.txt>
</file>

<file path=ppt/media/f32129.txt>
</file>

<file path=ppt/media/f32130.txt>
</file>

<file path=ppt/media/f32131.txt>
</file>

<file path=ppt/media/f32132.txt>
</file>

<file path=ppt/media/f32133.txt>
</file>

<file path=ppt/media/f32134.txt>
</file>

<file path=ppt/media/f32135.txt>
</file>

<file path=ppt/media/f32136.txt>
</file>

<file path=ppt/media/f32137.txt>
</file>

<file path=ppt/media/f32138.txt>
</file>

<file path=ppt/media/f32139.txt>
</file>

<file path=ppt/media/f32140.txt>
</file>

<file path=ppt/media/f32141.txt>
</file>

<file path=ppt/media/f32142.txt>
</file>

<file path=ppt/media/f32143.txt>
</file>

<file path=ppt/media/f32144.txt>
</file>

<file path=ppt/media/f32145.txt>
</file>

<file path=ppt/media/f32146.txt>
</file>

<file path=ppt/media/f32147.txt>
</file>

<file path=ppt/media/f32148.txt>
</file>

<file path=ppt/media/f32149.txt>
</file>

<file path=ppt/media/f32150.txt>
</file>

<file path=ppt/media/f32151.txt>
</file>

<file path=ppt/media/f32152.txt>
</file>

<file path=ppt/media/f32153.txt>
</file>

<file path=ppt/media/f32154.txt>
</file>

<file path=ppt/media/f32155.txt>
</file>

<file path=ppt/media/f32156.txt>
</file>

<file path=ppt/media/f32157.txt>
</file>

<file path=ppt/media/f32158.txt>
</file>

<file path=ppt/media/f32159.txt>
</file>

<file path=ppt/media/f32160.txt>
</file>

<file path=ppt/media/f32161.txt>
</file>

<file path=ppt/media/f32162.txt>
</file>

<file path=ppt/media/f32163.txt>
</file>

<file path=ppt/media/f32164.txt>
</file>

<file path=ppt/media/f32165.txt>
</file>

<file path=ppt/media/f32166.txt>
</file>

<file path=ppt/media/f32167.txt>
</file>

<file path=ppt/media/f32168.txt>
</file>

<file path=ppt/media/f32169.txt>
</file>

<file path=ppt/media/f32170.txt>
</file>

<file path=ppt/media/f32171.txt>
</file>

<file path=ppt/media/f32172.txt>
</file>

<file path=ppt/media/f32173.txt>
</file>

<file path=ppt/media/f32174.txt>
</file>

<file path=ppt/media/f32175.txt>
</file>

<file path=ppt/media/f32176.txt>
</file>

<file path=ppt/media/f32177.txt>
</file>

<file path=ppt/media/f32178.txt>
</file>

<file path=ppt/media/f32179.txt>
</file>

<file path=ppt/media/f32180.txt>
</file>

<file path=ppt/media/f32181.txt>
</file>

<file path=ppt/media/f32182.txt>
</file>

<file path=ppt/media/f32183.txt>
</file>

<file path=ppt/media/f32184.txt>
</file>

<file path=ppt/media/f32185.txt>
</file>

<file path=ppt/media/f32186.txt>
</file>

<file path=ppt/media/f32187.txt>
</file>

<file path=ppt/media/f32188.txt>
</file>

<file path=ppt/media/f32189.txt>
</file>

<file path=ppt/media/f32190.txt>
</file>

<file path=ppt/media/f32191.txt>
</file>

<file path=ppt/media/f32192.txt>
</file>

<file path=ppt/media/f32193.txt>
</file>

<file path=ppt/media/f32194.txt>
</file>

<file path=ppt/media/f32195.txt>
</file>

<file path=ppt/media/f32196.txt>
</file>

<file path=ppt/media/f32197.txt>
</file>

<file path=ppt/media/f32198.txt>
</file>

<file path=ppt/media/f32199.txt>
</file>

<file path=ppt/media/f32200.txt>
</file>

<file path=ppt/media/f32201.txt>
</file>

<file path=ppt/media/f32202.txt>
</file>

<file path=ppt/media/f32203.txt>
</file>

<file path=ppt/media/f32204.txt>
</file>

<file path=ppt/media/f32205.txt>
</file>

<file path=ppt/media/f32206.txt>
</file>

<file path=ppt/media/f32207.txt>
</file>

<file path=ppt/media/f32208.txt>
</file>

<file path=ppt/media/f32209.txt>
</file>

<file path=ppt/media/f32210.txt>
</file>

<file path=ppt/media/f32211.txt>
</file>

<file path=ppt/media/f32212.txt>
</file>

<file path=ppt/media/f32213.txt>
</file>

<file path=ppt/media/f32214.txt>
</file>

<file path=ppt/media/f32215.txt>
</file>

<file path=ppt/media/f32216.txt>
</file>

<file path=ppt/media/f32217.txt>
</file>

<file path=ppt/media/f32218.txt>
</file>

<file path=ppt/media/f32219.txt>
</file>

<file path=ppt/media/f32220.txt>
</file>

<file path=ppt/media/f32221.txt>
</file>

<file path=ppt/media/f32222.txt>
</file>

<file path=ppt/media/f32223.txt>
</file>

<file path=ppt/media/f32224.txt>
</file>

<file path=ppt/media/f32225.txt>
</file>

<file path=ppt/media/f32226.txt>
</file>

<file path=ppt/media/f32227.txt>
</file>

<file path=ppt/media/f32228.txt>
</file>

<file path=ppt/media/f32229.txt>
</file>

<file path=ppt/media/f32230.txt>
</file>

<file path=ppt/media/f32231.txt>
</file>

<file path=ppt/media/f32232.txt>
</file>

<file path=ppt/media/f32233.txt>
</file>

<file path=ppt/media/f32234.txt>
</file>

<file path=ppt/media/f32235.txt>
</file>

<file path=ppt/media/f32236.txt>
</file>

<file path=ppt/media/f32237.txt>
</file>

<file path=ppt/media/f32238.txt>
</file>

<file path=ppt/media/f32239.txt>
</file>

<file path=ppt/media/f32240.txt>
</file>

<file path=ppt/media/f32241.txt>
</file>

<file path=ppt/media/f32242.txt>
</file>

<file path=ppt/media/f32243.txt>
</file>

<file path=ppt/media/f32244.txt>
</file>

<file path=ppt/media/f32245.txt>
</file>

<file path=ppt/media/f32246.txt>
</file>

<file path=ppt/media/f32247.txt>
</file>

<file path=ppt/media/f32248.txt>
</file>

<file path=ppt/media/f32249.txt>
</file>

<file path=ppt/media/f32250.txt>
</file>

<file path=ppt/media/f32251.txt>
</file>

<file path=ppt/media/f32252.txt>
</file>

<file path=ppt/media/f32253.txt>
</file>

<file path=ppt/media/f32254.txt>
</file>

<file path=ppt/media/f32255.txt>
</file>

<file path=ppt/media/f32256.txt>
</file>

<file path=ppt/media/f32257.txt>
</file>

<file path=ppt/media/f32258.txt>
</file>

<file path=ppt/media/f32259.txt>
</file>

<file path=ppt/media/f32260.txt>
</file>

<file path=ppt/media/f32261.txt>
</file>

<file path=ppt/media/f32262.txt>
</file>

<file path=ppt/media/f32263.txt>
</file>

<file path=ppt/media/f32264.txt>
</file>

<file path=ppt/media/f32265.txt>
</file>

<file path=ppt/media/f32266.txt>
</file>

<file path=ppt/media/f32267.txt>
</file>

<file path=ppt/media/f32268.txt>
</file>

<file path=ppt/media/f32269.txt>
</file>

<file path=ppt/media/f32270.txt>
</file>

<file path=ppt/media/f32271.txt>
</file>

<file path=ppt/media/f32272.txt>
</file>

<file path=ppt/media/f32273.txt>
</file>

<file path=ppt/media/f32274.txt>
</file>

<file path=ppt/media/f32275.txt>
</file>

<file path=ppt/media/f32276.txt>
</file>

<file path=ppt/media/f32277.txt>
</file>

<file path=ppt/media/f32278.txt>
</file>

<file path=ppt/media/f32279.txt>
</file>

<file path=ppt/media/f32280.txt>
</file>

<file path=ppt/media/f32281.txt>
</file>

<file path=ppt/media/f32282.txt>
</file>

<file path=ppt/media/f32283.txt>
</file>

<file path=ppt/media/f32284.txt>
</file>

<file path=ppt/media/f32285.txt>
</file>

<file path=ppt/media/f32286.txt>
</file>

<file path=ppt/media/f32287.txt>
</file>

<file path=ppt/media/f32288.txt>
</file>

<file path=ppt/media/f32289.txt>
</file>

<file path=ppt/media/f32290.txt>
</file>

<file path=ppt/media/f32291.txt>
</file>

<file path=ppt/media/f32292.txt>
</file>

<file path=ppt/media/f32293.txt>
</file>

<file path=ppt/media/f32294.txt>
</file>

<file path=ppt/media/f32295.txt>
</file>

<file path=ppt/media/f32296.txt>
</file>

<file path=ppt/media/f32297.txt>
</file>

<file path=ppt/media/f32298.txt>
</file>

<file path=ppt/media/f32299.txt>
</file>

<file path=ppt/media/f32300.txt>
</file>

<file path=ppt/media/f32301.txt>
</file>

<file path=ppt/media/f32302.txt>
</file>

<file path=ppt/media/f32303.txt>
</file>

<file path=ppt/media/f32304.txt>
</file>

<file path=ppt/media/f32305.txt>
</file>

<file path=ppt/media/f32306.txt>
</file>

<file path=ppt/media/f32307.txt>
</file>

<file path=ppt/media/f32308.txt>
</file>

<file path=ppt/media/f32309.txt>
</file>

<file path=ppt/media/f32310.txt>
</file>

<file path=ppt/media/f32311.txt>
</file>

<file path=ppt/media/f32312.txt>
</file>

<file path=ppt/media/f32313.txt>
</file>

<file path=ppt/media/f32314.txt>
</file>

<file path=ppt/media/f32315.txt>
</file>

<file path=ppt/media/f32316.txt>
</file>

<file path=ppt/media/f32317.txt>
</file>

<file path=ppt/media/f32318.txt>
</file>

<file path=ppt/media/f32319.txt>
</file>

<file path=ppt/media/f32320.txt>
</file>

<file path=ppt/media/f32321.txt>
</file>

<file path=ppt/media/f32322.txt>
</file>

<file path=ppt/media/f32323.txt>
</file>

<file path=ppt/media/f32324.txt>
</file>

<file path=ppt/media/f32325.txt>
</file>

<file path=ppt/media/f32326.txt>
</file>

<file path=ppt/media/f32327.txt>
</file>

<file path=ppt/media/f32328.txt>
</file>

<file path=ppt/media/f32329.txt>
</file>

<file path=ppt/media/f32330.txt>
</file>

<file path=ppt/media/f32331.txt>
</file>

<file path=ppt/media/f32332.txt>
</file>

<file path=ppt/media/f32333.txt>
</file>

<file path=ppt/media/f32334.txt>
</file>

<file path=ppt/media/f32335.txt>
</file>

<file path=ppt/media/f32336.txt>
</file>

<file path=ppt/media/f32337.txt>
</file>

<file path=ppt/media/f32338.txt>
</file>

<file path=ppt/media/f32339.txt>
</file>

<file path=ppt/media/f32340.txt>
</file>

<file path=ppt/media/f32341.txt>
</file>

<file path=ppt/media/f32342.txt>
</file>

<file path=ppt/media/f32343.txt>
</file>

<file path=ppt/media/f32344.txt>
</file>

<file path=ppt/media/f32345.txt>
</file>

<file path=ppt/media/f32346.txt>
</file>

<file path=ppt/media/f32347.txt>
</file>

<file path=ppt/media/f32348.txt>
</file>

<file path=ppt/media/f32349.txt>
</file>

<file path=ppt/media/f32350.txt>
</file>

<file path=ppt/media/f32351.txt>
</file>

<file path=ppt/media/f32352.txt>
</file>

<file path=ppt/media/f32353.txt>
</file>

<file path=ppt/media/f32354.txt>
</file>

<file path=ppt/media/f32355.txt>
</file>

<file path=ppt/media/f32356.txt>
</file>

<file path=ppt/media/f32357.txt>
</file>

<file path=ppt/media/f32358.txt>
</file>

<file path=ppt/media/f32359.txt>
</file>

<file path=ppt/media/f32360.txt>
</file>

<file path=ppt/media/f32361.txt>
</file>

<file path=ppt/media/f32362.txt>
</file>

<file path=ppt/media/f32363.txt>
</file>

<file path=ppt/media/f32364.txt>
</file>

<file path=ppt/media/f32365.txt>
</file>

<file path=ppt/media/f32366.txt>
</file>

<file path=ppt/media/f32367.txt>
</file>

<file path=ppt/media/f32368.txt>
</file>

<file path=ppt/media/f32369.txt>
</file>

<file path=ppt/media/f32370.txt>
</file>

<file path=ppt/media/f32371.txt>
</file>

<file path=ppt/media/f32372.txt>
</file>

<file path=ppt/media/f32373.txt>
</file>

<file path=ppt/media/f32374.txt>
</file>

<file path=ppt/media/f32375.txt>
</file>

<file path=ppt/media/f32376.txt>
</file>

<file path=ppt/media/f32377.txt>
</file>

<file path=ppt/media/f32378.txt>
</file>

<file path=ppt/media/f32379.txt>
</file>

<file path=ppt/media/f32380.txt>
</file>

<file path=ppt/media/f32381.txt>
</file>

<file path=ppt/media/f32382.txt>
</file>

<file path=ppt/media/f32383.txt>
</file>

<file path=ppt/media/f32384.txt>
</file>

<file path=ppt/media/f32385.txt>
</file>

<file path=ppt/media/f32386.txt>
</file>

<file path=ppt/media/f32387.txt>
</file>

<file path=ppt/media/f32388.txt>
</file>

<file path=ppt/media/f32389.txt>
</file>

<file path=ppt/media/f32390.txt>
</file>

<file path=ppt/media/f32391.txt>
</file>

<file path=ppt/media/f32392.txt>
</file>

<file path=ppt/media/f32393.txt>
</file>

<file path=ppt/media/f32394.txt>
</file>

<file path=ppt/media/f32395.txt>
</file>

<file path=ppt/media/f32396.txt>
</file>

<file path=ppt/media/f32397.txt>
</file>

<file path=ppt/media/f32398.txt>
</file>

<file path=ppt/media/f32399.txt>
</file>

<file path=ppt/media/f32400.txt>
</file>

<file path=ppt/media/f32401.txt>
</file>

<file path=ppt/media/f32402.txt>
</file>

<file path=ppt/media/f32403.txt>
</file>

<file path=ppt/media/f32404.txt>
</file>

<file path=ppt/media/f32405.txt>
</file>

<file path=ppt/media/f32406.txt>
</file>

<file path=ppt/media/f32407.txt>
</file>

<file path=ppt/media/f32408.txt>
</file>

<file path=ppt/media/f32409.txt>
</file>

<file path=ppt/media/f32410.txt>
</file>

<file path=ppt/media/f32411.txt>
</file>

<file path=ppt/media/f32412.txt>
</file>

<file path=ppt/media/f32413.txt>
</file>

<file path=ppt/media/f32414.txt>
</file>

<file path=ppt/media/f32415.txt>
</file>

<file path=ppt/media/f32416.txt>
</file>

<file path=ppt/media/f32417.txt>
</file>

<file path=ppt/media/f32418.txt>
</file>

<file path=ppt/media/f32419.txt>
</file>

<file path=ppt/media/f32420.txt>
</file>

<file path=ppt/media/f32421.txt>
</file>

<file path=ppt/media/f32422.txt>
</file>

<file path=ppt/media/f32423.txt>
</file>

<file path=ppt/media/f32424.txt>
</file>

<file path=ppt/media/f32425.txt>
</file>

<file path=ppt/media/f32426.txt>
</file>

<file path=ppt/media/f32427.txt>
</file>

<file path=ppt/media/f32428.txt>
</file>

<file path=ppt/media/f32429.txt>
</file>

<file path=ppt/media/f32430.txt>
</file>

<file path=ppt/media/f32431.txt>
</file>

<file path=ppt/media/f32432.txt>
</file>

<file path=ppt/media/f32433.txt>
</file>

<file path=ppt/media/f32434.txt>
</file>

<file path=ppt/media/f32435.txt>
</file>

<file path=ppt/media/f32436.txt>
</file>

<file path=ppt/media/f32437.txt>
</file>

<file path=ppt/media/f32438.txt>
</file>

<file path=ppt/media/f32439.txt>
</file>

<file path=ppt/media/f32440.txt>
</file>

<file path=ppt/media/f32441.txt>
</file>

<file path=ppt/media/f32442.txt>
</file>

<file path=ppt/media/f32443.txt>
</file>

<file path=ppt/media/f32444.txt>
</file>

<file path=ppt/media/f32445.txt>
</file>

<file path=ppt/media/f32446.txt>
</file>

<file path=ppt/media/f32447.txt>
</file>

<file path=ppt/media/f32448.txt>
</file>

<file path=ppt/media/f32449.txt>
</file>

<file path=ppt/media/f32450.txt>
</file>

<file path=ppt/media/f32451.txt>
</file>

<file path=ppt/media/f32452.txt>
</file>

<file path=ppt/media/f32453.txt>
</file>

<file path=ppt/media/f32454.txt>
</file>

<file path=ppt/media/f32455.txt>
</file>

<file path=ppt/media/f32456.txt>
</file>

<file path=ppt/media/f32457.txt>
</file>

<file path=ppt/media/f32458.txt>
</file>

<file path=ppt/media/f32459.txt>
</file>

<file path=ppt/media/f32460.txt>
</file>

<file path=ppt/media/f32461.txt>
</file>

<file path=ppt/media/f32462.txt>
</file>

<file path=ppt/media/f32463.txt>
</file>

<file path=ppt/media/f32464.txt>
</file>

<file path=ppt/media/f32465.txt>
</file>

<file path=ppt/media/f32466.txt>
</file>

<file path=ppt/media/f32467.txt>
</file>

<file path=ppt/media/f32468.txt>
</file>

<file path=ppt/media/f32469.txt>
</file>

<file path=ppt/media/f32470.txt>
</file>

<file path=ppt/media/f32471.txt>
</file>

<file path=ppt/media/f32472.txt>
</file>

<file path=ppt/media/f32473.txt>
</file>

<file path=ppt/media/f32474.txt>
</file>

<file path=ppt/media/f32475.txt>
</file>

<file path=ppt/media/f32476.txt>
</file>

<file path=ppt/media/f32477.txt>
</file>

<file path=ppt/media/f32478.txt>
</file>

<file path=ppt/media/f32479.txt>
</file>

<file path=ppt/media/f32480.txt>
</file>

<file path=ppt/media/f32481.txt>
</file>

<file path=ppt/media/f32482.txt>
</file>

<file path=ppt/media/f32483.txt>
</file>

<file path=ppt/media/f32484.txt>
</file>

<file path=ppt/media/f32485.txt>
</file>

<file path=ppt/media/f32486.txt>
</file>

<file path=ppt/media/f32487.txt>
</file>

<file path=ppt/media/f32488.txt>
</file>

<file path=ppt/media/f32489.txt>
</file>

<file path=ppt/media/f32490.txt>
</file>

<file path=ppt/media/f32491.txt>
</file>

<file path=ppt/media/f32492.txt>
</file>

<file path=ppt/media/f32493.txt>
</file>

<file path=ppt/media/f32494.txt>
</file>

<file path=ppt/media/f32495.txt>
</file>

<file path=ppt/media/f32496.txt>
</file>

<file path=ppt/media/f32497.txt>
</file>

<file path=ppt/media/f32498.txt>
</file>

<file path=ppt/media/f32499.txt>
</file>

<file path=ppt/media/f32500.txt>
</file>

<file path=ppt/media/f32501.txt>
</file>

<file path=ppt/media/f32502.txt>
</file>

<file path=ppt/media/f32503.txt>
</file>

<file path=ppt/media/f32504.txt>
</file>

<file path=ppt/media/f32505.txt>
</file>

<file path=ppt/media/f32506.txt>
</file>

<file path=ppt/media/f32507.txt>
</file>

<file path=ppt/media/f32508.txt>
</file>

<file path=ppt/media/f32509.txt>
</file>

<file path=ppt/media/f32510.txt>
</file>

<file path=ppt/media/f32511.txt>
</file>

<file path=ppt/media/f32512.txt>
</file>

<file path=ppt/media/f32513.txt>
</file>

<file path=ppt/media/f32514.txt>
</file>

<file path=ppt/media/f32515.txt>
</file>

<file path=ppt/media/f32516.txt>
</file>

<file path=ppt/media/f32517.txt>
</file>

<file path=ppt/media/f32518.txt>
</file>

<file path=ppt/media/f32519.txt>
</file>

<file path=ppt/media/f32520.txt>
</file>

<file path=ppt/media/f32521.txt>
</file>

<file path=ppt/media/f32522.txt>
</file>

<file path=ppt/media/f32523.txt>
</file>

<file path=ppt/media/f32524.txt>
</file>

<file path=ppt/media/f32525.txt>
</file>

<file path=ppt/media/f32526.txt>
</file>

<file path=ppt/media/f32527.txt>
</file>

<file path=ppt/media/f32528.txt>
</file>

<file path=ppt/media/f32529.txt>
</file>

<file path=ppt/media/f32530.txt>
</file>

<file path=ppt/media/f32531.txt>
</file>

<file path=ppt/media/f32532.txt>
</file>

<file path=ppt/media/f32533.txt>
</file>

<file path=ppt/media/f32534.txt>
</file>

<file path=ppt/media/f32535.txt>
</file>

<file path=ppt/media/f32536.txt>
</file>

<file path=ppt/media/f32537.txt>
</file>

<file path=ppt/media/f32538.txt>
</file>

<file path=ppt/media/f32539.txt>
</file>

<file path=ppt/media/f32540.txt>
</file>

<file path=ppt/media/f32541.txt>
</file>

<file path=ppt/media/f32542.txt>
</file>

<file path=ppt/media/f32543.txt>
</file>

<file path=ppt/media/f32544.txt>
</file>

<file path=ppt/media/f32545.txt>
</file>

<file path=ppt/media/f32546.txt>
</file>

<file path=ppt/media/f32547.txt>
</file>

<file path=ppt/media/f32548.txt>
</file>

<file path=ppt/media/f32549.txt>
</file>

<file path=ppt/media/f32550.txt>
</file>

<file path=ppt/media/f32551.txt>
</file>

<file path=ppt/media/f32552.txt>
</file>

<file path=ppt/media/f32553.txt>
</file>

<file path=ppt/media/f32554.txt>
</file>

<file path=ppt/media/f32555.txt>
</file>

<file path=ppt/media/f32556.txt>
</file>

<file path=ppt/media/f32557.txt>
</file>

<file path=ppt/media/f32558.txt>
</file>

<file path=ppt/media/f32559.txt>
</file>

<file path=ppt/media/f32560.txt>
</file>

<file path=ppt/media/f32561.txt>
</file>

<file path=ppt/media/f32562.txt>
</file>

<file path=ppt/media/f32563.txt>
</file>

<file path=ppt/media/f32564.txt>
</file>

<file path=ppt/media/f32565.txt>
</file>

<file path=ppt/media/f32566.txt>
</file>

<file path=ppt/media/f32567.txt>
</file>

<file path=ppt/media/f32568.txt>
</file>

<file path=ppt/media/f32569.txt>
</file>

<file path=ppt/media/f32570.txt>
</file>

<file path=ppt/media/f32571.txt>
</file>

<file path=ppt/media/f32572.txt>
</file>

<file path=ppt/media/f32573.txt>
</file>

<file path=ppt/media/f32574.txt>
</file>

<file path=ppt/media/f32575.txt>
</file>

<file path=ppt/media/f32576.txt>
</file>

<file path=ppt/media/f32577.txt>
</file>

<file path=ppt/media/f32578.txt>
</file>

<file path=ppt/media/f32579.txt>
</file>

<file path=ppt/media/f32580.txt>
</file>

<file path=ppt/media/f32581.txt>
</file>

<file path=ppt/media/f32582.txt>
</file>

<file path=ppt/media/f32583.txt>
</file>

<file path=ppt/media/f32584.txt>
</file>

<file path=ppt/media/f32585.txt>
</file>

<file path=ppt/media/f32586.txt>
</file>

<file path=ppt/media/f32587.txt>
</file>

<file path=ppt/media/f32588.txt>
</file>

<file path=ppt/media/f32589.txt>
</file>

<file path=ppt/media/f32590.txt>
</file>

<file path=ppt/media/f32591.txt>
</file>

<file path=ppt/media/f32592.txt>
</file>

<file path=ppt/media/f32593.txt>
</file>

<file path=ppt/media/f32594.txt>
</file>

<file path=ppt/media/f32595.txt>
</file>

<file path=ppt/media/f32596.txt>
</file>

<file path=ppt/media/f32597.txt>
</file>

<file path=ppt/media/f32598.txt>
</file>

<file path=ppt/media/f32599.txt>
</file>

<file path=ppt/media/f32600.txt>
</file>

<file path=ppt/media/f32601.txt>
</file>

<file path=ppt/media/f32602.txt>
</file>

<file path=ppt/media/f32603.txt>
</file>

<file path=ppt/media/f32604.txt>
</file>

<file path=ppt/media/f32605.txt>
</file>

<file path=ppt/media/f32606.txt>
</file>

<file path=ppt/media/f32607.txt>
</file>

<file path=ppt/media/f32608.txt>
</file>

<file path=ppt/media/f32609.txt>
</file>

<file path=ppt/media/f32610.txt>
</file>

<file path=ppt/media/f32611.txt>
</file>

<file path=ppt/media/f32612.txt>
</file>

<file path=ppt/media/f32613.txt>
</file>

<file path=ppt/media/f32614.txt>
</file>

<file path=ppt/media/f32615.txt>
</file>

<file path=ppt/media/f32616.txt>
</file>

<file path=ppt/media/f32617.txt>
</file>

<file path=ppt/media/f32618.txt>
</file>

<file path=ppt/media/f32619.txt>
</file>

<file path=ppt/media/f32620.txt>
</file>

<file path=ppt/media/f32621.txt>
</file>

<file path=ppt/media/f32622.txt>
</file>

<file path=ppt/media/f32623.txt>
</file>

<file path=ppt/media/f32624.txt>
</file>

<file path=ppt/media/f32625.txt>
</file>

<file path=ppt/media/f32626.txt>
</file>

<file path=ppt/media/f32627.txt>
</file>

<file path=ppt/media/f32628.txt>
</file>

<file path=ppt/media/f32629.txt>
</file>

<file path=ppt/media/f32630.txt>
</file>

<file path=ppt/media/f32631.txt>
</file>

<file path=ppt/media/f32632.txt>
</file>

<file path=ppt/media/f32633.txt>
</file>

<file path=ppt/media/f32634.txt>
</file>

<file path=ppt/media/f32635.txt>
</file>

<file path=ppt/media/f32636.txt>
</file>

<file path=ppt/media/f32637.txt>
</file>

<file path=ppt/media/f32638.txt>
</file>

<file path=ppt/media/f32639.txt>
</file>

<file path=ppt/media/f32640.txt>
</file>

<file path=ppt/media/f32641.txt>
</file>

<file path=ppt/media/f32642.txt>
</file>

<file path=ppt/media/f32643.txt>
</file>

<file path=ppt/media/f32644.txt>
</file>

<file path=ppt/media/f32645.txt>
</file>

<file path=ppt/media/f32646.txt>
</file>

<file path=ppt/media/f32647.txt>
</file>

<file path=ppt/media/f32648.txt>
</file>

<file path=ppt/media/f32649.txt>
</file>

<file path=ppt/media/f32650.txt>
</file>

<file path=ppt/media/f32651.txt>
</file>

<file path=ppt/media/f32652.txt>
</file>

<file path=ppt/media/f32653.txt>
</file>

<file path=ppt/media/f32654.txt>
</file>

<file path=ppt/media/f32655.txt>
</file>

<file path=ppt/media/f32656.txt>
</file>

<file path=ppt/media/f32657.txt>
</file>

<file path=ppt/media/f32658.txt>
</file>

<file path=ppt/media/f32659.txt>
</file>

<file path=ppt/media/f32660.txt>
</file>

<file path=ppt/media/f32661.txt>
</file>

<file path=ppt/media/f32662.txt>
</file>

<file path=ppt/media/f32663.txt>
</file>

<file path=ppt/media/f32664.txt>
</file>

<file path=ppt/media/f32665.txt>
</file>

<file path=ppt/media/f32666.txt>
</file>

<file path=ppt/media/f32667.txt>
</file>

<file path=ppt/media/f32668.txt>
</file>

<file path=ppt/media/f32669.txt>
</file>

<file path=ppt/media/f32670.txt>
</file>

<file path=ppt/media/f32671.txt>
</file>

<file path=ppt/media/f32672.txt>
</file>

<file path=ppt/media/f32673.txt>
</file>

<file path=ppt/media/f32674.txt>
</file>

<file path=ppt/media/f32675.txt>
</file>

<file path=ppt/media/f32676.txt>
</file>

<file path=ppt/media/f32677.txt>
</file>

<file path=ppt/media/f32678.txt>
</file>

<file path=ppt/media/f32679.txt>
</file>

<file path=ppt/media/f32680.txt>
</file>

<file path=ppt/media/f32681.txt>
</file>

<file path=ppt/media/f32682.txt>
</file>

<file path=ppt/media/f32683.txt>
</file>

<file path=ppt/media/f32684.txt>
</file>

<file path=ppt/media/f32685.txt>
</file>

<file path=ppt/media/f32686.txt>
</file>

<file path=ppt/media/f32687.txt>
</file>

<file path=ppt/media/f32688.txt>
</file>

<file path=ppt/media/f32689.txt>
</file>

<file path=ppt/media/f32690.txt>
</file>

<file path=ppt/media/f32691.txt>
</file>

<file path=ppt/media/f32692.txt>
</file>

<file path=ppt/media/f32693.txt>
</file>

<file path=ppt/media/f32694.txt>
</file>

<file path=ppt/media/f32695.txt>
</file>

<file path=ppt/media/f32696.txt>
</file>

<file path=ppt/media/f32697.txt>
</file>

<file path=ppt/media/f32698.txt>
</file>

<file path=ppt/media/f32699.txt>
</file>

<file path=ppt/media/f32700.txt>
</file>

<file path=ppt/media/f32701.txt>
</file>

<file path=ppt/media/f32702.txt>
</file>

<file path=ppt/media/f32703.txt>
</file>

<file path=ppt/media/f32704.txt>
</file>

<file path=ppt/media/f32705.txt>
</file>

<file path=ppt/media/f32706.txt>
</file>

<file path=ppt/media/f32707.txt>
</file>

<file path=ppt/media/f32708.txt>
</file>

<file path=ppt/media/f32709.txt>
</file>

<file path=ppt/media/f32710.txt>
</file>

<file path=ppt/media/f32711.txt>
</file>

<file path=ppt/media/f32712.txt>
</file>

<file path=ppt/media/f32713.txt>
</file>

<file path=ppt/media/f32714.txt>
</file>

<file path=ppt/media/f32715.txt>
</file>

<file path=ppt/media/f32716.txt>
</file>

<file path=ppt/media/f32717.txt>
</file>

<file path=ppt/media/f32718.txt>
</file>

<file path=ppt/media/f32719.txt>
</file>

<file path=ppt/media/f32720.txt>
</file>

<file path=ppt/media/f32721.txt>
</file>

<file path=ppt/media/f32722.txt>
</file>

<file path=ppt/media/f32723.txt>
</file>

<file path=ppt/media/f32724.txt>
</file>

<file path=ppt/media/f32725.txt>
</file>

<file path=ppt/media/f32726.txt>
</file>

<file path=ppt/media/f32727.txt>
</file>

<file path=ppt/media/f32728.txt>
</file>

<file path=ppt/media/f32729.txt>
</file>

<file path=ppt/media/f32730.txt>
</file>

<file path=ppt/media/f32731.txt>
</file>

<file path=ppt/media/f32732.txt>
</file>

<file path=ppt/media/f32733.txt>
</file>

<file path=ppt/media/f32734.txt>
</file>

<file path=ppt/media/f32735.txt>
</file>

<file path=ppt/media/f32736.txt>
</file>

<file path=ppt/media/f32737.txt>
</file>

<file path=ppt/media/f32738.txt>
</file>

<file path=ppt/media/f32739.txt>
</file>

<file path=ppt/media/f32740.txt>
</file>

<file path=ppt/media/f32741.txt>
</file>

<file path=ppt/media/f32742.txt>
</file>

<file path=ppt/media/f32743.txt>
</file>

<file path=ppt/media/f32744.txt>
</file>

<file path=ppt/media/f32745.txt>
</file>

<file path=ppt/media/f32746.txt>
</file>

<file path=ppt/media/f32747.txt>
</file>

<file path=ppt/media/f32748.txt>
</file>

<file path=ppt/media/f32749.txt>
</file>

<file path=ppt/media/f32750.txt>
</file>

<file path=ppt/media/f32751.txt>
</file>

<file path=ppt/media/f32752.txt>
</file>

<file path=ppt/media/f32753.txt>
</file>

<file path=ppt/media/f32754.txt>
</file>

<file path=ppt/media/f32755.txt>
</file>

<file path=ppt/media/f32756.txt>
</file>

<file path=ppt/media/f32757.txt>
</file>

<file path=ppt/media/f32758.txt>
</file>

<file path=ppt/media/f32759.txt>
</file>

<file path=ppt/media/f32760.txt>
</file>

<file path=ppt/media/f32761.txt>
</file>

<file path=ppt/media/f32762.txt>
</file>

<file path=ppt/media/f32763.txt>
</file>

<file path=ppt/media/f32764.txt>
</file>

<file path=ppt/media/f32765.txt>
</file>

<file path=ppt/media/f32766.txt>
</file>

<file path=ppt/media/f32767.txt>
</file>

<file path=ppt/media/f32768.txt>
</file>

<file path=ppt/media/f32769.txt>
</file>

<file path=ppt/media/f32770.txt>
</file>

<file path=ppt/media/f32771.txt>
</file>

<file path=ppt/media/f32772.txt>
</file>

<file path=ppt/media/f32773.txt>
</file>

<file path=ppt/media/f32774.txt>
</file>

<file path=ppt/media/f32775.txt>
</file>

<file path=ppt/media/f32776.txt>
</file>

<file path=ppt/media/f32777.txt>
</file>

<file path=ppt/media/f32778.txt>
</file>

<file path=ppt/media/f32779.txt>
</file>

<file path=ppt/media/f32780.txt>
</file>

<file path=ppt/media/f32781.txt>
</file>

<file path=ppt/media/f32782.txt>
</file>

<file path=ppt/media/f32783.txt>
</file>

<file path=ppt/media/f32784.txt>
</file>

<file path=ppt/media/f32785.txt>
</file>

<file path=ppt/media/f32786.txt>
</file>

<file path=ppt/media/f32787.txt>
</file>

<file path=ppt/media/f32788.txt>
</file>

<file path=ppt/media/f32789.txt>
</file>

<file path=ppt/media/f32790.txt>
</file>

<file path=ppt/media/f32791.txt>
</file>

<file path=ppt/media/f32792.txt>
</file>

<file path=ppt/media/f32793.txt>
</file>

<file path=ppt/media/f32794.txt>
</file>

<file path=ppt/media/f32795.txt>
</file>

<file path=ppt/media/f32796.txt>
</file>

<file path=ppt/media/f32797.txt>
</file>

<file path=ppt/media/f32798.txt>
</file>

<file path=ppt/media/f32799.txt>
</file>

<file path=ppt/media/f32800.txt>
</file>

<file path=ppt/media/f32801.txt>
</file>

<file path=ppt/media/f32802.txt>
</file>

<file path=ppt/media/f32803.txt>
</file>

<file path=ppt/media/f32804.txt>
</file>

<file path=ppt/media/f32805.txt>
</file>

<file path=ppt/media/f32806.txt>
</file>

<file path=ppt/media/f32807.txt>
</file>

<file path=ppt/media/f32808.txt>
</file>

<file path=ppt/media/f32809.txt>
</file>

<file path=ppt/media/f32810.txt>
</file>

<file path=ppt/media/f32811.txt>
</file>

<file path=ppt/media/f32812.txt>
</file>

<file path=ppt/media/f32813.txt>
</file>

<file path=ppt/media/f32814.txt>
</file>

<file path=ppt/media/f32815.txt>
</file>

<file path=ppt/media/f32816.txt>
</file>

<file path=ppt/media/f32817.txt>
</file>

<file path=ppt/media/f32818.txt>
</file>

<file path=ppt/media/f32819.txt>
</file>

<file path=ppt/media/f32820.txt>
</file>

<file path=ppt/media/f32821.txt>
</file>

<file path=ppt/media/f32822.txt>
</file>

<file path=ppt/media/f32823.txt>
</file>

<file path=ppt/media/f32824.txt>
</file>

<file path=ppt/media/f32825.txt>
</file>

<file path=ppt/media/f32826.txt>
</file>

<file path=ppt/media/f32827.txt>
</file>

<file path=ppt/media/f32828.txt>
</file>

<file path=ppt/media/f32829.txt>
</file>

<file path=ppt/media/f32830.txt>
</file>

<file path=ppt/media/f32831.txt>
</file>

<file path=ppt/media/f32832.txt>
</file>

<file path=ppt/media/f32833.txt>
</file>

<file path=ppt/media/f32834.txt>
</file>

<file path=ppt/media/f32835.txt>
</file>

<file path=ppt/media/f32836.txt>
</file>

<file path=ppt/media/f32837.txt>
</file>

<file path=ppt/media/f32838.txt>
</file>

<file path=ppt/media/f32839.txt>
</file>

<file path=ppt/media/f32840.txt>
</file>

<file path=ppt/media/f32841.txt>
</file>

<file path=ppt/media/f32842.txt>
</file>

<file path=ppt/media/f32843.txt>
</file>

<file path=ppt/media/f32844.txt>
</file>

<file path=ppt/media/f32845.txt>
</file>

<file path=ppt/media/f32846.txt>
</file>

<file path=ppt/media/f32847.txt>
</file>

<file path=ppt/media/f32848.txt>
</file>

<file path=ppt/media/f32849.txt>
</file>

<file path=ppt/media/f32850.txt>
</file>

<file path=ppt/media/f32851.txt>
</file>

<file path=ppt/media/f32852.txt>
</file>

<file path=ppt/media/f32853.txt>
</file>

<file path=ppt/media/f32854.txt>
</file>

<file path=ppt/media/f32855.txt>
</file>

<file path=ppt/media/f32856.txt>
</file>

<file path=ppt/media/f32857.txt>
</file>

<file path=ppt/media/f32858.txt>
</file>

<file path=ppt/media/f32859.txt>
</file>

<file path=ppt/media/f32860.txt>
</file>

<file path=ppt/media/f32861.txt>
</file>

<file path=ppt/media/f32862.txt>
</file>

<file path=ppt/media/f32863.txt>
</file>

<file path=ppt/media/f32864.txt>
</file>

<file path=ppt/media/f32865.txt>
</file>

<file path=ppt/media/f32866.txt>
</file>

<file path=ppt/media/f32867.txt>
</file>

<file path=ppt/media/f32868.txt>
</file>

<file path=ppt/media/f32869.txt>
</file>

<file path=ppt/media/f32870.txt>
</file>

<file path=ppt/media/f32871.txt>
</file>

<file path=ppt/media/f32872.txt>
</file>

<file path=ppt/media/f32873.txt>
</file>

<file path=ppt/media/f32874.txt>
</file>

<file path=ppt/media/f32875.txt>
</file>

<file path=ppt/media/f32876.txt>
</file>

<file path=ppt/media/f32877.txt>
</file>

<file path=ppt/media/f32878.txt>
</file>

<file path=ppt/media/f32879.txt>
</file>

<file path=ppt/media/f32880.txt>
</file>

<file path=ppt/media/f32881.txt>
</file>

<file path=ppt/media/f32882.txt>
</file>

<file path=ppt/media/f32883.txt>
</file>

<file path=ppt/media/f32884.txt>
</file>

<file path=ppt/media/f32885.txt>
</file>

<file path=ppt/media/f32886.txt>
</file>

<file path=ppt/media/f32887.txt>
</file>

<file path=ppt/media/f32888.txt>
</file>

<file path=ppt/media/f32889.txt>
</file>

<file path=ppt/media/f32890.txt>
</file>

<file path=ppt/media/f32891.txt>
</file>

<file path=ppt/media/f32892.txt>
</file>

<file path=ppt/media/f32893.txt>
</file>

<file path=ppt/media/f32894.txt>
</file>

<file path=ppt/media/f32895.txt>
</file>

<file path=ppt/media/f32896.txt>
</file>

<file path=ppt/media/f32897.txt>
</file>

<file path=ppt/media/f32898.txt>
</file>

<file path=ppt/media/f32899.txt>
</file>

<file path=ppt/media/f32900.txt>
</file>

<file path=ppt/media/f32901.txt>
</file>

<file path=ppt/media/f32902.txt>
</file>

<file path=ppt/media/f32903.txt>
</file>

<file path=ppt/media/f32904.txt>
</file>

<file path=ppt/media/f32905.txt>
</file>

<file path=ppt/media/f32906.txt>
</file>

<file path=ppt/media/f32907.txt>
</file>

<file path=ppt/media/f32908.txt>
</file>

<file path=ppt/media/f32909.txt>
</file>

<file path=ppt/media/f32910.txt>
</file>

<file path=ppt/media/f32911.txt>
</file>

<file path=ppt/media/f32912.txt>
</file>

<file path=ppt/media/f32913.txt>
</file>

<file path=ppt/media/f32914.txt>
</file>

<file path=ppt/media/f32915.txt>
</file>

<file path=ppt/media/f32916.txt>
</file>

<file path=ppt/media/f32917.txt>
</file>

<file path=ppt/media/f32918.txt>
</file>

<file path=ppt/media/f32919.txt>
</file>

<file path=ppt/media/f32920.txt>
</file>

<file path=ppt/media/f32921.txt>
</file>

<file path=ppt/media/f32922.txt>
</file>

<file path=ppt/media/f32923.txt>
</file>

<file path=ppt/media/f32924.txt>
</file>

<file path=ppt/media/f32925.txt>
</file>

<file path=ppt/media/f32926.txt>
</file>

<file path=ppt/media/f32927.txt>
</file>

<file path=ppt/media/f32928.txt>
</file>

<file path=ppt/media/f32929.txt>
</file>

<file path=ppt/media/f32930.txt>
</file>

<file path=ppt/media/f32931.txt>
</file>

<file path=ppt/media/f32932.txt>
</file>

<file path=ppt/media/f32933.txt>
</file>

<file path=ppt/media/f32934.txt>
</file>

<file path=ppt/media/f32935.txt>
</file>

<file path=ppt/media/f32936.txt>
</file>

<file path=ppt/media/f32937.txt>
</file>

<file path=ppt/media/f32938.txt>
</file>

<file path=ppt/media/f32939.txt>
</file>

<file path=ppt/media/f32940.txt>
</file>

<file path=ppt/media/f32941.txt>
</file>

<file path=ppt/media/f32942.txt>
</file>

<file path=ppt/media/f32943.txt>
</file>

<file path=ppt/media/f32944.txt>
</file>

<file path=ppt/media/f32945.txt>
</file>

<file path=ppt/media/f32946.txt>
</file>

<file path=ppt/media/f32947.txt>
</file>

<file path=ppt/media/f32948.txt>
</file>

<file path=ppt/media/f32949.txt>
</file>

<file path=ppt/media/f32950.txt>
</file>

<file path=ppt/media/f32951.txt>
</file>

<file path=ppt/media/f32952.txt>
</file>

<file path=ppt/media/f32953.txt>
</file>

<file path=ppt/media/f32954.txt>
</file>

<file path=ppt/media/f32955.txt>
</file>

<file path=ppt/media/f32956.txt>
</file>

<file path=ppt/media/f32957.txt>
</file>

<file path=ppt/media/f32958.txt>
</file>

<file path=ppt/media/f32959.txt>
</file>

<file path=ppt/media/f32960.txt>
</file>

<file path=ppt/media/f32961.txt>
</file>

<file path=ppt/media/f32962.txt>
</file>

<file path=ppt/media/f32963.txt>
</file>

<file path=ppt/media/f32964.txt>
</file>

<file path=ppt/media/f32965.txt>
</file>

<file path=ppt/media/f32966.txt>
</file>

<file path=ppt/media/f32967.txt>
</file>

<file path=ppt/media/f32968.txt>
</file>

<file path=ppt/media/f32969.txt>
</file>

<file path=ppt/media/f32970.txt>
</file>

<file path=ppt/media/f32971.txt>
</file>

<file path=ppt/media/f32972.txt>
</file>

<file path=ppt/media/f32973.txt>
</file>

<file path=ppt/media/f32974.txt>
</file>

<file path=ppt/media/f32975.txt>
</file>

<file path=ppt/media/f32976.txt>
</file>

<file path=ppt/media/f32977.txt>
</file>

<file path=ppt/media/f32978.txt>
</file>

<file path=ppt/media/f32979.txt>
</file>

<file path=ppt/media/f32980.txt>
</file>

<file path=ppt/media/f32981.txt>
</file>

<file path=ppt/media/f32982.txt>
</file>

<file path=ppt/media/f32983.txt>
</file>

<file path=ppt/media/f32984.txt>
</file>

<file path=ppt/media/f32985.txt>
</file>

<file path=ppt/media/f32986.txt>
</file>

<file path=ppt/media/f32987.txt>
</file>

<file path=ppt/media/f32988.txt>
</file>

<file path=ppt/media/f32989.txt>
</file>

<file path=ppt/media/f32990.txt>
</file>

<file path=ppt/media/f32991.txt>
</file>

<file path=ppt/media/f32992.txt>
</file>

<file path=ppt/media/f32993.txt>
</file>

<file path=ppt/media/f32994.txt>
</file>

<file path=ppt/media/f32995.txt>
</file>

<file path=ppt/media/f32996.txt>
</file>

<file path=ppt/media/f32997.txt>
</file>

<file path=ppt/media/f32998.txt>
</file>

<file path=ppt/media/f32999.txt>
</file>

<file path=ppt/media/f33000.txt>
</file>

<file path=ppt/media/f33001.txt>
</file>

<file path=ppt/media/f33002.txt>
</file>

<file path=ppt/media/f33003.txt>
</file>

<file path=ppt/media/f33004.txt>
</file>

<file path=ppt/media/f33005.txt>
</file>

<file path=ppt/media/f33006.txt>
</file>

<file path=ppt/media/f33007.txt>
</file>

<file path=ppt/media/f33008.txt>
</file>

<file path=ppt/media/f33009.txt>
</file>

<file path=ppt/media/f33010.txt>
</file>

<file path=ppt/media/f33011.txt>
</file>

<file path=ppt/media/f33012.txt>
</file>

<file path=ppt/media/f33013.txt>
</file>

<file path=ppt/media/f33014.txt>
</file>

<file path=ppt/media/f33015.txt>
</file>

<file path=ppt/media/f33016.txt>
</file>

<file path=ppt/media/f33017.txt>
</file>

<file path=ppt/media/f33018.txt>
</file>

<file path=ppt/media/f33019.txt>
</file>

<file path=ppt/media/f33020.txt>
</file>

<file path=ppt/media/f33021.txt>
</file>

<file path=ppt/media/f33022.txt>
</file>

<file path=ppt/media/f33023.txt>
</file>

<file path=ppt/media/f33024.txt>
</file>

<file path=ppt/media/f33025.txt>
</file>

<file path=ppt/media/f33026.txt>
</file>

<file path=ppt/media/f33027.txt>
</file>

<file path=ppt/media/f33028.txt>
</file>

<file path=ppt/media/f33029.txt>
</file>

<file path=ppt/media/f33030.txt>
</file>

<file path=ppt/media/f33031.txt>
</file>

<file path=ppt/media/f33032.txt>
</file>

<file path=ppt/media/f33033.txt>
</file>

<file path=ppt/media/f33034.txt>
</file>

<file path=ppt/media/f33035.txt>
</file>

<file path=ppt/media/f33036.txt>
</file>

<file path=ppt/media/f33037.txt>
</file>

<file path=ppt/media/f33038.txt>
</file>

<file path=ppt/media/f33039.txt>
</file>

<file path=ppt/media/f33040.txt>
</file>

<file path=ppt/media/f33041.txt>
</file>

<file path=ppt/media/f33042.txt>
</file>

<file path=ppt/media/f33043.txt>
</file>

<file path=ppt/media/f33044.txt>
</file>

<file path=ppt/media/f33045.txt>
</file>

<file path=ppt/media/f33046.txt>
</file>

<file path=ppt/media/f33047.txt>
</file>

<file path=ppt/media/f33048.txt>
</file>

<file path=ppt/media/f33049.txt>
</file>

<file path=ppt/media/f33050.txt>
</file>

<file path=ppt/media/f33051.txt>
</file>

<file path=ppt/media/f33052.txt>
</file>

<file path=ppt/media/f33053.txt>
</file>

<file path=ppt/media/f33054.txt>
</file>

<file path=ppt/media/f33055.txt>
</file>

<file path=ppt/media/f33056.txt>
</file>

<file path=ppt/media/f33057.txt>
</file>

<file path=ppt/media/f33058.txt>
</file>

<file path=ppt/media/f33059.txt>
</file>

<file path=ppt/media/f33060.txt>
</file>

<file path=ppt/media/f33061.txt>
</file>

<file path=ppt/media/f33062.txt>
</file>

<file path=ppt/media/f33063.txt>
</file>

<file path=ppt/media/f33064.txt>
</file>

<file path=ppt/media/f33065.txt>
</file>

<file path=ppt/media/f33066.txt>
</file>

<file path=ppt/media/f33067.txt>
</file>

<file path=ppt/media/f33068.txt>
</file>

<file path=ppt/media/f33069.txt>
</file>

<file path=ppt/media/f33070.txt>
</file>

<file path=ppt/media/f33071.txt>
</file>

<file path=ppt/media/f33072.txt>
</file>

<file path=ppt/media/f33073.txt>
</file>

<file path=ppt/media/f33074.txt>
</file>

<file path=ppt/media/f33075.txt>
</file>

<file path=ppt/media/f33076.txt>
</file>

<file path=ppt/media/f33077.txt>
</file>

<file path=ppt/media/f33078.txt>
</file>

<file path=ppt/media/f33079.txt>
</file>

<file path=ppt/media/f33080.txt>
</file>

<file path=ppt/media/f33081.txt>
</file>

<file path=ppt/media/f33082.txt>
</file>

<file path=ppt/media/f33083.txt>
</file>

<file path=ppt/media/f33084.txt>
</file>

<file path=ppt/media/f33085.txt>
</file>

<file path=ppt/media/f33086.txt>
</file>

<file path=ppt/media/f33087.txt>
</file>

<file path=ppt/media/f33088.txt>
</file>

<file path=ppt/media/f33089.txt>
</file>

<file path=ppt/media/f33090.txt>
</file>

<file path=ppt/media/f33091.txt>
</file>

<file path=ppt/media/f33092.txt>
</file>

<file path=ppt/media/f33093.txt>
</file>

<file path=ppt/media/f33094.txt>
</file>

<file path=ppt/media/f33095.txt>
</file>

<file path=ppt/media/f33096.txt>
</file>

<file path=ppt/media/f33097.txt>
</file>

<file path=ppt/media/f33098.txt>
</file>

<file path=ppt/media/f33099.txt>
</file>

<file path=ppt/media/f33100.txt>
</file>

<file path=ppt/media/f33101.txt>
</file>

<file path=ppt/media/f33102.txt>
</file>

<file path=ppt/media/f33103.txt>
</file>

<file path=ppt/media/f33104.txt>
</file>

<file path=ppt/media/f33105.txt>
</file>

<file path=ppt/media/f33106.txt>
</file>

<file path=ppt/media/f33107.txt>
</file>

<file path=ppt/media/f33108.txt>
</file>

<file path=ppt/media/f33109.txt>
</file>

<file path=ppt/media/f33110.txt>
</file>

<file path=ppt/media/f33111.txt>
</file>

<file path=ppt/media/f33112.txt>
</file>

<file path=ppt/media/f33113.txt>
</file>

<file path=ppt/media/f33114.txt>
</file>

<file path=ppt/media/f33115.txt>
</file>

<file path=ppt/media/f33116.txt>
</file>

<file path=ppt/media/f33117.txt>
</file>

<file path=ppt/media/f33118.txt>
</file>

<file path=ppt/media/f33119.txt>
</file>

<file path=ppt/media/f33120.txt>
</file>

<file path=ppt/media/f33121.txt>
</file>

<file path=ppt/media/f33122.txt>
</file>

<file path=ppt/media/f33123.txt>
</file>

<file path=ppt/media/f33124.txt>
</file>

<file path=ppt/media/f33125.txt>
</file>

<file path=ppt/media/f33126.txt>
</file>

<file path=ppt/media/f33127.txt>
</file>

<file path=ppt/media/f33128.txt>
</file>

<file path=ppt/media/f33129.txt>
</file>

<file path=ppt/media/f33130.txt>
</file>

<file path=ppt/media/f33131.txt>
</file>

<file path=ppt/media/f33132.txt>
</file>

<file path=ppt/media/f33133.txt>
</file>

<file path=ppt/media/f33134.txt>
</file>

<file path=ppt/media/f33135.txt>
</file>

<file path=ppt/media/f33136.txt>
</file>

<file path=ppt/media/f33137.txt>
</file>

<file path=ppt/media/f33138.txt>
</file>

<file path=ppt/media/f33139.txt>
</file>

<file path=ppt/media/f33140.txt>
</file>

<file path=ppt/media/f33141.txt>
</file>

<file path=ppt/media/f33142.txt>
</file>

<file path=ppt/media/f33143.txt>
</file>

<file path=ppt/media/f33144.txt>
</file>

<file path=ppt/media/f33145.txt>
</file>

<file path=ppt/media/f33146.txt>
</file>

<file path=ppt/media/f33147.txt>
</file>

<file path=ppt/media/f33148.txt>
</file>

<file path=ppt/media/f33149.txt>
</file>

<file path=ppt/media/f33150.txt>
</file>

<file path=ppt/media/f33151.txt>
</file>

<file path=ppt/media/f33152.txt>
</file>

<file path=ppt/media/f33153.txt>
</file>

<file path=ppt/media/f33154.txt>
</file>

<file path=ppt/media/f33155.txt>
</file>

<file path=ppt/media/f33156.txt>
</file>

<file path=ppt/media/f33157.txt>
</file>

<file path=ppt/media/f33158.txt>
</file>

<file path=ppt/media/f33159.txt>
</file>

<file path=ppt/media/f33160.txt>
</file>

<file path=ppt/media/f33161.txt>
</file>

<file path=ppt/media/f33162.txt>
</file>

<file path=ppt/media/f33163.txt>
</file>

<file path=ppt/media/f33164.txt>
</file>

<file path=ppt/media/f33165.txt>
</file>

<file path=ppt/media/f33166.txt>
</file>

<file path=ppt/media/f33167.txt>
</file>

<file path=ppt/media/f33168.txt>
</file>

<file path=ppt/media/f33169.txt>
</file>

<file path=ppt/media/f33170.txt>
</file>

<file path=ppt/media/f33171.txt>
</file>

<file path=ppt/media/f33172.txt>
</file>

<file path=ppt/media/f33173.txt>
</file>

<file path=ppt/media/f33174.txt>
</file>

<file path=ppt/media/f33175.txt>
</file>

<file path=ppt/media/f33176.txt>
</file>

<file path=ppt/media/f33177.txt>
</file>

<file path=ppt/media/f33178.txt>
</file>

<file path=ppt/media/f33179.txt>
</file>

<file path=ppt/media/f33180.txt>
</file>

<file path=ppt/media/f33181.txt>
</file>

<file path=ppt/media/f33182.txt>
</file>

<file path=ppt/media/f33183.txt>
</file>

<file path=ppt/media/f33184.txt>
</file>

<file path=ppt/media/f33185.txt>
</file>

<file path=ppt/media/f33186.txt>
</file>

<file path=ppt/media/f33187.txt>
</file>

<file path=ppt/media/f33188.txt>
</file>

<file path=ppt/media/f33189.txt>
</file>

<file path=ppt/media/f33190.txt>
</file>

<file path=ppt/media/f33191.txt>
</file>

<file path=ppt/media/f33192.txt>
</file>

<file path=ppt/media/f33193.txt>
</file>

<file path=ppt/media/f33194.txt>
</file>

<file path=ppt/media/f33195.txt>
</file>

<file path=ppt/media/f33196.txt>
</file>

<file path=ppt/media/f33197.txt>
</file>

<file path=ppt/media/f33198.txt>
</file>

<file path=ppt/media/f33199.txt>
</file>

<file path=ppt/media/f33200.txt>
</file>

<file path=ppt/media/f33201.txt>
</file>

<file path=ppt/media/f33202.txt>
</file>

<file path=ppt/media/f33203.txt>
</file>

<file path=ppt/media/f33204.txt>
</file>

<file path=ppt/media/f33205.txt>
</file>

<file path=ppt/media/f33206.txt>
</file>

<file path=ppt/media/f33207.txt>
</file>

<file path=ppt/media/f33208.txt>
</file>

<file path=ppt/media/f33209.txt>
</file>

<file path=ppt/media/f33210.txt>
</file>

<file path=ppt/media/f33211.txt>
</file>

<file path=ppt/media/f33212.txt>
</file>

<file path=ppt/media/f33213.txt>
</file>

<file path=ppt/media/f33214.txt>
</file>

<file path=ppt/media/f33215.txt>
</file>

<file path=ppt/media/f33216.txt>
</file>

<file path=ppt/media/f33217.txt>
</file>

<file path=ppt/media/f33218.txt>
</file>

<file path=ppt/media/f33219.txt>
</file>

<file path=ppt/media/f33220.txt>
</file>

<file path=ppt/media/f33221.txt>
</file>

<file path=ppt/media/f33222.txt>
</file>

<file path=ppt/media/f33223.txt>
</file>

<file path=ppt/media/f33224.txt>
</file>

<file path=ppt/media/f33225.txt>
</file>

<file path=ppt/media/f33226.txt>
</file>

<file path=ppt/media/f33227.txt>
</file>

<file path=ppt/media/f33228.txt>
</file>

<file path=ppt/media/f33229.txt>
</file>

<file path=ppt/media/f33230.txt>
</file>

<file path=ppt/media/f33231.txt>
</file>

<file path=ppt/media/f33232.txt>
</file>

<file path=ppt/media/f33233.txt>
</file>

<file path=ppt/media/f33234.txt>
</file>

<file path=ppt/media/f33235.txt>
</file>

<file path=ppt/media/f33236.txt>
</file>

<file path=ppt/media/f33237.txt>
</file>

<file path=ppt/media/f33238.txt>
</file>

<file path=ppt/media/f33239.txt>
</file>

<file path=ppt/media/f33240.txt>
</file>

<file path=ppt/media/f33241.txt>
</file>

<file path=ppt/media/f33242.txt>
</file>

<file path=ppt/media/f33243.txt>
</file>

<file path=ppt/media/f33244.txt>
</file>

<file path=ppt/media/f33245.txt>
</file>

<file path=ppt/media/f33246.txt>
</file>

<file path=ppt/media/f33247.txt>
</file>

<file path=ppt/media/f33248.txt>
</file>

<file path=ppt/media/f33249.txt>
</file>

<file path=ppt/media/f33250.txt>
</file>

<file path=ppt/media/f33251.txt>
</file>

<file path=ppt/media/f33252.txt>
</file>

<file path=ppt/media/f33253.txt>
</file>

<file path=ppt/media/f33254.txt>
</file>

<file path=ppt/media/f33255.txt>
</file>

<file path=ppt/media/f33256.txt>
</file>

<file path=ppt/media/f33257.txt>
</file>

<file path=ppt/media/f33258.txt>
</file>

<file path=ppt/media/f33259.txt>
</file>

<file path=ppt/media/f33260.txt>
</file>

<file path=ppt/media/f33261.txt>
</file>

<file path=ppt/media/f33262.txt>
</file>

<file path=ppt/media/f33263.txt>
</file>

<file path=ppt/media/f33264.txt>
</file>

<file path=ppt/media/f33265.txt>
</file>

<file path=ppt/media/f33266.txt>
</file>

<file path=ppt/media/f33267.txt>
</file>

<file path=ppt/media/f33268.txt>
</file>

<file path=ppt/media/f33269.txt>
</file>

<file path=ppt/media/f33270.txt>
</file>

<file path=ppt/media/f33271.txt>
</file>

<file path=ppt/media/f33272.txt>
</file>

<file path=ppt/media/f33273.txt>
</file>

<file path=ppt/media/f33274.txt>
</file>

<file path=ppt/media/f33275.txt>
</file>

<file path=ppt/media/f33276.txt>
</file>

<file path=ppt/media/f33277.txt>
</file>

<file path=ppt/media/f33278.txt>
</file>

<file path=ppt/media/f33279.txt>
</file>

<file path=ppt/media/f33280.txt>
</file>

<file path=ppt/media/f33281.txt>
</file>

<file path=ppt/media/f33282.txt>
</file>

<file path=ppt/media/f33283.txt>
</file>

<file path=ppt/media/f33284.txt>
</file>

<file path=ppt/media/f33285.txt>
</file>

<file path=ppt/media/f33286.txt>
</file>

<file path=ppt/media/f33287.txt>
</file>

<file path=ppt/media/f33288.txt>
</file>

<file path=ppt/media/f33289.txt>
</file>

<file path=ppt/media/f33290.txt>
</file>

<file path=ppt/media/f33291.txt>
</file>

<file path=ppt/media/f33292.txt>
</file>

<file path=ppt/media/f33293.txt>
</file>

<file path=ppt/media/f33294.txt>
</file>

<file path=ppt/media/f33295.txt>
</file>

<file path=ppt/media/f33296.txt>
</file>

<file path=ppt/media/f33297.txt>
</file>

<file path=ppt/media/f33298.txt>
</file>

<file path=ppt/media/f33299.txt>
</file>

<file path=ppt/media/f33300.txt>
</file>

<file path=ppt/media/f33301.txt>
</file>

<file path=ppt/media/f33302.txt>
</file>

<file path=ppt/media/f33303.txt>
</file>

<file path=ppt/media/f33304.txt>
</file>

<file path=ppt/media/f33305.txt>
</file>

<file path=ppt/media/f33306.txt>
</file>

<file path=ppt/media/f33307.txt>
</file>

<file path=ppt/media/f33308.txt>
</file>

<file path=ppt/media/f33309.txt>
</file>

<file path=ppt/media/f33310.txt>
</file>

<file path=ppt/media/f33311.txt>
</file>

<file path=ppt/media/f33312.txt>
</file>

<file path=ppt/media/f33313.txt>
</file>

<file path=ppt/media/f33314.txt>
</file>

<file path=ppt/media/f33315.txt>
</file>

<file path=ppt/media/f33316.txt>
</file>

<file path=ppt/media/f33317.txt>
</file>

<file path=ppt/media/f33318.txt>
</file>

<file path=ppt/media/f33319.txt>
</file>

<file path=ppt/media/f33320.txt>
</file>

<file path=ppt/media/f33321.txt>
</file>

<file path=ppt/media/f33322.txt>
</file>

<file path=ppt/media/f33323.txt>
</file>

<file path=ppt/media/f33324.txt>
</file>

<file path=ppt/media/f33325.txt>
</file>

<file path=ppt/media/f33326.txt>
</file>

<file path=ppt/media/f33327.txt>
</file>

<file path=ppt/media/f33328.txt>
</file>

<file path=ppt/media/f33329.txt>
</file>

<file path=ppt/media/f33330.txt>
</file>

<file path=ppt/media/f33331.txt>
</file>

<file path=ppt/media/f33332.txt>
</file>

<file path=ppt/media/f33333.txt>
</file>

<file path=ppt/media/f33334.txt>
</file>

<file path=ppt/media/f33335.txt>
</file>

<file path=ppt/media/f33336.txt>
</file>

<file path=ppt/media/f33337.txt>
</file>

<file path=ppt/media/f33338.txt>
</file>

<file path=ppt/media/f33339.txt>
</file>

<file path=ppt/media/f33340.txt>
</file>

<file path=ppt/media/f33341.txt>
</file>

<file path=ppt/media/f33342.txt>
</file>

<file path=ppt/media/f33343.txt>
</file>

<file path=ppt/media/f33344.txt>
</file>

<file path=ppt/media/f33345.txt>
</file>

<file path=ppt/media/f33346.txt>
</file>

<file path=ppt/media/f33347.txt>
</file>

<file path=ppt/media/f33348.txt>
</file>

<file path=ppt/media/f33349.txt>
</file>

<file path=ppt/media/f33350.txt>
</file>

<file path=ppt/media/f33351.txt>
</file>

<file path=ppt/media/f33352.txt>
</file>

<file path=ppt/media/f33353.txt>
</file>

<file path=ppt/media/f33354.txt>
</file>

<file path=ppt/media/f33355.txt>
</file>

<file path=ppt/media/f33356.txt>
</file>

<file path=ppt/media/f33357.txt>
</file>

<file path=ppt/media/f33358.txt>
</file>

<file path=ppt/media/f33359.txt>
</file>

<file path=ppt/media/f33360.txt>
</file>

<file path=ppt/media/f33361.txt>
</file>

<file path=ppt/media/f33362.txt>
</file>

<file path=ppt/media/f33363.txt>
</file>

<file path=ppt/media/f33364.txt>
</file>

<file path=ppt/media/f33365.txt>
</file>

<file path=ppt/media/f33366.txt>
</file>

<file path=ppt/media/f33367.txt>
</file>

<file path=ppt/media/f33368.txt>
</file>

<file path=ppt/media/f33369.txt>
</file>

<file path=ppt/media/f33370.txt>
</file>

<file path=ppt/media/f33371.txt>
</file>

<file path=ppt/media/f33372.txt>
</file>

<file path=ppt/media/f33373.txt>
</file>

<file path=ppt/media/f33374.txt>
</file>

<file path=ppt/media/f33375.txt>
</file>

<file path=ppt/media/f33376.txt>
</file>

<file path=ppt/media/f33377.txt>
</file>

<file path=ppt/media/f33378.txt>
</file>

<file path=ppt/media/f33379.txt>
</file>

<file path=ppt/media/f33380.txt>
</file>

<file path=ppt/media/f33381.txt>
</file>

<file path=ppt/media/f33382.txt>
</file>

<file path=ppt/media/f33383.txt>
</file>

<file path=ppt/media/f33384.txt>
</file>

<file path=ppt/media/f33385.txt>
</file>

<file path=ppt/media/f33386.txt>
</file>

<file path=ppt/media/f33387.txt>
</file>

<file path=ppt/media/f33388.txt>
</file>

<file path=ppt/media/f33389.txt>
</file>

<file path=ppt/media/f33390.txt>
</file>

<file path=ppt/media/f33391.txt>
</file>

<file path=ppt/media/f33392.txt>
</file>

<file path=ppt/media/f33393.txt>
</file>

<file path=ppt/media/f33394.txt>
</file>

<file path=ppt/media/f33395.txt>
</file>

<file path=ppt/media/f33396.txt>
</file>

<file path=ppt/media/f33397.txt>
</file>

<file path=ppt/media/f33398.txt>
</file>

<file path=ppt/media/f33399.txt>
</file>

<file path=ppt/media/f33400.txt>
</file>

<file path=ppt/media/f33401.txt>
</file>

<file path=ppt/media/f33402.txt>
</file>

<file path=ppt/media/f33403.txt>
</file>

<file path=ppt/media/f33404.txt>
</file>

<file path=ppt/media/f33405.txt>
</file>

<file path=ppt/media/f33406.txt>
</file>

<file path=ppt/media/f33407.txt>
</file>

<file path=ppt/media/f33408.txt>
</file>

<file path=ppt/media/f33409.txt>
</file>

<file path=ppt/media/f33410.txt>
</file>

<file path=ppt/media/f33411.txt>
</file>

<file path=ppt/media/f33412.txt>
</file>

<file path=ppt/media/f33413.txt>
</file>

<file path=ppt/media/f33414.txt>
</file>

<file path=ppt/media/f33415.txt>
</file>

<file path=ppt/media/f33416.txt>
</file>

<file path=ppt/media/f33417.txt>
</file>

<file path=ppt/media/f33418.txt>
</file>

<file path=ppt/media/f33419.txt>
</file>

<file path=ppt/media/f33420.txt>
</file>

<file path=ppt/media/f33421.txt>
</file>

<file path=ppt/media/f33422.txt>
</file>

<file path=ppt/media/f33423.txt>
</file>

<file path=ppt/media/f33424.txt>
</file>

<file path=ppt/media/f33425.txt>
</file>

<file path=ppt/media/f33426.txt>
</file>

<file path=ppt/media/f33427.txt>
</file>

<file path=ppt/media/f33428.txt>
</file>

<file path=ppt/media/f33429.txt>
</file>

<file path=ppt/media/f33430.txt>
</file>

<file path=ppt/media/f33431.txt>
</file>

<file path=ppt/media/f33432.txt>
</file>

<file path=ppt/media/f33433.txt>
</file>

<file path=ppt/media/f33434.txt>
</file>

<file path=ppt/media/f33435.txt>
</file>

<file path=ppt/media/f33436.txt>
</file>

<file path=ppt/media/f33437.txt>
</file>

<file path=ppt/media/f33438.txt>
</file>

<file path=ppt/media/f33439.txt>
</file>

<file path=ppt/media/f33440.txt>
</file>

<file path=ppt/media/f33441.txt>
</file>

<file path=ppt/media/f33442.txt>
</file>

<file path=ppt/media/f33443.txt>
</file>

<file path=ppt/media/f33444.txt>
</file>

<file path=ppt/media/f33445.txt>
</file>

<file path=ppt/media/f33446.txt>
</file>

<file path=ppt/media/f33447.txt>
</file>

<file path=ppt/media/f33448.txt>
</file>

<file path=ppt/media/f33449.txt>
</file>

<file path=ppt/media/f33450.txt>
</file>

<file path=ppt/media/f33451.txt>
</file>

<file path=ppt/media/f33452.txt>
</file>

<file path=ppt/media/f33453.txt>
</file>

<file path=ppt/media/f33454.txt>
</file>

<file path=ppt/media/f33455.txt>
</file>

<file path=ppt/media/f33456.txt>
</file>

<file path=ppt/media/f33457.txt>
</file>

<file path=ppt/media/f33458.txt>
</file>

<file path=ppt/media/f33459.txt>
</file>

<file path=ppt/media/f33460.txt>
</file>

<file path=ppt/media/f33461.txt>
</file>

<file path=ppt/media/f33462.txt>
</file>

<file path=ppt/media/f33463.txt>
</file>

<file path=ppt/media/f33464.txt>
</file>

<file path=ppt/media/f33465.txt>
</file>

<file path=ppt/media/f33466.txt>
</file>

<file path=ppt/media/f33467.txt>
</file>

<file path=ppt/media/f33468.txt>
</file>

<file path=ppt/media/f33469.txt>
</file>

<file path=ppt/media/f33470.txt>
</file>

<file path=ppt/media/f33471.txt>
</file>

<file path=ppt/media/f33472.txt>
</file>

<file path=ppt/media/f33473.txt>
</file>

<file path=ppt/media/f33474.txt>
</file>

<file path=ppt/media/f33475.txt>
</file>

<file path=ppt/media/f33476.txt>
</file>

<file path=ppt/media/f33477.txt>
</file>

<file path=ppt/media/f33478.txt>
</file>

<file path=ppt/media/f33479.txt>
</file>

<file path=ppt/media/f33480.txt>
</file>

<file path=ppt/media/f33481.txt>
</file>

<file path=ppt/media/f33482.txt>
</file>

<file path=ppt/media/f33483.txt>
</file>

<file path=ppt/media/f33484.txt>
</file>

<file path=ppt/media/f33485.txt>
</file>

<file path=ppt/media/f33486.txt>
</file>

<file path=ppt/media/f33487.txt>
</file>

<file path=ppt/media/f33488.txt>
</file>

<file path=ppt/media/f33489.txt>
</file>

<file path=ppt/media/f33490.txt>
</file>

<file path=ppt/media/f33491.txt>
</file>

<file path=ppt/media/f33492.txt>
</file>

<file path=ppt/media/f33493.txt>
</file>

<file path=ppt/media/f33494.txt>
</file>

<file path=ppt/media/f33495.txt>
</file>

<file path=ppt/media/f33496.txt>
</file>

<file path=ppt/media/f33497.txt>
</file>

<file path=ppt/media/f33498.txt>
</file>

<file path=ppt/media/f33499.txt>
</file>

<file path=ppt/media/f33500.txt>
</file>

<file path=ppt/media/f33501.txt>
</file>

<file path=ppt/media/f33502.txt>
</file>

<file path=ppt/media/f33503.txt>
</file>

<file path=ppt/media/f33504.txt>
</file>

<file path=ppt/media/f33505.txt>
</file>

<file path=ppt/media/f33506.txt>
</file>

<file path=ppt/media/f33507.txt>
</file>

<file path=ppt/media/f33508.txt>
</file>

<file path=ppt/media/f33509.txt>
</file>

<file path=ppt/media/f33510.txt>
</file>

<file path=ppt/media/f33511.txt>
</file>

<file path=ppt/media/f33512.txt>
</file>

<file path=ppt/media/f33513.txt>
</file>

<file path=ppt/media/f33514.txt>
</file>

<file path=ppt/media/f33515.txt>
</file>

<file path=ppt/media/f33516.txt>
</file>

<file path=ppt/media/f33517.txt>
</file>

<file path=ppt/media/f33518.txt>
</file>

<file path=ppt/media/f33519.txt>
</file>

<file path=ppt/media/f33520.txt>
</file>

<file path=ppt/media/f33521.txt>
</file>

<file path=ppt/media/f33522.txt>
</file>

<file path=ppt/media/f33523.txt>
</file>

<file path=ppt/media/f33524.txt>
</file>

<file path=ppt/media/f33525.txt>
</file>

<file path=ppt/media/f33526.txt>
</file>

<file path=ppt/media/f33527.txt>
</file>

<file path=ppt/media/f33528.txt>
</file>

<file path=ppt/media/f33529.txt>
</file>

<file path=ppt/media/f33530.txt>
</file>

<file path=ppt/media/f33531.txt>
</file>

<file path=ppt/media/f33532.txt>
</file>

<file path=ppt/media/f33533.txt>
</file>

<file path=ppt/media/f33534.txt>
</file>

<file path=ppt/media/f33535.txt>
</file>

<file path=ppt/media/f33536.txt>
</file>

<file path=ppt/media/f33537.txt>
</file>

<file path=ppt/media/f33538.txt>
</file>

<file path=ppt/media/f33539.txt>
</file>

<file path=ppt/media/f33540.txt>
</file>

<file path=ppt/media/f33541.txt>
</file>

<file path=ppt/media/f33542.txt>
</file>

<file path=ppt/media/f33543.txt>
</file>

<file path=ppt/media/f33544.txt>
</file>

<file path=ppt/media/f33545.txt>
</file>

<file path=ppt/media/f33546.txt>
</file>

<file path=ppt/media/f33547.txt>
</file>

<file path=ppt/media/f33548.txt>
</file>

<file path=ppt/media/f33549.txt>
</file>

<file path=ppt/media/f33550.txt>
</file>

<file path=ppt/media/f33551.txt>
</file>

<file path=ppt/media/f33552.txt>
</file>

<file path=ppt/media/f33553.txt>
</file>

<file path=ppt/media/f33554.txt>
</file>

<file path=ppt/media/f33555.txt>
</file>

<file path=ppt/media/f33556.txt>
</file>

<file path=ppt/media/f33557.txt>
</file>

<file path=ppt/media/f33558.txt>
</file>

<file path=ppt/media/f33559.txt>
</file>

<file path=ppt/media/f33560.txt>
</file>

<file path=ppt/media/f33561.txt>
</file>

<file path=ppt/media/f33562.txt>
</file>

<file path=ppt/media/f33563.txt>
</file>

<file path=ppt/media/f33564.txt>
</file>

<file path=ppt/media/f33565.txt>
</file>

<file path=ppt/media/f33566.txt>
</file>

<file path=ppt/media/f33567.txt>
</file>

<file path=ppt/media/f33568.txt>
</file>

<file path=ppt/media/f33569.txt>
</file>

<file path=ppt/media/f33570.txt>
</file>

<file path=ppt/media/f33571.txt>
</file>

<file path=ppt/media/f33572.txt>
</file>

<file path=ppt/media/f33573.txt>
</file>

<file path=ppt/media/f33574.txt>
</file>

<file path=ppt/media/f33575.txt>
</file>

<file path=ppt/media/f33576.txt>
</file>

<file path=ppt/media/f33577.txt>
</file>

<file path=ppt/media/f33578.txt>
</file>

<file path=ppt/media/f33579.txt>
</file>

<file path=ppt/media/f33580.txt>
</file>

<file path=ppt/media/f33581.txt>
</file>

<file path=ppt/media/f33582.txt>
</file>

<file path=ppt/media/f33583.txt>
</file>

<file path=ppt/media/f33584.txt>
</file>

<file path=ppt/media/f33585.txt>
</file>

<file path=ppt/media/f33586.txt>
</file>

<file path=ppt/media/f33587.txt>
</file>

<file path=ppt/media/f33588.txt>
</file>

<file path=ppt/media/f33589.txt>
</file>

<file path=ppt/media/f33590.txt>
</file>

<file path=ppt/media/f33591.txt>
</file>

<file path=ppt/media/f33592.txt>
</file>

<file path=ppt/media/f33593.txt>
</file>

<file path=ppt/media/f33594.txt>
</file>

<file path=ppt/media/f33595.txt>
</file>

<file path=ppt/media/f33596.txt>
</file>

<file path=ppt/media/f33597.txt>
</file>

<file path=ppt/media/f33598.txt>
</file>

<file path=ppt/media/f33599.txt>
</file>

<file path=ppt/media/f33600.txt>
</file>

<file path=ppt/media/f33601.txt>
</file>

<file path=ppt/media/f33602.txt>
</file>

<file path=ppt/media/f33603.txt>
</file>

<file path=ppt/media/f33604.txt>
</file>

<file path=ppt/media/f33605.txt>
</file>

<file path=ppt/media/f33606.txt>
</file>

<file path=ppt/media/f33607.txt>
</file>

<file path=ppt/media/f33608.txt>
</file>

<file path=ppt/media/f33609.txt>
</file>

<file path=ppt/media/f33610.txt>
</file>

<file path=ppt/media/f33611.txt>
</file>

<file path=ppt/media/f33612.txt>
</file>

<file path=ppt/media/f33613.txt>
</file>

<file path=ppt/media/f33614.txt>
</file>

<file path=ppt/media/f33615.txt>
</file>

<file path=ppt/media/f33616.txt>
</file>

<file path=ppt/media/f33617.txt>
</file>

<file path=ppt/media/f33618.txt>
</file>

<file path=ppt/media/f33619.txt>
</file>

<file path=ppt/media/f33620.txt>
</file>

<file path=ppt/media/f33621.txt>
</file>

<file path=ppt/media/f33622.txt>
</file>

<file path=ppt/media/f33623.txt>
</file>

<file path=ppt/media/f33624.txt>
</file>

<file path=ppt/media/f33625.txt>
</file>

<file path=ppt/media/f33626.txt>
</file>

<file path=ppt/media/f33627.txt>
</file>

<file path=ppt/media/f33628.txt>
</file>

<file path=ppt/media/f33629.txt>
</file>

<file path=ppt/media/f33630.txt>
</file>

<file path=ppt/media/f33631.txt>
</file>

<file path=ppt/media/f33632.txt>
</file>

<file path=ppt/media/f33633.txt>
</file>

<file path=ppt/media/f33634.txt>
</file>

<file path=ppt/media/f33635.txt>
</file>

<file path=ppt/media/f33636.txt>
</file>

<file path=ppt/media/f33637.txt>
</file>

<file path=ppt/media/f33638.txt>
</file>

<file path=ppt/media/f33639.txt>
</file>

<file path=ppt/media/f33640.txt>
</file>

<file path=ppt/media/f33641.txt>
</file>

<file path=ppt/media/f33642.txt>
</file>

<file path=ppt/media/f33643.txt>
</file>

<file path=ppt/media/f33644.txt>
</file>

<file path=ppt/media/f33645.txt>
</file>

<file path=ppt/media/f33646.txt>
</file>

<file path=ppt/media/f33647.txt>
</file>

<file path=ppt/media/f33648.txt>
</file>

<file path=ppt/media/f33649.txt>
</file>

<file path=ppt/media/f33650.txt>
</file>

<file path=ppt/media/f33651.txt>
</file>

<file path=ppt/media/f33652.txt>
</file>

<file path=ppt/media/f33653.txt>
</file>

<file path=ppt/media/f33654.txt>
</file>

<file path=ppt/media/f33655.txt>
</file>

<file path=ppt/media/f33656.txt>
</file>

<file path=ppt/media/f33657.txt>
</file>

<file path=ppt/media/f33658.txt>
</file>

<file path=ppt/media/f33659.txt>
</file>

<file path=ppt/media/f33660.txt>
</file>

<file path=ppt/media/f33661.txt>
</file>

<file path=ppt/media/f33662.txt>
</file>

<file path=ppt/media/f33663.txt>
</file>

<file path=ppt/media/f33664.txt>
</file>

<file path=ppt/media/f33665.txt>
</file>

<file path=ppt/media/f33666.txt>
</file>

<file path=ppt/media/f33667.txt>
</file>

<file path=ppt/media/f33668.txt>
</file>

<file path=ppt/media/f33669.txt>
</file>

<file path=ppt/media/f33670.txt>
</file>

<file path=ppt/media/f33671.txt>
</file>

<file path=ppt/media/f33672.txt>
</file>

<file path=ppt/media/f33673.txt>
</file>

<file path=ppt/media/f33674.txt>
</file>

<file path=ppt/media/f33675.txt>
</file>

<file path=ppt/media/f33676.txt>
</file>

<file path=ppt/media/f33677.txt>
</file>

<file path=ppt/media/f33678.txt>
</file>

<file path=ppt/media/f33679.txt>
</file>

<file path=ppt/media/f33680.txt>
</file>

<file path=ppt/media/f33681.txt>
</file>

<file path=ppt/media/f33682.txt>
</file>

<file path=ppt/media/f33683.txt>
</file>

<file path=ppt/media/f33684.txt>
</file>

<file path=ppt/media/f33685.txt>
</file>

<file path=ppt/media/f33686.txt>
</file>

<file path=ppt/media/f33687.txt>
</file>

<file path=ppt/media/f33688.txt>
</file>

<file path=ppt/media/f33689.txt>
</file>

<file path=ppt/media/f33690.txt>
</file>

<file path=ppt/media/f33691.txt>
</file>

<file path=ppt/media/f33692.txt>
</file>

<file path=ppt/media/f33693.txt>
</file>

<file path=ppt/media/f33694.txt>
</file>

<file path=ppt/media/f33695.txt>
</file>

<file path=ppt/media/f33696.txt>
</file>

<file path=ppt/media/f33697.txt>
</file>

<file path=ppt/media/f33698.txt>
</file>

<file path=ppt/media/f33699.txt>
</file>

<file path=ppt/media/f33700.txt>
</file>

<file path=ppt/media/f33701.txt>
</file>

<file path=ppt/media/f33702.txt>
</file>

<file path=ppt/media/f33703.txt>
</file>

<file path=ppt/media/f33704.txt>
</file>

<file path=ppt/media/f33705.txt>
</file>

<file path=ppt/media/f33706.txt>
</file>

<file path=ppt/media/f33707.txt>
</file>

<file path=ppt/media/f33708.txt>
</file>

<file path=ppt/media/f33709.txt>
</file>

<file path=ppt/media/f33710.txt>
</file>

<file path=ppt/media/f33711.txt>
</file>

<file path=ppt/media/f33712.txt>
</file>

<file path=ppt/media/f33713.txt>
</file>

<file path=ppt/media/f33714.txt>
</file>

<file path=ppt/media/f33715.txt>
</file>

<file path=ppt/media/f33716.txt>
</file>

<file path=ppt/media/f33717.txt>
</file>

<file path=ppt/media/f33718.txt>
</file>

<file path=ppt/media/f33719.txt>
</file>

<file path=ppt/media/f33720.txt>
</file>

<file path=ppt/media/f33721.txt>
</file>

<file path=ppt/media/f33722.txt>
</file>

<file path=ppt/media/f33723.txt>
</file>

<file path=ppt/media/f33724.txt>
</file>

<file path=ppt/media/f33725.txt>
</file>

<file path=ppt/media/f33726.txt>
</file>

<file path=ppt/media/f33727.txt>
</file>

<file path=ppt/media/f33728.txt>
</file>

<file path=ppt/media/f33729.txt>
</file>

<file path=ppt/media/f33730.txt>
</file>

<file path=ppt/media/f33731.txt>
</file>

<file path=ppt/media/f33732.txt>
</file>

<file path=ppt/media/f33733.txt>
</file>

<file path=ppt/media/f33734.txt>
</file>

<file path=ppt/media/f33735.txt>
</file>

<file path=ppt/media/f33736.txt>
</file>

<file path=ppt/media/f33737.txt>
</file>

<file path=ppt/media/f33738.txt>
</file>

<file path=ppt/media/f33739.txt>
</file>

<file path=ppt/media/f33740.txt>
</file>

<file path=ppt/media/f33741.txt>
</file>

<file path=ppt/media/f33742.txt>
</file>

<file path=ppt/media/f33743.txt>
</file>

<file path=ppt/media/f33744.txt>
</file>

<file path=ppt/media/f33745.txt>
</file>

<file path=ppt/media/f33746.txt>
</file>

<file path=ppt/media/f33747.txt>
</file>

<file path=ppt/media/f33748.txt>
</file>

<file path=ppt/media/f33749.txt>
</file>

<file path=ppt/media/f33750.txt>
</file>

<file path=ppt/media/f33751.txt>
</file>

<file path=ppt/media/f33752.txt>
</file>

<file path=ppt/media/f33753.txt>
</file>

<file path=ppt/media/f33754.txt>
</file>

<file path=ppt/media/f33755.txt>
</file>

<file path=ppt/media/f33756.txt>
</file>

<file path=ppt/media/f33757.txt>
</file>

<file path=ppt/media/f33758.txt>
</file>

<file path=ppt/media/f33759.txt>
</file>

<file path=ppt/media/f33760.txt>
</file>

<file path=ppt/media/f33761.txt>
</file>

<file path=ppt/media/f33762.txt>
</file>

<file path=ppt/media/f33763.txt>
</file>

<file path=ppt/media/f33764.txt>
</file>

<file path=ppt/media/f33765.txt>
</file>

<file path=ppt/media/f33766.txt>
</file>

<file path=ppt/media/f33767.txt>
</file>

<file path=ppt/media/f33768.txt>
</file>

<file path=ppt/media/f33769.txt>
</file>

<file path=ppt/media/f33770.txt>
</file>

<file path=ppt/media/f33771.txt>
</file>

<file path=ppt/media/f33772.txt>
</file>

<file path=ppt/media/f33773.txt>
</file>

<file path=ppt/media/f33774.txt>
</file>

<file path=ppt/media/f33775.txt>
</file>

<file path=ppt/media/f33776.txt>
</file>

<file path=ppt/media/f33777.txt>
</file>

<file path=ppt/media/f33778.txt>
</file>

<file path=ppt/media/f33779.txt>
</file>

<file path=ppt/media/f33780.txt>
</file>

<file path=ppt/media/f33781.txt>
</file>

<file path=ppt/media/f33782.txt>
</file>

<file path=ppt/media/f33783.txt>
</file>

<file path=ppt/media/f33784.txt>
</file>

<file path=ppt/media/f33785.txt>
</file>

<file path=ppt/media/f33786.txt>
</file>

<file path=ppt/media/f33787.txt>
</file>

<file path=ppt/media/f33788.txt>
</file>

<file path=ppt/media/f33789.txt>
</file>

<file path=ppt/media/f33790.txt>
</file>

<file path=ppt/media/f33791.txt>
</file>

<file path=ppt/media/f33792.txt>
</file>

<file path=ppt/media/f33793.txt>
</file>

<file path=ppt/media/f33794.txt>
</file>

<file path=ppt/media/f33795.txt>
</file>

<file path=ppt/media/f33796.txt>
</file>

<file path=ppt/media/f33797.txt>
</file>

<file path=ppt/media/f33798.txt>
</file>

<file path=ppt/media/f33799.txt>
</file>

<file path=ppt/media/f33800.txt>
</file>

<file path=ppt/media/f33801.txt>
</file>

<file path=ppt/media/f33802.txt>
</file>

<file path=ppt/media/f33803.txt>
</file>

<file path=ppt/media/f33804.txt>
</file>

<file path=ppt/media/f33805.txt>
</file>

<file path=ppt/media/f33806.txt>
</file>

<file path=ppt/media/f33807.txt>
</file>

<file path=ppt/media/f33808.txt>
</file>

<file path=ppt/media/f33809.txt>
</file>

<file path=ppt/media/f33810.txt>
</file>

<file path=ppt/media/f33811.txt>
</file>

<file path=ppt/media/f33812.txt>
</file>

<file path=ppt/media/f33813.txt>
</file>

<file path=ppt/media/f33814.txt>
</file>

<file path=ppt/media/f33815.txt>
</file>

<file path=ppt/media/f33816.txt>
</file>

<file path=ppt/media/f33817.txt>
</file>

<file path=ppt/media/f33818.txt>
</file>

<file path=ppt/media/f33819.txt>
</file>

<file path=ppt/media/f33820.txt>
</file>

<file path=ppt/media/f33821.txt>
</file>

<file path=ppt/media/f33822.txt>
</file>

<file path=ppt/media/f33823.txt>
</file>

<file path=ppt/media/f33824.txt>
</file>

<file path=ppt/media/f33825.txt>
</file>

<file path=ppt/media/f33826.txt>
</file>

<file path=ppt/media/f33827.txt>
</file>

<file path=ppt/media/f33828.txt>
</file>

<file path=ppt/media/f33829.txt>
</file>

<file path=ppt/media/f33830.txt>
</file>

<file path=ppt/media/f33831.txt>
</file>

<file path=ppt/media/f33832.txt>
</file>

<file path=ppt/media/f33833.txt>
</file>

<file path=ppt/media/f33834.txt>
</file>

<file path=ppt/media/f33835.txt>
</file>

<file path=ppt/media/f33836.txt>
</file>

<file path=ppt/media/f33837.txt>
</file>

<file path=ppt/media/f33838.txt>
</file>

<file path=ppt/media/f33839.txt>
</file>

<file path=ppt/media/f33840.txt>
</file>

<file path=ppt/media/f33841.txt>
</file>

<file path=ppt/media/f33842.txt>
</file>

<file path=ppt/media/f33843.txt>
</file>

<file path=ppt/media/f33844.txt>
</file>

<file path=ppt/media/f33845.txt>
</file>

<file path=ppt/media/f33846.txt>
</file>

<file path=ppt/media/f33847.txt>
</file>

<file path=ppt/media/f33848.txt>
</file>

<file path=ppt/media/f33849.txt>
</file>

<file path=ppt/media/f33850.txt>
</file>

<file path=ppt/media/f33851.txt>
</file>

<file path=ppt/media/f33852.txt>
</file>

<file path=ppt/media/f33853.txt>
</file>

<file path=ppt/media/f33854.txt>
</file>

<file path=ppt/media/f33855.txt>
</file>

<file path=ppt/media/f33856.txt>
</file>

<file path=ppt/media/f33857.txt>
</file>

<file path=ppt/media/f33858.txt>
</file>

<file path=ppt/media/f33859.txt>
</file>

<file path=ppt/media/f33860.txt>
</file>

<file path=ppt/media/f33861.txt>
</file>

<file path=ppt/media/f33862.txt>
</file>

<file path=ppt/media/f33863.txt>
</file>

<file path=ppt/media/f33864.txt>
</file>

<file path=ppt/media/f33865.txt>
</file>

<file path=ppt/media/f33866.txt>
</file>

<file path=ppt/media/f33867.txt>
</file>

<file path=ppt/media/f33868.txt>
</file>

<file path=ppt/media/f33869.txt>
</file>

<file path=ppt/media/f33870.txt>
</file>

<file path=ppt/media/f33871.txt>
</file>

<file path=ppt/media/f33872.txt>
</file>

<file path=ppt/media/f33873.txt>
</file>

<file path=ppt/media/f33874.txt>
</file>

<file path=ppt/media/f33875.txt>
</file>

<file path=ppt/media/f33876.txt>
</file>

<file path=ppt/media/f33877.txt>
</file>

<file path=ppt/media/f33878.txt>
</file>

<file path=ppt/media/f33879.txt>
</file>

<file path=ppt/media/f33880.txt>
</file>

<file path=ppt/media/f33881.txt>
</file>

<file path=ppt/media/f33882.txt>
</file>

<file path=ppt/media/f33883.txt>
</file>

<file path=ppt/media/f33884.txt>
</file>

<file path=ppt/media/f33885.txt>
</file>

<file path=ppt/media/f33886.txt>
</file>

<file path=ppt/media/f33887.txt>
</file>

<file path=ppt/media/f33888.txt>
</file>

<file path=ppt/media/f33889.txt>
</file>

<file path=ppt/media/f33890.txt>
</file>

<file path=ppt/media/f33891.txt>
</file>

<file path=ppt/media/f33892.txt>
</file>

<file path=ppt/media/f33893.txt>
</file>

<file path=ppt/media/f33894.txt>
</file>

<file path=ppt/media/f33895.txt>
</file>

<file path=ppt/media/f33896.txt>
</file>

<file path=ppt/media/f33897.txt>
</file>

<file path=ppt/media/f33898.txt>
</file>

<file path=ppt/media/f33899.txt>
</file>

<file path=ppt/media/f33900.txt>
</file>

<file path=ppt/media/f33901.txt>
</file>

<file path=ppt/media/f33902.txt>
</file>

<file path=ppt/media/f33903.txt>
</file>

<file path=ppt/media/f33904.txt>
</file>

<file path=ppt/media/f33905.txt>
</file>

<file path=ppt/media/f33906.txt>
</file>

<file path=ppt/media/f33907.txt>
</file>

<file path=ppt/media/f33908.txt>
</file>

<file path=ppt/media/f33909.txt>
</file>

<file path=ppt/media/f33910.txt>
</file>

<file path=ppt/media/f33911.txt>
</file>

<file path=ppt/media/f33912.txt>
</file>

<file path=ppt/media/f33913.txt>
</file>

<file path=ppt/media/f33914.txt>
</file>

<file path=ppt/media/f33915.txt>
</file>

<file path=ppt/media/f33916.txt>
</file>

<file path=ppt/media/f33917.txt>
</file>

<file path=ppt/media/f33918.txt>
</file>

<file path=ppt/media/f33919.txt>
</file>

<file path=ppt/media/f33920.txt>
</file>

<file path=ppt/media/f33921.txt>
</file>

<file path=ppt/media/f33922.txt>
</file>

<file path=ppt/media/f33923.txt>
</file>

<file path=ppt/media/f33924.txt>
</file>

<file path=ppt/media/f33925.txt>
</file>

<file path=ppt/media/f33926.txt>
</file>

<file path=ppt/media/f33927.txt>
</file>

<file path=ppt/media/f33928.txt>
</file>

<file path=ppt/media/f33929.txt>
</file>

<file path=ppt/media/f33930.txt>
</file>

<file path=ppt/media/f33931.txt>
</file>

<file path=ppt/media/f33932.txt>
</file>

<file path=ppt/media/f33933.txt>
</file>

<file path=ppt/media/f33934.txt>
</file>

<file path=ppt/media/f33935.txt>
</file>

<file path=ppt/media/f33936.txt>
</file>

<file path=ppt/media/f33937.txt>
</file>

<file path=ppt/media/f33938.txt>
</file>

<file path=ppt/media/f33939.txt>
</file>

<file path=ppt/media/f33940.txt>
</file>

<file path=ppt/media/f33941.txt>
</file>

<file path=ppt/media/f33942.txt>
</file>

<file path=ppt/media/f33943.txt>
</file>

<file path=ppt/media/f33944.txt>
</file>

<file path=ppt/media/f33945.txt>
</file>

<file path=ppt/media/f33946.txt>
</file>

<file path=ppt/media/f33947.txt>
</file>

<file path=ppt/media/f33948.txt>
</file>

<file path=ppt/media/f33949.txt>
</file>

<file path=ppt/media/f33950.txt>
</file>

<file path=ppt/media/f33951.txt>
</file>

<file path=ppt/media/f33952.txt>
</file>

<file path=ppt/media/f33953.txt>
</file>

<file path=ppt/media/f33954.txt>
</file>

<file path=ppt/media/f33955.txt>
</file>

<file path=ppt/media/f33956.txt>
</file>

<file path=ppt/media/f33957.txt>
</file>

<file path=ppt/media/f33958.txt>
</file>

<file path=ppt/media/f33959.txt>
</file>

<file path=ppt/media/f33960.txt>
</file>

<file path=ppt/media/f33961.txt>
</file>

<file path=ppt/media/f33962.txt>
</file>

<file path=ppt/media/f33963.txt>
</file>

<file path=ppt/media/f33964.txt>
</file>

<file path=ppt/media/f33965.txt>
</file>

<file path=ppt/media/f33966.txt>
</file>

<file path=ppt/media/f33967.txt>
</file>

<file path=ppt/media/f33968.txt>
</file>

<file path=ppt/media/f33969.txt>
</file>

<file path=ppt/media/f33970.txt>
</file>

<file path=ppt/media/f33971.txt>
</file>

<file path=ppt/media/f33972.txt>
</file>

<file path=ppt/media/f33973.txt>
</file>

<file path=ppt/media/f33974.txt>
</file>

<file path=ppt/media/f33975.txt>
</file>

<file path=ppt/media/f33976.txt>
</file>

<file path=ppt/media/f33977.txt>
</file>

<file path=ppt/media/f33978.txt>
</file>

<file path=ppt/media/f33979.txt>
</file>

<file path=ppt/media/f33980.txt>
</file>

<file path=ppt/media/f33981.txt>
</file>

<file path=ppt/media/f33982.txt>
</file>

<file path=ppt/media/f33983.txt>
</file>

<file path=ppt/media/f33984.txt>
</file>

<file path=ppt/media/f33985.txt>
</file>

<file path=ppt/media/f33986.txt>
</file>

<file path=ppt/media/f33987.txt>
</file>

<file path=ppt/media/f33988.txt>
</file>

<file path=ppt/media/f33989.txt>
</file>

<file path=ppt/media/f33990.txt>
</file>

<file path=ppt/media/f33991.txt>
</file>

<file path=ppt/media/f33992.txt>
</file>

<file path=ppt/media/f33993.txt>
</file>

<file path=ppt/media/f33994.txt>
</file>

<file path=ppt/media/f33995.txt>
</file>

<file path=ppt/media/f33996.txt>
</file>

<file path=ppt/media/f33997.txt>
</file>

<file path=ppt/media/f33998.txt>
</file>

<file path=ppt/media/f33999.txt>
</file>

<file path=ppt/media/f34000.txt>
</file>

<file path=ppt/media/f34001.txt>
</file>

<file path=ppt/media/f34002.txt>
</file>

<file path=ppt/media/f34003.txt>
</file>

<file path=ppt/media/f34004.txt>
</file>

<file path=ppt/media/f34005.txt>
</file>

<file path=ppt/media/f34006.txt>
</file>

<file path=ppt/media/f34007.txt>
</file>

<file path=ppt/media/f34008.txt>
</file>

<file path=ppt/media/f34009.txt>
</file>

<file path=ppt/media/f34010.txt>
</file>

<file path=ppt/media/f34011.txt>
</file>

<file path=ppt/media/f34012.txt>
</file>

<file path=ppt/media/f34013.txt>
</file>

<file path=ppt/media/f34014.txt>
</file>

<file path=ppt/media/f34015.txt>
</file>

<file path=ppt/media/f34016.txt>
</file>

<file path=ppt/media/f34017.txt>
</file>

<file path=ppt/media/f34018.txt>
</file>

<file path=ppt/media/f34019.txt>
</file>

<file path=ppt/media/f34020.txt>
</file>

<file path=ppt/media/f34021.txt>
</file>

<file path=ppt/media/f34022.txt>
</file>

<file path=ppt/media/f34023.txt>
</file>

<file path=ppt/media/f34024.txt>
</file>

<file path=ppt/media/f34025.txt>
</file>

<file path=ppt/media/f34026.txt>
</file>

<file path=ppt/media/f34027.txt>
</file>

<file path=ppt/media/f34028.txt>
</file>

<file path=ppt/media/f34029.txt>
</file>

<file path=ppt/media/f34030.txt>
</file>

<file path=ppt/media/f34031.txt>
</file>

<file path=ppt/media/f34032.txt>
</file>

<file path=ppt/media/f34033.txt>
</file>

<file path=ppt/media/f34034.txt>
</file>

<file path=ppt/media/f34035.txt>
</file>

<file path=ppt/media/f34036.txt>
</file>

<file path=ppt/media/f34037.txt>
</file>

<file path=ppt/media/f34038.txt>
</file>

<file path=ppt/media/f34039.txt>
</file>

<file path=ppt/media/f34040.txt>
</file>

<file path=ppt/media/f34041.txt>
</file>

<file path=ppt/media/f34042.txt>
</file>

<file path=ppt/media/f34043.txt>
</file>

<file path=ppt/media/f34044.txt>
</file>

<file path=ppt/media/f34045.txt>
</file>

<file path=ppt/media/f34046.txt>
</file>

<file path=ppt/media/f34047.txt>
</file>

<file path=ppt/media/f34048.txt>
</file>

<file path=ppt/media/f34049.txt>
</file>

<file path=ppt/media/f34050.txt>
</file>

<file path=ppt/media/f34051.txt>
</file>

<file path=ppt/media/f34052.txt>
</file>

<file path=ppt/media/f34053.txt>
</file>

<file path=ppt/media/f34054.txt>
</file>

<file path=ppt/media/f34055.txt>
</file>

<file path=ppt/media/f34056.txt>
</file>

<file path=ppt/media/f34057.txt>
</file>

<file path=ppt/media/f34058.txt>
</file>

<file path=ppt/media/f34059.txt>
</file>

<file path=ppt/media/f34060.txt>
</file>

<file path=ppt/media/f34061.txt>
</file>

<file path=ppt/media/f34062.txt>
</file>

<file path=ppt/media/f34063.txt>
</file>

<file path=ppt/media/f34064.txt>
</file>

<file path=ppt/media/f34065.txt>
</file>

<file path=ppt/media/f34066.txt>
</file>

<file path=ppt/media/f34067.txt>
</file>

<file path=ppt/media/f34068.txt>
</file>

<file path=ppt/media/f34069.txt>
</file>

<file path=ppt/media/f34070.txt>
</file>

<file path=ppt/media/f34071.txt>
</file>

<file path=ppt/media/f34072.txt>
</file>

<file path=ppt/media/f34073.txt>
</file>

<file path=ppt/media/f34074.txt>
</file>

<file path=ppt/media/f34075.txt>
</file>

<file path=ppt/media/f34076.txt>
</file>

<file path=ppt/media/f34077.txt>
</file>

<file path=ppt/media/f34078.txt>
</file>

<file path=ppt/media/f34079.txt>
</file>

<file path=ppt/media/f34080.txt>
</file>

<file path=ppt/media/f34081.txt>
</file>

<file path=ppt/media/f34082.txt>
</file>

<file path=ppt/media/f34083.txt>
</file>

<file path=ppt/media/f34084.txt>
</file>

<file path=ppt/media/f34085.txt>
</file>

<file path=ppt/media/f34086.txt>
</file>

<file path=ppt/media/f34087.txt>
</file>

<file path=ppt/media/f34088.txt>
</file>

<file path=ppt/media/f34089.txt>
</file>

<file path=ppt/media/f34090.txt>
</file>

<file path=ppt/media/f34091.txt>
</file>

<file path=ppt/media/f34092.txt>
</file>

<file path=ppt/media/f34093.txt>
</file>

<file path=ppt/media/f34094.txt>
</file>

<file path=ppt/media/f34095.txt>
</file>

<file path=ppt/media/f34096.txt>
</file>

<file path=ppt/media/f34097.txt>
</file>

<file path=ppt/media/f34098.txt>
</file>

<file path=ppt/media/f34099.txt>
</file>

<file path=ppt/media/f34100.txt>
</file>

<file path=ppt/media/f34101.txt>
</file>

<file path=ppt/media/f34102.txt>
</file>

<file path=ppt/media/f34103.txt>
</file>

<file path=ppt/media/f34104.txt>
</file>

<file path=ppt/media/f34105.txt>
</file>

<file path=ppt/media/f34106.txt>
</file>

<file path=ppt/media/f34107.txt>
</file>

<file path=ppt/media/f34108.txt>
</file>

<file path=ppt/media/f34109.txt>
</file>

<file path=ppt/media/f34110.txt>
</file>

<file path=ppt/media/f34111.txt>
</file>

<file path=ppt/media/f34112.txt>
</file>

<file path=ppt/media/f34113.txt>
</file>

<file path=ppt/media/f34114.txt>
</file>

<file path=ppt/media/f34115.txt>
</file>

<file path=ppt/media/f34116.txt>
</file>

<file path=ppt/media/f34117.txt>
</file>

<file path=ppt/media/f34118.txt>
</file>

<file path=ppt/media/f34119.txt>
</file>

<file path=ppt/media/f34120.txt>
</file>

<file path=ppt/media/f34121.txt>
</file>

<file path=ppt/media/f34122.txt>
</file>

<file path=ppt/media/f34123.txt>
</file>

<file path=ppt/media/f34124.txt>
</file>

<file path=ppt/media/f34125.txt>
</file>

<file path=ppt/media/f34126.txt>
</file>

<file path=ppt/media/f34127.txt>
</file>

<file path=ppt/media/f34128.txt>
</file>

<file path=ppt/media/f34129.txt>
</file>

<file path=ppt/media/f34130.txt>
</file>

<file path=ppt/media/f34131.txt>
</file>

<file path=ppt/media/f34132.txt>
</file>

<file path=ppt/media/f34133.txt>
</file>

<file path=ppt/media/f34134.txt>
</file>

<file path=ppt/media/f34135.txt>
</file>

<file path=ppt/media/f34136.txt>
</file>

<file path=ppt/media/f34137.txt>
</file>

<file path=ppt/media/f34138.txt>
</file>

<file path=ppt/media/f34139.txt>
</file>

<file path=ppt/media/f34140.txt>
</file>

<file path=ppt/media/f34141.txt>
</file>

<file path=ppt/media/f34142.txt>
</file>

<file path=ppt/media/f34143.txt>
</file>

<file path=ppt/media/f34144.txt>
</file>

<file path=ppt/media/f34145.txt>
</file>

<file path=ppt/media/f34146.txt>
</file>

<file path=ppt/media/f34147.txt>
</file>

<file path=ppt/media/f34148.txt>
</file>

<file path=ppt/media/f34149.txt>
</file>

<file path=ppt/media/f34150.txt>
</file>

<file path=ppt/media/f34151.txt>
</file>

<file path=ppt/media/f34152.txt>
</file>

<file path=ppt/media/f34153.txt>
</file>

<file path=ppt/media/f34154.txt>
</file>

<file path=ppt/media/f34155.txt>
</file>

<file path=ppt/media/f34156.txt>
</file>

<file path=ppt/media/f34157.txt>
</file>

<file path=ppt/media/f34158.txt>
</file>

<file path=ppt/media/f34159.txt>
</file>

<file path=ppt/media/f34160.txt>
</file>

<file path=ppt/media/f34161.txt>
</file>

<file path=ppt/media/f34162.txt>
</file>

<file path=ppt/media/f34163.txt>
</file>

<file path=ppt/media/f34164.txt>
</file>

<file path=ppt/media/f34165.txt>
</file>

<file path=ppt/media/f34166.txt>
</file>

<file path=ppt/media/f34167.txt>
</file>

<file path=ppt/media/f34168.txt>
</file>

<file path=ppt/media/f34169.txt>
</file>

<file path=ppt/media/f34170.txt>
</file>

<file path=ppt/media/f34171.txt>
</file>

<file path=ppt/media/f34172.txt>
</file>

<file path=ppt/media/f34173.txt>
</file>

<file path=ppt/media/f34174.txt>
</file>

<file path=ppt/media/f34175.txt>
</file>

<file path=ppt/media/f34176.txt>
</file>

<file path=ppt/media/f34177.txt>
</file>

<file path=ppt/media/f34178.txt>
</file>

<file path=ppt/media/f34179.txt>
</file>

<file path=ppt/media/f34180.txt>
</file>

<file path=ppt/media/f34181.txt>
</file>

<file path=ppt/media/f34182.txt>
</file>

<file path=ppt/media/f34183.txt>
</file>

<file path=ppt/media/f34184.txt>
</file>

<file path=ppt/media/f34185.txt>
</file>

<file path=ppt/media/f34186.txt>
</file>

<file path=ppt/media/f34187.txt>
</file>

<file path=ppt/media/f34188.txt>
</file>

<file path=ppt/media/f34189.txt>
</file>

<file path=ppt/media/f34190.txt>
</file>

<file path=ppt/media/f34191.txt>
</file>

<file path=ppt/media/f34192.txt>
</file>

<file path=ppt/media/f34193.txt>
</file>

<file path=ppt/media/f34194.txt>
</file>

<file path=ppt/media/f34195.txt>
</file>

<file path=ppt/media/f34196.txt>
</file>

<file path=ppt/media/f34197.txt>
</file>

<file path=ppt/media/f34198.txt>
</file>

<file path=ppt/media/f34199.txt>
</file>

<file path=ppt/media/f34200.txt>
</file>

<file path=ppt/media/f34201.txt>
</file>

<file path=ppt/media/f34202.txt>
</file>

<file path=ppt/media/f34203.txt>
</file>

<file path=ppt/media/f34204.txt>
</file>

<file path=ppt/media/f34205.txt>
</file>

<file path=ppt/media/f34206.txt>
</file>

<file path=ppt/media/f34207.txt>
</file>

<file path=ppt/media/f34208.txt>
</file>

<file path=ppt/media/f34209.txt>
</file>

<file path=ppt/media/f34210.txt>
</file>

<file path=ppt/media/f34211.txt>
</file>

<file path=ppt/media/f34212.txt>
</file>

<file path=ppt/media/f34213.txt>
</file>

<file path=ppt/media/f34214.txt>
</file>

<file path=ppt/media/f34215.txt>
</file>

<file path=ppt/media/f34216.txt>
</file>

<file path=ppt/media/f34217.txt>
</file>

<file path=ppt/media/f34218.txt>
</file>

<file path=ppt/media/f34219.txt>
</file>

<file path=ppt/media/f34220.txt>
</file>

<file path=ppt/media/f34221.txt>
</file>

<file path=ppt/media/f34222.txt>
</file>

<file path=ppt/media/f34223.txt>
</file>

<file path=ppt/media/f34224.txt>
</file>

<file path=ppt/media/f34225.txt>
</file>

<file path=ppt/media/f34226.txt>
</file>

<file path=ppt/media/f34227.txt>
</file>

<file path=ppt/media/f34228.txt>
</file>

<file path=ppt/media/f34229.txt>
</file>

<file path=ppt/media/f34230.txt>
</file>

<file path=ppt/media/f34231.txt>
</file>

<file path=ppt/media/f34232.txt>
</file>

<file path=ppt/media/f34233.txt>
</file>

<file path=ppt/media/f34234.txt>
</file>

<file path=ppt/media/f34235.txt>
</file>

<file path=ppt/media/f34236.txt>
</file>

<file path=ppt/media/f34237.txt>
</file>

<file path=ppt/media/f34238.txt>
</file>

<file path=ppt/media/f34239.txt>
</file>

<file path=ppt/media/f34240.txt>
</file>

<file path=ppt/media/f34241.txt>
</file>

<file path=ppt/media/f34242.txt>
</file>

<file path=ppt/media/f34243.txt>
</file>

<file path=ppt/media/f34244.txt>
</file>

<file path=ppt/media/f34245.txt>
</file>

<file path=ppt/media/f34246.txt>
</file>

<file path=ppt/media/f34247.txt>
</file>

<file path=ppt/media/f34248.txt>
</file>

<file path=ppt/media/f34249.txt>
</file>

<file path=ppt/media/f34250.txt>
</file>

<file path=ppt/media/f34251.txt>
</file>

<file path=ppt/media/f34252.txt>
</file>

<file path=ppt/media/f34253.txt>
</file>

<file path=ppt/media/f34254.txt>
</file>

<file path=ppt/media/f34255.txt>
</file>

<file path=ppt/media/f34256.txt>
</file>

<file path=ppt/media/f34257.txt>
</file>

<file path=ppt/media/f34258.txt>
</file>

<file path=ppt/media/f34259.txt>
</file>

<file path=ppt/media/f34260.txt>
</file>

<file path=ppt/media/f34261.txt>
</file>

<file path=ppt/media/f34262.txt>
</file>

<file path=ppt/media/f34263.txt>
</file>

<file path=ppt/media/f34264.txt>
</file>

<file path=ppt/media/f34265.txt>
</file>

<file path=ppt/media/f34266.txt>
</file>

<file path=ppt/media/f34267.txt>
</file>

<file path=ppt/media/f34268.txt>
</file>

<file path=ppt/media/f34269.txt>
</file>

<file path=ppt/media/f34270.txt>
</file>

<file path=ppt/media/f34271.txt>
</file>

<file path=ppt/media/f34272.txt>
</file>

<file path=ppt/media/f34273.txt>
</file>

<file path=ppt/media/f34274.txt>
</file>

<file path=ppt/media/f34275.txt>
</file>

<file path=ppt/media/f34276.txt>
</file>

<file path=ppt/media/f34277.txt>
</file>

<file path=ppt/media/f34278.txt>
</file>

<file path=ppt/media/f34279.txt>
</file>

<file path=ppt/media/f34280.txt>
</file>

<file path=ppt/media/f34281.txt>
</file>

<file path=ppt/media/f34282.txt>
</file>

<file path=ppt/media/f34283.txt>
</file>

<file path=ppt/media/f34284.txt>
</file>

<file path=ppt/media/f34285.txt>
</file>

<file path=ppt/media/f34286.txt>
</file>

<file path=ppt/media/f34287.txt>
</file>

<file path=ppt/media/f34288.txt>
</file>

<file path=ppt/media/f34289.txt>
</file>

<file path=ppt/media/f34290.txt>
</file>

<file path=ppt/media/f34291.txt>
</file>

<file path=ppt/media/f34292.txt>
</file>

<file path=ppt/media/f34293.txt>
</file>

<file path=ppt/media/f34294.txt>
</file>

<file path=ppt/media/f34295.txt>
</file>

<file path=ppt/media/f34296.txt>
</file>

<file path=ppt/media/f34297.txt>
</file>

<file path=ppt/media/f34298.txt>
</file>

<file path=ppt/media/f34299.txt>
</file>

<file path=ppt/media/f34300.txt>
</file>

<file path=ppt/media/f34301.txt>
</file>

<file path=ppt/media/f34302.txt>
</file>

<file path=ppt/media/f34303.txt>
</file>

<file path=ppt/media/f34304.txt>
</file>

<file path=ppt/media/f34305.txt>
</file>

<file path=ppt/media/f34306.txt>
</file>

<file path=ppt/media/f34307.txt>
</file>

<file path=ppt/media/f34308.txt>
</file>

<file path=ppt/media/f34309.txt>
</file>

<file path=ppt/media/f34310.txt>
</file>

<file path=ppt/media/f34311.txt>
</file>

<file path=ppt/media/f34312.txt>
</file>

<file path=ppt/media/f34313.txt>
</file>

<file path=ppt/media/f34314.txt>
</file>

<file path=ppt/media/f34315.txt>
</file>

<file path=ppt/media/f34316.txt>
</file>

<file path=ppt/media/f34317.txt>
</file>

<file path=ppt/media/f34318.txt>
</file>

<file path=ppt/media/f34319.txt>
</file>

<file path=ppt/media/f34320.txt>
</file>

<file path=ppt/media/f34321.txt>
</file>

<file path=ppt/media/f34322.txt>
</file>

<file path=ppt/media/f34323.txt>
</file>

<file path=ppt/media/f34324.txt>
</file>

<file path=ppt/media/f34325.txt>
</file>

<file path=ppt/media/f34326.txt>
</file>

<file path=ppt/media/f34327.txt>
</file>

<file path=ppt/media/f34328.txt>
</file>

<file path=ppt/media/f34329.txt>
</file>

<file path=ppt/media/f34330.txt>
</file>

<file path=ppt/media/f34331.txt>
</file>

<file path=ppt/media/f34332.txt>
</file>

<file path=ppt/media/f34333.txt>
</file>

<file path=ppt/media/f34334.txt>
</file>

<file path=ppt/media/f34335.txt>
</file>

<file path=ppt/media/f34336.txt>
</file>

<file path=ppt/media/f34337.txt>
</file>

<file path=ppt/media/f34338.txt>
</file>

<file path=ppt/media/f34339.txt>
</file>

<file path=ppt/media/f34340.txt>
</file>

<file path=ppt/media/f34341.txt>
</file>

<file path=ppt/media/f34342.txt>
</file>

<file path=ppt/media/f34343.txt>
</file>

<file path=ppt/media/f34344.txt>
</file>

<file path=ppt/media/f34345.txt>
</file>

<file path=ppt/media/f34346.txt>
</file>

<file path=ppt/media/f34347.txt>
</file>

<file path=ppt/media/f34348.txt>
</file>

<file path=ppt/media/f34349.txt>
</file>

<file path=ppt/media/f34350.txt>
</file>

<file path=ppt/media/f34351.txt>
</file>

<file path=ppt/media/f34352.txt>
</file>

<file path=ppt/media/f34353.txt>
</file>

<file path=ppt/media/f34354.txt>
</file>

<file path=ppt/media/f34355.txt>
</file>

<file path=ppt/media/f34356.txt>
</file>

<file path=ppt/media/f34357.txt>
</file>

<file path=ppt/media/f34358.txt>
</file>

<file path=ppt/media/f34359.txt>
</file>

<file path=ppt/media/f34360.txt>
</file>

<file path=ppt/media/f34361.txt>
</file>

<file path=ppt/media/f34362.txt>
</file>

<file path=ppt/media/f34363.txt>
</file>

<file path=ppt/media/f34364.txt>
</file>

<file path=ppt/media/f34365.txt>
</file>

<file path=ppt/media/f34366.txt>
</file>

<file path=ppt/media/f34367.txt>
</file>

<file path=ppt/media/f34368.txt>
</file>

<file path=ppt/media/f34369.txt>
</file>

<file path=ppt/media/f34370.txt>
</file>

<file path=ppt/media/f34371.txt>
</file>

<file path=ppt/media/f34372.txt>
</file>

<file path=ppt/media/f34373.txt>
</file>

<file path=ppt/media/f34374.txt>
</file>

<file path=ppt/media/f34375.txt>
</file>

<file path=ppt/media/f34376.txt>
</file>

<file path=ppt/media/f34377.txt>
</file>

<file path=ppt/media/f34378.txt>
</file>

<file path=ppt/media/f34379.txt>
</file>

<file path=ppt/media/f34380.txt>
</file>

<file path=ppt/media/f34381.txt>
</file>

<file path=ppt/media/f34382.txt>
</file>

<file path=ppt/media/f34383.txt>
</file>

<file path=ppt/media/f34384.txt>
</file>

<file path=ppt/media/f34385.txt>
</file>

<file path=ppt/media/f34386.txt>
</file>

<file path=ppt/media/f34387.txt>
</file>

<file path=ppt/media/f34388.txt>
</file>

<file path=ppt/media/f34389.txt>
</file>

<file path=ppt/media/f34390.txt>
</file>

<file path=ppt/media/f34391.txt>
</file>

<file path=ppt/media/f34392.txt>
</file>

<file path=ppt/media/f34393.txt>
</file>

<file path=ppt/media/f34394.txt>
</file>

<file path=ppt/media/f34395.txt>
</file>

<file path=ppt/media/f34396.txt>
</file>

<file path=ppt/media/f34397.txt>
</file>

<file path=ppt/media/f34398.txt>
</file>

<file path=ppt/media/f34399.txt>
</file>

<file path=ppt/media/f34400.txt>
</file>

<file path=ppt/media/f34401.txt>
</file>

<file path=ppt/media/f34402.txt>
</file>

<file path=ppt/media/f34403.txt>
</file>

<file path=ppt/media/f34404.txt>
</file>

<file path=ppt/media/f34405.txt>
</file>

<file path=ppt/media/f34406.txt>
</file>

<file path=ppt/media/f34407.txt>
</file>

<file path=ppt/media/f34408.txt>
</file>

<file path=ppt/media/f34409.txt>
</file>

<file path=ppt/media/f34410.txt>
</file>

<file path=ppt/media/f34411.txt>
</file>

<file path=ppt/media/f34412.txt>
</file>

<file path=ppt/media/f34413.txt>
</file>

<file path=ppt/media/f34414.txt>
</file>

<file path=ppt/media/f34415.txt>
</file>

<file path=ppt/media/f34416.txt>
</file>

<file path=ppt/media/f34417.txt>
</file>

<file path=ppt/media/f34418.txt>
</file>

<file path=ppt/media/f34419.txt>
</file>

<file path=ppt/media/f34420.txt>
</file>

<file path=ppt/media/f34421.txt>
</file>

<file path=ppt/media/f34422.txt>
</file>

<file path=ppt/media/f34423.txt>
</file>

<file path=ppt/media/f34424.txt>
</file>

<file path=ppt/media/f34425.txt>
</file>

<file path=ppt/media/f34426.txt>
</file>

<file path=ppt/media/f34427.txt>
</file>

<file path=ppt/media/f34428.txt>
</file>

<file path=ppt/media/f34429.txt>
</file>

<file path=ppt/media/f34430.txt>
</file>

<file path=ppt/media/f34431.txt>
</file>

<file path=ppt/media/f34432.txt>
</file>

<file path=ppt/media/f34433.txt>
</file>

<file path=ppt/media/f34434.txt>
</file>

<file path=ppt/media/f34435.txt>
</file>

<file path=ppt/media/f34436.txt>
</file>

<file path=ppt/media/f34437.txt>
</file>

<file path=ppt/media/f34438.txt>
</file>

<file path=ppt/media/f34439.txt>
</file>

<file path=ppt/media/f34440.txt>
</file>

<file path=ppt/media/f34441.txt>
</file>

<file path=ppt/media/f34442.txt>
</file>

<file path=ppt/media/f34443.txt>
</file>

<file path=ppt/media/f34444.txt>
</file>

<file path=ppt/media/f34445.txt>
</file>

<file path=ppt/media/f34446.txt>
</file>

<file path=ppt/media/f34447.txt>
</file>

<file path=ppt/media/f34448.txt>
</file>

<file path=ppt/media/f34449.txt>
</file>

<file path=ppt/media/f34450.txt>
</file>

<file path=ppt/media/f34451.txt>
</file>

<file path=ppt/media/f34452.txt>
</file>

<file path=ppt/media/f34453.txt>
</file>

<file path=ppt/media/f34454.txt>
</file>

<file path=ppt/media/f34455.txt>
</file>

<file path=ppt/media/f34456.txt>
</file>

<file path=ppt/media/f34457.txt>
</file>

<file path=ppt/media/f34458.txt>
</file>

<file path=ppt/media/f34459.txt>
</file>

<file path=ppt/media/f34460.txt>
</file>

<file path=ppt/media/f34461.txt>
</file>

<file path=ppt/media/f34462.txt>
</file>

<file path=ppt/media/f34463.txt>
</file>

<file path=ppt/media/f34464.txt>
</file>

<file path=ppt/media/f34465.txt>
</file>

<file path=ppt/media/f34466.txt>
</file>

<file path=ppt/media/f34467.txt>
</file>

<file path=ppt/media/f34468.txt>
</file>

<file path=ppt/media/f34469.txt>
</file>

<file path=ppt/media/f34470.txt>
</file>

<file path=ppt/media/f34471.txt>
</file>

<file path=ppt/media/f34472.txt>
</file>

<file path=ppt/media/f34473.txt>
</file>

<file path=ppt/media/f34474.txt>
</file>

<file path=ppt/media/f34475.txt>
</file>

<file path=ppt/media/f34476.txt>
</file>

<file path=ppt/media/f34477.txt>
</file>

<file path=ppt/media/f34478.txt>
</file>

<file path=ppt/media/f34479.txt>
</file>

<file path=ppt/media/f34480.txt>
</file>

<file path=ppt/media/f34481.txt>
</file>

<file path=ppt/media/f34482.txt>
</file>

<file path=ppt/media/f34483.txt>
</file>

<file path=ppt/media/f34484.txt>
</file>

<file path=ppt/media/f34485.txt>
</file>

<file path=ppt/media/f34486.txt>
</file>

<file path=ppt/media/f34487.txt>
</file>

<file path=ppt/media/f34488.txt>
</file>

<file path=ppt/media/f34489.txt>
</file>

<file path=ppt/media/f34490.txt>
</file>

<file path=ppt/media/f34491.txt>
</file>

<file path=ppt/media/f34492.txt>
</file>

<file path=ppt/media/f34493.txt>
</file>

<file path=ppt/media/f34494.txt>
</file>

<file path=ppt/media/f34495.txt>
</file>

<file path=ppt/media/f34496.txt>
</file>

<file path=ppt/media/f34497.txt>
</file>

<file path=ppt/media/f34498.txt>
</file>

<file path=ppt/media/f34499.txt>
</file>

<file path=ppt/media/f34500.txt>
</file>

<file path=ppt/media/f34501.txt>
</file>

<file path=ppt/media/f34502.txt>
</file>

<file path=ppt/media/f34503.txt>
</file>

<file path=ppt/media/f34504.txt>
</file>

<file path=ppt/media/f34505.txt>
</file>

<file path=ppt/media/f34506.txt>
</file>

<file path=ppt/media/f34507.txt>
</file>

<file path=ppt/media/f34508.txt>
</file>

<file path=ppt/media/f34509.txt>
</file>

<file path=ppt/media/f34510.txt>
</file>

<file path=ppt/media/f34511.txt>
</file>

<file path=ppt/media/f34512.txt>
</file>

<file path=ppt/media/f34513.txt>
</file>

<file path=ppt/media/f34514.txt>
</file>

<file path=ppt/media/f34515.txt>
</file>

<file path=ppt/media/f34516.txt>
</file>

<file path=ppt/media/f34517.txt>
</file>

<file path=ppt/media/f34518.txt>
</file>

<file path=ppt/media/f34519.txt>
</file>

<file path=ppt/media/f34520.txt>
</file>

<file path=ppt/media/f34521.txt>
</file>

<file path=ppt/media/f34522.txt>
</file>

<file path=ppt/media/f34523.txt>
</file>

<file path=ppt/media/f34524.txt>
</file>

<file path=ppt/media/f34525.txt>
</file>

<file path=ppt/media/f34526.txt>
</file>

<file path=ppt/media/f34527.txt>
</file>

<file path=ppt/media/f34528.txt>
</file>

<file path=ppt/media/f34529.txt>
</file>

<file path=ppt/media/f34530.txt>
</file>

<file path=ppt/media/f34531.txt>
</file>

<file path=ppt/media/f34532.txt>
</file>

<file path=ppt/media/f34533.txt>
</file>

<file path=ppt/media/f34534.txt>
</file>

<file path=ppt/media/f34535.txt>
</file>

<file path=ppt/media/f34536.txt>
</file>

<file path=ppt/media/f34537.txt>
</file>

<file path=ppt/media/f34538.txt>
</file>

<file path=ppt/media/f34539.txt>
</file>

<file path=ppt/media/f34540.txt>
</file>

<file path=ppt/media/f34541.txt>
</file>

<file path=ppt/media/f34542.txt>
</file>

<file path=ppt/media/f34543.txt>
</file>

<file path=ppt/media/f34544.txt>
</file>

<file path=ppt/media/f34545.txt>
</file>

<file path=ppt/media/f34546.txt>
</file>

<file path=ppt/media/f34547.txt>
</file>

<file path=ppt/media/f34548.txt>
</file>

<file path=ppt/media/f34549.txt>
</file>

<file path=ppt/media/f34550.txt>
</file>

<file path=ppt/media/f34551.txt>
</file>

<file path=ppt/media/f34552.txt>
</file>

<file path=ppt/media/f34553.txt>
</file>

<file path=ppt/media/f34554.txt>
</file>

<file path=ppt/media/f34555.txt>
</file>

<file path=ppt/media/f34556.txt>
</file>

<file path=ppt/media/f34557.txt>
</file>

<file path=ppt/media/f34558.txt>
</file>

<file path=ppt/media/f34559.txt>
</file>

<file path=ppt/media/f34560.txt>
</file>

<file path=ppt/media/f34561.txt>
</file>

<file path=ppt/media/f34562.txt>
</file>

<file path=ppt/media/f34563.txt>
</file>

<file path=ppt/media/f34564.txt>
</file>

<file path=ppt/media/f34565.txt>
</file>

<file path=ppt/media/f34566.txt>
</file>

<file path=ppt/media/f34567.txt>
</file>

<file path=ppt/media/f34568.txt>
</file>

<file path=ppt/media/f34569.txt>
</file>

<file path=ppt/media/f34570.txt>
</file>

<file path=ppt/media/f34571.txt>
</file>

<file path=ppt/media/f34572.txt>
</file>

<file path=ppt/media/f34573.txt>
</file>

<file path=ppt/media/f34574.txt>
</file>

<file path=ppt/media/f34575.txt>
</file>

<file path=ppt/media/f34576.txt>
</file>

<file path=ppt/media/f34577.txt>
</file>

<file path=ppt/media/f34578.txt>
</file>

<file path=ppt/media/f34579.txt>
</file>

<file path=ppt/media/f34580.txt>
</file>

<file path=ppt/media/f34581.txt>
</file>

<file path=ppt/media/f34582.txt>
</file>

<file path=ppt/media/f34583.txt>
</file>

<file path=ppt/media/f34584.txt>
</file>

<file path=ppt/media/f34585.txt>
</file>

<file path=ppt/media/f34586.txt>
</file>

<file path=ppt/media/f34587.txt>
</file>

<file path=ppt/media/f34588.txt>
</file>

<file path=ppt/media/f34589.txt>
</file>

<file path=ppt/media/f34590.txt>
</file>

<file path=ppt/media/f34591.txt>
</file>

<file path=ppt/media/f34592.txt>
</file>

<file path=ppt/media/f34593.txt>
</file>

<file path=ppt/media/f34594.txt>
</file>

<file path=ppt/media/f34595.txt>
</file>

<file path=ppt/media/f34596.txt>
</file>

<file path=ppt/media/f34597.txt>
</file>

<file path=ppt/media/f34598.txt>
</file>

<file path=ppt/media/f34599.txt>
</file>

<file path=ppt/media/f34600.txt>
</file>

<file path=ppt/media/f34601.txt>
</file>

<file path=ppt/media/f34602.txt>
</file>

<file path=ppt/media/f34603.txt>
</file>

<file path=ppt/media/f34604.txt>
</file>

<file path=ppt/media/f34605.txt>
</file>

<file path=ppt/media/f34606.txt>
</file>

<file path=ppt/media/f34607.txt>
</file>

<file path=ppt/media/f34608.txt>
</file>

<file path=ppt/media/f34609.txt>
</file>

<file path=ppt/media/f34610.txt>
</file>

<file path=ppt/media/f34611.txt>
</file>

<file path=ppt/media/f34612.txt>
</file>

<file path=ppt/media/f34613.txt>
</file>

<file path=ppt/media/f34614.txt>
</file>

<file path=ppt/media/f34615.txt>
</file>

<file path=ppt/media/f34616.txt>
</file>

<file path=ppt/media/f34617.txt>
</file>

<file path=ppt/media/f34618.txt>
</file>

<file path=ppt/media/f34619.txt>
</file>

<file path=ppt/media/f34620.txt>
</file>

<file path=ppt/media/f34621.txt>
</file>

<file path=ppt/media/f34622.txt>
</file>

<file path=ppt/media/f34623.txt>
</file>

<file path=ppt/media/f34624.txt>
</file>

<file path=ppt/media/f34625.txt>
</file>

<file path=ppt/media/f34626.txt>
</file>

<file path=ppt/media/f34627.txt>
</file>

<file path=ppt/media/f34628.txt>
</file>

<file path=ppt/media/f34629.txt>
</file>

<file path=ppt/media/f34630.txt>
</file>

<file path=ppt/media/f34631.txt>
</file>

<file path=ppt/media/f34632.txt>
</file>

<file path=ppt/media/f34633.txt>
</file>

<file path=ppt/media/f34634.txt>
</file>

<file path=ppt/media/f34635.txt>
</file>

<file path=ppt/media/f34636.txt>
</file>

<file path=ppt/media/f34637.txt>
</file>

<file path=ppt/media/f34638.txt>
</file>

<file path=ppt/media/f34639.txt>
</file>

<file path=ppt/media/f34640.txt>
</file>

<file path=ppt/media/f34641.txt>
</file>

<file path=ppt/media/f34642.txt>
</file>

<file path=ppt/media/f34643.txt>
</file>

<file path=ppt/media/f34644.txt>
</file>

<file path=ppt/media/f34645.txt>
</file>

<file path=ppt/media/f34646.txt>
</file>

<file path=ppt/media/f34647.txt>
</file>

<file path=ppt/media/f34648.txt>
</file>

<file path=ppt/media/f34649.txt>
</file>

<file path=ppt/media/f34650.txt>
</file>

<file path=ppt/media/f34651.txt>
</file>

<file path=ppt/media/f34652.txt>
</file>

<file path=ppt/media/f34653.txt>
</file>

<file path=ppt/media/f34654.txt>
</file>

<file path=ppt/media/f34655.txt>
</file>

<file path=ppt/media/f34656.txt>
</file>

<file path=ppt/media/f34657.txt>
</file>

<file path=ppt/media/f34658.txt>
</file>

<file path=ppt/media/f34659.txt>
</file>

<file path=ppt/media/f34660.txt>
</file>

<file path=ppt/media/f34661.txt>
</file>

<file path=ppt/media/f34662.txt>
</file>

<file path=ppt/media/f34663.txt>
</file>

<file path=ppt/media/f34664.txt>
</file>

<file path=ppt/media/f34665.txt>
</file>

<file path=ppt/media/f34666.txt>
</file>

<file path=ppt/media/f34667.txt>
</file>

<file path=ppt/media/f34668.txt>
</file>

<file path=ppt/media/f34669.txt>
</file>

<file path=ppt/media/f34670.txt>
</file>

<file path=ppt/media/f34671.txt>
</file>

<file path=ppt/media/f34672.txt>
</file>

<file path=ppt/media/f34673.txt>
</file>

<file path=ppt/media/f34674.txt>
</file>

<file path=ppt/media/f34675.txt>
</file>

<file path=ppt/media/f34676.txt>
</file>

<file path=ppt/media/f34677.txt>
</file>

<file path=ppt/media/f34678.txt>
</file>

<file path=ppt/media/f34679.txt>
</file>

<file path=ppt/media/f34680.txt>
</file>

<file path=ppt/media/f34681.txt>
</file>

<file path=ppt/media/f34682.txt>
</file>

<file path=ppt/media/f34683.txt>
</file>

<file path=ppt/media/f34684.txt>
</file>

<file path=ppt/media/f34685.txt>
</file>

<file path=ppt/media/f34686.txt>
</file>

<file path=ppt/media/f34687.txt>
</file>

<file path=ppt/media/f34688.txt>
</file>

<file path=ppt/media/f34689.txt>
</file>

<file path=ppt/media/f34690.txt>
</file>

<file path=ppt/media/f34691.txt>
</file>

<file path=ppt/media/f34692.txt>
</file>

<file path=ppt/media/f34693.txt>
</file>

<file path=ppt/media/f34694.txt>
</file>

<file path=ppt/media/f34695.txt>
</file>

<file path=ppt/media/f34696.txt>
</file>

<file path=ppt/media/f34697.txt>
</file>

<file path=ppt/media/f34698.txt>
</file>

<file path=ppt/media/f34699.txt>
</file>

<file path=ppt/media/f34700.txt>
</file>

<file path=ppt/media/f34701.txt>
</file>

<file path=ppt/media/f34702.txt>
</file>

<file path=ppt/media/f34703.txt>
</file>

<file path=ppt/media/f34704.txt>
</file>

<file path=ppt/media/f34705.txt>
</file>

<file path=ppt/media/f34706.txt>
</file>

<file path=ppt/media/f34707.txt>
</file>

<file path=ppt/media/f34708.txt>
</file>

<file path=ppt/media/f34709.txt>
</file>

<file path=ppt/media/f34710.txt>
</file>

<file path=ppt/media/f34711.txt>
</file>

<file path=ppt/media/f34712.txt>
</file>

<file path=ppt/media/f34713.txt>
</file>

<file path=ppt/media/f34714.txt>
</file>

<file path=ppt/media/f34715.txt>
</file>

<file path=ppt/media/f34716.txt>
</file>

<file path=ppt/media/f34717.txt>
</file>

<file path=ppt/media/f34718.txt>
</file>

<file path=ppt/media/f34719.txt>
</file>

<file path=ppt/media/f34720.txt>
</file>

<file path=ppt/media/f34721.txt>
</file>

<file path=ppt/media/f34722.txt>
</file>

<file path=ppt/media/f34723.txt>
</file>

<file path=ppt/media/f34724.txt>
</file>

<file path=ppt/media/f34725.txt>
</file>

<file path=ppt/media/f34726.txt>
</file>

<file path=ppt/media/f34727.txt>
</file>

<file path=ppt/media/f34728.txt>
</file>

<file path=ppt/media/f34729.txt>
</file>

<file path=ppt/media/f34730.txt>
</file>

<file path=ppt/media/f34731.txt>
</file>

<file path=ppt/media/f34732.txt>
</file>

<file path=ppt/media/f34733.txt>
</file>

<file path=ppt/media/f34734.txt>
</file>

<file path=ppt/media/f34735.txt>
</file>

<file path=ppt/media/f34736.txt>
</file>

<file path=ppt/media/f34737.txt>
</file>

<file path=ppt/media/f34738.txt>
</file>

<file path=ppt/media/f34739.txt>
</file>

<file path=ppt/media/f34740.txt>
</file>

<file path=ppt/media/f34741.txt>
</file>

<file path=ppt/media/f34742.txt>
</file>

<file path=ppt/media/f34743.txt>
</file>

<file path=ppt/media/f34744.txt>
</file>

<file path=ppt/media/f34745.txt>
</file>

<file path=ppt/media/f34746.txt>
</file>

<file path=ppt/media/f34747.txt>
</file>

<file path=ppt/media/f34748.txt>
</file>

<file path=ppt/media/f34749.txt>
</file>

<file path=ppt/media/f34750.txt>
</file>

<file path=ppt/media/f34751.txt>
</file>

<file path=ppt/media/f34752.txt>
</file>

<file path=ppt/media/f34753.txt>
</file>

<file path=ppt/media/f34754.txt>
</file>

<file path=ppt/media/f34755.txt>
</file>

<file path=ppt/media/f34756.txt>
</file>

<file path=ppt/media/f34757.txt>
</file>

<file path=ppt/media/f34758.txt>
</file>

<file path=ppt/media/f34759.txt>
</file>

<file path=ppt/media/f34760.txt>
</file>

<file path=ppt/media/f34761.txt>
</file>

<file path=ppt/media/f34762.txt>
</file>

<file path=ppt/media/f34763.txt>
</file>

<file path=ppt/media/f34764.txt>
</file>

<file path=ppt/media/f34765.txt>
</file>

<file path=ppt/media/f34766.txt>
</file>

<file path=ppt/media/f34767.txt>
</file>

<file path=ppt/media/f34768.txt>
</file>

<file path=ppt/media/f34769.txt>
</file>

<file path=ppt/media/f34770.txt>
</file>

<file path=ppt/media/f34771.txt>
</file>

<file path=ppt/media/f34772.txt>
</file>

<file path=ppt/media/f34773.txt>
</file>

<file path=ppt/media/f34774.txt>
</file>

<file path=ppt/media/f34775.txt>
</file>

<file path=ppt/media/f34776.txt>
</file>

<file path=ppt/media/f34777.txt>
</file>

<file path=ppt/media/f34778.txt>
</file>

<file path=ppt/media/f34779.txt>
</file>

<file path=ppt/media/f34780.txt>
</file>

<file path=ppt/media/f34781.txt>
</file>

<file path=ppt/media/f34782.txt>
</file>

<file path=ppt/media/f34783.txt>
</file>

<file path=ppt/media/f34784.txt>
</file>

<file path=ppt/media/f34785.txt>
</file>

<file path=ppt/media/f34786.txt>
</file>

<file path=ppt/media/f34787.txt>
</file>

<file path=ppt/media/f34788.txt>
</file>

<file path=ppt/media/f34789.txt>
</file>

<file path=ppt/media/f34790.txt>
</file>

<file path=ppt/media/f34791.txt>
</file>

<file path=ppt/media/f34792.txt>
</file>

<file path=ppt/media/f34793.txt>
</file>

<file path=ppt/media/f34794.txt>
</file>

<file path=ppt/media/f34795.txt>
</file>

<file path=ppt/media/f34796.txt>
</file>

<file path=ppt/media/f34797.txt>
</file>

<file path=ppt/media/f34798.txt>
</file>

<file path=ppt/media/f34799.txt>
</file>

<file path=ppt/media/f34800.txt>
</file>

<file path=ppt/media/f34801.txt>
</file>

<file path=ppt/media/f34802.txt>
</file>

<file path=ppt/media/f34803.txt>
</file>

<file path=ppt/media/f34804.txt>
</file>

<file path=ppt/media/f34805.txt>
</file>

<file path=ppt/media/f34806.txt>
</file>

<file path=ppt/media/f34807.txt>
</file>

<file path=ppt/media/f34808.txt>
</file>

<file path=ppt/media/f34809.txt>
</file>

<file path=ppt/media/f34810.txt>
</file>

<file path=ppt/media/f34811.txt>
</file>

<file path=ppt/media/f34812.txt>
</file>

<file path=ppt/media/f34813.txt>
</file>

<file path=ppt/media/f34814.txt>
</file>

<file path=ppt/media/f34815.txt>
</file>

<file path=ppt/media/f34816.txt>
</file>

<file path=ppt/media/f34817.txt>
</file>

<file path=ppt/media/f34818.txt>
</file>

<file path=ppt/media/f34819.txt>
</file>

<file path=ppt/media/f34820.txt>
</file>

<file path=ppt/media/f34821.txt>
</file>

<file path=ppt/media/f34822.txt>
</file>

<file path=ppt/media/f34823.txt>
</file>

<file path=ppt/media/f34824.txt>
</file>

<file path=ppt/media/f34825.txt>
</file>

<file path=ppt/media/f34826.txt>
</file>

<file path=ppt/media/f34827.txt>
</file>

<file path=ppt/media/f34828.txt>
</file>

<file path=ppt/media/f34829.txt>
</file>

<file path=ppt/media/f34830.txt>
</file>

<file path=ppt/media/f34831.txt>
</file>

<file path=ppt/media/f34832.txt>
</file>

<file path=ppt/media/f34833.txt>
</file>

<file path=ppt/media/f34834.txt>
</file>

<file path=ppt/media/f34835.txt>
</file>

<file path=ppt/media/f34836.txt>
</file>

<file path=ppt/media/f34837.txt>
</file>

<file path=ppt/media/f34838.txt>
</file>

<file path=ppt/media/f34839.txt>
</file>

<file path=ppt/media/f34840.txt>
</file>

<file path=ppt/media/f34841.txt>
</file>

<file path=ppt/media/f34842.txt>
</file>

<file path=ppt/media/f34843.txt>
</file>

<file path=ppt/media/f34844.txt>
</file>

<file path=ppt/media/f34845.txt>
</file>

<file path=ppt/media/f34846.txt>
</file>

<file path=ppt/media/f34847.txt>
</file>

<file path=ppt/media/f34848.txt>
</file>

<file path=ppt/media/f34849.txt>
</file>

<file path=ppt/media/f34850.txt>
</file>

<file path=ppt/media/f34851.txt>
</file>

<file path=ppt/media/f34852.txt>
</file>

<file path=ppt/media/f34853.txt>
</file>

<file path=ppt/media/f34854.txt>
</file>

<file path=ppt/media/f34855.txt>
</file>

<file path=ppt/media/f34856.txt>
</file>

<file path=ppt/media/f34857.txt>
</file>

<file path=ppt/media/f34858.txt>
</file>

<file path=ppt/media/f34859.txt>
</file>

<file path=ppt/media/f34860.txt>
</file>

<file path=ppt/media/f34861.txt>
</file>

<file path=ppt/media/f34862.txt>
</file>

<file path=ppt/media/f34863.txt>
</file>

<file path=ppt/media/f34864.txt>
</file>

<file path=ppt/media/f34865.txt>
</file>

<file path=ppt/media/f34866.txt>
</file>

<file path=ppt/media/f34867.txt>
</file>

<file path=ppt/media/f34868.txt>
</file>

<file path=ppt/media/f34869.txt>
</file>

<file path=ppt/media/f34870.txt>
</file>

<file path=ppt/media/f34871.txt>
</file>

<file path=ppt/media/f34872.txt>
</file>

<file path=ppt/media/f34873.txt>
</file>

<file path=ppt/media/f34874.txt>
</file>

<file path=ppt/media/f34875.txt>
</file>

<file path=ppt/media/f34876.txt>
</file>

<file path=ppt/media/f34877.txt>
</file>

<file path=ppt/media/f34878.txt>
</file>

<file path=ppt/media/f34879.txt>
</file>

<file path=ppt/media/f34880.txt>
</file>

<file path=ppt/media/f34881.txt>
</file>

<file path=ppt/media/f34882.txt>
</file>

<file path=ppt/media/f34883.txt>
</file>

<file path=ppt/media/f34884.txt>
</file>

<file path=ppt/media/f34885.txt>
</file>

<file path=ppt/media/f34886.txt>
</file>

<file path=ppt/media/f34887.txt>
</file>

<file path=ppt/media/f34888.txt>
</file>

<file path=ppt/media/f34889.txt>
</file>

<file path=ppt/media/f34890.txt>
</file>

<file path=ppt/media/f34891.txt>
</file>

<file path=ppt/media/f34892.txt>
</file>

<file path=ppt/media/f34893.txt>
</file>

<file path=ppt/media/f34894.txt>
</file>

<file path=ppt/media/f34895.txt>
</file>

<file path=ppt/media/f34896.txt>
</file>

<file path=ppt/media/f34897.txt>
</file>

<file path=ppt/media/f34898.txt>
</file>

<file path=ppt/media/f34899.txt>
</file>

<file path=ppt/media/f34900.txt>
</file>

<file path=ppt/media/f34901.txt>
</file>

<file path=ppt/media/f34902.txt>
</file>

<file path=ppt/media/f34903.txt>
</file>

<file path=ppt/media/f34904.txt>
</file>

<file path=ppt/media/f34905.txt>
</file>

<file path=ppt/media/f34906.txt>
</file>

<file path=ppt/media/f34907.txt>
</file>

<file path=ppt/media/f34908.txt>
</file>

<file path=ppt/media/f34909.txt>
</file>

<file path=ppt/media/f34910.txt>
</file>

<file path=ppt/media/f34911.txt>
</file>

<file path=ppt/media/f34912.txt>
</file>

<file path=ppt/media/f34913.txt>
</file>

<file path=ppt/media/f34914.txt>
</file>

<file path=ppt/media/f34915.txt>
</file>

<file path=ppt/media/f34916.txt>
</file>

<file path=ppt/media/f34917.txt>
</file>

<file path=ppt/media/f34918.txt>
</file>

<file path=ppt/media/f34919.txt>
</file>

<file path=ppt/media/f34920.txt>
</file>

<file path=ppt/media/f34921.txt>
</file>

<file path=ppt/media/f34922.txt>
</file>

<file path=ppt/media/f34923.txt>
</file>

<file path=ppt/media/f34924.txt>
</file>

<file path=ppt/media/f34925.txt>
</file>

<file path=ppt/media/f34926.txt>
</file>

<file path=ppt/media/f34927.txt>
</file>

<file path=ppt/media/f34928.txt>
</file>

<file path=ppt/media/f34929.txt>
</file>

<file path=ppt/media/f34930.txt>
</file>

<file path=ppt/media/f34931.txt>
</file>

<file path=ppt/media/f34932.txt>
</file>

<file path=ppt/media/f34933.txt>
</file>

<file path=ppt/media/f34934.txt>
</file>

<file path=ppt/media/f34935.txt>
</file>

<file path=ppt/media/f34936.txt>
</file>

<file path=ppt/media/f34937.txt>
</file>

<file path=ppt/media/f34938.txt>
</file>

<file path=ppt/media/f34939.txt>
</file>

<file path=ppt/media/f34940.txt>
</file>

<file path=ppt/media/f34941.txt>
</file>

<file path=ppt/media/f34942.txt>
</file>

<file path=ppt/media/f34943.txt>
</file>

<file path=ppt/media/f34944.txt>
</file>

<file path=ppt/media/f34945.txt>
</file>

<file path=ppt/media/f34946.txt>
</file>

<file path=ppt/media/f34947.txt>
</file>

<file path=ppt/media/f34948.txt>
</file>

<file path=ppt/media/f34949.txt>
</file>

<file path=ppt/media/f34950.txt>
</file>

<file path=ppt/media/f34951.txt>
</file>

<file path=ppt/media/f34952.txt>
</file>

<file path=ppt/media/f34953.txt>
</file>

<file path=ppt/media/f34954.txt>
</file>

<file path=ppt/media/f34955.txt>
</file>

<file path=ppt/media/f34956.txt>
</file>

<file path=ppt/media/f34957.txt>
</file>

<file path=ppt/media/f34958.txt>
</file>

<file path=ppt/media/f34959.txt>
</file>

<file path=ppt/media/f34960.txt>
</file>

<file path=ppt/media/f34961.txt>
</file>

<file path=ppt/media/f34962.txt>
</file>

<file path=ppt/media/f34963.txt>
</file>

<file path=ppt/media/f34964.txt>
</file>

<file path=ppt/media/f34965.txt>
</file>

<file path=ppt/media/f34966.txt>
</file>

<file path=ppt/media/f34967.txt>
</file>

<file path=ppt/media/f34968.txt>
</file>

<file path=ppt/media/f34969.txt>
</file>

<file path=ppt/media/f34970.txt>
</file>

<file path=ppt/media/f34971.txt>
</file>

<file path=ppt/media/f34972.txt>
</file>

<file path=ppt/media/f34973.txt>
</file>

<file path=ppt/media/f34974.txt>
</file>

<file path=ppt/media/f34975.txt>
</file>

<file path=ppt/media/f34976.txt>
</file>

<file path=ppt/media/f34977.txt>
</file>

<file path=ppt/media/f34978.txt>
</file>

<file path=ppt/media/f34979.txt>
</file>

<file path=ppt/media/f34980.txt>
</file>

<file path=ppt/media/f34981.txt>
</file>

<file path=ppt/media/f34982.txt>
</file>

<file path=ppt/media/f34983.txt>
</file>

<file path=ppt/media/f34984.txt>
</file>

<file path=ppt/media/f34985.txt>
</file>

<file path=ppt/media/f34986.txt>
</file>

<file path=ppt/media/f34987.txt>
</file>

<file path=ppt/media/f34988.txt>
</file>

<file path=ppt/media/f34989.txt>
</file>

<file path=ppt/media/f34990.txt>
</file>

<file path=ppt/media/f34991.txt>
</file>

<file path=ppt/media/f34992.txt>
</file>

<file path=ppt/media/f34993.txt>
</file>

<file path=ppt/media/f34994.txt>
</file>

<file path=ppt/media/f34995.txt>
</file>

<file path=ppt/media/f34996.txt>
</file>

<file path=ppt/media/f34997.txt>
</file>

<file path=ppt/media/f34998.txt>
</file>

<file path=ppt/media/f34999.txt>
</file>

<file path=ppt/media/f35000.txt>
</file>

<file path=ppt/media/f35001.txt>
</file>

<file path=ppt/media/f35002.txt>
</file>

<file path=ppt/media/f35003.txt>
</file>

<file path=ppt/media/f35004.txt>
</file>

<file path=ppt/media/f35005.txt>
</file>

<file path=ppt/media/f35006.txt>
</file>

<file path=ppt/media/f35007.txt>
</file>

<file path=ppt/media/f35008.txt>
</file>

<file path=ppt/media/f35009.txt>
</file>

<file path=ppt/media/f35010.txt>
</file>

<file path=ppt/media/f35011.txt>
</file>

<file path=ppt/media/f35012.txt>
</file>

<file path=ppt/media/f35013.txt>
</file>

<file path=ppt/media/f35014.txt>
</file>

<file path=ppt/media/f35015.txt>
</file>

<file path=ppt/media/f35016.txt>
</file>

<file path=ppt/media/f35017.txt>
</file>

<file path=ppt/media/f35018.txt>
</file>

<file path=ppt/media/f35019.txt>
</file>

<file path=ppt/media/f35020.txt>
</file>

<file path=ppt/media/f35021.txt>
</file>

<file path=ppt/media/f35022.txt>
</file>

<file path=ppt/media/f35023.txt>
</file>

<file path=ppt/media/f35024.txt>
</file>

<file path=ppt/media/f35025.txt>
</file>

<file path=ppt/media/f35026.txt>
</file>

<file path=ppt/media/f35027.txt>
</file>

<file path=ppt/media/f35028.txt>
</file>

<file path=ppt/media/f35029.txt>
</file>

<file path=ppt/media/f35030.txt>
</file>

<file path=ppt/media/f35031.txt>
</file>

<file path=ppt/media/f35032.txt>
</file>

<file path=ppt/media/f35033.txt>
</file>

<file path=ppt/media/f35034.txt>
</file>

<file path=ppt/media/f35035.txt>
</file>

<file path=ppt/media/f35036.txt>
</file>

<file path=ppt/media/f35037.txt>
</file>

<file path=ppt/media/f35038.txt>
</file>

<file path=ppt/media/f35039.txt>
</file>

<file path=ppt/media/f35040.txt>
</file>

<file path=ppt/media/f35041.txt>
</file>

<file path=ppt/media/f35042.txt>
</file>

<file path=ppt/media/f35043.txt>
</file>

<file path=ppt/media/f35044.txt>
</file>

<file path=ppt/media/f35045.txt>
</file>

<file path=ppt/media/f35046.txt>
</file>

<file path=ppt/media/f35047.txt>
</file>

<file path=ppt/media/f35048.txt>
</file>

<file path=ppt/media/f35049.txt>
</file>

<file path=ppt/media/f35050.txt>
</file>

<file path=ppt/media/f35051.txt>
</file>

<file path=ppt/media/f35052.txt>
</file>

<file path=ppt/media/f35053.txt>
</file>

<file path=ppt/media/f35054.txt>
</file>

<file path=ppt/media/f35055.txt>
</file>

<file path=ppt/media/f35056.txt>
</file>

<file path=ppt/media/f35057.txt>
</file>

<file path=ppt/media/f35058.txt>
</file>

<file path=ppt/media/f35059.txt>
</file>

<file path=ppt/media/f35060.txt>
</file>

<file path=ppt/media/f35061.txt>
</file>

<file path=ppt/media/f35062.txt>
</file>

<file path=ppt/media/f35063.txt>
</file>

<file path=ppt/media/f35064.txt>
</file>

<file path=ppt/media/f35065.txt>
</file>

<file path=ppt/media/f35066.txt>
</file>

<file path=ppt/media/f35067.txt>
</file>

<file path=ppt/media/f35068.txt>
</file>

<file path=ppt/media/f35069.txt>
</file>

<file path=ppt/media/f35070.txt>
</file>

<file path=ppt/media/f35071.txt>
</file>

<file path=ppt/media/f35072.txt>
</file>

<file path=ppt/media/f35073.txt>
</file>

<file path=ppt/media/f35074.txt>
</file>

<file path=ppt/media/f35075.txt>
</file>

<file path=ppt/media/f35076.txt>
</file>

<file path=ppt/media/f35077.txt>
</file>

<file path=ppt/media/f35078.txt>
</file>

<file path=ppt/media/f35079.txt>
</file>

<file path=ppt/media/f35080.txt>
</file>

<file path=ppt/media/f35081.txt>
</file>

<file path=ppt/media/f35082.txt>
</file>

<file path=ppt/media/f35083.txt>
</file>

<file path=ppt/media/f35084.txt>
</file>

<file path=ppt/media/f35085.txt>
</file>

<file path=ppt/media/f35086.txt>
</file>

<file path=ppt/media/f35087.txt>
</file>

<file path=ppt/media/f35088.txt>
</file>

<file path=ppt/media/f35089.txt>
</file>

<file path=ppt/media/f35090.txt>
</file>

<file path=ppt/media/f35091.txt>
</file>

<file path=ppt/media/f35092.txt>
</file>

<file path=ppt/media/f35093.txt>
</file>

<file path=ppt/media/f35094.txt>
</file>

<file path=ppt/media/f35095.txt>
</file>

<file path=ppt/media/f35096.txt>
</file>

<file path=ppt/media/f35097.txt>
</file>

<file path=ppt/media/f35098.txt>
</file>

<file path=ppt/media/f35099.txt>
</file>

<file path=ppt/media/f35100.txt>
</file>

<file path=ppt/media/f35101.txt>
</file>

<file path=ppt/media/f35102.txt>
</file>

<file path=ppt/media/f35103.txt>
</file>

<file path=ppt/media/f35104.txt>
</file>

<file path=ppt/media/f35105.txt>
</file>

<file path=ppt/media/f35106.txt>
</file>

<file path=ppt/media/f35107.txt>
</file>

<file path=ppt/media/f35108.txt>
</file>

<file path=ppt/media/f35109.txt>
</file>

<file path=ppt/media/f35110.txt>
</file>

<file path=ppt/media/f35111.txt>
</file>

<file path=ppt/media/f35112.txt>
</file>

<file path=ppt/media/f35113.txt>
</file>

<file path=ppt/media/f35114.txt>
</file>

<file path=ppt/media/f35115.txt>
</file>

<file path=ppt/media/f35116.txt>
</file>

<file path=ppt/media/f35117.txt>
</file>

<file path=ppt/media/f35118.txt>
</file>

<file path=ppt/media/f35119.txt>
</file>

<file path=ppt/media/f35120.txt>
</file>

<file path=ppt/media/f35121.txt>
</file>

<file path=ppt/media/f35122.txt>
</file>

<file path=ppt/media/f35123.txt>
</file>

<file path=ppt/media/f35124.txt>
</file>

<file path=ppt/media/f35125.txt>
</file>

<file path=ppt/media/f35126.txt>
</file>

<file path=ppt/media/f35127.txt>
</file>

<file path=ppt/media/f35128.txt>
</file>

<file path=ppt/media/f35129.txt>
</file>

<file path=ppt/media/f35130.txt>
</file>

<file path=ppt/media/f35131.txt>
</file>

<file path=ppt/media/f35132.txt>
</file>

<file path=ppt/media/f35133.txt>
</file>

<file path=ppt/media/f35134.txt>
</file>

<file path=ppt/media/f35135.txt>
</file>

<file path=ppt/media/f35136.txt>
</file>

<file path=ppt/media/f35137.txt>
</file>

<file path=ppt/media/f35138.txt>
</file>

<file path=ppt/media/f35139.txt>
</file>

<file path=ppt/media/f35140.txt>
</file>

<file path=ppt/media/f35141.txt>
</file>

<file path=ppt/media/f35142.txt>
</file>

<file path=ppt/media/f35143.txt>
</file>

<file path=ppt/media/f35144.txt>
</file>

<file path=ppt/media/f35145.txt>
</file>

<file path=ppt/media/f35146.txt>
</file>

<file path=ppt/media/f35147.txt>
</file>

<file path=ppt/media/f35148.txt>
</file>

<file path=ppt/media/f35149.txt>
</file>

<file path=ppt/media/f35150.txt>
</file>

<file path=ppt/media/f35151.txt>
</file>

<file path=ppt/media/f35152.txt>
</file>

<file path=ppt/media/f35153.txt>
</file>

<file path=ppt/media/f35154.txt>
</file>

<file path=ppt/media/f35155.txt>
</file>

<file path=ppt/media/f35156.txt>
</file>

<file path=ppt/media/f35157.txt>
</file>

<file path=ppt/media/f35158.txt>
</file>

<file path=ppt/media/f35159.txt>
</file>

<file path=ppt/media/f35160.txt>
</file>

<file path=ppt/media/f35161.txt>
</file>

<file path=ppt/media/f35162.txt>
</file>

<file path=ppt/media/f35163.txt>
</file>

<file path=ppt/media/f35164.txt>
</file>

<file path=ppt/media/f35165.txt>
</file>

<file path=ppt/media/f35166.txt>
</file>

<file path=ppt/media/f35167.txt>
</file>

<file path=ppt/media/f35168.txt>
</file>

<file path=ppt/media/f35169.txt>
</file>

<file path=ppt/media/f35170.txt>
</file>

<file path=ppt/media/f35171.txt>
</file>

<file path=ppt/media/f35172.txt>
</file>

<file path=ppt/media/f35173.txt>
</file>

<file path=ppt/media/f35174.txt>
</file>

<file path=ppt/media/f35175.txt>
</file>

<file path=ppt/media/f35176.txt>
</file>

<file path=ppt/media/f35177.txt>
</file>

<file path=ppt/media/f35178.txt>
</file>

<file path=ppt/media/f35179.txt>
</file>

<file path=ppt/media/f35180.txt>
</file>

<file path=ppt/media/f35181.txt>
</file>

<file path=ppt/media/f35182.txt>
</file>

<file path=ppt/media/f35183.txt>
</file>

<file path=ppt/media/f35184.txt>
</file>

<file path=ppt/media/f35185.txt>
</file>

<file path=ppt/media/f35186.txt>
</file>

<file path=ppt/media/f35187.txt>
</file>

<file path=ppt/media/f35188.txt>
</file>

<file path=ppt/media/f35189.txt>
</file>

<file path=ppt/media/f35190.txt>
</file>

<file path=ppt/media/f35191.txt>
</file>

<file path=ppt/media/f35192.txt>
</file>

<file path=ppt/media/f35193.txt>
</file>

<file path=ppt/media/f35194.txt>
</file>

<file path=ppt/media/f35195.txt>
</file>

<file path=ppt/media/f35196.txt>
</file>

<file path=ppt/media/f35197.txt>
</file>

<file path=ppt/media/f35198.txt>
</file>

<file path=ppt/media/f35199.txt>
</file>

<file path=ppt/media/f35200.txt>
</file>

<file path=ppt/media/f35201.txt>
</file>

<file path=ppt/media/f35202.txt>
</file>

<file path=ppt/media/f35203.txt>
</file>

<file path=ppt/media/f35204.txt>
</file>

<file path=ppt/media/f35205.txt>
</file>

<file path=ppt/media/f35206.txt>
</file>

<file path=ppt/media/f35207.txt>
</file>

<file path=ppt/media/f35208.txt>
</file>

<file path=ppt/media/f35209.txt>
</file>

<file path=ppt/media/f35210.txt>
</file>

<file path=ppt/media/f35211.txt>
</file>

<file path=ppt/media/f35212.txt>
</file>

<file path=ppt/media/f35213.txt>
</file>

<file path=ppt/media/f35214.txt>
</file>

<file path=ppt/media/f35215.txt>
</file>

<file path=ppt/media/f35216.txt>
</file>

<file path=ppt/media/f35217.txt>
</file>

<file path=ppt/media/f35218.txt>
</file>

<file path=ppt/media/f35219.txt>
</file>

<file path=ppt/media/f35220.txt>
</file>

<file path=ppt/media/f35221.txt>
</file>

<file path=ppt/media/f35222.txt>
</file>

<file path=ppt/media/f35223.txt>
</file>

<file path=ppt/media/f35224.txt>
</file>

<file path=ppt/media/f35225.txt>
</file>

<file path=ppt/media/f35226.txt>
</file>

<file path=ppt/media/f35227.txt>
</file>

<file path=ppt/media/f35228.txt>
</file>

<file path=ppt/media/f35229.txt>
</file>

<file path=ppt/media/f35230.txt>
</file>

<file path=ppt/media/f35231.txt>
</file>

<file path=ppt/media/f35232.txt>
</file>

<file path=ppt/media/f35233.txt>
</file>

<file path=ppt/media/f35234.txt>
</file>

<file path=ppt/media/f35235.txt>
</file>

<file path=ppt/media/f35236.txt>
</file>

<file path=ppt/media/f35237.txt>
</file>

<file path=ppt/media/f35238.txt>
</file>

<file path=ppt/media/f35239.txt>
</file>

<file path=ppt/media/f35240.txt>
</file>

<file path=ppt/media/f35241.txt>
</file>

<file path=ppt/media/f35242.txt>
</file>

<file path=ppt/media/f35243.txt>
</file>

<file path=ppt/media/f35244.txt>
</file>

<file path=ppt/media/f35245.txt>
</file>

<file path=ppt/media/f35246.txt>
</file>

<file path=ppt/media/f35247.txt>
</file>

<file path=ppt/media/f35248.txt>
</file>

<file path=ppt/media/f35249.txt>
</file>

<file path=ppt/media/f35250.txt>
</file>

<file path=ppt/media/f35251.txt>
</file>

<file path=ppt/media/f35252.txt>
</file>

<file path=ppt/media/f35253.txt>
</file>

<file path=ppt/media/f35254.txt>
</file>

<file path=ppt/media/f35255.txt>
</file>

<file path=ppt/media/f35256.txt>
</file>

<file path=ppt/media/f35257.txt>
</file>

<file path=ppt/media/f35258.txt>
</file>

<file path=ppt/media/f35259.txt>
</file>

<file path=ppt/media/f35260.txt>
</file>

<file path=ppt/media/f35261.txt>
</file>

<file path=ppt/media/f35262.txt>
</file>

<file path=ppt/media/f35263.txt>
</file>

<file path=ppt/media/f35264.txt>
</file>

<file path=ppt/media/f35265.txt>
</file>

<file path=ppt/media/f35266.txt>
</file>

<file path=ppt/media/f35267.txt>
</file>

<file path=ppt/media/f35268.txt>
</file>

<file path=ppt/media/f35269.txt>
</file>

<file path=ppt/media/f35270.txt>
</file>

<file path=ppt/media/f35271.txt>
</file>

<file path=ppt/media/f35272.txt>
</file>

<file path=ppt/media/f35273.txt>
</file>

<file path=ppt/media/f35274.txt>
</file>

<file path=ppt/media/f35275.txt>
</file>

<file path=ppt/media/f35276.txt>
</file>

<file path=ppt/media/f35277.txt>
</file>

<file path=ppt/media/f35278.txt>
</file>

<file path=ppt/media/f35279.txt>
</file>

<file path=ppt/media/f35280.txt>
</file>

<file path=ppt/media/f35281.txt>
</file>

<file path=ppt/media/f35282.txt>
</file>

<file path=ppt/media/f35283.txt>
</file>

<file path=ppt/media/f35284.txt>
</file>

<file path=ppt/media/f35285.txt>
</file>

<file path=ppt/media/f35286.txt>
</file>

<file path=ppt/media/f35287.txt>
</file>

<file path=ppt/media/f35288.txt>
</file>

<file path=ppt/media/f35289.txt>
</file>

<file path=ppt/media/f35290.txt>
</file>

<file path=ppt/media/f35291.txt>
</file>

<file path=ppt/media/f35292.txt>
</file>

<file path=ppt/media/f35293.txt>
</file>

<file path=ppt/media/f35294.txt>
</file>

<file path=ppt/media/f35295.txt>
</file>

<file path=ppt/media/f35296.txt>
</file>

<file path=ppt/media/f35297.txt>
</file>

<file path=ppt/media/f35298.txt>
</file>

<file path=ppt/media/f35299.txt>
</file>

<file path=ppt/media/f35300.txt>
</file>

<file path=ppt/media/f35301.txt>
</file>

<file path=ppt/media/f35302.txt>
</file>

<file path=ppt/media/f35303.txt>
</file>

<file path=ppt/media/f35304.txt>
</file>

<file path=ppt/media/f35305.txt>
</file>

<file path=ppt/media/f35306.txt>
</file>

<file path=ppt/media/f35307.txt>
</file>

<file path=ppt/media/f35308.txt>
</file>

<file path=ppt/media/f35309.txt>
</file>

<file path=ppt/media/f35310.txt>
</file>

<file path=ppt/media/f35311.txt>
</file>

<file path=ppt/media/f35312.txt>
</file>

<file path=ppt/media/f35313.txt>
</file>

<file path=ppt/media/f35314.txt>
</file>

<file path=ppt/media/f35315.txt>
</file>

<file path=ppt/media/f35316.txt>
</file>

<file path=ppt/media/f35317.txt>
</file>

<file path=ppt/media/f35318.txt>
</file>

<file path=ppt/media/f35319.txt>
</file>

<file path=ppt/media/f35320.txt>
</file>

<file path=ppt/media/f35321.txt>
</file>

<file path=ppt/media/f35322.txt>
</file>

<file path=ppt/media/f35323.txt>
</file>

<file path=ppt/media/f35324.txt>
</file>

<file path=ppt/media/f35325.txt>
</file>

<file path=ppt/media/f35326.txt>
</file>

<file path=ppt/media/f35327.txt>
</file>

<file path=ppt/media/f35328.txt>
</file>

<file path=ppt/media/f35329.txt>
</file>

<file path=ppt/media/f35330.txt>
</file>

<file path=ppt/media/f35331.txt>
</file>

<file path=ppt/media/f35332.txt>
</file>

<file path=ppt/media/f35333.txt>
</file>

<file path=ppt/media/f35334.txt>
</file>

<file path=ppt/media/f35335.txt>
</file>

<file path=ppt/media/f35336.txt>
</file>

<file path=ppt/media/f35337.txt>
</file>

<file path=ppt/media/f35338.txt>
</file>

<file path=ppt/media/f35339.txt>
</file>

<file path=ppt/media/f35340.txt>
</file>

<file path=ppt/media/f35341.txt>
</file>

<file path=ppt/media/f35342.txt>
</file>

<file path=ppt/media/f35343.txt>
</file>

<file path=ppt/media/f35344.txt>
</file>

<file path=ppt/media/f35345.txt>
</file>

<file path=ppt/media/f35346.txt>
</file>

<file path=ppt/media/f35347.txt>
</file>

<file path=ppt/media/f35348.txt>
</file>

<file path=ppt/media/f35349.txt>
</file>

<file path=ppt/media/f35350.txt>
</file>

<file path=ppt/media/f35351.txt>
</file>

<file path=ppt/media/f35352.txt>
</file>

<file path=ppt/media/f35353.txt>
</file>

<file path=ppt/media/f35354.txt>
</file>

<file path=ppt/media/f35355.txt>
</file>

<file path=ppt/media/f35356.txt>
</file>

<file path=ppt/media/f35357.txt>
</file>

<file path=ppt/media/f35358.txt>
</file>

<file path=ppt/media/f35359.txt>
</file>

<file path=ppt/media/f35360.txt>
</file>

<file path=ppt/media/f35361.txt>
</file>

<file path=ppt/media/f35362.txt>
</file>

<file path=ppt/media/f35363.txt>
</file>

<file path=ppt/media/f35364.txt>
</file>

<file path=ppt/media/f35365.txt>
</file>

<file path=ppt/media/f35366.txt>
</file>

<file path=ppt/media/f35367.txt>
</file>

<file path=ppt/media/f35368.txt>
</file>

<file path=ppt/media/f35369.txt>
</file>

<file path=ppt/media/f35370.txt>
</file>

<file path=ppt/media/f35371.txt>
</file>

<file path=ppt/media/f35372.txt>
</file>

<file path=ppt/media/f35373.txt>
</file>

<file path=ppt/media/f35374.txt>
</file>

<file path=ppt/media/f35375.txt>
</file>

<file path=ppt/media/f35376.txt>
</file>

<file path=ppt/media/f35377.txt>
</file>

<file path=ppt/media/f35378.txt>
</file>

<file path=ppt/media/f35379.txt>
</file>

<file path=ppt/media/f35380.txt>
</file>

<file path=ppt/media/f35381.txt>
</file>

<file path=ppt/media/f35382.txt>
</file>

<file path=ppt/media/f35383.txt>
</file>

<file path=ppt/media/f35384.txt>
</file>

<file path=ppt/media/f35385.txt>
</file>

<file path=ppt/media/f35386.txt>
</file>

<file path=ppt/media/f35387.txt>
</file>

<file path=ppt/media/f35388.txt>
</file>

<file path=ppt/media/f35389.txt>
</file>

<file path=ppt/media/f35390.txt>
</file>

<file path=ppt/media/f35391.txt>
</file>

<file path=ppt/media/f35392.txt>
</file>

<file path=ppt/media/f35393.txt>
</file>

<file path=ppt/media/f35394.txt>
</file>

<file path=ppt/media/f35395.txt>
</file>

<file path=ppt/media/f35396.txt>
</file>

<file path=ppt/media/f35397.txt>
</file>

<file path=ppt/media/f35398.txt>
</file>

<file path=ppt/media/f35399.txt>
</file>

<file path=ppt/media/f35400.txt>
</file>

<file path=ppt/media/f35401.txt>
</file>

<file path=ppt/media/f35402.txt>
</file>

<file path=ppt/media/f35403.txt>
</file>

<file path=ppt/media/f35404.txt>
</file>

<file path=ppt/media/f35405.txt>
</file>

<file path=ppt/media/f35406.txt>
</file>

<file path=ppt/media/f35407.txt>
</file>

<file path=ppt/media/f35408.txt>
</file>

<file path=ppt/media/f35409.txt>
</file>

<file path=ppt/media/f35410.txt>
</file>

<file path=ppt/media/f35411.txt>
</file>

<file path=ppt/media/f35412.txt>
</file>

<file path=ppt/media/f35413.txt>
</file>

<file path=ppt/media/f35414.txt>
</file>

<file path=ppt/media/f35415.txt>
</file>

<file path=ppt/media/f35416.txt>
</file>

<file path=ppt/media/f35417.txt>
</file>

<file path=ppt/media/f35418.txt>
</file>

<file path=ppt/media/f35419.txt>
</file>

<file path=ppt/media/f35420.txt>
</file>

<file path=ppt/media/f35421.txt>
</file>

<file path=ppt/media/f35422.txt>
</file>

<file path=ppt/media/f35423.txt>
</file>

<file path=ppt/media/f35424.txt>
</file>

<file path=ppt/media/f35425.txt>
</file>

<file path=ppt/media/f35426.txt>
</file>

<file path=ppt/media/f35427.txt>
</file>

<file path=ppt/media/f35428.txt>
</file>

<file path=ppt/media/f35429.txt>
</file>

<file path=ppt/media/f35430.txt>
</file>

<file path=ppt/media/f35431.txt>
</file>

<file path=ppt/media/f35432.txt>
</file>

<file path=ppt/media/f35433.txt>
</file>

<file path=ppt/media/f35434.txt>
</file>

<file path=ppt/media/f35435.txt>
</file>

<file path=ppt/media/f35436.txt>
</file>

<file path=ppt/media/f35437.txt>
</file>

<file path=ppt/media/f35438.txt>
</file>

<file path=ppt/media/f35439.txt>
</file>

<file path=ppt/media/f35440.txt>
</file>

<file path=ppt/media/f35441.txt>
</file>

<file path=ppt/media/f35442.txt>
</file>

<file path=ppt/media/f35443.txt>
</file>

<file path=ppt/media/f35444.txt>
</file>

<file path=ppt/media/f35445.txt>
</file>

<file path=ppt/media/f35446.txt>
</file>

<file path=ppt/media/f35447.txt>
</file>

<file path=ppt/media/f35448.txt>
</file>

<file path=ppt/media/f35449.txt>
</file>

<file path=ppt/media/f35450.txt>
</file>

<file path=ppt/media/f35451.txt>
</file>

<file path=ppt/media/f35452.txt>
</file>

<file path=ppt/media/f35453.txt>
</file>

<file path=ppt/media/f35454.txt>
</file>

<file path=ppt/media/f35455.txt>
</file>

<file path=ppt/media/f35456.txt>
</file>

<file path=ppt/media/f35457.txt>
</file>

<file path=ppt/media/f35458.txt>
</file>

<file path=ppt/media/f35459.txt>
</file>

<file path=ppt/media/f35460.txt>
</file>

<file path=ppt/media/f35461.txt>
</file>

<file path=ppt/media/f35462.txt>
</file>

<file path=ppt/media/f35463.txt>
</file>

<file path=ppt/media/f35464.txt>
</file>

<file path=ppt/media/f35465.txt>
</file>

<file path=ppt/media/f35466.txt>
</file>

<file path=ppt/media/f35467.txt>
</file>

<file path=ppt/media/f35468.txt>
</file>

<file path=ppt/media/f35469.txt>
</file>

<file path=ppt/media/f35470.txt>
</file>

<file path=ppt/media/f35471.txt>
</file>

<file path=ppt/media/f35472.txt>
</file>

<file path=ppt/media/f35473.txt>
</file>

<file path=ppt/media/f35474.txt>
</file>

<file path=ppt/media/f35475.txt>
</file>

<file path=ppt/media/f35476.txt>
</file>

<file path=ppt/media/f35477.txt>
</file>

<file path=ppt/media/f35478.txt>
</file>

<file path=ppt/media/f35479.txt>
</file>

<file path=ppt/media/f35480.txt>
</file>

<file path=ppt/media/f35481.txt>
</file>

<file path=ppt/media/f35482.txt>
</file>

<file path=ppt/media/f35483.txt>
</file>

<file path=ppt/media/f35484.txt>
</file>

<file path=ppt/media/f35485.txt>
</file>

<file path=ppt/media/f35486.txt>
</file>

<file path=ppt/media/f35487.txt>
</file>

<file path=ppt/media/f35488.txt>
</file>

<file path=ppt/media/f35489.txt>
</file>

<file path=ppt/media/f35490.txt>
</file>

<file path=ppt/media/f35491.txt>
</file>

<file path=ppt/media/f35492.txt>
</file>

<file path=ppt/media/f35493.txt>
</file>

<file path=ppt/media/f35494.txt>
</file>

<file path=ppt/media/f35495.txt>
</file>

<file path=ppt/media/f35496.txt>
</file>

<file path=ppt/media/f35497.txt>
</file>

<file path=ppt/media/f35498.txt>
</file>

<file path=ppt/media/f35499.txt>
</file>

<file path=ppt/media/f35500.txt>
</file>

<file path=ppt/media/f35501.txt>
</file>

<file path=ppt/media/f35502.txt>
</file>

<file path=ppt/media/f35503.txt>
</file>

<file path=ppt/media/f35504.txt>
</file>

<file path=ppt/media/f35505.txt>
</file>

<file path=ppt/media/f35506.txt>
</file>

<file path=ppt/media/f35507.txt>
</file>

<file path=ppt/media/f35508.txt>
</file>

<file path=ppt/media/f35509.txt>
</file>

<file path=ppt/media/f35510.txt>
</file>

<file path=ppt/media/f35511.txt>
</file>

<file path=ppt/media/f35512.txt>
</file>

<file path=ppt/media/f35513.txt>
</file>

<file path=ppt/media/f35514.txt>
</file>

<file path=ppt/media/f35515.txt>
</file>

<file path=ppt/media/f35516.txt>
</file>

<file path=ppt/media/f35517.txt>
</file>

<file path=ppt/media/f35518.txt>
</file>

<file path=ppt/media/f35519.txt>
</file>

<file path=ppt/media/f35520.txt>
</file>

<file path=ppt/media/f35521.txt>
</file>

<file path=ppt/media/f35522.txt>
</file>

<file path=ppt/media/f35523.txt>
</file>

<file path=ppt/media/f35524.txt>
</file>

<file path=ppt/media/f35525.txt>
</file>

<file path=ppt/media/f35526.txt>
</file>

<file path=ppt/media/f35527.txt>
</file>

<file path=ppt/media/f35528.txt>
</file>

<file path=ppt/media/f35529.txt>
</file>

<file path=ppt/media/f35530.txt>
</file>

<file path=ppt/media/f35531.txt>
</file>

<file path=ppt/media/f35532.txt>
</file>

<file path=ppt/media/f35533.txt>
</file>

<file path=ppt/media/f35534.txt>
</file>

<file path=ppt/media/f35535.txt>
</file>

<file path=ppt/media/f35536.txt>
</file>

<file path=ppt/media/f35537.txt>
</file>

<file path=ppt/media/f35538.txt>
</file>

<file path=ppt/media/f35539.txt>
</file>

<file path=ppt/media/f35540.txt>
</file>

<file path=ppt/media/f35541.txt>
</file>

<file path=ppt/media/f35542.txt>
</file>

<file path=ppt/media/f35543.txt>
</file>

<file path=ppt/media/f35544.txt>
</file>

<file path=ppt/media/f35545.txt>
</file>

<file path=ppt/media/f35546.txt>
</file>

<file path=ppt/media/f35547.txt>
</file>

<file path=ppt/media/f35548.txt>
</file>

<file path=ppt/media/f35549.txt>
</file>

<file path=ppt/media/f35550.txt>
</file>

<file path=ppt/media/f35551.txt>
</file>

<file path=ppt/media/f35552.txt>
</file>

<file path=ppt/media/f35553.txt>
</file>

<file path=ppt/media/f35554.txt>
</file>

<file path=ppt/media/f35555.txt>
</file>

<file path=ppt/media/f35556.txt>
</file>

<file path=ppt/media/f35557.txt>
</file>

<file path=ppt/media/f35558.txt>
</file>

<file path=ppt/media/f35559.txt>
</file>

<file path=ppt/media/f35560.txt>
</file>

<file path=ppt/media/f35561.txt>
</file>

<file path=ppt/media/f35562.txt>
</file>

<file path=ppt/media/f35563.txt>
</file>

<file path=ppt/media/f35564.txt>
</file>

<file path=ppt/media/f35565.txt>
</file>

<file path=ppt/media/f35566.txt>
</file>

<file path=ppt/media/f35567.txt>
</file>

<file path=ppt/media/f35568.txt>
</file>

<file path=ppt/media/f35569.txt>
</file>

<file path=ppt/media/f35570.txt>
</file>

<file path=ppt/media/f35571.txt>
</file>

<file path=ppt/media/f35572.txt>
</file>

<file path=ppt/media/f35573.txt>
</file>

<file path=ppt/media/f35574.txt>
</file>

<file path=ppt/media/f35575.txt>
</file>

<file path=ppt/media/f35576.txt>
</file>

<file path=ppt/media/f35577.txt>
</file>

<file path=ppt/media/f35578.txt>
</file>

<file path=ppt/media/f35579.txt>
</file>

<file path=ppt/media/f35580.txt>
</file>

<file path=ppt/media/f35581.txt>
</file>

<file path=ppt/media/f35582.txt>
</file>

<file path=ppt/media/f35583.txt>
</file>

<file path=ppt/media/f35584.txt>
</file>

<file path=ppt/media/f35585.txt>
</file>

<file path=ppt/media/f35586.txt>
</file>

<file path=ppt/media/f35587.txt>
</file>

<file path=ppt/media/f35588.txt>
</file>

<file path=ppt/media/f35589.txt>
</file>

<file path=ppt/media/f35590.txt>
</file>

<file path=ppt/media/f35591.txt>
</file>

<file path=ppt/media/f35592.txt>
</file>

<file path=ppt/media/f35593.txt>
</file>

<file path=ppt/media/f35594.txt>
</file>

<file path=ppt/media/f35595.txt>
</file>

<file path=ppt/media/f35596.txt>
</file>

<file path=ppt/media/f35597.txt>
</file>

<file path=ppt/media/f35598.txt>
</file>

<file path=ppt/media/f35599.txt>
</file>

<file path=ppt/media/f35600.txt>
</file>

<file path=ppt/media/f35601.txt>
</file>

<file path=ppt/media/f35602.txt>
</file>

<file path=ppt/media/f35603.txt>
</file>

<file path=ppt/media/f35604.txt>
</file>

<file path=ppt/media/f35605.txt>
</file>

<file path=ppt/media/f35606.txt>
</file>

<file path=ppt/media/f35607.txt>
</file>

<file path=ppt/media/f35608.txt>
</file>

<file path=ppt/media/f35609.txt>
</file>

<file path=ppt/media/f35610.txt>
</file>

<file path=ppt/media/f35611.txt>
</file>

<file path=ppt/media/f35612.txt>
</file>

<file path=ppt/media/f35613.txt>
</file>

<file path=ppt/media/f35614.txt>
</file>

<file path=ppt/media/f35615.txt>
</file>

<file path=ppt/media/f35616.txt>
</file>

<file path=ppt/media/f35617.txt>
</file>

<file path=ppt/media/f35618.txt>
</file>

<file path=ppt/media/f35619.txt>
</file>

<file path=ppt/media/f35620.txt>
</file>

<file path=ppt/media/f35621.txt>
</file>

<file path=ppt/media/f35622.txt>
</file>

<file path=ppt/media/f35623.txt>
</file>

<file path=ppt/media/f35624.txt>
</file>

<file path=ppt/media/f35625.txt>
</file>

<file path=ppt/media/f35626.txt>
</file>

<file path=ppt/media/f35627.txt>
</file>

<file path=ppt/media/f35628.txt>
</file>

<file path=ppt/media/f35629.txt>
</file>

<file path=ppt/media/f35630.txt>
</file>

<file path=ppt/media/f35631.txt>
</file>

<file path=ppt/media/f35632.txt>
</file>

<file path=ppt/media/f35633.txt>
</file>

<file path=ppt/media/f35634.txt>
</file>

<file path=ppt/media/f35635.txt>
</file>

<file path=ppt/media/f35636.txt>
</file>

<file path=ppt/media/f35637.txt>
</file>

<file path=ppt/media/f35638.txt>
</file>

<file path=ppt/media/f35639.txt>
</file>

<file path=ppt/media/f35640.txt>
</file>

<file path=ppt/media/f35641.txt>
</file>

<file path=ppt/media/f35642.txt>
</file>

<file path=ppt/media/f35643.txt>
</file>

<file path=ppt/media/f35644.txt>
</file>

<file path=ppt/media/f35645.txt>
</file>

<file path=ppt/media/f35646.txt>
</file>

<file path=ppt/media/f35647.txt>
</file>

<file path=ppt/media/f35648.txt>
</file>

<file path=ppt/media/f35649.txt>
</file>

<file path=ppt/media/f35650.txt>
</file>

<file path=ppt/media/f35651.txt>
</file>

<file path=ppt/media/f35652.txt>
</file>

<file path=ppt/media/f35653.txt>
</file>

<file path=ppt/media/f35654.txt>
</file>

<file path=ppt/media/f35655.txt>
</file>

<file path=ppt/media/f35656.txt>
</file>

<file path=ppt/media/f35657.txt>
</file>

<file path=ppt/media/f35658.txt>
</file>

<file path=ppt/media/f35659.txt>
</file>

<file path=ppt/media/f35660.txt>
</file>

<file path=ppt/media/f35661.txt>
</file>

<file path=ppt/media/f35662.txt>
</file>

<file path=ppt/media/f35663.txt>
</file>

<file path=ppt/media/f35664.txt>
</file>

<file path=ppt/media/f35665.txt>
</file>

<file path=ppt/media/f35666.txt>
</file>

<file path=ppt/media/f35667.txt>
</file>

<file path=ppt/media/f35668.txt>
</file>

<file path=ppt/media/f35669.txt>
</file>

<file path=ppt/media/f35670.txt>
</file>

<file path=ppt/media/f35671.txt>
</file>

<file path=ppt/media/f35672.txt>
</file>

<file path=ppt/media/f35673.txt>
</file>

<file path=ppt/media/f35674.txt>
</file>

<file path=ppt/media/f35675.txt>
</file>

<file path=ppt/media/f35676.txt>
</file>

<file path=ppt/media/f35677.txt>
</file>

<file path=ppt/media/f35678.txt>
</file>

<file path=ppt/media/f35679.txt>
</file>

<file path=ppt/media/f35680.txt>
</file>

<file path=ppt/media/f35681.txt>
</file>

<file path=ppt/media/f35682.txt>
</file>

<file path=ppt/media/f35683.txt>
</file>

<file path=ppt/media/f35684.txt>
</file>

<file path=ppt/media/f35685.txt>
</file>

<file path=ppt/media/f35686.txt>
</file>

<file path=ppt/media/f35687.txt>
</file>

<file path=ppt/media/f35688.txt>
</file>

<file path=ppt/media/f35689.txt>
</file>

<file path=ppt/media/f35690.txt>
</file>

<file path=ppt/media/f35691.txt>
</file>

<file path=ppt/media/f35692.txt>
</file>

<file path=ppt/media/f35693.txt>
</file>

<file path=ppt/media/f35694.txt>
</file>

<file path=ppt/media/f35695.txt>
</file>

<file path=ppt/media/f35696.txt>
</file>

<file path=ppt/media/f35697.txt>
</file>

<file path=ppt/media/f35698.txt>
</file>

<file path=ppt/media/f35699.txt>
</file>

<file path=ppt/media/f35700.txt>
</file>

<file path=ppt/media/f35701.txt>
</file>

<file path=ppt/media/f35702.txt>
</file>

<file path=ppt/media/f35703.txt>
</file>

<file path=ppt/media/f35704.txt>
</file>

<file path=ppt/media/f35705.txt>
</file>

<file path=ppt/media/f35706.txt>
</file>

<file path=ppt/media/f35707.txt>
</file>

<file path=ppt/media/f35708.txt>
</file>

<file path=ppt/media/f35709.txt>
</file>

<file path=ppt/media/f35710.txt>
</file>

<file path=ppt/media/f35711.txt>
</file>

<file path=ppt/media/f35712.txt>
</file>

<file path=ppt/media/f35713.txt>
</file>

<file path=ppt/media/f35714.txt>
</file>

<file path=ppt/media/f35715.txt>
</file>

<file path=ppt/media/f35716.txt>
</file>

<file path=ppt/media/f35717.txt>
</file>

<file path=ppt/media/f35718.txt>
</file>

<file path=ppt/media/f35719.txt>
</file>

<file path=ppt/media/f35720.txt>
</file>

<file path=ppt/media/f35721.txt>
</file>

<file path=ppt/media/f35722.txt>
</file>

<file path=ppt/media/f35723.txt>
</file>

<file path=ppt/media/f35724.txt>
</file>

<file path=ppt/media/f35725.txt>
</file>

<file path=ppt/media/f35726.txt>
</file>

<file path=ppt/media/f35727.txt>
</file>

<file path=ppt/media/f35728.txt>
</file>

<file path=ppt/media/f35729.txt>
</file>

<file path=ppt/media/f35730.txt>
</file>

<file path=ppt/media/f35731.txt>
</file>

<file path=ppt/media/f35732.txt>
</file>

<file path=ppt/media/f35733.txt>
</file>

<file path=ppt/media/f35734.txt>
</file>

<file path=ppt/media/f35735.txt>
</file>

<file path=ppt/media/f35736.txt>
</file>

<file path=ppt/media/f35737.txt>
</file>

<file path=ppt/media/f35738.txt>
</file>

<file path=ppt/media/f35739.txt>
</file>

<file path=ppt/media/f35740.txt>
</file>

<file path=ppt/media/f35741.txt>
</file>

<file path=ppt/media/f35742.txt>
</file>

<file path=ppt/media/f35743.txt>
</file>

<file path=ppt/media/f35744.txt>
</file>

<file path=ppt/media/f35745.txt>
</file>

<file path=ppt/media/f35746.txt>
</file>

<file path=ppt/media/f35747.txt>
</file>

<file path=ppt/media/f35748.txt>
</file>

<file path=ppt/media/f35749.txt>
</file>

<file path=ppt/media/f35750.txt>
</file>

<file path=ppt/media/f35751.txt>
</file>

<file path=ppt/media/f35752.txt>
</file>

<file path=ppt/media/f35753.txt>
</file>

<file path=ppt/media/f35754.txt>
</file>

<file path=ppt/media/f35755.txt>
</file>

<file path=ppt/media/f35756.txt>
</file>

<file path=ppt/media/f35757.txt>
</file>

<file path=ppt/media/f35758.txt>
</file>

<file path=ppt/media/f35759.txt>
</file>

<file path=ppt/media/f35760.txt>
</file>

<file path=ppt/media/f35761.txt>
</file>

<file path=ppt/media/f35762.txt>
</file>

<file path=ppt/media/f35763.txt>
</file>

<file path=ppt/media/f35764.txt>
</file>

<file path=ppt/media/f35765.txt>
</file>

<file path=ppt/media/f35766.txt>
</file>

<file path=ppt/media/f35767.txt>
</file>

<file path=ppt/media/f35768.txt>
</file>

<file path=ppt/media/f35769.txt>
</file>

<file path=ppt/media/f35770.txt>
</file>

<file path=ppt/media/f35771.txt>
</file>

<file path=ppt/media/f35772.txt>
</file>

<file path=ppt/media/f35773.txt>
</file>

<file path=ppt/media/f35774.txt>
</file>

<file path=ppt/media/f35775.txt>
</file>

<file path=ppt/media/f35776.txt>
</file>

<file path=ppt/media/f35777.txt>
</file>

<file path=ppt/media/f35778.txt>
</file>

<file path=ppt/media/f35779.txt>
</file>

<file path=ppt/media/f35780.txt>
</file>

<file path=ppt/media/f35781.txt>
</file>

<file path=ppt/media/f35782.txt>
</file>

<file path=ppt/media/f35783.txt>
</file>

<file path=ppt/media/f35784.txt>
</file>

<file path=ppt/media/f35785.txt>
</file>

<file path=ppt/media/f35786.txt>
</file>

<file path=ppt/media/f35787.txt>
</file>

<file path=ppt/media/f35788.txt>
</file>

<file path=ppt/media/f35789.txt>
</file>

<file path=ppt/media/f35790.txt>
</file>

<file path=ppt/media/f35791.txt>
</file>

<file path=ppt/media/f35792.txt>
</file>

<file path=ppt/media/f35793.txt>
</file>

<file path=ppt/media/f35794.txt>
</file>

<file path=ppt/media/f35795.txt>
</file>

<file path=ppt/media/f35796.txt>
</file>

<file path=ppt/media/f35797.txt>
</file>

<file path=ppt/media/f35798.txt>
</file>

<file path=ppt/media/f35799.txt>
</file>

<file path=ppt/media/f35800.txt>
</file>

<file path=ppt/media/f35801.txt>
</file>

<file path=ppt/media/f35802.txt>
</file>

<file path=ppt/media/f35803.txt>
</file>

<file path=ppt/media/f35804.txt>
</file>

<file path=ppt/media/f35805.txt>
</file>

<file path=ppt/media/f35806.txt>
</file>

<file path=ppt/media/f35807.txt>
</file>

<file path=ppt/media/f35808.txt>
</file>

<file path=ppt/media/f35809.txt>
</file>

<file path=ppt/media/f35810.txt>
</file>

<file path=ppt/media/f35811.txt>
</file>

<file path=ppt/media/f35812.txt>
</file>

<file path=ppt/media/f35813.txt>
</file>

<file path=ppt/media/f35814.txt>
</file>

<file path=ppt/media/f35815.txt>
</file>

<file path=ppt/media/f35816.txt>
</file>

<file path=ppt/media/f35817.txt>
</file>

<file path=ppt/media/f35818.txt>
</file>

<file path=ppt/media/f35819.txt>
</file>

<file path=ppt/media/f35820.txt>
</file>

<file path=ppt/media/f35821.txt>
</file>

<file path=ppt/media/f35822.txt>
</file>

<file path=ppt/media/f35823.txt>
</file>

<file path=ppt/media/f35824.txt>
</file>

<file path=ppt/media/f35825.txt>
</file>

<file path=ppt/media/f35826.txt>
</file>

<file path=ppt/media/f35827.txt>
</file>

<file path=ppt/media/f35828.txt>
</file>

<file path=ppt/media/f35829.txt>
</file>

<file path=ppt/media/f35830.txt>
</file>

<file path=ppt/media/f35831.txt>
</file>

<file path=ppt/media/f35832.txt>
</file>

<file path=ppt/media/f35833.txt>
</file>

<file path=ppt/media/f35834.txt>
</file>

<file path=ppt/media/f35835.txt>
</file>

<file path=ppt/media/f35836.txt>
</file>

<file path=ppt/media/f35837.txt>
</file>

<file path=ppt/media/f35838.txt>
</file>

<file path=ppt/media/f35839.txt>
</file>

<file path=ppt/media/f35840.txt>
</file>

<file path=ppt/media/f35841.txt>
</file>

<file path=ppt/media/f35842.txt>
</file>

<file path=ppt/media/f35843.txt>
</file>

<file path=ppt/media/f35844.txt>
</file>

<file path=ppt/media/f35845.txt>
</file>

<file path=ppt/media/f35846.txt>
</file>

<file path=ppt/media/f35847.txt>
</file>

<file path=ppt/media/f35848.txt>
</file>

<file path=ppt/media/f35849.txt>
</file>

<file path=ppt/media/f35850.txt>
</file>

<file path=ppt/media/f35851.txt>
</file>

<file path=ppt/media/f35852.txt>
</file>

<file path=ppt/media/f35853.txt>
</file>

<file path=ppt/media/f35854.txt>
</file>

<file path=ppt/media/f35855.txt>
</file>

<file path=ppt/media/f35856.txt>
</file>

<file path=ppt/media/f35857.txt>
</file>

<file path=ppt/media/f35858.txt>
</file>

<file path=ppt/media/f35859.txt>
</file>

<file path=ppt/media/f35860.txt>
</file>

<file path=ppt/media/f35861.txt>
</file>

<file path=ppt/media/f35862.txt>
</file>

<file path=ppt/media/f35863.txt>
</file>

<file path=ppt/media/f35864.txt>
</file>

<file path=ppt/media/f35865.txt>
</file>

<file path=ppt/media/f35866.txt>
</file>

<file path=ppt/media/f35867.txt>
</file>

<file path=ppt/media/f35868.txt>
</file>

<file path=ppt/media/f35869.txt>
</file>

<file path=ppt/media/f35870.txt>
</file>

<file path=ppt/media/f35871.txt>
</file>

<file path=ppt/media/f35872.txt>
</file>

<file path=ppt/media/f35873.txt>
</file>

<file path=ppt/media/f35874.txt>
</file>

<file path=ppt/media/f35875.txt>
</file>

<file path=ppt/media/f35876.txt>
</file>

<file path=ppt/media/f35877.txt>
</file>

<file path=ppt/media/f35878.txt>
</file>

<file path=ppt/media/f35879.txt>
</file>

<file path=ppt/media/f35880.txt>
</file>

<file path=ppt/media/f35881.txt>
</file>

<file path=ppt/media/f35882.txt>
</file>

<file path=ppt/media/f35883.txt>
</file>

<file path=ppt/media/f35884.txt>
</file>

<file path=ppt/media/f35885.txt>
</file>

<file path=ppt/media/f35886.txt>
</file>

<file path=ppt/media/f35887.txt>
</file>

<file path=ppt/media/f35888.txt>
</file>

<file path=ppt/media/f35889.txt>
</file>

<file path=ppt/media/f35890.txt>
</file>

<file path=ppt/media/f35891.txt>
</file>

<file path=ppt/media/f35892.txt>
</file>

<file path=ppt/media/f35893.txt>
</file>

<file path=ppt/media/f35894.txt>
</file>

<file path=ppt/media/f35895.txt>
</file>

<file path=ppt/media/f35896.txt>
</file>

<file path=ppt/media/f35897.txt>
</file>

<file path=ppt/media/f35898.txt>
</file>

<file path=ppt/media/f35899.txt>
</file>

<file path=ppt/media/f35900.txt>
</file>

<file path=ppt/media/f35901.txt>
</file>

<file path=ppt/media/f35902.txt>
</file>

<file path=ppt/media/f35903.txt>
</file>

<file path=ppt/media/f35904.txt>
</file>

<file path=ppt/media/f35905.txt>
</file>

<file path=ppt/media/f35906.txt>
</file>

<file path=ppt/media/f35907.txt>
</file>

<file path=ppt/media/f35908.txt>
</file>

<file path=ppt/media/f35909.txt>
</file>

<file path=ppt/media/f35910.txt>
</file>

<file path=ppt/media/f35911.txt>
</file>

<file path=ppt/media/f35912.txt>
</file>

<file path=ppt/media/f35913.txt>
</file>

<file path=ppt/media/f35914.txt>
</file>

<file path=ppt/media/f35915.txt>
</file>

<file path=ppt/media/f35916.txt>
</file>

<file path=ppt/media/f35917.txt>
</file>

<file path=ppt/media/f35918.txt>
</file>

<file path=ppt/media/f35919.txt>
</file>

<file path=ppt/media/f35920.txt>
</file>

<file path=ppt/media/f35921.txt>
</file>

<file path=ppt/media/f35922.txt>
</file>

<file path=ppt/media/f35923.txt>
</file>

<file path=ppt/media/f35924.txt>
</file>

<file path=ppt/media/f35925.txt>
</file>

<file path=ppt/media/f35926.txt>
</file>

<file path=ppt/media/f35927.txt>
</file>

<file path=ppt/media/f35928.txt>
</file>

<file path=ppt/media/f35929.txt>
</file>

<file path=ppt/media/f35930.txt>
</file>

<file path=ppt/media/f35931.txt>
</file>

<file path=ppt/media/f35932.txt>
</file>

<file path=ppt/media/f35933.txt>
</file>

<file path=ppt/media/f35934.txt>
</file>

<file path=ppt/media/f35935.txt>
</file>

<file path=ppt/media/f35936.txt>
</file>

<file path=ppt/media/f35937.txt>
</file>

<file path=ppt/media/f35938.txt>
</file>

<file path=ppt/media/f35939.txt>
</file>

<file path=ppt/media/f35940.txt>
</file>

<file path=ppt/media/f35941.txt>
</file>

<file path=ppt/media/f35942.txt>
</file>

<file path=ppt/media/f35943.txt>
</file>

<file path=ppt/media/f35944.txt>
</file>

<file path=ppt/media/f35945.txt>
</file>

<file path=ppt/media/f35946.txt>
</file>

<file path=ppt/media/f35947.txt>
</file>

<file path=ppt/media/f35948.txt>
</file>

<file path=ppt/media/f35949.txt>
</file>

<file path=ppt/media/f35950.txt>
</file>

<file path=ppt/media/f35951.txt>
</file>

<file path=ppt/media/f35952.txt>
</file>

<file path=ppt/media/f35953.txt>
</file>

<file path=ppt/media/f35954.txt>
</file>

<file path=ppt/media/f35955.txt>
</file>

<file path=ppt/media/f35956.txt>
</file>

<file path=ppt/media/f35957.txt>
</file>

<file path=ppt/media/f35958.txt>
</file>

<file path=ppt/media/f35959.txt>
</file>

<file path=ppt/media/f35960.txt>
</file>

<file path=ppt/media/f35961.txt>
</file>

<file path=ppt/media/f35962.txt>
</file>

<file path=ppt/media/f35963.txt>
</file>

<file path=ppt/media/f35964.txt>
</file>

<file path=ppt/media/f35965.txt>
</file>

<file path=ppt/media/f35966.txt>
</file>

<file path=ppt/media/f35967.txt>
</file>

<file path=ppt/media/f35968.txt>
</file>

<file path=ppt/media/f35969.txt>
</file>

<file path=ppt/media/f35970.txt>
</file>

<file path=ppt/media/f35971.txt>
</file>

<file path=ppt/media/f35972.txt>
</file>

<file path=ppt/media/f35973.txt>
</file>

<file path=ppt/media/f35974.txt>
</file>

<file path=ppt/media/f35975.txt>
</file>

<file path=ppt/media/f35976.txt>
</file>

<file path=ppt/media/f35977.txt>
</file>

<file path=ppt/media/f35978.txt>
</file>

<file path=ppt/media/f35979.txt>
</file>

<file path=ppt/media/f35980.txt>
</file>

<file path=ppt/media/f35981.txt>
</file>

<file path=ppt/media/f35982.txt>
</file>

<file path=ppt/media/f35983.txt>
</file>

<file path=ppt/media/f35984.txt>
</file>

<file path=ppt/media/f35985.txt>
</file>

<file path=ppt/media/f35986.txt>
</file>

<file path=ppt/media/f35987.txt>
</file>

<file path=ppt/media/f35988.txt>
</file>

<file path=ppt/media/f35989.txt>
</file>

<file path=ppt/media/f35990.txt>
</file>

<file path=ppt/media/f35991.txt>
</file>

<file path=ppt/media/f35992.txt>
</file>

<file path=ppt/media/f35993.txt>
</file>

<file path=ppt/media/f35994.txt>
</file>

<file path=ppt/media/f35995.txt>
</file>

<file path=ppt/media/f35996.txt>
</file>

<file path=ppt/media/f35997.txt>
</file>

<file path=ppt/media/f35998.txt>
</file>

<file path=ppt/media/f35999.txt>
</file>

<file path=ppt/media/f36000.txt>
</file>

<file path=ppt/media/f36001.txt>
</file>

<file path=ppt/media/f36002.txt>
</file>

<file path=ppt/media/f36003.txt>
</file>

<file path=ppt/media/f36004.txt>
</file>

<file path=ppt/media/f36005.txt>
</file>

<file path=ppt/media/f36006.txt>
</file>

<file path=ppt/media/f36007.txt>
</file>

<file path=ppt/media/f36008.txt>
</file>

<file path=ppt/media/f36009.txt>
</file>

<file path=ppt/media/f36010.txt>
</file>

<file path=ppt/media/f36011.txt>
</file>

<file path=ppt/media/f36012.txt>
</file>

<file path=ppt/media/f36013.txt>
</file>

<file path=ppt/media/f36014.txt>
</file>

<file path=ppt/media/f36015.txt>
</file>

<file path=ppt/media/f36016.txt>
</file>

<file path=ppt/media/f36017.txt>
</file>

<file path=ppt/media/f36018.txt>
</file>

<file path=ppt/media/f36019.txt>
</file>

<file path=ppt/media/f36020.txt>
</file>

<file path=ppt/media/f36021.txt>
</file>

<file path=ppt/media/f36022.txt>
</file>

<file path=ppt/media/f36023.txt>
</file>

<file path=ppt/media/f36024.txt>
</file>

<file path=ppt/media/f36025.txt>
</file>

<file path=ppt/media/f36026.txt>
</file>

<file path=ppt/media/f36027.txt>
</file>

<file path=ppt/media/f36028.txt>
</file>

<file path=ppt/media/f36029.txt>
</file>

<file path=ppt/media/f36030.txt>
</file>

<file path=ppt/media/f36031.txt>
</file>

<file path=ppt/media/f36032.txt>
</file>

<file path=ppt/media/f36033.txt>
</file>

<file path=ppt/media/f36034.txt>
</file>

<file path=ppt/media/f36035.txt>
</file>

<file path=ppt/media/f36036.txt>
</file>

<file path=ppt/media/f36037.txt>
</file>

<file path=ppt/media/f36038.txt>
</file>

<file path=ppt/media/f36039.txt>
</file>

<file path=ppt/media/f36040.txt>
</file>

<file path=ppt/media/f36041.txt>
</file>

<file path=ppt/media/f36042.txt>
</file>

<file path=ppt/media/f36043.txt>
</file>

<file path=ppt/media/f36044.txt>
</file>

<file path=ppt/media/f36045.txt>
</file>

<file path=ppt/media/f36046.txt>
</file>

<file path=ppt/media/f36047.txt>
</file>

<file path=ppt/media/f36048.txt>
</file>

<file path=ppt/media/f36049.txt>
</file>

<file path=ppt/media/f36050.txt>
</file>

<file path=ppt/media/f36051.txt>
</file>

<file path=ppt/media/f36052.txt>
</file>

<file path=ppt/media/f36053.txt>
</file>

<file path=ppt/media/f36054.txt>
</file>

<file path=ppt/media/f36055.txt>
</file>

<file path=ppt/media/f36056.txt>
</file>

<file path=ppt/media/f36057.txt>
</file>

<file path=ppt/media/f36058.txt>
</file>

<file path=ppt/media/f36059.txt>
</file>

<file path=ppt/media/f36060.txt>
</file>

<file path=ppt/media/f36061.txt>
</file>

<file path=ppt/media/f36062.txt>
</file>

<file path=ppt/media/f36063.txt>
</file>

<file path=ppt/media/f36064.txt>
</file>

<file path=ppt/media/f36065.txt>
</file>

<file path=ppt/media/f36066.txt>
</file>

<file path=ppt/media/f36067.txt>
</file>

<file path=ppt/media/f36068.txt>
</file>

<file path=ppt/media/f36069.txt>
</file>

<file path=ppt/media/f36070.txt>
</file>

<file path=ppt/media/f36071.txt>
</file>

<file path=ppt/media/f36072.txt>
</file>

<file path=ppt/media/f36073.txt>
</file>

<file path=ppt/media/f36074.txt>
</file>

<file path=ppt/media/f36075.txt>
</file>

<file path=ppt/media/f36076.txt>
</file>

<file path=ppt/media/f36077.txt>
</file>

<file path=ppt/media/f36078.txt>
</file>

<file path=ppt/media/f36079.txt>
</file>

<file path=ppt/media/f36080.txt>
</file>

<file path=ppt/media/f36081.txt>
</file>

<file path=ppt/media/f36082.txt>
</file>

<file path=ppt/media/f36083.txt>
</file>

<file path=ppt/media/f36084.txt>
</file>

<file path=ppt/media/f36085.txt>
</file>

<file path=ppt/media/f36086.txt>
</file>

<file path=ppt/media/f36087.txt>
</file>

<file path=ppt/media/f36088.txt>
</file>

<file path=ppt/media/f36089.txt>
</file>

<file path=ppt/media/f36090.txt>
</file>

<file path=ppt/media/f36091.txt>
</file>

<file path=ppt/media/f36092.txt>
</file>

<file path=ppt/media/f36093.txt>
</file>

<file path=ppt/media/f36094.txt>
</file>

<file path=ppt/media/f36095.txt>
</file>

<file path=ppt/media/f36096.txt>
</file>

<file path=ppt/media/f36097.txt>
</file>

<file path=ppt/media/f36098.txt>
</file>

<file path=ppt/media/f36099.txt>
</file>

<file path=ppt/media/f36100.txt>
</file>

<file path=ppt/media/f36101.txt>
</file>

<file path=ppt/media/f36102.txt>
</file>

<file path=ppt/media/f36103.txt>
</file>

<file path=ppt/media/f36104.txt>
</file>

<file path=ppt/media/f36105.txt>
</file>

<file path=ppt/media/f36106.txt>
</file>

<file path=ppt/media/f36107.txt>
</file>

<file path=ppt/media/f36108.txt>
</file>

<file path=ppt/media/f36109.txt>
</file>

<file path=ppt/media/f36110.txt>
</file>

<file path=ppt/media/f36111.txt>
</file>

<file path=ppt/media/f36112.txt>
</file>

<file path=ppt/media/f36113.txt>
</file>

<file path=ppt/media/f36114.txt>
</file>

<file path=ppt/media/f36115.txt>
</file>

<file path=ppt/media/f36116.txt>
</file>

<file path=ppt/media/f36117.txt>
</file>

<file path=ppt/media/f36118.txt>
</file>

<file path=ppt/media/f36119.txt>
</file>

<file path=ppt/media/f36120.txt>
</file>

<file path=ppt/media/f36121.txt>
</file>

<file path=ppt/media/f36122.txt>
</file>

<file path=ppt/media/f36123.txt>
</file>

<file path=ppt/media/f36124.txt>
</file>

<file path=ppt/media/f36125.txt>
</file>

<file path=ppt/media/f36126.txt>
</file>

<file path=ppt/media/f36127.txt>
</file>

<file path=ppt/media/f36128.txt>
</file>

<file path=ppt/media/f36129.txt>
</file>

<file path=ppt/media/f36130.txt>
</file>

<file path=ppt/media/f36131.txt>
</file>

<file path=ppt/media/f36132.txt>
</file>

<file path=ppt/media/f36133.txt>
</file>

<file path=ppt/media/f36134.txt>
</file>

<file path=ppt/media/f36135.txt>
</file>

<file path=ppt/media/f36136.txt>
</file>

<file path=ppt/media/f36137.txt>
</file>

<file path=ppt/media/f36138.txt>
</file>

<file path=ppt/media/f36139.txt>
</file>

<file path=ppt/media/f36140.txt>
</file>

<file path=ppt/media/f36141.txt>
</file>

<file path=ppt/media/f36142.txt>
</file>

<file path=ppt/media/f36143.txt>
</file>

<file path=ppt/media/f36144.txt>
</file>

<file path=ppt/media/f36145.txt>
</file>

<file path=ppt/media/f36146.txt>
</file>

<file path=ppt/media/f36147.txt>
</file>

<file path=ppt/media/f36148.txt>
</file>

<file path=ppt/media/f36149.txt>
</file>

<file path=ppt/media/f36150.txt>
</file>

<file path=ppt/media/f36151.txt>
</file>

<file path=ppt/media/f36152.txt>
</file>

<file path=ppt/media/f36153.txt>
</file>

<file path=ppt/media/f36154.txt>
</file>

<file path=ppt/media/f36155.txt>
</file>

<file path=ppt/media/f36156.txt>
</file>

<file path=ppt/media/f36157.txt>
</file>

<file path=ppt/media/f36158.txt>
</file>

<file path=ppt/media/f36159.txt>
</file>

<file path=ppt/media/f36160.txt>
</file>

<file path=ppt/media/f36161.txt>
</file>

<file path=ppt/media/f36162.txt>
</file>

<file path=ppt/media/f36163.txt>
</file>

<file path=ppt/media/f36164.txt>
</file>

<file path=ppt/media/f36165.txt>
</file>

<file path=ppt/media/f36166.txt>
</file>

<file path=ppt/media/f36167.txt>
</file>

<file path=ppt/media/f36168.txt>
</file>

<file path=ppt/media/f36169.txt>
</file>

<file path=ppt/media/f36170.txt>
</file>

<file path=ppt/media/f36171.txt>
</file>

<file path=ppt/media/f36172.txt>
</file>

<file path=ppt/media/f36173.txt>
</file>

<file path=ppt/media/f36174.txt>
</file>

<file path=ppt/media/f36175.txt>
</file>

<file path=ppt/media/f36176.txt>
</file>

<file path=ppt/media/f36177.txt>
</file>

<file path=ppt/media/f36178.txt>
</file>

<file path=ppt/media/f36179.txt>
</file>

<file path=ppt/media/f36180.txt>
</file>

<file path=ppt/media/f36181.txt>
</file>

<file path=ppt/media/f36182.txt>
</file>

<file path=ppt/media/f36183.txt>
</file>

<file path=ppt/media/f36184.txt>
</file>

<file path=ppt/media/f36185.txt>
</file>

<file path=ppt/media/f36186.txt>
</file>

<file path=ppt/media/f36187.txt>
</file>

<file path=ppt/media/f36188.txt>
</file>

<file path=ppt/media/f36189.txt>
</file>

<file path=ppt/media/f36190.txt>
</file>

<file path=ppt/media/f36191.txt>
</file>

<file path=ppt/media/f36192.txt>
</file>

<file path=ppt/media/f36193.txt>
</file>

<file path=ppt/media/f36194.txt>
</file>

<file path=ppt/media/f36195.txt>
</file>

<file path=ppt/media/f36196.txt>
</file>

<file path=ppt/media/f36197.txt>
</file>

<file path=ppt/media/f36198.txt>
</file>

<file path=ppt/media/f36199.txt>
</file>

<file path=ppt/media/f36200.txt>
</file>

<file path=ppt/media/f36201.txt>
</file>

<file path=ppt/media/f36202.txt>
</file>

<file path=ppt/media/f36203.txt>
</file>

<file path=ppt/media/f36204.txt>
</file>

<file path=ppt/media/f36205.txt>
</file>

<file path=ppt/media/f36206.txt>
</file>

<file path=ppt/media/f36207.txt>
</file>

<file path=ppt/media/f36208.txt>
</file>

<file path=ppt/media/f36209.txt>
</file>

<file path=ppt/media/f36210.txt>
</file>

<file path=ppt/media/f36211.txt>
</file>

<file path=ppt/media/f36212.txt>
</file>

<file path=ppt/media/f36213.txt>
</file>

<file path=ppt/media/f36214.txt>
</file>

<file path=ppt/media/f36215.txt>
</file>

<file path=ppt/media/f36216.txt>
</file>

<file path=ppt/media/f36217.txt>
</file>

<file path=ppt/media/f36218.txt>
</file>

<file path=ppt/media/f36219.txt>
</file>

<file path=ppt/media/f36220.txt>
</file>

<file path=ppt/media/f36221.txt>
</file>

<file path=ppt/media/f36222.txt>
</file>

<file path=ppt/media/f36223.txt>
</file>

<file path=ppt/media/f36224.txt>
</file>

<file path=ppt/media/f36225.txt>
</file>

<file path=ppt/media/f36226.txt>
</file>

<file path=ppt/media/f36227.txt>
</file>

<file path=ppt/media/f36228.txt>
</file>

<file path=ppt/media/f36229.txt>
</file>

<file path=ppt/media/f36230.txt>
</file>

<file path=ppt/media/f36231.txt>
</file>

<file path=ppt/media/f36232.txt>
</file>

<file path=ppt/media/f36233.txt>
</file>

<file path=ppt/media/f36234.txt>
</file>

<file path=ppt/media/f36235.txt>
</file>

<file path=ppt/media/f36236.txt>
</file>

<file path=ppt/media/f36237.txt>
</file>

<file path=ppt/media/f36238.txt>
</file>

<file path=ppt/media/f36239.txt>
</file>

<file path=ppt/media/f36240.txt>
</file>

<file path=ppt/media/f36241.txt>
</file>

<file path=ppt/media/f36242.txt>
</file>

<file path=ppt/media/f36243.txt>
</file>

<file path=ppt/media/f36244.txt>
</file>

<file path=ppt/media/f36245.txt>
</file>

<file path=ppt/media/f36246.txt>
</file>

<file path=ppt/media/f36247.txt>
</file>

<file path=ppt/media/f36248.txt>
</file>

<file path=ppt/media/f36249.txt>
</file>

<file path=ppt/media/f36250.txt>
</file>

<file path=ppt/media/f36251.txt>
</file>

<file path=ppt/media/f36252.txt>
</file>

<file path=ppt/media/f36253.txt>
</file>

<file path=ppt/media/f36254.txt>
</file>

<file path=ppt/media/f36255.txt>
</file>

<file path=ppt/media/f36256.txt>
</file>

<file path=ppt/media/f36257.txt>
</file>

<file path=ppt/media/f36258.txt>
</file>

<file path=ppt/media/f36259.txt>
</file>

<file path=ppt/media/f36260.txt>
</file>

<file path=ppt/media/f36261.txt>
</file>

<file path=ppt/media/f36262.txt>
</file>

<file path=ppt/media/f36263.txt>
</file>

<file path=ppt/media/f36264.txt>
</file>

<file path=ppt/media/f36265.txt>
</file>

<file path=ppt/media/f36266.txt>
</file>

<file path=ppt/media/f36267.txt>
</file>

<file path=ppt/media/f36268.txt>
</file>

<file path=ppt/media/f36269.txt>
</file>

<file path=ppt/media/f36270.txt>
</file>

<file path=ppt/media/f36271.txt>
</file>

<file path=ppt/media/f36272.txt>
</file>

<file path=ppt/media/f36273.txt>
</file>

<file path=ppt/media/f36274.txt>
</file>

<file path=ppt/media/f36275.txt>
</file>

<file path=ppt/media/f36276.txt>
</file>

<file path=ppt/media/f36277.txt>
</file>

<file path=ppt/media/f36278.txt>
</file>

<file path=ppt/media/f36279.txt>
</file>

<file path=ppt/media/f36280.txt>
</file>

<file path=ppt/media/f36281.txt>
</file>

<file path=ppt/media/f36282.txt>
</file>

<file path=ppt/media/f36283.txt>
</file>

<file path=ppt/media/f36284.txt>
</file>

<file path=ppt/media/f36285.txt>
</file>

<file path=ppt/media/f36286.txt>
</file>

<file path=ppt/media/f36287.txt>
</file>

<file path=ppt/media/f36288.txt>
</file>

<file path=ppt/media/f36289.txt>
</file>

<file path=ppt/media/f36290.txt>
</file>

<file path=ppt/media/f36291.txt>
</file>

<file path=ppt/media/f36292.txt>
</file>

<file path=ppt/media/f36293.txt>
</file>

<file path=ppt/media/f36294.txt>
</file>

<file path=ppt/media/f36295.txt>
</file>

<file path=ppt/media/f36296.txt>
</file>

<file path=ppt/media/f36297.txt>
</file>

<file path=ppt/media/f36298.txt>
</file>

<file path=ppt/media/f36299.txt>
</file>

<file path=ppt/media/f36300.txt>
</file>

<file path=ppt/media/f36301.txt>
</file>

<file path=ppt/media/f36302.txt>
</file>

<file path=ppt/media/f36303.txt>
</file>

<file path=ppt/media/f36304.txt>
</file>

<file path=ppt/media/f36305.txt>
</file>

<file path=ppt/media/f36306.txt>
</file>

<file path=ppt/media/f36307.txt>
</file>

<file path=ppt/media/f36308.txt>
</file>

<file path=ppt/media/f36309.txt>
</file>

<file path=ppt/media/f36310.txt>
</file>

<file path=ppt/media/f36311.txt>
</file>

<file path=ppt/media/f36312.txt>
</file>

<file path=ppt/media/f36313.txt>
</file>

<file path=ppt/media/f36314.txt>
</file>

<file path=ppt/media/f36315.txt>
</file>

<file path=ppt/media/f36316.txt>
</file>

<file path=ppt/media/f36317.txt>
</file>

<file path=ppt/media/f36318.txt>
</file>

<file path=ppt/media/f36319.txt>
</file>

<file path=ppt/media/f36320.txt>
</file>

<file path=ppt/media/f36321.txt>
</file>

<file path=ppt/media/f36322.txt>
</file>

<file path=ppt/media/f36323.txt>
</file>

<file path=ppt/media/f36324.txt>
</file>

<file path=ppt/media/f36325.txt>
</file>

<file path=ppt/media/f36326.txt>
</file>

<file path=ppt/media/f36327.txt>
</file>

<file path=ppt/media/f36328.txt>
</file>

<file path=ppt/media/f36329.txt>
</file>

<file path=ppt/media/f36330.txt>
</file>

<file path=ppt/media/f36331.txt>
</file>

<file path=ppt/media/f36332.txt>
</file>

<file path=ppt/media/f36333.txt>
</file>

<file path=ppt/media/f36334.txt>
</file>

<file path=ppt/media/f36335.txt>
</file>

<file path=ppt/media/f36336.txt>
</file>

<file path=ppt/media/f36337.txt>
</file>

<file path=ppt/media/f36338.txt>
</file>

<file path=ppt/media/f36339.txt>
</file>

<file path=ppt/media/f36340.txt>
</file>

<file path=ppt/media/f36341.txt>
</file>

<file path=ppt/media/f36342.txt>
</file>

<file path=ppt/media/f36343.txt>
</file>

<file path=ppt/media/f36344.txt>
</file>

<file path=ppt/media/f36345.txt>
</file>

<file path=ppt/media/f36346.txt>
</file>

<file path=ppt/media/f36347.txt>
</file>

<file path=ppt/media/f36348.txt>
</file>

<file path=ppt/media/f36349.txt>
</file>

<file path=ppt/media/f36350.txt>
</file>

<file path=ppt/media/f36351.txt>
</file>

<file path=ppt/media/f36352.txt>
</file>

<file path=ppt/media/f36353.txt>
</file>

<file path=ppt/media/f36354.txt>
</file>

<file path=ppt/media/f36355.txt>
</file>

<file path=ppt/media/f36356.txt>
</file>

<file path=ppt/media/f36357.txt>
</file>

<file path=ppt/media/f36358.txt>
</file>

<file path=ppt/media/f36359.txt>
</file>

<file path=ppt/media/f36360.txt>
</file>

<file path=ppt/media/f36361.txt>
</file>

<file path=ppt/media/f36362.txt>
</file>

<file path=ppt/media/f36363.txt>
</file>

<file path=ppt/media/f36364.txt>
</file>

<file path=ppt/media/f36365.txt>
</file>

<file path=ppt/media/f36366.txt>
</file>

<file path=ppt/media/f36367.txt>
</file>

<file path=ppt/media/f36368.txt>
</file>

<file path=ppt/media/f36369.txt>
</file>

<file path=ppt/media/f36370.txt>
</file>

<file path=ppt/media/f36371.txt>
</file>

<file path=ppt/media/f36372.txt>
</file>

<file path=ppt/media/f36373.txt>
</file>

<file path=ppt/media/f36374.txt>
</file>

<file path=ppt/media/f36375.txt>
</file>

<file path=ppt/media/f36376.txt>
</file>

<file path=ppt/media/f36377.txt>
</file>

<file path=ppt/media/f36378.txt>
</file>

<file path=ppt/media/f36379.txt>
</file>

<file path=ppt/media/f36380.txt>
</file>

<file path=ppt/media/f36381.txt>
</file>

<file path=ppt/media/f36382.txt>
</file>

<file path=ppt/media/f36383.txt>
</file>

<file path=ppt/media/f36384.txt>
</file>

<file path=ppt/media/f36385.txt>
</file>

<file path=ppt/media/f36386.txt>
</file>

<file path=ppt/media/f36387.txt>
</file>

<file path=ppt/media/f36388.txt>
</file>

<file path=ppt/media/f36389.txt>
</file>

<file path=ppt/media/f36390.txt>
</file>

<file path=ppt/media/f36391.txt>
</file>

<file path=ppt/media/f36392.txt>
</file>

<file path=ppt/media/f36393.txt>
</file>

<file path=ppt/media/f36394.txt>
</file>

<file path=ppt/media/f36395.txt>
</file>

<file path=ppt/media/f36396.txt>
</file>

<file path=ppt/media/f36397.txt>
</file>

<file path=ppt/media/f36398.txt>
</file>

<file path=ppt/media/f36399.txt>
</file>

<file path=ppt/media/f36400.txt>
</file>

<file path=ppt/media/f36401.txt>
</file>

<file path=ppt/media/f36402.txt>
</file>

<file path=ppt/media/f36403.txt>
</file>

<file path=ppt/media/f36404.txt>
</file>

<file path=ppt/media/f36405.txt>
</file>

<file path=ppt/media/f36406.txt>
</file>

<file path=ppt/media/f36407.txt>
</file>

<file path=ppt/media/f36408.txt>
</file>

<file path=ppt/media/f36409.txt>
</file>

<file path=ppt/media/f36410.txt>
</file>

<file path=ppt/media/f36411.txt>
</file>

<file path=ppt/media/f36412.txt>
</file>

<file path=ppt/media/f36413.txt>
</file>

<file path=ppt/media/f36414.txt>
</file>

<file path=ppt/media/f36415.txt>
</file>

<file path=ppt/media/f36416.txt>
</file>

<file path=ppt/media/f36417.txt>
</file>

<file path=ppt/media/f36418.txt>
</file>

<file path=ppt/media/f36419.txt>
</file>

<file path=ppt/media/f36420.txt>
</file>

<file path=ppt/media/f36421.txt>
</file>

<file path=ppt/media/f36422.txt>
</file>

<file path=ppt/media/f36423.txt>
</file>

<file path=ppt/media/f36424.txt>
</file>

<file path=ppt/media/f36425.txt>
</file>

<file path=ppt/media/f36426.txt>
</file>

<file path=ppt/media/f36427.txt>
</file>

<file path=ppt/media/f36428.txt>
</file>

<file path=ppt/media/f36429.txt>
</file>

<file path=ppt/media/f36430.txt>
</file>

<file path=ppt/media/f36431.txt>
</file>

<file path=ppt/media/f36432.txt>
</file>

<file path=ppt/media/f36433.txt>
</file>

<file path=ppt/media/f36434.txt>
</file>

<file path=ppt/media/f36435.txt>
</file>

<file path=ppt/media/f36436.txt>
</file>

<file path=ppt/media/f36437.txt>
</file>

<file path=ppt/media/f36438.txt>
</file>

<file path=ppt/media/f36439.txt>
</file>

<file path=ppt/media/f36440.txt>
</file>

<file path=ppt/media/f36441.txt>
</file>

<file path=ppt/media/f36442.txt>
</file>

<file path=ppt/media/f36443.txt>
</file>

<file path=ppt/media/f36444.txt>
</file>

<file path=ppt/media/f36445.txt>
</file>

<file path=ppt/media/f36446.txt>
</file>

<file path=ppt/media/f36447.txt>
</file>

<file path=ppt/media/f36448.txt>
</file>

<file path=ppt/media/f36449.txt>
</file>

<file path=ppt/media/f36450.txt>
</file>

<file path=ppt/media/f36451.txt>
</file>

<file path=ppt/media/f36452.txt>
</file>

<file path=ppt/media/f36453.txt>
</file>

<file path=ppt/media/f36454.txt>
</file>

<file path=ppt/media/f36455.txt>
</file>

<file path=ppt/media/f36456.txt>
</file>

<file path=ppt/media/f36457.txt>
</file>

<file path=ppt/media/f36458.txt>
</file>

<file path=ppt/media/f36459.txt>
</file>

<file path=ppt/media/f36460.txt>
</file>

<file path=ppt/media/f36461.txt>
</file>

<file path=ppt/media/f36462.txt>
</file>

<file path=ppt/media/f36463.txt>
</file>

<file path=ppt/media/f36464.txt>
</file>

<file path=ppt/media/f36465.txt>
</file>

<file path=ppt/media/f36466.txt>
</file>

<file path=ppt/media/f36467.txt>
</file>

<file path=ppt/media/f36468.txt>
</file>

<file path=ppt/media/f36469.txt>
</file>

<file path=ppt/media/f36470.txt>
</file>

<file path=ppt/media/f36471.txt>
</file>

<file path=ppt/media/f36472.txt>
</file>

<file path=ppt/media/f36473.txt>
</file>

<file path=ppt/media/f36474.txt>
</file>

<file path=ppt/media/f36475.txt>
</file>

<file path=ppt/media/f36476.txt>
</file>

<file path=ppt/media/f36477.txt>
</file>

<file path=ppt/media/f36478.txt>
</file>

<file path=ppt/media/f36479.txt>
</file>

<file path=ppt/media/f36480.txt>
</file>

<file path=ppt/media/f36481.txt>
</file>

<file path=ppt/media/f36482.txt>
</file>

<file path=ppt/media/f36483.txt>
</file>

<file path=ppt/media/f36484.txt>
</file>

<file path=ppt/media/f36485.txt>
</file>

<file path=ppt/media/f36486.txt>
</file>

<file path=ppt/media/f36487.txt>
</file>

<file path=ppt/media/f36488.txt>
</file>

<file path=ppt/media/f36489.txt>
</file>

<file path=ppt/media/f36490.txt>
</file>

<file path=ppt/media/f36491.txt>
</file>

<file path=ppt/media/f36492.txt>
</file>

<file path=ppt/media/f36493.txt>
</file>

<file path=ppt/media/f36494.txt>
</file>

<file path=ppt/media/f36495.txt>
</file>

<file path=ppt/media/f36496.txt>
</file>

<file path=ppt/media/f36497.txt>
</file>

<file path=ppt/media/f36498.txt>
</file>

<file path=ppt/media/f36499.txt>
</file>

<file path=ppt/media/f36500.txt>
</file>

<file path=ppt/media/f36501.txt>
</file>

<file path=ppt/media/f36502.txt>
</file>

<file path=ppt/media/f36503.txt>
</file>

<file path=ppt/media/f36504.txt>
</file>

<file path=ppt/media/f36505.txt>
</file>

<file path=ppt/media/f36506.txt>
</file>

<file path=ppt/media/f36507.txt>
</file>

<file path=ppt/media/f36508.txt>
</file>

<file path=ppt/media/f36509.txt>
</file>

<file path=ppt/media/f36510.txt>
</file>

<file path=ppt/media/f36511.txt>
</file>

<file path=ppt/media/f36512.txt>
</file>

<file path=ppt/media/f36513.txt>
</file>

<file path=ppt/media/f36514.txt>
</file>

<file path=ppt/media/f36515.txt>
</file>

<file path=ppt/media/f36516.txt>
</file>

<file path=ppt/media/f36517.txt>
</file>

<file path=ppt/media/f36518.txt>
</file>

<file path=ppt/media/f36519.txt>
</file>

<file path=ppt/media/f36520.txt>
</file>

<file path=ppt/media/f36521.txt>
</file>

<file path=ppt/media/f36522.txt>
</file>

<file path=ppt/media/f36523.txt>
</file>

<file path=ppt/media/f36524.txt>
</file>

<file path=ppt/media/f36525.txt>
</file>

<file path=ppt/media/f36526.txt>
</file>

<file path=ppt/media/f36527.txt>
</file>

<file path=ppt/media/f36528.txt>
</file>

<file path=ppt/media/f36529.txt>
</file>

<file path=ppt/media/f36530.txt>
</file>

<file path=ppt/media/f36531.txt>
</file>

<file path=ppt/media/f36532.txt>
</file>

<file path=ppt/media/f36533.txt>
</file>

<file path=ppt/media/f36534.txt>
</file>

<file path=ppt/media/f36535.txt>
</file>

<file path=ppt/media/f36536.txt>
</file>

<file path=ppt/media/f36537.txt>
</file>

<file path=ppt/media/f36538.txt>
</file>

<file path=ppt/media/f36539.txt>
</file>

<file path=ppt/media/f36540.txt>
</file>

<file path=ppt/media/f36541.txt>
</file>

<file path=ppt/media/f36542.txt>
</file>

<file path=ppt/media/f36543.txt>
</file>

<file path=ppt/media/f36544.txt>
</file>

<file path=ppt/media/f36545.txt>
</file>

<file path=ppt/media/f36546.txt>
</file>

<file path=ppt/media/f36547.txt>
</file>

<file path=ppt/media/f36548.txt>
</file>

<file path=ppt/media/f36549.txt>
</file>

<file path=ppt/media/f36550.txt>
</file>

<file path=ppt/media/f36551.txt>
</file>

<file path=ppt/media/f36552.txt>
</file>

<file path=ppt/media/f36553.txt>
</file>

<file path=ppt/media/f36554.txt>
</file>

<file path=ppt/media/f36555.txt>
</file>

<file path=ppt/media/f36556.txt>
</file>

<file path=ppt/media/f36557.txt>
</file>

<file path=ppt/media/f36558.txt>
</file>

<file path=ppt/media/f36559.txt>
</file>

<file path=ppt/media/f36560.txt>
</file>

<file path=ppt/media/f36561.txt>
</file>

<file path=ppt/media/f36562.txt>
</file>

<file path=ppt/media/f36563.txt>
</file>

<file path=ppt/media/f36564.txt>
</file>

<file path=ppt/media/f36565.txt>
</file>

<file path=ppt/media/f36566.txt>
</file>

<file path=ppt/media/f36567.txt>
</file>

<file path=ppt/media/f36568.txt>
</file>

<file path=ppt/media/f36569.txt>
</file>

<file path=ppt/media/f36570.txt>
</file>

<file path=ppt/media/f36571.txt>
</file>

<file path=ppt/media/f36572.txt>
</file>

<file path=ppt/media/f36573.txt>
</file>

<file path=ppt/media/f36574.txt>
</file>

<file path=ppt/media/f36575.txt>
</file>

<file path=ppt/media/f36576.txt>
</file>

<file path=ppt/media/f36577.txt>
</file>

<file path=ppt/media/f36578.txt>
</file>

<file path=ppt/media/f36579.txt>
</file>

<file path=ppt/media/f36580.txt>
</file>

<file path=ppt/media/f36581.txt>
</file>

<file path=ppt/media/f36582.txt>
</file>

<file path=ppt/media/f36583.txt>
</file>

<file path=ppt/media/f36584.txt>
</file>

<file path=ppt/media/f36585.txt>
</file>

<file path=ppt/media/f36586.txt>
</file>

<file path=ppt/media/f36587.txt>
</file>

<file path=ppt/media/f36588.txt>
</file>

<file path=ppt/media/f36589.txt>
</file>

<file path=ppt/media/f36590.txt>
</file>

<file path=ppt/media/f36591.txt>
</file>

<file path=ppt/media/f36592.txt>
</file>

<file path=ppt/media/f36593.txt>
</file>

<file path=ppt/media/f36594.txt>
</file>

<file path=ppt/media/f36595.txt>
</file>

<file path=ppt/media/f36596.txt>
</file>

<file path=ppt/media/f36597.txt>
</file>

<file path=ppt/media/f36598.txt>
</file>

<file path=ppt/media/f36599.txt>
</file>

<file path=ppt/media/f36600.txt>
</file>

<file path=ppt/media/f36601.txt>
</file>

<file path=ppt/media/f36602.txt>
</file>

<file path=ppt/media/f36603.txt>
</file>

<file path=ppt/media/f36604.txt>
</file>

<file path=ppt/media/f36605.txt>
</file>

<file path=ppt/media/f36606.txt>
</file>

<file path=ppt/media/f36607.txt>
</file>

<file path=ppt/media/f36608.txt>
</file>

<file path=ppt/media/f36609.txt>
</file>

<file path=ppt/media/f36610.txt>
</file>

<file path=ppt/media/f36611.txt>
</file>

<file path=ppt/media/f36612.txt>
</file>

<file path=ppt/media/f36613.txt>
</file>

<file path=ppt/media/f36614.txt>
</file>

<file path=ppt/media/f36615.txt>
</file>

<file path=ppt/media/f36616.txt>
</file>

<file path=ppt/media/f36617.txt>
</file>

<file path=ppt/media/f36618.txt>
</file>

<file path=ppt/media/f36619.txt>
</file>

<file path=ppt/media/f36620.txt>
</file>

<file path=ppt/media/f36621.txt>
</file>

<file path=ppt/media/f36622.txt>
</file>

<file path=ppt/media/f36623.txt>
</file>

<file path=ppt/media/f36624.txt>
</file>

<file path=ppt/media/f36625.txt>
</file>

<file path=ppt/media/f36626.txt>
</file>

<file path=ppt/media/f36627.txt>
</file>

<file path=ppt/media/f36628.txt>
</file>

<file path=ppt/media/f36629.txt>
</file>

<file path=ppt/media/f36630.txt>
</file>

<file path=ppt/media/f36631.txt>
</file>

<file path=ppt/media/f36632.txt>
</file>

<file path=ppt/media/f36633.txt>
</file>

<file path=ppt/media/f36634.txt>
</file>

<file path=ppt/media/f36635.txt>
</file>

<file path=ppt/media/f36636.txt>
</file>

<file path=ppt/media/f36637.txt>
</file>

<file path=ppt/media/f36638.txt>
</file>

<file path=ppt/media/f36639.txt>
</file>

<file path=ppt/media/f36640.txt>
</file>

<file path=ppt/media/f36641.txt>
</file>

<file path=ppt/media/f36642.txt>
</file>

<file path=ppt/media/f36643.txt>
</file>

<file path=ppt/media/f36644.txt>
</file>

<file path=ppt/media/f36645.txt>
</file>

<file path=ppt/media/f36646.txt>
</file>

<file path=ppt/media/f36647.txt>
</file>

<file path=ppt/media/f36648.txt>
</file>

<file path=ppt/media/f36649.txt>
</file>

<file path=ppt/media/f36650.txt>
</file>

<file path=ppt/media/f36651.txt>
</file>

<file path=ppt/media/f36652.txt>
</file>

<file path=ppt/media/f36653.txt>
</file>

<file path=ppt/media/f36654.txt>
</file>

<file path=ppt/media/f36655.txt>
</file>

<file path=ppt/media/f36656.txt>
</file>

<file path=ppt/media/f36657.txt>
</file>

<file path=ppt/media/f36658.txt>
</file>

<file path=ppt/media/f36659.txt>
</file>

<file path=ppt/media/f36660.txt>
</file>

<file path=ppt/media/f36661.txt>
</file>

<file path=ppt/media/f36662.txt>
</file>

<file path=ppt/media/f36663.txt>
</file>

<file path=ppt/media/f36664.txt>
</file>

<file path=ppt/media/f36665.txt>
</file>

<file path=ppt/media/f36666.txt>
</file>

<file path=ppt/media/f36667.txt>
</file>

<file path=ppt/media/f36668.txt>
</file>

<file path=ppt/media/f36669.txt>
</file>

<file path=ppt/media/f36670.txt>
</file>

<file path=ppt/media/f36671.txt>
</file>

<file path=ppt/media/f36672.txt>
</file>

<file path=ppt/media/f36673.txt>
</file>

<file path=ppt/media/f36674.txt>
</file>

<file path=ppt/media/f36675.txt>
</file>

<file path=ppt/media/f36676.txt>
</file>

<file path=ppt/media/f36677.txt>
</file>

<file path=ppt/media/f36678.txt>
</file>

<file path=ppt/media/f36679.txt>
</file>

<file path=ppt/media/f36680.txt>
</file>

<file path=ppt/media/f36681.txt>
</file>

<file path=ppt/media/f36682.txt>
</file>

<file path=ppt/media/f36683.txt>
</file>

<file path=ppt/media/f36684.txt>
</file>

<file path=ppt/media/f36685.txt>
</file>

<file path=ppt/media/f36686.txt>
</file>

<file path=ppt/media/f36687.txt>
</file>

<file path=ppt/media/f36688.txt>
</file>

<file path=ppt/media/f36689.txt>
</file>

<file path=ppt/media/f36690.txt>
</file>

<file path=ppt/media/f36691.txt>
</file>

<file path=ppt/media/f36692.txt>
</file>

<file path=ppt/media/f36693.txt>
</file>

<file path=ppt/media/f36694.txt>
</file>

<file path=ppt/media/f36695.txt>
</file>

<file path=ppt/media/f36696.txt>
</file>

<file path=ppt/media/f36697.txt>
</file>

<file path=ppt/media/f36698.txt>
</file>

<file path=ppt/media/f36699.txt>
</file>

<file path=ppt/media/f36700.txt>
</file>

<file path=ppt/media/f36701.txt>
</file>

<file path=ppt/media/f36702.txt>
</file>

<file path=ppt/media/f36703.txt>
</file>

<file path=ppt/media/f36704.txt>
</file>

<file path=ppt/media/f36705.txt>
</file>

<file path=ppt/media/f36706.txt>
</file>

<file path=ppt/media/f36707.txt>
</file>

<file path=ppt/media/f36708.txt>
</file>

<file path=ppt/media/f36709.txt>
</file>

<file path=ppt/media/f36710.txt>
</file>

<file path=ppt/media/f36711.txt>
</file>

<file path=ppt/media/f36712.txt>
</file>

<file path=ppt/media/f36713.txt>
</file>

<file path=ppt/media/f36714.txt>
</file>

<file path=ppt/media/f36715.txt>
</file>

<file path=ppt/media/f36716.txt>
</file>

<file path=ppt/media/f36717.txt>
</file>

<file path=ppt/media/f36718.txt>
</file>

<file path=ppt/media/f36719.txt>
</file>

<file path=ppt/media/f36720.txt>
</file>

<file path=ppt/media/f36721.txt>
</file>

<file path=ppt/media/f36722.txt>
</file>

<file path=ppt/media/f36723.txt>
</file>

<file path=ppt/media/f36724.txt>
</file>

<file path=ppt/media/f36725.txt>
</file>

<file path=ppt/media/f36726.txt>
</file>

<file path=ppt/media/f36727.txt>
</file>

<file path=ppt/media/f36728.txt>
</file>

<file path=ppt/media/f36729.txt>
</file>

<file path=ppt/media/f36730.txt>
</file>

<file path=ppt/media/f36731.txt>
</file>

<file path=ppt/media/f36732.txt>
</file>

<file path=ppt/media/f36733.txt>
</file>

<file path=ppt/media/f36734.txt>
</file>

<file path=ppt/media/f36735.txt>
</file>

<file path=ppt/media/f36736.txt>
</file>

<file path=ppt/media/f36737.txt>
</file>

<file path=ppt/media/f36738.txt>
</file>

<file path=ppt/media/f36739.txt>
</file>

<file path=ppt/media/f36740.txt>
</file>

<file path=ppt/media/f36741.txt>
</file>

<file path=ppt/media/f36742.txt>
</file>

<file path=ppt/media/f36743.txt>
</file>

<file path=ppt/media/f36744.txt>
</file>

<file path=ppt/media/f36745.txt>
</file>

<file path=ppt/media/f36746.txt>
</file>

<file path=ppt/media/f36747.txt>
</file>

<file path=ppt/media/f36748.txt>
</file>

<file path=ppt/media/f36749.txt>
</file>

<file path=ppt/media/f36750.txt>
</file>

<file path=ppt/media/f36751.txt>
</file>

<file path=ppt/media/f36752.txt>
</file>

<file path=ppt/media/f36753.txt>
</file>

<file path=ppt/media/f36754.txt>
</file>

<file path=ppt/media/f36755.txt>
</file>

<file path=ppt/media/f36756.txt>
</file>

<file path=ppt/media/f36757.txt>
</file>

<file path=ppt/media/f36758.txt>
</file>

<file path=ppt/media/f36759.txt>
</file>

<file path=ppt/media/f36760.txt>
</file>

<file path=ppt/media/f36761.txt>
</file>

<file path=ppt/media/f36762.txt>
</file>

<file path=ppt/media/f36763.txt>
</file>

<file path=ppt/media/f36764.txt>
</file>

<file path=ppt/media/f36765.txt>
</file>

<file path=ppt/media/f36766.txt>
</file>

<file path=ppt/media/f36767.txt>
</file>

<file path=ppt/media/f36768.txt>
</file>

<file path=ppt/media/f36769.txt>
</file>

<file path=ppt/media/f36770.txt>
</file>

<file path=ppt/media/f36771.txt>
</file>

<file path=ppt/media/f36772.txt>
</file>

<file path=ppt/media/f36773.txt>
</file>

<file path=ppt/media/f36774.txt>
</file>

<file path=ppt/media/f36775.txt>
</file>

<file path=ppt/media/f36776.txt>
</file>

<file path=ppt/media/f36777.txt>
</file>

<file path=ppt/media/f36778.txt>
</file>

<file path=ppt/media/f36779.txt>
</file>

<file path=ppt/media/f36780.txt>
</file>

<file path=ppt/media/f36781.txt>
</file>

<file path=ppt/media/f36782.txt>
</file>

<file path=ppt/media/f36783.txt>
</file>

<file path=ppt/media/f36784.txt>
</file>

<file path=ppt/media/f36785.txt>
</file>

<file path=ppt/media/f36786.txt>
</file>

<file path=ppt/media/f36787.txt>
</file>

<file path=ppt/media/f36788.txt>
</file>

<file path=ppt/media/f36789.txt>
</file>

<file path=ppt/media/f36790.txt>
</file>

<file path=ppt/media/f36791.txt>
</file>

<file path=ppt/media/f36792.txt>
</file>

<file path=ppt/media/f36793.txt>
</file>

<file path=ppt/media/f36794.txt>
</file>

<file path=ppt/media/f36795.txt>
</file>

<file path=ppt/media/f36796.txt>
</file>

<file path=ppt/media/f36797.txt>
</file>

<file path=ppt/media/f36798.txt>
</file>

<file path=ppt/media/f36799.txt>
</file>

<file path=ppt/media/f36800.txt>
</file>

<file path=ppt/media/f36801.txt>
</file>

<file path=ppt/media/f36802.txt>
</file>

<file path=ppt/media/f36803.txt>
</file>

<file path=ppt/media/f36804.txt>
</file>

<file path=ppt/media/f36805.txt>
</file>

<file path=ppt/media/f36806.txt>
</file>

<file path=ppt/media/f36807.txt>
</file>

<file path=ppt/media/f36808.txt>
</file>

<file path=ppt/media/f36809.txt>
</file>

<file path=ppt/media/f36810.txt>
</file>

<file path=ppt/media/f36811.txt>
</file>

<file path=ppt/media/f36812.txt>
</file>

<file path=ppt/media/f36813.txt>
</file>

<file path=ppt/media/f36814.txt>
</file>

<file path=ppt/media/f36815.txt>
</file>

<file path=ppt/media/f36816.txt>
</file>

<file path=ppt/media/f36817.txt>
</file>

<file path=ppt/media/f36818.txt>
</file>

<file path=ppt/media/f36819.txt>
</file>

<file path=ppt/media/f36820.txt>
</file>

<file path=ppt/media/f36821.txt>
</file>

<file path=ppt/media/f36822.txt>
</file>

<file path=ppt/media/f36823.txt>
</file>

<file path=ppt/media/f36824.txt>
</file>

<file path=ppt/media/f36825.txt>
</file>

<file path=ppt/media/f36826.txt>
</file>

<file path=ppt/media/f36827.txt>
</file>

<file path=ppt/media/f36828.txt>
</file>

<file path=ppt/media/f36829.txt>
</file>

<file path=ppt/media/f36830.txt>
</file>

<file path=ppt/media/f36831.txt>
</file>

<file path=ppt/media/f36832.txt>
</file>

<file path=ppt/media/f36833.txt>
</file>

<file path=ppt/media/f36834.txt>
</file>

<file path=ppt/media/f36835.txt>
</file>

<file path=ppt/media/f36836.txt>
</file>

<file path=ppt/media/f36837.txt>
</file>

<file path=ppt/media/f36838.txt>
</file>

<file path=ppt/media/f36839.txt>
</file>

<file path=ppt/media/f36840.txt>
</file>

<file path=ppt/media/f36841.txt>
</file>

<file path=ppt/media/f36842.txt>
</file>

<file path=ppt/media/f36843.txt>
</file>

<file path=ppt/media/f36844.txt>
</file>

<file path=ppt/media/f36845.txt>
</file>

<file path=ppt/media/f36846.txt>
</file>

<file path=ppt/media/f36847.txt>
</file>

<file path=ppt/media/f36848.txt>
</file>

<file path=ppt/media/f36849.txt>
</file>

<file path=ppt/media/f36850.txt>
</file>

<file path=ppt/media/f36851.txt>
</file>

<file path=ppt/media/f36852.txt>
</file>

<file path=ppt/media/f36853.txt>
</file>

<file path=ppt/media/f36854.txt>
</file>

<file path=ppt/media/f36855.txt>
</file>

<file path=ppt/media/f36856.txt>
</file>

<file path=ppt/media/f36857.txt>
</file>

<file path=ppt/media/f36858.txt>
</file>

<file path=ppt/media/f36859.txt>
</file>

<file path=ppt/media/f36860.txt>
</file>

<file path=ppt/media/f36861.txt>
</file>

<file path=ppt/media/f36862.txt>
</file>

<file path=ppt/media/f36863.txt>
</file>

<file path=ppt/media/f36864.txt>
</file>

<file path=ppt/media/f36865.txt>
</file>

<file path=ppt/media/f36866.txt>
</file>

<file path=ppt/media/f36867.txt>
</file>

<file path=ppt/media/f36868.txt>
</file>

<file path=ppt/media/f36869.txt>
</file>

<file path=ppt/media/f36870.txt>
</file>

<file path=ppt/media/f36871.txt>
</file>

<file path=ppt/media/f36872.txt>
</file>

<file path=ppt/media/f36873.txt>
</file>

<file path=ppt/media/f36874.txt>
</file>

<file path=ppt/media/f36875.txt>
</file>

<file path=ppt/media/f36876.txt>
</file>

<file path=ppt/media/f36877.txt>
</file>

<file path=ppt/media/f36878.txt>
</file>

<file path=ppt/media/f36879.txt>
</file>

<file path=ppt/media/f36880.txt>
</file>

<file path=ppt/media/f36881.txt>
</file>

<file path=ppt/media/f36882.txt>
</file>

<file path=ppt/media/f36883.txt>
</file>

<file path=ppt/media/f36884.txt>
</file>

<file path=ppt/media/f36885.txt>
</file>

<file path=ppt/media/f36886.txt>
</file>

<file path=ppt/media/f36887.txt>
</file>

<file path=ppt/media/f36888.txt>
</file>

<file path=ppt/media/f36889.txt>
</file>

<file path=ppt/media/f36890.txt>
</file>

<file path=ppt/media/f36891.txt>
</file>

<file path=ppt/media/f36892.txt>
</file>

<file path=ppt/media/f36893.txt>
</file>

<file path=ppt/media/f36894.txt>
</file>

<file path=ppt/media/f36895.txt>
</file>

<file path=ppt/media/f36896.txt>
</file>

<file path=ppt/media/f36897.txt>
</file>

<file path=ppt/media/f36898.txt>
</file>

<file path=ppt/media/f36899.txt>
</file>

<file path=ppt/media/f36900.txt>
</file>

<file path=ppt/media/f36901.txt>
</file>

<file path=ppt/media/f36902.txt>
</file>

<file path=ppt/media/f36903.txt>
</file>

<file path=ppt/media/f36904.txt>
</file>

<file path=ppt/media/f36905.txt>
</file>

<file path=ppt/media/f36906.txt>
</file>

<file path=ppt/media/f36907.txt>
</file>

<file path=ppt/media/f36908.txt>
</file>

<file path=ppt/media/f36909.txt>
</file>

<file path=ppt/media/f36910.txt>
</file>

<file path=ppt/media/f36911.txt>
</file>

<file path=ppt/media/f36912.txt>
</file>

<file path=ppt/media/f36913.txt>
</file>

<file path=ppt/media/f36914.txt>
</file>

<file path=ppt/media/f36915.txt>
</file>

<file path=ppt/media/f36916.txt>
</file>

<file path=ppt/media/f36917.txt>
</file>

<file path=ppt/media/f36918.txt>
</file>

<file path=ppt/media/f36919.txt>
</file>

<file path=ppt/media/f36920.txt>
</file>

<file path=ppt/media/f36921.txt>
</file>

<file path=ppt/media/f36922.txt>
</file>

<file path=ppt/media/f36923.txt>
</file>

<file path=ppt/media/f36924.txt>
</file>

<file path=ppt/media/f36925.txt>
</file>

<file path=ppt/media/f36926.txt>
</file>

<file path=ppt/media/f36927.txt>
</file>

<file path=ppt/media/f36928.txt>
</file>

<file path=ppt/media/f36929.txt>
</file>

<file path=ppt/media/f36930.txt>
</file>

<file path=ppt/media/f36931.txt>
</file>

<file path=ppt/media/f36932.txt>
</file>

<file path=ppt/media/f36933.txt>
</file>

<file path=ppt/media/f36934.txt>
</file>

<file path=ppt/media/f36935.txt>
</file>

<file path=ppt/media/f36936.txt>
</file>

<file path=ppt/media/f36937.txt>
</file>

<file path=ppt/media/f36938.txt>
</file>

<file path=ppt/media/f36939.txt>
</file>

<file path=ppt/media/f36940.txt>
</file>

<file path=ppt/media/f36941.txt>
</file>

<file path=ppt/media/f36942.txt>
</file>

<file path=ppt/media/f36943.txt>
</file>

<file path=ppt/media/f36944.txt>
</file>

<file path=ppt/media/f36945.txt>
</file>

<file path=ppt/media/f36946.txt>
</file>

<file path=ppt/media/f36947.txt>
</file>

<file path=ppt/media/f36948.txt>
</file>

<file path=ppt/media/f36949.txt>
</file>

<file path=ppt/media/f36950.txt>
</file>

<file path=ppt/media/f36951.txt>
</file>

<file path=ppt/media/f36952.txt>
</file>

<file path=ppt/media/f36953.txt>
</file>

<file path=ppt/media/f36954.txt>
</file>

<file path=ppt/media/f36955.txt>
</file>

<file path=ppt/media/f36956.txt>
</file>

<file path=ppt/media/f36957.txt>
</file>

<file path=ppt/media/f36958.txt>
</file>

<file path=ppt/media/f36959.txt>
</file>

<file path=ppt/media/f36960.txt>
</file>

<file path=ppt/media/f36961.txt>
</file>

<file path=ppt/media/f36962.txt>
</file>

<file path=ppt/media/f36963.txt>
</file>

<file path=ppt/media/f36964.txt>
</file>

<file path=ppt/media/f36965.txt>
</file>

<file path=ppt/media/f36966.txt>
</file>

<file path=ppt/media/f36967.txt>
</file>

<file path=ppt/media/f36968.txt>
</file>

<file path=ppt/media/f36969.txt>
</file>

<file path=ppt/media/f36970.txt>
</file>

<file path=ppt/media/f36971.txt>
</file>

<file path=ppt/media/f36972.txt>
</file>

<file path=ppt/media/f36973.txt>
</file>

<file path=ppt/media/f36974.txt>
</file>

<file path=ppt/media/f36975.txt>
</file>

<file path=ppt/media/f36976.txt>
</file>

<file path=ppt/media/f36977.txt>
</file>

<file path=ppt/media/f36978.txt>
</file>

<file path=ppt/media/f36979.txt>
</file>

<file path=ppt/media/f36980.txt>
</file>

<file path=ppt/media/f36981.txt>
</file>

<file path=ppt/media/f36982.txt>
</file>

<file path=ppt/media/f36983.txt>
</file>

<file path=ppt/media/f36984.txt>
</file>

<file path=ppt/media/f36985.txt>
</file>

<file path=ppt/media/f36986.txt>
</file>

<file path=ppt/media/f36987.txt>
</file>

<file path=ppt/media/f36988.txt>
</file>

<file path=ppt/media/f36989.txt>
</file>

<file path=ppt/media/f36990.txt>
</file>

<file path=ppt/media/f36991.txt>
</file>

<file path=ppt/media/f36992.txt>
</file>

<file path=ppt/media/f36993.txt>
</file>

<file path=ppt/media/f36994.txt>
</file>

<file path=ppt/media/f36995.txt>
</file>

<file path=ppt/media/f36996.txt>
</file>

<file path=ppt/media/f36997.txt>
</file>

<file path=ppt/media/f36998.txt>
</file>

<file path=ppt/media/f36999.txt>
</file>

<file path=ppt/media/f37000.txt>
</file>

<file path=ppt/media/f37001.txt>
</file>

<file path=ppt/media/f37002.txt>
</file>

<file path=ppt/media/f37003.txt>
</file>

<file path=ppt/media/f37004.txt>
</file>

<file path=ppt/media/f37005.txt>
</file>

<file path=ppt/media/f37006.txt>
</file>

<file path=ppt/media/f37007.txt>
</file>

<file path=ppt/media/f37008.txt>
</file>

<file path=ppt/media/f37009.txt>
</file>

<file path=ppt/media/f37010.txt>
</file>

<file path=ppt/media/f37011.txt>
</file>

<file path=ppt/media/f37012.txt>
</file>

<file path=ppt/media/f37013.txt>
</file>

<file path=ppt/media/f37014.txt>
</file>

<file path=ppt/media/f37015.txt>
</file>

<file path=ppt/media/f37016.txt>
</file>

<file path=ppt/media/f37017.txt>
</file>

<file path=ppt/media/f37018.txt>
</file>

<file path=ppt/media/f37019.txt>
</file>

<file path=ppt/media/f37020.txt>
</file>

<file path=ppt/media/f37021.txt>
</file>

<file path=ppt/media/f37022.txt>
</file>

<file path=ppt/media/f37023.txt>
</file>

<file path=ppt/media/f37024.txt>
</file>

<file path=ppt/media/f37025.txt>
</file>

<file path=ppt/media/f37026.txt>
</file>

<file path=ppt/media/f37027.txt>
</file>

<file path=ppt/media/f37028.txt>
</file>

<file path=ppt/media/f37029.txt>
</file>

<file path=ppt/media/f37030.txt>
</file>

<file path=ppt/media/f37031.txt>
</file>

<file path=ppt/media/f37032.txt>
</file>

<file path=ppt/media/f37033.txt>
</file>

<file path=ppt/media/f37034.txt>
</file>

<file path=ppt/media/f37035.txt>
</file>

<file path=ppt/media/f37036.txt>
</file>

<file path=ppt/media/f37037.txt>
</file>

<file path=ppt/media/f37038.txt>
</file>

<file path=ppt/media/f37039.txt>
</file>

<file path=ppt/media/f37040.txt>
</file>

<file path=ppt/media/f37041.txt>
</file>

<file path=ppt/media/f37042.txt>
</file>

<file path=ppt/media/f37043.txt>
</file>

<file path=ppt/media/f37044.txt>
</file>

<file path=ppt/media/f37045.txt>
</file>

<file path=ppt/media/f37046.txt>
</file>

<file path=ppt/media/f37047.txt>
</file>

<file path=ppt/media/f37048.txt>
</file>

<file path=ppt/media/f37049.txt>
</file>

<file path=ppt/media/f37050.txt>
</file>

<file path=ppt/media/f37051.txt>
</file>

<file path=ppt/media/f37052.txt>
</file>

<file path=ppt/media/f37053.txt>
</file>

<file path=ppt/media/f37054.txt>
</file>

<file path=ppt/media/f37055.txt>
</file>

<file path=ppt/media/f37056.txt>
</file>

<file path=ppt/media/f37057.txt>
</file>

<file path=ppt/media/f37058.txt>
</file>

<file path=ppt/media/f37059.txt>
</file>

<file path=ppt/media/f37060.txt>
</file>

<file path=ppt/media/f37061.txt>
</file>

<file path=ppt/media/f37062.txt>
</file>

<file path=ppt/media/f37063.txt>
</file>

<file path=ppt/media/f37064.txt>
</file>

<file path=ppt/media/f37065.txt>
</file>

<file path=ppt/media/f37066.txt>
</file>

<file path=ppt/media/f37067.txt>
</file>

<file path=ppt/media/f37068.txt>
</file>

<file path=ppt/media/f37069.txt>
</file>

<file path=ppt/media/f37070.txt>
</file>

<file path=ppt/media/f37071.txt>
</file>

<file path=ppt/media/f37072.txt>
</file>

<file path=ppt/media/f37073.txt>
</file>

<file path=ppt/media/f37074.txt>
</file>

<file path=ppt/media/f37075.txt>
</file>

<file path=ppt/media/f37076.txt>
</file>

<file path=ppt/media/f37077.txt>
</file>

<file path=ppt/media/f37078.txt>
</file>

<file path=ppt/media/f37079.txt>
</file>

<file path=ppt/media/f37080.txt>
</file>

<file path=ppt/media/f37081.txt>
</file>

<file path=ppt/media/f37082.txt>
</file>

<file path=ppt/media/f37083.txt>
</file>

<file path=ppt/media/f37084.txt>
</file>

<file path=ppt/media/f37085.txt>
</file>

<file path=ppt/media/f37086.txt>
</file>

<file path=ppt/media/f37087.txt>
</file>

<file path=ppt/media/f37088.txt>
</file>

<file path=ppt/media/f37089.txt>
</file>

<file path=ppt/media/f37090.txt>
</file>

<file path=ppt/media/f37091.txt>
</file>

<file path=ppt/media/f37092.txt>
</file>

<file path=ppt/media/f37093.txt>
</file>

<file path=ppt/media/f37094.txt>
</file>

<file path=ppt/media/f37095.txt>
</file>

<file path=ppt/media/f37096.txt>
</file>

<file path=ppt/media/f37097.txt>
</file>

<file path=ppt/media/f37098.txt>
</file>

<file path=ppt/media/f37099.txt>
</file>

<file path=ppt/media/f37100.txt>
</file>

<file path=ppt/media/f37101.txt>
</file>

<file path=ppt/media/f37102.txt>
</file>

<file path=ppt/media/f37103.txt>
</file>

<file path=ppt/media/f37104.txt>
</file>

<file path=ppt/media/f37105.txt>
</file>

<file path=ppt/media/f37106.txt>
</file>

<file path=ppt/media/f37107.txt>
</file>

<file path=ppt/media/f37108.txt>
</file>

<file path=ppt/media/f37109.txt>
</file>

<file path=ppt/media/f37110.txt>
</file>

<file path=ppt/media/f37111.txt>
</file>

<file path=ppt/media/f37112.txt>
</file>

<file path=ppt/media/f37113.txt>
</file>

<file path=ppt/media/f37114.txt>
</file>

<file path=ppt/media/f37115.txt>
</file>

<file path=ppt/media/f37116.txt>
</file>

<file path=ppt/media/f37117.txt>
</file>

<file path=ppt/media/f37118.txt>
</file>

<file path=ppt/media/f37119.txt>
</file>

<file path=ppt/media/f37120.txt>
</file>

<file path=ppt/media/f37121.txt>
</file>

<file path=ppt/media/f37122.txt>
</file>

<file path=ppt/media/f37123.txt>
</file>

<file path=ppt/media/f37124.txt>
</file>

<file path=ppt/media/f37125.txt>
</file>

<file path=ppt/media/f37126.txt>
</file>

<file path=ppt/media/f37127.txt>
</file>

<file path=ppt/media/f37128.txt>
</file>

<file path=ppt/media/f37129.txt>
</file>

<file path=ppt/media/f37130.txt>
</file>

<file path=ppt/media/f37131.txt>
</file>

<file path=ppt/media/f37132.txt>
</file>

<file path=ppt/media/f37133.txt>
</file>

<file path=ppt/media/f37134.txt>
</file>

<file path=ppt/media/f37135.txt>
</file>

<file path=ppt/media/f37136.txt>
</file>

<file path=ppt/media/f37137.txt>
</file>

<file path=ppt/media/f37138.txt>
</file>

<file path=ppt/media/f37139.txt>
</file>

<file path=ppt/media/f37140.txt>
</file>

<file path=ppt/media/f37141.txt>
</file>

<file path=ppt/media/f37142.txt>
</file>

<file path=ppt/media/f37143.txt>
</file>

<file path=ppt/media/f37144.txt>
</file>

<file path=ppt/media/f37145.txt>
</file>

<file path=ppt/media/f37146.txt>
</file>

<file path=ppt/media/f37147.txt>
</file>

<file path=ppt/media/f37148.txt>
</file>

<file path=ppt/media/f37149.txt>
</file>

<file path=ppt/media/f37150.txt>
</file>

<file path=ppt/media/f37151.txt>
</file>

<file path=ppt/media/f37152.txt>
</file>

<file path=ppt/media/f37153.txt>
</file>

<file path=ppt/media/f37154.txt>
</file>

<file path=ppt/media/f37155.txt>
</file>

<file path=ppt/media/f37156.txt>
</file>

<file path=ppt/media/f37157.txt>
</file>

<file path=ppt/media/f37158.txt>
</file>

<file path=ppt/media/f37159.txt>
</file>

<file path=ppt/media/f37160.txt>
</file>

<file path=ppt/media/f37161.txt>
</file>

<file path=ppt/media/f37162.txt>
</file>

<file path=ppt/media/f37163.txt>
</file>

<file path=ppt/media/f37164.txt>
</file>

<file path=ppt/media/f37165.txt>
</file>

<file path=ppt/media/f37166.txt>
</file>

<file path=ppt/media/f37167.txt>
</file>

<file path=ppt/media/f37168.txt>
</file>

<file path=ppt/media/f37169.txt>
</file>

<file path=ppt/media/f37170.txt>
</file>

<file path=ppt/media/f37171.txt>
</file>

<file path=ppt/media/f37172.txt>
</file>

<file path=ppt/media/f37173.txt>
</file>

<file path=ppt/media/f37174.txt>
</file>

<file path=ppt/media/f37175.txt>
</file>

<file path=ppt/media/f37176.txt>
</file>

<file path=ppt/media/f37177.txt>
</file>

<file path=ppt/media/f37178.txt>
</file>

<file path=ppt/media/f37179.txt>
</file>

<file path=ppt/media/f37180.txt>
</file>

<file path=ppt/media/f37181.txt>
</file>

<file path=ppt/media/f37182.txt>
</file>

<file path=ppt/media/f37183.txt>
</file>

<file path=ppt/media/f37184.txt>
</file>

<file path=ppt/media/f37185.txt>
</file>

<file path=ppt/media/f37186.txt>
</file>

<file path=ppt/media/f37187.txt>
</file>

<file path=ppt/media/f37188.txt>
</file>

<file path=ppt/media/f37189.txt>
</file>

<file path=ppt/media/f37190.txt>
</file>

<file path=ppt/media/f37191.txt>
</file>

<file path=ppt/media/f37192.txt>
</file>

<file path=ppt/media/f37193.txt>
</file>

<file path=ppt/media/f37194.txt>
</file>

<file path=ppt/media/f37195.txt>
</file>

<file path=ppt/media/f37196.txt>
</file>

<file path=ppt/media/f37197.txt>
</file>

<file path=ppt/media/f37198.txt>
</file>

<file path=ppt/media/f37199.txt>
</file>

<file path=ppt/media/f37200.txt>
</file>

<file path=ppt/media/f37201.txt>
</file>

<file path=ppt/media/f37202.txt>
</file>

<file path=ppt/media/f37203.txt>
</file>

<file path=ppt/media/f37204.txt>
</file>

<file path=ppt/media/f37205.txt>
</file>

<file path=ppt/media/f37206.txt>
</file>

<file path=ppt/media/f37207.txt>
</file>

<file path=ppt/media/f37208.txt>
</file>

<file path=ppt/media/f37209.txt>
</file>

<file path=ppt/media/f37210.txt>
</file>

<file path=ppt/media/f37211.txt>
</file>

<file path=ppt/media/f37212.txt>
</file>

<file path=ppt/media/f37213.txt>
</file>

<file path=ppt/media/f37214.txt>
</file>

<file path=ppt/media/f37215.txt>
</file>

<file path=ppt/media/f37216.txt>
</file>

<file path=ppt/media/f37217.txt>
</file>

<file path=ppt/media/f37218.txt>
</file>

<file path=ppt/media/f37219.txt>
</file>

<file path=ppt/media/f37220.txt>
</file>

<file path=ppt/media/f37221.txt>
</file>

<file path=ppt/media/f37222.txt>
</file>

<file path=ppt/media/f37223.txt>
</file>

<file path=ppt/media/f37224.txt>
</file>

<file path=ppt/media/f37225.txt>
</file>

<file path=ppt/media/f37226.txt>
</file>

<file path=ppt/media/f37227.txt>
</file>

<file path=ppt/media/f37228.txt>
</file>

<file path=ppt/media/f37229.txt>
</file>

<file path=ppt/media/f37230.txt>
</file>

<file path=ppt/media/f37231.txt>
</file>

<file path=ppt/media/f37232.txt>
</file>

<file path=ppt/media/f37233.txt>
</file>

<file path=ppt/media/f37234.txt>
</file>

<file path=ppt/media/f37235.txt>
</file>

<file path=ppt/media/f37236.txt>
</file>

<file path=ppt/media/f37237.txt>
</file>

<file path=ppt/media/f37238.txt>
</file>

<file path=ppt/media/f37239.txt>
</file>

<file path=ppt/media/f37240.txt>
</file>

<file path=ppt/media/f37241.txt>
</file>

<file path=ppt/media/f37242.txt>
</file>

<file path=ppt/media/f37243.txt>
</file>

<file path=ppt/media/f37244.txt>
</file>

<file path=ppt/media/f37245.txt>
</file>

<file path=ppt/media/f37246.txt>
</file>

<file path=ppt/media/f37247.txt>
</file>

<file path=ppt/media/f37248.txt>
</file>

<file path=ppt/media/f37249.txt>
</file>

<file path=ppt/media/f37250.txt>
</file>

<file path=ppt/media/f37251.txt>
</file>

<file path=ppt/media/f37252.txt>
</file>

<file path=ppt/media/f37253.txt>
</file>

<file path=ppt/media/f37254.txt>
</file>

<file path=ppt/media/f37255.txt>
</file>

<file path=ppt/media/f37256.txt>
</file>

<file path=ppt/media/f37257.txt>
</file>

<file path=ppt/media/f37258.txt>
</file>

<file path=ppt/media/f37259.txt>
</file>

<file path=ppt/media/f37260.txt>
</file>

<file path=ppt/media/f37261.txt>
</file>

<file path=ppt/media/f37262.txt>
</file>

<file path=ppt/media/f37263.txt>
</file>

<file path=ppt/media/f37264.txt>
</file>

<file path=ppt/media/f37265.txt>
</file>

<file path=ppt/media/f37266.txt>
</file>

<file path=ppt/media/f37267.txt>
</file>

<file path=ppt/media/f37268.txt>
</file>

<file path=ppt/media/f37269.txt>
</file>

<file path=ppt/media/f37270.txt>
</file>

<file path=ppt/media/f37271.txt>
</file>

<file path=ppt/media/f37272.txt>
</file>

<file path=ppt/media/f37273.txt>
</file>

<file path=ppt/media/f37274.txt>
</file>

<file path=ppt/media/f37275.txt>
</file>

<file path=ppt/media/f37276.txt>
</file>

<file path=ppt/media/f37277.txt>
</file>

<file path=ppt/media/f37278.txt>
</file>

<file path=ppt/media/f37279.txt>
</file>

<file path=ppt/media/f37280.txt>
</file>

<file path=ppt/media/f37281.txt>
</file>

<file path=ppt/media/f37282.txt>
</file>

<file path=ppt/media/f37283.txt>
</file>

<file path=ppt/media/f37284.txt>
</file>

<file path=ppt/media/f37285.txt>
</file>

<file path=ppt/media/f37286.txt>
</file>

<file path=ppt/media/f37287.txt>
</file>

<file path=ppt/media/f37288.txt>
</file>

<file path=ppt/media/f37289.txt>
</file>

<file path=ppt/media/f37290.txt>
</file>

<file path=ppt/media/f37291.txt>
</file>

<file path=ppt/media/f37292.txt>
</file>

<file path=ppt/media/f37293.txt>
</file>

<file path=ppt/media/f37294.txt>
</file>

<file path=ppt/media/f37295.txt>
</file>

<file path=ppt/media/f37296.txt>
</file>

<file path=ppt/media/f37297.txt>
</file>

<file path=ppt/media/f37298.txt>
</file>

<file path=ppt/media/f37299.txt>
</file>

<file path=ppt/media/f37300.txt>
</file>

<file path=ppt/media/f37301.txt>
</file>

<file path=ppt/media/f37302.txt>
</file>

<file path=ppt/media/f37303.txt>
</file>

<file path=ppt/media/f37304.txt>
</file>

<file path=ppt/media/f37305.txt>
</file>

<file path=ppt/media/f37306.txt>
</file>

<file path=ppt/media/f37307.txt>
</file>

<file path=ppt/media/f37308.txt>
</file>

<file path=ppt/media/f37309.txt>
</file>

<file path=ppt/media/f37310.txt>
</file>

<file path=ppt/media/f37311.txt>
</file>

<file path=ppt/media/f37312.txt>
</file>

<file path=ppt/media/f37313.txt>
</file>

<file path=ppt/media/f37314.txt>
</file>

<file path=ppt/media/f37315.txt>
</file>

<file path=ppt/media/f37316.txt>
</file>

<file path=ppt/media/f37317.txt>
</file>

<file path=ppt/media/f37318.txt>
</file>

<file path=ppt/media/f37319.txt>
</file>

<file path=ppt/media/f37320.txt>
</file>

<file path=ppt/media/f37321.txt>
</file>

<file path=ppt/media/f37322.txt>
</file>

<file path=ppt/media/f37323.txt>
</file>

<file path=ppt/media/f37324.txt>
</file>

<file path=ppt/media/f37325.txt>
</file>

<file path=ppt/media/f37326.txt>
</file>

<file path=ppt/media/f37327.txt>
</file>

<file path=ppt/media/f37328.txt>
</file>

<file path=ppt/media/f37329.txt>
</file>

<file path=ppt/media/f37330.txt>
</file>

<file path=ppt/media/f37331.txt>
</file>

<file path=ppt/media/f37332.txt>
</file>

<file path=ppt/media/f37333.txt>
</file>

<file path=ppt/media/f37334.txt>
</file>

<file path=ppt/media/f37335.txt>
</file>

<file path=ppt/media/f37336.txt>
</file>

<file path=ppt/media/f37337.txt>
</file>

<file path=ppt/media/f37338.txt>
</file>

<file path=ppt/media/f37339.txt>
</file>

<file path=ppt/media/f37340.txt>
</file>

<file path=ppt/media/f37341.txt>
</file>

<file path=ppt/media/f37342.txt>
</file>

<file path=ppt/media/f37343.txt>
</file>

<file path=ppt/media/f37344.txt>
</file>

<file path=ppt/media/f37345.txt>
</file>

<file path=ppt/media/f37346.txt>
</file>

<file path=ppt/media/f37347.txt>
</file>

<file path=ppt/media/f37348.txt>
</file>

<file path=ppt/media/f37349.txt>
</file>

<file path=ppt/media/f37350.txt>
</file>

<file path=ppt/media/f37351.txt>
</file>

<file path=ppt/media/f37352.txt>
</file>

<file path=ppt/media/f37353.txt>
</file>

<file path=ppt/media/f37354.txt>
</file>

<file path=ppt/media/f37355.txt>
</file>

<file path=ppt/media/f37356.txt>
</file>

<file path=ppt/media/f37357.txt>
</file>

<file path=ppt/media/f37358.txt>
</file>

<file path=ppt/media/f37359.txt>
</file>

<file path=ppt/media/f37360.txt>
</file>

<file path=ppt/media/f37361.txt>
</file>

<file path=ppt/media/f37362.txt>
</file>

<file path=ppt/media/f37363.txt>
</file>

<file path=ppt/media/f37364.txt>
</file>

<file path=ppt/media/f37365.txt>
</file>

<file path=ppt/media/f37366.txt>
</file>

<file path=ppt/media/f37367.txt>
</file>

<file path=ppt/media/f37368.txt>
</file>

<file path=ppt/media/f37369.txt>
</file>

<file path=ppt/media/f37370.txt>
</file>

<file path=ppt/media/f37371.txt>
</file>

<file path=ppt/media/f37372.txt>
</file>

<file path=ppt/media/f37373.txt>
</file>

<file path=ppt/media/f37374.txt>
</file>

<file path=ppt/media/f37375.txt>
</file>

<file path=ppt/media/f37376.txt>
</file>

<file path=ppt/media/f37377.txt>
</file>

<file path=ppt/media/f37378.txt>
</file>

<file path=ppt/media/f37379.txt>
</file>

<file path=ppt/media/f37380.txt>
</file>

<file path=ppt/media/f37381.txt>
</file>

<file path=ppt/media/f37382.txt>
</file>

<file path=ppt/media/f37383.txt>
</file>

<file path=ppt/media/f37384.txt>
</file>

<file path=ppt/media/f37385.txt>
</file>

<file path=ppt/media/f37386.txt>
</file>

<file path=ppt/media/f37387.txt>
</file>

<file path=ppt/media/f37388.txt>
</file>

<file path=ppt/media/f37389.txt>
</file>

<file path=ppt/media/f37390.txt>
</file>

<file path=ppt/media/f37391.txt>
</file>

<file path=ppt/media/f37392.txt>
</file>

<file path=ppt/media/f37393.txt>
</file>

<file path=ppt/media/f37394.txt>
</file>

<file path=ppt/media/f37395.txt>
</file>

<file path=ppt/media/f37396.txt>
</file>

<file path=ppt/media/f37397.txt>
</file>

<file path=ppt/media/f37398.txt>
</file>

<file path=ppt/media/f37399.txt>
</file>

<file path=ppt/media/f37400.txt>
</file>

<file path=ppt/media/f37401.txt>
</file>

<file path=ppt/media/f37402.txt>
</file>

<file path=ppt/media/f37403.txt>
</file>

<file path=ppt/media/f37404.txt>
</file>

<file path=ppt/media/f37405.txt>
</file>

<file path=ppt/media/f37406.txt>
</file>

<file path=ppt/media/f37407.txt>
</file>

<file path=ppt/media/f37408.txt>
</file>

<file path=ppt/media/f37409.txt>
</file>

<file path=ppt/media/f37410.txt>
</file>

<file path=ppt/media/f37411.txt>
</file>

<file path=ppt/media/f37412.txt>
</file>

<file path=ppt/media/f37413.txt>
</file>

<file path=ppt/media/f37414.txt>
</file>

<file path=ppt/media/f37415.txt>
</file>

<file path=ppt/media/f37416.txt>
</file>

<file path=ppt/media/f37417.txt>
</file>

<file path=ppt/media/f37418.txt>
</file>

<file path=ppt/media/f37419.txt>
</file>

<file path=ppt/media/f37420.txt>
</file>

<file path=ppt/media/f37421.txt>
</file>

<file path=ppt/media/f37422.txt>
</file>

<file path=ppt/media/f37423.txt>
</file>

<file path=ppt/media/f37424.txt>
</file>

<file path=ppt/media/f37425.txt>
</file>

<file path=ppt/media/f37426.txt>
</file>

<file path=ppt/media/f37427.txt>
</file>

<file path=ppt/media/f37428.txt>
</file>

<file path=ppt/media/f37429.txt>
</file>

<file path=ppt/media/f37430.txt>
</file>

<file path=ppt/media/f37431.txt>
</file>

<file path=ppt/media/f37432.txt>
</file>

<file path=ppt/media/f37433.txt>
</file>

<file path=ppt/media/f37434.txt>
</file>

<file path=ppt/media/f37435.txt>
</file>

<file path=ppt/media/f37436.txt>
</file>

<file path=ppt/media/f37437.txt>
</file>

<file path=ppt/media/f37438.txt>
</file>

<file path=ppt/media/f37439.txt>
</file>

<file path=ppt/media/f37440.txt>
</file>

<file path=ppt/media/f37441.txt>
</file>

<file path=ppt/media/f37442.txt>
</file>

<file path=ppt/media/f37443.txt>
</file>

<file path=ppt/media/f37444.txt>
</file>

<file path=ppt/media/f37445.txt>
</file>

<file path=ppt/media/f37446.txt>
</file>

<file path=ppt/media/f37447.txt>
</file>

<file path=ppt/media/f37448.txt>
</file>

<file path=ppt/media/f37449.txt>
</file>

<file path=ppt/media/f37450.txt>
</file>

<file path=ppt/media/f37451.txt>
</file>

<file path=ppt/media/f37452.txt>
</file>

<file path=ppt/media/f37453.txt>
</file>

<file path=ppt/media/f37454.txt>
</file>

<file path=ppt/media/f37455.txt>
</file>

<file path=ppt/media/f37456.txt>
</file>

<file path=ppt/media/f37457.txt>
</file>

<file path=ppt/media/f37458.txt>
</file>

<file path=ppt/media/f37459.txt>
</file>

<file path=ppt/media/f37460.txt>
</file>

<file path=ppt/media/f37461.txt>
</file>

<file path=ppt/media/f37462.txt>
</file>

<file path=ppt/media/f37463.txt>
</file>

<file path=ppt/media/f37464.txt>
</file>

<file path=ppt/media/f37465.txt>
</file>

<file path=ppt/media/f37466.txt>
</file>

<file path=ppt/media/f37467.txt>
</file>

<file path=ppt/media/f37468.txt>
</file>

<file path=ppt/media/f37469.txt>
</file>

<file path=ppt/media/f37470.txt>
</file>

<file path=ppt/media/f37471.txt>
</file>

<file path=ppt/media/f37472.txt>
</file>

<file path=ppt/media/f37473.txt>
</file>

<file path=ppt/media/f37474.txt>
</file>

<file path=ppt/media/f37475.txt>
</file>

<file path=ppt/media/f37476.txt>
</file>

<file path=ppt/media/f37477.txt>
</file>

<file path=ppt/media/f37478.txt>
</file>

<file path=ppt/media/f37479.txt>
</file>

<file path=ppt/media/f37480.txt>
</file>

<file path=ppt/media/f37481.txt>
</file>

<file path=ppt/media/f37482.txt>
</file>

<file path=ppt/media/f37483.txt>
</file>

<file path=ppt/media/f37484.txt>
</file>

<file path=ppt/media/f37485.txt>
</file>

<file path=ppt/media/f37486.txt>
</file>

<file path=ppt/media/f37487.txt>
</file>

<file path=ppt/media/f37488.txt>
</file>

<file path=ppt/media/f37489.txt>
</file>

<file path=ppt/media/f37490.txt>
</file>

<file path=ppt/media/f37491.txt>
</file>

<file path=ppt/media/f37492.txt>
</file>

<file path=ppt/media/f37493.txt>
</file>

<file path=ppt/media/f37494.txt>
</file>

<file path=ppt/media/f37495.txt>
</file>

<file path=ppt/media/f37496.txt>
</file>

<file path=ppt/media/f37497.txt>
</file>

<file path=ppt/media/f37498.txt>
</file>

<file path=ppt/media/f37499.txt>
</file>

<file path=ppt/media/f37500.txt>
</file>

<file path=ppt/media/f37501.txt>
</file>

<file path=ppt/media/f37502.txt>
</file>

<file path=ppt/media/f37503.txt>
</file>

<file path=ppt/media/f37504.txt>
</file>

<file path=ppt/media/f37505.txt>
</file>

<file path=ppt/media/f37506.txt>
</file>

<file path=ppt/media/f37507.txt>
</file>

<file path=ppt/media/f37508.txt>
</file>

<file path=ppt/media/f37509.txt>
</file>

<file path=ppt/media/f37510.txt>
</file>

<file path=ppt/media/f37511.txt>
</file>

<file path=ppt/media/f37512.txt>
</file>

<file path=ppt/media/f37513.txt>
</file>

<file path=ppt/media/f37514.txt>
</file>

<file path=ppt/media/f37515.txt>
</file>

<file path=ppt/media/f37516.txt>
</file>

<file path=ppt/media/f37517.txt>
</file>

<file path=ppt/media/f37518.txt>
</file>

<file path=ppt/media/f37519.txt>
</file>

<file path=ppt/media/f37520.txt>
</file>

<file path=ppt/media/f37521.txt>
</file>

<file path=ppt/media/f37522.txt>
</file>

<file path=ppt/media/f37523.txt>
</file>

<file path=ppt/media/f37524.txt>
</file>

<file path=ppt/media/f37525.txt>
</file>

<file path=ppt/media/f37526.txt>
</file>

<file path=ppt/media/f37527.txt>
</file>

<file path=ppt/media/f37528.txt>
</file>

<file path=ppt/media/f37529.txt>
</file>

<file path=ppt/media/f37530.txt>
</file>

<file path=ppt/media/f37531.txt>
</file>

<file path=ppt/media/f37532.txt>
</file>

<file path=ppt/media/f37533.txt>
</file>

<file path=ppt/media/f37534.txt>
</file>

<file path=ppt/media/f37535.txt>
</file>

<file path=ppt/media/f37536.txt>
</file>

<file path=ppt/media/f37537.txt>
</file>

<file path=ppt/media/f37538.txt>
</file>

<file path=ppt/media/f37539.txt>
</file>

<file path=ppt/media/f37540.txt>
</file>

<file path=ppt/media/f37541.txt>
</file>

<file path=ppt/media/f37542.txt>
</file>

<file path=ppt/media/f37543.txt>
</file>

<file path=ppt/media/f37544.txt>
</file>

<file path=ppt/media/f37545.txt>
</file>

<file path=ppt/media/f37546.txt>
</file>

<file path=ppt/media/f37547.txt>
</file>

<file path=ppt/media/f37548.txt>
</file>

<file path=ppt/media/f37549.txt>
</file>

<file path=ppt/media/f37550.txt>
</file>

<file path=ppt/media/f37551.txt>
</file>

<file path=ppt/media/f37552.txt>
</file>

<file path=ppt/media/f37553.txt>
</file>

<file path=ppt/media/f37554.txt>
</file>

<file path=ppt/media/f37555.txt>
</file>

<file path=ppt/media/f37556.txt>
</file>

<file path=ppt/media/f37557.txt>
</file>

<file path=ppt/media/f37558.txt>
</file>

<file path=ppt/media/f37559.txt>
</file>

<file path=ppt/media/f37560.txt>
</file>

<file path=ppt/media/f37561.txt>
</file>

<file path=ppt/media/f37562.txt>
</file>

<file path=ppt/media/f37563.txt>
</file>

<file path=ppt/media/f37564.txt>
</file>

<file path=ppt/media/f37565.txt>
</file>

<file path=ppt/media/f37566.txt>
</file>

<file path=ppt/media/f37567.txt>
</file>

<file path=ppt/media/f37568.txt>
</file>

<file path=ppt/media/f37569.txt>
</file>

<file path=ppt/media/f37570.txt>
</file>

<file path=ppt/media/f37571.txt>
</file>

<file path=ppt/media/f37572.txt>
</file>

<file path=ppt/media/f37573.txt>
</file>

<file path=ppt/media/f37574.txt>
</file>

<file path=ppt/media/f37575.txt>
</file>

<file path=ppt/media/f37576.txt>
</file>

<file path=ppt/media/f37577.txt>
</file>

<file path=ppt/media/f37578.txt>
</file>

<file path=ppt/media/f37579.txt>
</file>

<file path=ppt/media/f37580.txt>
</file>

<file path=ppt/media/f37581.txt>
</file>

<file path=ppt/media/f37582.txt>
</file>

<file path=ppt/media/f37583.txt>
</file>

<file path=ppt/media/f37584.txt>
</file>

<file path=ppt/media/f37585.txt>
</file>

<file path=ppt/media/f37586.txt>
</file>

<file path=ppt/media/f37587.txt>
</file>

<file path=ppt/media/f37588.txt>
</file>

<file path=ppt/media/f37589.txt>
</file>

<file path=ppt/media/f37590.txt>
</file>

<file path=ppt/media/f37591.txt>
</file>

<file path=ppt/media/f37592.txt>
</file>

<file path=ppt/media/f37593.txt>
</file>

<file path=ppt/media/f37594.txt>
</file>

<file path=ppt/media/f37595.txt>
</file>

<file path=ppt/media/f37596.txt>
</file>

<file path=ppt/media/f37597.txt>
</file>

<file path=ppt/media/f37598.txt>
</file>

<file path=ppt/media/f37599.txt>
</file>

<file path=ppt/media/f37600.txt>
</file>

<file path=ppt/media/f37601.txt>
</file>

<file path=ppt/media/f37602.txt>
</file>

<file path=ppt/media/f37603.txt>
</file>

<file path=ppt/media/f37604.txt>
</file>

<file path=ppt/media/f37605.txt>
</file>

<file path=ppt/media/f37606.txt>
</file>

<file path=ppt/media/f37607.txt>
</file>

<file path=ppt/media/f37608.txt>
</file>

<file path=ppt/media/f37609.txt>
</file>

<file path=ppt/media/f37610.txt>
</file>

<file path=ppt/media/f37611.txt>
</file>

<file path=ppt/media/f37612.txt>
</file>

<file path=ppt/media/f37613.txt>
</file>

<file path=ppt/media/f37614.txt>
</file>

<file path=ppt/media/f37615.txt>
</file>

<file path=ppt/media/f37616.txt>
</file>

<file path=ppt/media/f37617.txt>
</file>

<file path=ppt/media/f37618.txt>
</file>

<file path=ppt/media/f37619.txt>
</file>

<file path=ppt/media/f37620.txt>
</file>

<file path=ppt/media/f37621.txt>
</file>

<file path=ppt/media/f37622.txt>
</file>

<file path=ppt/media/f37623.txt>
</file>

<file path=ppt/media/f37624.txt>
</file>

<file path=ppt/media/f37625.txt>
</file>

<file path=ppt/media/f37626.txt>
</file>

<file path=ppt/media/f37627.txt>
</file>

<file path=ppt/media/f37628.txt>
</file>

<file path=ppt/media/f37629.txt>
</file>

<file path=ppt/media/f37630.txt>
</file>

<file path=ppt/media/f37631.txt>
</file>

<file path=ppt/media/f37632.txt>
</file>

<file path=ppt/media/f37633.txt>
</file>

<file path=ppt/media/f37634.txt>
</file>

<file path=ppt/media/f37635.txt>
</file>

<file path=ppt/media/f37636.txt>
</file>

<file path=ppt/media/f37637.txt>
</file>

<file path=ppt/media/f37638.txt>
</file>

<file path=ppt/media/f37639.txt>
</file>

<file path=ppt/media/f37640.txt>
</file>

<file path=ppt/media/f37641.txt>
</file>

<file path=ppt/media/f37642.txt>
</file>

<file path=ppt/media/f37643.txt>
</file>

<file path=ppt/media/f37644.txt>
</file>

<file path=ppt/media/f37645.txt>
</file>

<file path=ppt/media/f37646.txt>
</file>

<file path=ppt/media/f37647.txt>
</file>

<file path=ppt/media/f37648.txt>
</file>

<file path=ppt/media/f37649.txt>
</file>

<file path=ppt/media/f37650.txt>
</file>

<file path=ppt/media/f37651.txt>
</file>

<file path=ppt/media/f37652.txt>
</file>

<file path=ppt/media/f37653.txt>
</file>

<file path=ppt/media/f37654.txt>
</file>

<file path=ppt/media/f37655.txt>
</file>

<file path=ppt/media/f37656.txt>
</file>

<file path=ppt/media/f37657.txt>
</file>

<file path=ppt/media/f37658.txt>
</file>

<file path=ppt/media/f37659.txt>
</file>

<file path=ppt/media/f37660.txt>
</file>

<file path=ppt/media/f37661.txt>
</file>

<file path=ppt/media/f37662.txt>
</file>

<file path=ppt/media/f37663.txt>
</file>

<file path=ppt/media/f37664.txt>
</file>

<file path=ppt/media/f37665.txt>
</file>

<file path=ppt/media/f37666.txt>
</file>

<file path=ppt/media/f37667.txt>
</file>

<file path=ppt/media/f37668.txt>
</file>

<file path=ppt/media/f37669.txt>
</file>

<file path=ppt/media/f37670.txt>
</file>

<file path=ppt/media/f37671.txt>
</file>

<file path=ppt/media/f37672.txt>
</file>

<file path=ppt/media/f37673.txt>
</file>

<file path=ppt/media/f37674.txt>
</file>

<file path=ppt/media/f37675.txt>
</file>

<file path=ppt/media/f37676.txt>
</file>

<file path=ppt/media/f37677.txt>
</file>

<file path=ppt/media/f37678.txt>
</file>

<file path=ppt/media/f37679.txt>
</file>

<file path=ppt/media/f37680.txt>
</file>

<file path=ppt/media/f37681.txt>
</file>

<file path=ppt/media/f37682.txt>
</file>

<file path=ppt/media/f37683.txt>
</file>

<file path=ppt/media/f37684.txt>
</file>

<file path=ppt/media/f37685.txt>
</file>

<file path=ppt/media/f37686.txt>
</file>

<file path=ppt/media/f37687.txt>
</file>

<file path=ppt/media/f37688.txt>
</file>

<file path=ppt/media/f37689.txt>
</file>

<file path=ppt/media/f37690.txt>
</file>

<file path=ppt/media/f37691.txt>
</file>

<file path=ppt/media/f37692.txt>
</file>

<file path=ppt/media/f37693.txt>
</file>

<file path=ppt/media/f37694.txt>
</file>

<file path=ppt/media/f37695.txt>
</file>

<file path=ppt/media/f37696.txt>
</file>

<file path=ppt/media/f37697.txt>
</file>

<file path=ppt/media/f37698.txt>
</file>

<file path=ppt/media/f37699.txt>
</file>

<file path=ppt/media/f37700.txt>
</file>

<file path=ppt/media/f37701.txt>
</file>

<file path=ppt/media/f37702.txt>
</file>

<file path=ppt/media/f37703.txt>
</file>

<file path=ppt/media/f37704.txt>
</file>

<file path=ppt/media/f37705.txt>
</file>

<file path=ppt/media/f37706.txt>
</file>

<file path=ppt/media/f37707.txt>
</file>

<file path=ppt/media/f37708.txt>
</file>

<file path=ppt/media/f37709.txt>
</file>

<file path=ppt/media/f37710.txt>
</file>

<file path=ppt/media/f37711.txt>
</file>

<file path=ppt/media/f37712.txt>
</file>

<file path=ppt/media/f37713.txt>
</file>

<file path=ppt/media/f37714.txt>
</file>

<file path=ppt/media/f37715.txt>
</file>

<file path=ppt/media/f37716.txt>
</file>

<file path=ppt/media/f37717.txt>
</file>

<file path=ppt/media/f37718.txt>
</file>

<file path=ppt/media/f37719.txt>
</file>

<file path=ppt/media/f37720.txt>
</file>

<file path=ppt/media/f37721.txt>
</file>

<file path=ppt/media/f37722.txt>
</file>

<file path=ppt/media/f37723.txt>
</file>

<file path=ppt/media/f37724.txt>
</file>

<file path=ppt/media/f37725.txt>
</file>

<file path=ppt/media/f37726.txt>
</file>

<file path=ppt/media/f37727.txt>
</file>

<file path=ppt/media/f37728.txt>
</file>

<file path=ppt/media/f37729.txt>
</file>

<file path=ppt/media/f37730.txt>
</file>

<file path=ppt/media/f37731.txt>
</file>

<file path=ppt/media/f37732.txt>
</file>

<file path=ppt/media/f37733.txt>
</file>

<file path=ppt/media/f37734.txt>
</file>

<file path=ppt/media/f37735.txt>
</file>

<file path=ppt/media/f37736.txt>
</file>

<file path=ppt/media/f37737.txt>
</file>

<file path=ppt/media/f37738.txt>
</file>

<file path=ppt/media/f37739.txt>
</file>

<file path=ppt/media/f37740.txt>
</file>

<file path=ppt/media/f37741.txt>
</file>

<file path=ppt/media/f37742.txt>
</file>

<file path=ppt/media/f37743.txt>
</file>

<file path=ppt/media/f37744.txt>
</file>

<file path=ppt/media/f37745.txt>
</file>

<file path=ppt/media/f37746.txt>
</file>

<file path=ppt/media/f37747.txt>
</file>

<file path=ppt/media/f37748.txt>
</file>

<file path=ppt/media/f37749.txt>
</file>

<file path=ppt/media/f37750.txt>
</file>

<file path=ppt/media/f37751.txt>
</file>

<file path=ppt/media/f37752.txt>
</file>

<file path=ppt/media/f37753.txt>
</file>

<file path=ppt/media/f37754.txt>
</file>

<file path=ppt/media/f37755.txt>
</file>

<file path=ppt/media/f37756.txt>
</file>

<file path=ppt/media/f37757.txt>
</file>

<file path=ppt/media/f37758.txt>
</file>

<file path=ppt/media/f37759.txt>
</file>

<file path=ppt/media/f37760.txt>
</file>

<file path=ppt/media/f37761.txt>
</file>

<file path=ppt/media/f37762.txt>
</file>

<file path=ppt/media/f37763.txt>
</file>

<file path=ppt/media/f37764.txt>
</file>

<file path=ppt/media/f37765.txt>
</file>

<file path=ppt/media/f37766.txt>
</file>

<file path=ppt/media/f37767.txt>
</file>

<file path=ppt/media/f37768.txt>
</file>

<file path=ppt/media/f37769.txt>
</file>

<file path=ppt/media/f37770.txt>
</file>

<file path=ppt/media/f37771.txt>
</file>

<file path=ppt/media/f37772.txt>
</file>

<file path=ppt/media/f37773.txt>
</file>

<file path=ppt/media/f37774.txt>
</file>

<file path=ppt/media/f37775.txt>
</file>

<file path=ppt/media/f37776.txt>
</file>

<file path=ppt/media/f37777.txt>
</file>

<file path=ppt/media/f37778.txt>
</file>

<file path=ppt/media/f37779.txt>
</file>

<file path=ppt/media/f37780.txt>
</file>

<file path=ppt/media/f37781.txt>
</file>

<file path=ppt/media/f37782.txt>
</file>

<file path=ppt/media/f37783.txt>
</file>

<file path=ppt/media/f37784.txt>
</file>

<file path=ppt/media/f37785.txt>
</file>

<file path=ppt/media/f37786.txt>
</file>

<file path=ppt/media/f37787.txt>
</file>

<file path=ppt/media/f37788.txt>
</file>

<file path=ppt/media/f37789.txt>
</file>

<file path=ppt/media/f37790.txt>
</file>

<file path=ppt/media/f37791.txt>
</file>

<file path=ppt/media/f37792.txt>
</file>

<file path=ppt/media/f37793.txt>
</file>

<file path=ppt/media/f37794.txt>
</file>

<file path=ppt/media/f37795.txt>
</file>

<file path=ppt/media/f37796.txt>
</file>

<file path=ppt/media/f37797.txt>
</file>

<file path=ppt/media/f37798.txt>
</file>

<file path=ppt/media/f37799.txt>
</file>

<file path=ppt/media/f37800.txt>
</file>

<file path=ppt/media/f37801.txt>
</file>

<file path=ppt/media/f37802.txt>
</file>

<file path=ppt/media/f37803.txt>
</file>

<file path=ppt/media/f37804.txt>
</file>

<file path=ppt/media/f37805.txt>
</file>

<file path=ppt/media/f37806.txt>
</file>

<file path=ppt/media/f37807.txt>
</file>

<file path=ppt/media/f37808.txt>
</file>

<file path=ppt/media/f37809.txt>
</file>

<file path=ppt/media/f37810.txt>
</file>

<file path=ppt/media/f37811.txt>
</file>

<file path=ppt/media/f37812.txt>
</file>

<file path=ppt/media/f37813.txt>
</file>

<file path=ppt/media/f37814.txt>
</file>

<file path=ppt/media/f37815.txt>
</file>

<file path=ppt/media/f37816.txt>
</file>

<file path=ppt/media/f37817.txt>
</file>

<file path=ppt/media/f37818.txt>
</file>

<file path=ppt/media/f37819.txt>
</file>

<file path=ppt/media/f37820.txt>
</file>

<file path=ppt/media/f37821.txt>
</file>

<file path=ppt/media/f37822.txt>
</file>

<file path=ppt/media/f37823.txt>
</file>

<file path=ppt/media/f37824.txt>
</file>

<file path=ppt/media/f37825.txt>
</file>

<file path=ppt/media/f37826.txt>
</file>

<file path=ppt/media/f37827.txt>
</file>

<file path=ppt/media/f37828.txt>
</file>

<file path=ppt/media/f37829.txt>
</file>

<file path=ppt/media/f37830.txt>
</file>

<file path=ppt/media/f37831.txt>
</file>

<file path=ppt/media/f37832.txt>
</file>

<file path=ppt/media/f37833.txt>
</file>

<file path=ppt/media/f37834.txt>
</file>

<file path=ppt/media/f37835.txt>
</file>

<file path=ppt/media/f37836.txt>
</file>

<file path=ppt/media/f37837.txt>
</file>

<file path=ppt/media/f37838.txt>
</file>

<file path=ppt/media/f37839.txt>
</file>

<file path=ppt/media/f37840.txt>
</file>

<file path=ppt/media/f37841.txt>
</file>

<file path=ppt/media/f37842.txt>
</file>

<file path=ppt/media/f37843.txt>
</file>

<file path=ppt/media/f37844.txt>
</file>

<file path=ppt/media/f37845.txt>
</file>

<file path=ppt/media/f37846.txt>
</file>

<file path=ppt/media/f37847.txt>
</file>

<file path=ppt/media/f37848.txt>
</file>

<file path=ppt/media/f37849.txt>
</file>

<file path=ppt/media/f37850.txt>
</file>

<file path=ppt/media/f37851.txt>
</file>

<file path=ppt/media/f37852.txt>
</file>

<file path=ppt/media/f37853.txt>
</file>

<file path=ppt/media/f37854.txt>
</file>

<file path=ppt/media/f37855.txt>
</file>

<file path=ppt/media/f37856.txt>
</file>

<file path=ppt/media/f37857.txt>
</file>

<file path=ppt/media/f37858.txt>
</file>

<file path=ppt/media/f37859.txt>
</file>

<file path=ppt/media/f37860.txt>
</file>

<file path=ppt/media/f37861.txt>
</file>

<file path=ppt/media/f37862.txt>
</file>

<file path=ppt/media/f37863.txt>
</file>

<file path=ppt/media/f37864.txt>
</file>

<file path=ppt/media/f37865.txt>
</file>

<file path=ppt/media/f37866.txt>
</file>

<file path=ppt/media/f37867.txt>
</file>

<file path=ppt/media/f37868.txt>
</file>

<file path=ppt/media/f37869.txt>
</file>

<file path=ppt/media/f37870.txt>
</file>

<file path=ppt/media/f37871.txt>
</file>

<file path=ppt/media/f37872.txt>
</file>

<file path=ppt/media/f37873.txt>
</file>

<file path=ppt/media/f37874.txt>
</file>

<file path=ppt/media/f37875.txt>
</file>

<file path=ppt/media/f37876.txt>
</file>

<file path=ppt/media/f37877.txt>
</file>

<file path=ppt/media/f37878.txt>
</file>

<file path=ppt/media/f37879.txt>
</file>

<file path=ppt/media/f37880.txt>
</file>

<file path=ppt/media/f37881.txt>
</file>

<file path=ppt/media/f37882.txt>
</file>

<file path=ppt/media/f37883.txt>
</file>

<file path=ppt/media/f37884.txt>
</file>

<file path=ppt/media/f37885.txt>
</file>

<file path=ppt/media/f37886.txt>
</file>

<file path=ppt/media/f37887.txt>
</file>

<file path=ppt/media/f37888.txt>
</file>

<file path=ppt/media/f37889.txt>
</file>

<file path=ppt/media/f37890.txt>
</file>

<file path=ppt/media/f37891.txt>
</file>

<file path=ppt/media/f37892.txt>
</file>

<file path=ppt/media/f37893.txt>
</file>

<file path=ppt/media/f37894.txt>
</file>

<file path=ppt/media/f37895.txt>
</file>

<file path=ppt/media/f37896.txt>
</file>

<file path=ppt/media/f37897.txt>
</file>

<file path=ppt/media/f37898.txt>
</file>

<file path=ppt/media/f37899.txt>
</file>

<file path=ppt/media/f37900.txt>
</file>

<file path=ppt/media/f37901.txt>
</file>

<file path=ppt/media/f37902.txt>
</file>

<file path=ppt/media/f37903.txt>
</file>

<file path=ppt/media/f37904.txt>
</file>

<file path=ppt/media/f37905.txt>
</file>

<file path=ppt/media/f37906.txt>
</file>

<file path=ppt/media/f37907.txt>
</file>

<file path=ppt/media/f37908.txt>
</file>

<file path=ppt/media/f37909.txt>
</file>

<file path=ppt/media/f37910.txt>
</file>

<file path=ppt/media/f37911.txt>
</file>

<file path=ppt/media/f37912.txt>
</file>

<file path=ppt/media/f37913.txt>
</file>

<file path=ppt/media/f37914.txt>
</file>

<file path=ppt/media/f37915.txt>
</file>

<file path=ppt/media/f37916.txt>
</file>

<file path=ppt/media/f37917.txt>
</file>

<file path=ppt/media/f37918.txt>
</file>

<file path=ppt/media/f37919.txt>
</file>

<file path=ppt/media/f37920.txt>
</file>

<file path=ppt/media/f37921.txt>
</file>

<file path=ppt/media/f37922.txt>
</file>

<file path=ppt/media/f37923.txt>
</file>

<file path=ppt/media/f37924.txt>
</file>

<file path=ppt/media/f37925.txt>
</file>

<file path=ppt/media/f37926.txt>
</file>

<file path=ppt/media/f37927.txt>
</file>

<file path=ppt/media/f37928.txt>
</file>

<file path=ppt/media/f37929.txt>
</file>

<file path=ppt/media/f37930.txt>
</file>

<file path=ppt/media/f37931.txt>
</file>

<file path=ppt/media/f37932.txt>
</file>

<file path=ppt/media/f37933.txt>
</file>

<file path=ppt/media/f37934.txt>
</file>

<file path=ppt/media/f37935.txt>
</file>

<file path=ppt/media/f37936.txt>
</file>

<file path=ppt/media/f37937.txt>
</file>

<file path=ppt/media/f37938.txt>
</file>

<file path=ppt/media/f37939.txt>
</file>

<file path=ppt/media/f37940.txt>
</file>

<file path=ppt/media/f37941.txt>
</file>

<file path=ppt/media/f37942.txt>
</file>

<file path=ppt/media/f37943.txt>
</file>

<file path=ppt/media/f37944.txt>
</file>

<file path=ppt/media/f37945.txt>
</file>

<file path=ppt/media/f37946.txt>
</file>

<file path=ppt/media/f37947.txt>
</file>

<file path=ppt/media/f37948.txt>
</file>

<file path=ppt/media/f37949.txt>
</file>

<file path=ppt/media/f37950.txt>
</file>

<file path=ppt/media/f37951.txt>
</file>

<file path=ppt/media/f37952.txt>
</file>

<file path=ppt/media/f37953.txt>
</file>

<file path=ppt/media/f37954.txt>
</file>

<file path=ppt/media/f37955.txt>
</file>

<file path=ppt/media/f37956.txt>
</file>

<file path=ppt/media/f37957.txt>
</file>

<file path=ppt/media/f37958.txt>
</file>

<file path=ppt/media/f37959.txt>
</file>

<file path=ppt/media/f37960.txt>
</file>

<file path=ppt/media/f37961.txt>
</file>

<file path=ppt/media/f37962.txt>
</file>

<file path=ppt/media/f37963.txt>
</file>

<file path=ppt/media/f37964.txt>
</file>

<file path=ppt/media/f37965.txt>
</file>

<file path=ppt/media/f37966.txt>
</file>

<file path=ppt/media/f37967.txt>
</file>

<file path=ppt/media/f37968.txt>
</file>

<file path=ppt/media/f37969.txt>
</file>

<file path=ppt/media/f37970.txt>
</file>

<file path=ppt/media/f37971.txt>
</file>

<file path=ppt/media/f37972.txt>
</file>

<file path=ppt/media/f37973.txt>
</file>

<file path=ppt/media/f37974.txt>
</file>

<file path=ppt/media/f37975.txt>
</file>

<file path=ppt/media/f37976.txt>
</file>

<file path=ppt/media/f37977.txt>
</file>

<file path=ppt/media/f37978.txt>
</file>

<file path=ppt/media/f37979.txt>
</file>

<file path=ppt/media/f37980.txt>
</file>

<file path=ppt/media/f37981.txt>
</file>

<file path=ppt/media/f37982.txt>
</file>

<file path=ppt/media/f37983.txt>
</file>

<file path=ppt/media/f37984.txt>
</file>

<file path=ppt/media/f37985.txt>
</file>

<file path=ppt/media/f37986.txt>
</file>

<file path=ppt/media/f37987.txt>
</file>

<file path=ppt/media/f37988.txt>
</file>

<file path=ppt/media/f37989.txt>
</file>

<file path=ppt/media/f37990.txt>
</file>

<file path=ppt/media/f37991.txt>
</file>

<file path=ppt/media/f37992.txt>
</file>

<file path=ppt/media/f37993.txt>
</file>

<file path=ppt/media/f37994.txt>
</file>

<file path=ppt/media/f37995.txt>
</file>

<file path=ppt/media/f37996.txt>
</file>

<file path=ppt/media/f37997.txt>
</file>

<file path=ppt/media/f37998.txt>
</file>

<file path=ppt/media/f37999.txt>
</file>

<file path=ppt/media/f38000.txt>
</file>

<file path=ppt/media/f38001.txt>
</file>

<file path=ppt/media/f38002.txt>
</file>

<file path=ppt/media/f38003.txt>
</file>

<file path=ppt/media/f38004.txt>
</file>

<file path=ppt/media/f38005.txt>
</file>

<file path=ppt/media/f38006.txt>
</file>

<file path=ppt/media/f38007.txt>
</file>

<file path=ppt/media/f38008.txt>
</file>

<file path=ppt/media/f38009.txt>
</file>

<file path=ppt/media/f38010.txt>
</file>

<file path=ppt/media/f38011.txt>
</file>

<file path=ppt/media/f38012.txt>
</file>

<file path=ppt/media/f38013.txt>
</file>

<file path=ppt/media/f38014.txt>
</file>

<file path=ppt/media/f38015.txt>
</file>

<file path=ppt/media/f38016.txt>
</file>

<file path=ppt/media/f38017.txt>
</file>

<file path=ppt/media/f38018.txt>
</file>

<file path=ppt/media/f38019.txt>
</file>

<file path=ppt/media/f38020.txt>
</file>

<file path=ppt/media/f38021.txt>
</file>

<file path=ppt/media/f38022.txt>
</file>

<file path=ppt/media/f38023.txt>
</file>

<file path=ppt/media/f38024.txt>
</file>

<file path=ppt/media/f38025.txt>
</file>

<file path=ppt/media/f38026.txt>
</file>

<file path=ppt/media/f38027.txt>
</file>

<file path=ppt/media/f38028.txt>
</file>

<file path=ppt/media/f38029.txt>
</file>

<file path=ppt/media/f38030.txt>
</file>

<file path=ppt/media/f38031.txt>
</file>

<file path=ppt/media/f38032.txt>
</file>

<file path=ppt/media/f38033.txt>
</file>

<file path=ppt/media/f38034.txt>
</file>

<file path=ppt/media/f38035.txt>
</file>

<file path=ppt/media/f38036.txt>
</file>

<file path=ppt/media/f38037.txt>
</file>

<file path=ppt/media/f38038.txt>
</file>

<file path=ppt/media/f38039.txt>
</file>

<file path=ppt/media/f38040.txt>
</file>

<file path=ppt/media/f38041.txt>
</file>

<file path=ppt/media/f38042.txt>
</file>

<file path=ppt/media/f38043.txt>
</file>

<file path=ppt/media/f38044.txt>
</file>

<file path=ppt/media/f38045.txt>
</file>

<file path=ppt/media/f38046.txt>
</file>

<file path=ppt/media/f38047.txt>
</file>

<file path=ppt/media/f38048.txt>
</file>

<file path=ppt/media/f38049.txt>
</file>

<file path=ppt/media/f38050.txt>
</file>

<file path=ppt/media/f38051.txt>
</file>

<file path=ppt/media/f38052.txt>
</file>

<file path=ppt/media/f38053.txt>
</file>

<file path=ppt/media/f38054.txt>
</file>

<file path=ppt/media/f38055.txt>
</file>

<file path=ppt/media/f38056.txt>
</file>

<file path=ppt/media/f38057.txt>
</file>

<file path=ppt/media/f38058.txt>
</file>

<file path=ppt/media/f38059.txt>
</file>

<file path=ppt/media/f38060.txt>
</file>

<file path=ppt/media/f38061.txt>
</file>

<file path=ppt/media/f38062.txt>
</file>

<file path=ppt/media/f38063.txt>
</file>

<file path=ppt/media/f38064.txt>
</file>

<file path=ppt/media/f38065.txt>
</file>

<file path=ppt/media/f38066.txt>
</file>

<file path=ppt/media/f38067.txt>
</file>

<file path=ppt/media/f38068.txt>
</file>

<file path=ppt/media/f38069.txt>
</file>

<file path=ppt/media/f38070.txt>
</file>

<file path=ppt/media/f38071.txt>
</file>

<file path=ppt/media/f38072.txt>
</file>

<file path=ppt/media/f38073.txt>
</file>

<file path=ppt/media/f38074.txt>
</file>

<file path=ppt/media/f38075.txt>
</file>

<file path=ppt/media/f38076.txt>
</file>

<file path=ppt/media/f38077.txt>
</file>

<file path=ppt/media/f38078.txt>
</file>

<file path=ppt/media/f38079.txt>
</file>

<file path=ppt/media/f38080.txt>
</file>

<file path=ppt/media/f38081.txt>
</file>

<file path=ppt/media/f38082.txt>
</file>

<file path=ppt/media/f38083.txt>
</file>

<file path=ppt/media/f38084.txt>
</file>

<file path=ppt/media/f38085.txt>
</file>

<file path=ppt/media/f38086.txt>
</file>

<file path=ppt/media/f38087.txt>
</file>

<file path=ppt/media/f38088.txt>
</file>

<file path=ppt/media/f38089.txt>
</file>

<file path=ppt/media/f38090.txt>
</file>

<file path=ppt/media/f38091.txt>
</file>

<file path=ppt/media/f38092.txt>
</file>

<file path=ppt/media/f38093.txt>
</file>

<file path=ppt/media/f38094.txt>
</file>

<file path=ppt/media/f38095.txt>
</file>

<file path=ppt/media/f38096.txt>
</file>

<file path=ppt/media/f38097.txt>
</file>

<file path=ppt/media/f38098.txt>
</file>

<file path=ppt/media/f38099.txt>
</file>

<file path=ppt/media/f38100.txt>
</file>

<file path=ppt/media/f38101.txt>
</file>

<file path=ppt/media/f38102.txt>
</file>

<file path=ppt/media/f38103.txt>
</file>

<file path=ppt/media/f38104.txt>
</file>

<file path=ppt/media/f38105.txt>
</file>

<file path=ppt/media/f38106.txt>
</file>

<file path=ppt/media/f38107.txt>
</file>

<file path=ppt/media/f38108.txt>
</file>

<file path=ppt/media/f38109.txt>
</file>

<file path=ppt/media/f38110.txt>
</file>

<file path=ppt/media/f38111.txt>
</file>

<file path=ppt/media/f38112.txt>
</file>

<file path=ppt/media/f38113.txt>
</file>

<file path=ppt/media/f38114.txt>
</file>

<file path=ppt/media/f38115.txt>
</file>

<file path=ppt/media/f38116.txt>
</file>

<file path=ppt/media/f38117.txt>
</file>

<file path=ppt/media/f38118.txt>
</file>

<file path=ppt/media/f38119.txt>
</file>

<file path=ppt/media/f38120.txt>
</file>

<file path=ppt/media/f38121.txt>
</file>

<file path=ppt/media/f38122.txt>
</file>

<file path=ppt/media/f38123.txt>
</file>

<file path=ppt/media/f38124.txt>
</file>

<file path=ppt/media/f38125.txt>
</file>

<file path=ppt/media/f38126.txt>
</file>

<file path=ppt/media/f38127.txt>
</file>

<file path=ppt/media/f38128.txt>
</file>

<file path=ppt/media/f38129.txt>
</file>

<file path=ppt/media/f38130.txt>
</file>

<file path=ppt/media/f38131.txt>
</file>

<file path=ppt/media/f38132.txt>
</file>

<file path=ppt/media/f38133.txt>
</file>

<file path=ppt/media/f38134.txt>
</file>

<file path=ppt/media/f38135.txt>
</file>

<file path=ppt/media/f38136.txt>
</file>

<file path=ppt/media/f38137.txt>
</file>

<file path=ppt/media/f38138.txt>
</file>

<file path=ppt/media/f38139.txt>
</file>

<file path=ppt/media/f38140.txt>
</file>

<file path=ppt/media/f38141.txt>
</file>

<file path=ppt/media/f38142.txt>
</file>

<file path=ppt/media/f38143.txt>
</file>

<file path=ppt/media/f38144.txt>
</file>

<file path=ppt/media/f38145.txt>
</file>

<file path=ppt/media/f38146.txt>
</file>

<file path=ppt/media/f38147.txt>
</file>

<file path=ppt/media/f38148.txt>
</file>

<file path=ppt/media/f38149.txt>
</file>

<file path=ppt/media/f38150.txt>
</file>

<file path=ppt/media/f38151.txt>
</file>

<file path=ppt/media/f38152.txt>
</file>

<file path=ppt/media/f38153.txt>
</file>

<file path=ppt/media/f38154.txt>
</file>

<file path=ppt/media/f38155.txt>
</file>

<file path=ppt/media/f38156.txt>
</file>

<file path=ppt/media/f38157.txt>
</file>

<file path=ppt/media/f38158.txt>
</file>

<file path=ppt/media/f38159.txt>
</file>

<file path=ppt/media/f38160.txt>
</file>

<file path=ppt/media/f38161.txt>
</file>

<file path=ppt/media/f38162.txt>
</file>

<file path=ppt/media/f38163.txt>
</file>

<file path=ppt/media/f38164.txt>
</file>

<file path=ppt/media/f38165.txt>
</file>

<file path=ppt/media/f38166.txt>
</file>

<file path=ppt/media/f38167.txt>
</file>

<file path=ppt/media/f38168.txt>
</file>

<file path=ppt/media/f38169.txt>
</file>

<file path=ppt/media/f38170.txt>
</file>

<file path=ppt/media/f38171.txt>
</file>

<file path=ppt/media/f38172.txt>
</file>

<file path=ppt/media/f38173.txt>
</file>

<file path=ppt/media/f38174.txt>
</file>

<file path=ppt/media/f38175.txt>
</file>

<file path=ppt/media/f38176.txt>
</file>

<file path=ppt/media/f38177.txt>
</file>

<file path=ppt/media/f38178.txt>
</file>

<file path=ppt/media/f38179.txt>
</file>

<file path=ppt/media/f38180.txt>
</file>

<file path=ppt/media/f38181.txt>
</file>

<file path=ppt/media/f38182.txt>
</file>

<file path=ppt/media/f38183.txt>
</file>

<file path=ppt/media/f38184.txt>
</file>

<file path=ppt/media/f38185.txt>
</file>

<file path=ppt/media/f38186.txt>
</file>

<file path=ppt/media/f38187.txt>
</file>

<file path=ppt/media/f38188.txt>
</file>

<file path=ppt/media/f38189.txt>
</file>

<file path=ppt/media/f38190.txt>
</file>

<file path=ppt/media/f38191.txt>
</file>

<file path=ppt/media/f38192.txt>
</file>

<file path=ppt/media/f38193.txt>
</file>

<file path=ppt/media/f38194.txt>
</file>

<file path=ppt/media/f38195.txt>
</file>

<file path=ppt/media/f38196.txt>
</file>

<file path=ppt/media/f38197.txt>
</file>

<file path=ppt/media/f38198.txt>
</file>

<file path=ppt/media/f38199.txt>
</file>

<file path=ppt/media/f38200.txt>
</file>

<file path=ppt/media/f38201.txt>
</file>

<file path=ppt/media/f38202.txt>
</file>

<file path=ppt/media/f38203.txt>
</file>

<file path=ppt/media/f38204.txt>
</file>

<file path=ppt/media/f38205.txt>
</file>

<file path=ppt/media/f38206.txt>
</file>

<file path=ppt/media/f38207.txt>
</file>

<file path=ppt/media/f38208.txt>
</file>

<file path=ppt/media/f38209.txt>
</file>

<file path=ppt/media/f38210.txt>
</file>

<file path=ppt/media/f38211.txt>
</file>

<file path=ppt/media/f38212.txt>
</file>

<file path=ppt/media/f38213.txt>
</file>

<file path=ppt/media/f38214.txt>
</file>

<file path=ppt/media/f38215.txt>
</file>

<file path=ppt/media/f38216.txt>
</file>

<file path=ppt/media/f38217.txt>
</file>

<file path=ppt/media/f38218.txt>
</file>

<file path=ppt/media/f38219.txt>
</file>

<file path=ppt/media/f38220.txt>
</file>

<file path=ppt/media/f38221.txt>
</file>

<file path=ppt/media/f38222.txt>
</file>

<file path=ppt/media/f38223.txt>
</file>

<file path=ppt/media/f38224.txt>
</file>

<file path=ppt/media/f38225.txt>
</file>

<file path=ppt/media/f38226.txt>
</file>

<file path=ppt/media/f38227.txt>
</file>

<file path=ppt/media/f38228.txt>
</file>

<file path=ppt/media/f38229.txt>
</file>

<file path=ppt/media/f38230.txt>
</file>

<file path=ppt/media/f38231.txt>
</file>

<file path=ppt/media/f38232.txt>
</file>

<file path=ppt/media/f38233.txt>
</file>

<file path=ppt/media/f38234.txt>
</file>

<file path=ppt/media/f38235.txt>
</file>

<file path=ppt/media/f38236.txt>
</file>

<file path=ppt/media/f38237.txt>
</file>

<file path=ppt/media/f38238.txt>
</file>

<file path=ppt/media/f38239.txt>
</file>

<file path=ppt/media/f38240.txt>
</file>

<file path=ppt/media/f38241.txt>
</file>

<file path=ppt/media/f38242.txt>
</file>

<file path=ppt/media/f38243.txt>
</file>

<file path=ppt/media/f38244.txt>
</file>

<file path=ppt/media/f38245.txt>
</file>

<file path=ppt/media/f38246.txt>
</file>

<file path=ppt/media/f38247.txt>
</file>

<file path=ppt/media/f38248.txt>
</file>

<file path=ppt/media/f38249.txt>
</file>

<file path=ppt/media/f38250.txt>
</file>

<file path=ppt/media/f38251.txt>
</file>

<file path=ppt/media/f38252.txt>
</file>

<file path=ppt/media/f38253.txt>
</file>

<file path=ppt/media/f38254.txt>
</file>

<file path=ppt/media/f38255.txt>
</file>

<file path=ppt/media/f38256.txt>
</file>

<file path=ppt/media/f38257.txt>
</file>

<file path=ppt/media/f38258.txt>
</file>

<file path=ppt/media/f38259.txt>
</file>

<file path=ppt/media/f38260.txt>
</file>

<file path=ppt/media/f38261.txt>
</file>

<file path=ppt/media/f38262.txt>
</file>

<file path=ppt/media/f38263.txt>
</file>

<file path=ppt/media/f38264.txt>
</file>

<file path=ppt/media/f38265.txt>
</file>

<file path=ppt/media/f38266.txt>
</file>

<file path=ppt/media/f38267.txt>
</file>

<file path=ppt/media/f38268.txt>
</file>

<file path=ppt/media/f38269.txt>
</file>

<file path=ppt/media/f38270.txt>
</file>

<file path=ppt/media/f38271.txt>
</file>

<file path=ppt/media/f38272.txt>
</file>

<file path=ppt/media/f38273.txt>
</file>

<file path=ppt/media/f38274.txt>
</file>

<file path=ppt/media/f38275.txt>
</file>

<file path=ppt/media/f38276.txt>
</file>

<file path=ppt/media/f38277.txt>
</file>

<file path=ppt/media/f38278.txt>
</file>

<file path=ppt/media/f38279.txt>
</file>

<file path=ppt/media/f38280.txt>
</file>

<file path=ppt/media/f38281.txt>
</file>

<file path=ppt/media/f38282.txt>
</file>

<file path=ppt/media/f38283.txt>
</file>

<file path=ppt/media/f38284.txt>
</file>

<file path=ppt/media/f38285.txt>
</file>

<file path=ppt/media/f38286.txt>
</file>

<file path=ppt/media/f38287.txt>
</file>

<file path=ppt/media/f38288.txt>
</file>

<file path=ppt/media/f38289.txt>
</file>

<file path=ppt/media/f38290.txt>
</file>

<file path=ppt/media/f38291.txt>
</file>

<file path=ppt/media/f38292.txt>
</file>

<file path=ppt/media/f38293.txt>
</file>

<file path=ppt/media/f38294.txt>
</file>

<file path=ppt/media/f38295.txt>
</file>

<file path=ppt/media/f38296.txt>
</file>

<file path=ppt/media/f38297.txt>
</file>

<file path=ppt/media/f38298.txt>
</file>

<file path=ppt/media/f38299.txt>
</file>

<file path=ppt/media/f38300.txt>
</file>

<file path=ppt/media/f38301.txt>
</file>

<file path=ppt/media/f38302.txt>
</file>

<file path=ppt/media/f38303.txt>
</file>

<file path=ppt/media/f38304.txt>
</file>

<file path=ppt/media/f38305.txt>
</file>

<file path=ppt/media/f38306.txt>
</file>

<file path=ppt/media/f38307.txt>
</file>

<file path=ppt/media/f38308.txt>
</file>

<file path=ppt/media/f38309.txt>
</file>

<file path=ppt/media/f38310.txt>
</file>

<file path=ppt/media/f38311.txt>
</file>

<file path=ppt/media/f38312.txt>
</file>

<file path=ppt/media/f38313.txt>
</file>

<file path=ppt/media/f38314.txt>
</file>

<file path=ppt/media/f38315.txt>
</file>

<file path=ppt/media/f38316.txt>
</file>

<file path=ppt/media/f38317.txt>
</file>

<file path=ppt/media/f38318.txt>
</file>

<file path=ppt/media/f38319.txt>
</file>

<file path=ppt/media/f38320.txt>
</file>

<file path=ppt/media/f38321.txt>
</file>

<file path=ppt/media/f38322.txt>
</file>

<file path=ppt/media/f38323.txt>
</file>

<file path=ppt/media/f38324.txt>
</file>

<file path=ppt/media/f38325.txt>
</file>

<file path=ppt/media/f38326.txt>
</file>

<file path=ppt/media/f38327.txt>
</file>

<file path=ppt/media/f38328.txt>
</file>

<file path=ppt/media/f38329.txt>
</file>

<file path=ppt/media/f38330.txt>
</file>

<file path=ppt/media/f38331.txt>
</file>

<file path=ppt/media/f38332.txt>
</file>

<file path=ppt/media/f38333.txt>
</file>

<file path=ppt/media/f38334.txt>
</file>

<file path=ppt/media/f38335.txt>
</file>

<file path=ppt/media/f38336.txt>
</file>

<file path=ppt/media/f38337.txt>
</file>

<file path=ppt/media/f38338.txt>
</file>

<file path=ppt/media/f38339.txt>
</file>

<file path=ppt/media/f38340.txt>
</file>

<file path=ppt/media/f38341.txt>
</file>

<file path=ppt/media/f38342.txt>
</file>

<file path=ppt/media/f38343.txt>
</file>

<file path=ppt/media/f38344.txt>
</file>

<file path=ppt/media/f38345.txt>
</file>

<file path=ppt/media/f38346.txt>
</file>

<file path=ppt/media/f38347.txt>
</file>

<file path=ppt/media/f38348.txt>
</file>

<file path=ppt/media/f38349.txt>
</file>

<file path=ppt/media/f38350.txt>
</file>

<file path=ppt/media/f38351.txt>
</file>

<file path=ppt/media/f38352.txt>
</file>

<file path=ppt/media/f38353.txt>
</file>

<file path=ppt/media/f38354.txt>
</file>

<file path=ppt/media/f38355.txt>
</file>

<file path=ppt/media/f38356.txt>
</file>

<file path=ppt/media/f38357.txt>
</file>

<file path=ppt/media/f38358.txt>
</file>

<file path=ppt/media/f38359.txt>
</file>

<file path=ppt/media/f38360.txt>
</file>

<file path=ppt/media/f38361.txt>
</file>

<file path=ppt/media/f38362.txt>
</file>

<file path=ppt/media/f38363.txt>
</file>

<file path=ppt/media/f38364.txt>
</file>

<file path=ppt/media/f38365.txt>
</file>

<file path=ppt/media/f38366.txt>
</file>

<file path=ppt/media/f38367.txt>
</file>

<file path=ppt/media/f38368.txt>
</file>

<file path=ppt/media/f38369.txt>
</file>

<file path=ppt/media/f38370.txt>
</file>

<file path=ppt/media/f38371.txt>
</file>

<file path=ppt/media/f38372.txt>
</file>

<file path=ppt/media/f38373.txt>
</file>

<file path=ppt/media/f38374.txt>
</file>

<file path=ppt/media/f38375.txt>
</file>

<file path=ppt/media/f38376.txt>
</file>

<file path=ppt/media/f38377.txt>
</file>

<file path=ppt/media/f38378.txt>
</file>

<file path=ppt/media/f38379.txt>
</file>

<file path=ppt/media/f38380.txt>
</file>

<file path=ppt/media/f38381.txt>
</file>

<file path=ppt/media/f38382.txt>
</file>

<file path=ppt/media/f38383.txt>
</file>

<file path=ppt/media/f38384.txt>
</file>

<file path=ppt/media/f38385.txt>
</file>

<file path=ppt/media/f38386.txt>
</file>

<file path=ppt/media/f38387.txt>
</file>

<file path=ppt/media/f38388.txt>
</file>

<file path=ppt/media/f38389.txt>
</file>

<file path=ppt/media/f38390.txt>
</file>

<file path=ppt/media/f38391.txt>
</file>

<file path=ppt/media/f38392.txt>
</file>

<file path=ppt/media/f38393.txt>
</file>

<file path=ppt/media/f38394.txt>
</file>

<file path=ppt/media/f38395.txt>
</file>

<file path=ppt/media/f38396.txt>
</file>

<file path=ppt/media/f38397.txt>
</file>

<file path=ppt/media/f38398.txt>
</file>

<file path=ppt/media/f38399.txt>
</file>

<file path=ppt/media/f38400.txt>
</file>

<file path=ppt/media/f38401.txt>
</file>

<file path=ppt/media/f38402.txt>
</file>

<file path=ppt/media/f38403.txt>
</file>

<file path=ppt/media/f38404.txt>
</file>

<file path=ppt/media/f38405.txt>
</file>

<file path=ppt/media/f38406.txt>
</file>

<file path=ppt/media/f38407.txt>
</file>

<file path=ppt/media/f38408.txt>
</file>

<file path=ppt/media/f38409.txt>
</file>

<file path=ppt/media/f38410.txt>
</file>

<file path=ppt/media/f38411.txt>
</file>

<file path=ppt/media/f38412.txt>
</file>

<file path=ppt/media/f38413.txt>
</file>

<file path=ppt/media/f38414.txt>
</file>

<file path=ppt/media/f38415.txt>
</file>

<file path=ppt/media/f38416.txt>
</file>

<file path=ppt/media/f38417.txt>
</file>

<file path=ppt/media/f38418.txt>
</file>

<file path=ppt/media/f38419.txt>
</file>

<file path=ppt/media/f38420.txt>
</file>

<file path=ppt/media/f38421.txt>
</file>

<file path=ppt/media/f38422.txt>
</file>

<file path=ppt/media/f38423.txt>
</file>

<file path=ppt/media/f38424.txt>
</file>

<file path=ppt/media/f38425.txt>
</file>

<file path=ppt/media/f38426.txt>
</file>

<file path=ppt/media/f38427.txt>
</file>

<file path=ppt/media/f38428.txt>
</file>

<file path=ppt/media/f38429.txt>
</file>

<file path=ppt/media/f38430.txt>
</file>

<file path=ppt/media/f38431.txt>
</file>

<file path=ppt/media/f38432.txt>
</file>

<file path=ppt/media/f38433.txt>
</file>

<file path=ppt/media/f38434.txt>
</file>

<file path=ppt/media/f38435.txt>
</file>

<file path=ppt/media/f38436.txt>
</file>

<file path=ppt/media/f38437.txt>
</file>

<file path=ppt/media/f38438.txt>
</file>

<file path=ppt/media/f38439.txt>
</file>

<file path=ppt/media/f38440.txt>
</file>

<file path=ppt/media/f38441.txt>
</file>

<file path=ppt/media/f38442.txt>
</file>

<file path=ppt/media/f38443.txt>
</file>

<file path=ppt/media/f38444.txt>
</file>

<file path=ppt/media/f38445.txt>
</file>

<file path=ppt/media/f38446.txt>
</file>

<file path=ppt/media/f38447.txt>
</file>

<file path=ppt/media/f38448.txt>
</file>

<file path=ppt/media/f38449.txt>
</file>

<file path=ppt/media/f38450.txt>
</file>

<file path=ppt/media/f38451.txt>
</file>

<file path=ppt/media/f38452.txt>
</file>

<file path=ppt/media/f38453.txt>
</file>

<file path=ppt/media/f38454.txt>
</file>

<file path=ppt/media/f38455.txt>
</file>

<file path=ppt/media/f38456.txt>
</file>

<file path=ppt/media/f38457.txt>
</file>

<file path=ppt/media/f38458.txt>
</file>

<file path=ppt/media/f38459.txt>
</file>

<file path=ppt/media/f38460.txt>
</file>

<file path=ppt/media/f38461.txt>
</file>

<file path=ppt/media/f38462.txt>
</file>

<file path=ppt/media/f38463.txt>
</file>

<file path=ppt/media/f38464.txt>
</file>

<file path=ppt/media/f38465.txt>
</file>

<file path=ppt/media/f38466.txt>
</file>

<file path=ppt/media/f38467.txt>
</file>

<file path=ppt/media/f38468.txt>
</file>

<file path=ppt/media/f38469.txt>
</file>

<file path=ppt/media/f38470.txt>
</file>

<file path=ppt/media/f38471.txt>
</file>

<file path=ppt/media/f38472.txt>
</file>

<file path=ppt/media/f38473.txt>
</file>

<file path=ppt/media/f38474.txt>
</file>

<file path=ppt/media/f38475.txt>
</file>

<file path=ppt/media/f38476.txt>
</file>

<file path=ppt/media/f38477.txt>
</file>

<file path=ppt/media/f38478.txt>
</file>

<file path=ppt/media/f38479.txt>
</file>

<file path=ppt/media/f38480.txt>
</file>

<file path=ppt/media/f38481.txt>
</file>

<file path=ppt/media/f38482.txt>
</file>

<file path=ppt/media/f38483.txt>
</file>

<file path=ppt/media/f38484.txt>
</file>

<file path=ppt/media/f38485.txt>
</file>

<file path=ppt/media/f38486.txt>
</file>

<file path=ppt/media/f38487.txt>
</file>

<file path=ppt/media/f38488.txt>
</file>

<file path=ppt/media/f38489.txt>
</file>

<file path=ppt/media/f38490.txt>
</file>

<file path=ppt/media/f38491.txt>
</file>

<file path=ppt/media/f38492.txt>
</file>

<file path=ppt/media/f38493.txt>
</file>

<file path=ppt/media/f38494.txt>
</file>

<file path=ppt/media/f38495.txt>
</file>

<file path=ppt/media/f38496.txt>
</file>

<file path=ppt/media/f38497.txt>
</file>

<file path=ppt/media/f38498.txt>
</file>

<file path=ppt/media/f38499.txt>
</file>

<file path=ppt/media/f38500.txt>
</file>

<file path=ppt/media/f38501.txt>
</file>

<file path=ppt/media/f38502.txt>
</file>

<file path=ppt/media/f38503.txt>
</file>

<file path=ppt/media/f38504.txt>
</file>

<file path=ppt/media/f38505.txt>
</file>

<file path=ppt/media/f38506.txt>
</file>

<file path=ppt/media/f38507.txt>
</file>

<file path=ppt/media/f38508.txt>
</file>

<file path=ppt/media/f38509.txt>
</file>

<file path=ppt/media/f38510.txt>
</file>

<file path=ppt/media/f38511.txt>
</file>

<file path=ppt/media/f38512.txt>
</file>

<file path=ppt/media/f38513.txt>
</file>

<file path=ppt/media/f38514.txt>
</file>

<file path=ppt/media/f38515.txt>
</file>

<file path=ppt/media/f38516.txt>
</file>

<file path=ppt/media/f38517.txt>
</file>

<file path=ppt/media/f38518.txt>
</file>

<file path=ppt/media/f38519.txt>
</file>

<file path=ppt/media/f38520.txt>
</file>

<file path=ppt/media/f38521.txt>
</file>

<file path=ppt/media/f38522.txt>
</file>

<file path=ppt/media/f38523.txt>
</file>

<file path=ppt/media/f38524.txt>
</file>

<file path=ppt/media/f38525.txt>
</file>

<file path=ppt/media/f38526.txt>
</file>

<file path=ppt/media/f38527.txt>
</file>

<file path=ppt/media/f38528.txt>
</file>

<file path=ppt/media/f38529.txt>
</file>

<file path=ppt/media/f38530.txt>
</file>

<file path=ppt/media/f38531.txt>
</file>

<file path=ppt/media/f38532.txt>
</file>

<file path=ppt/media/f38533.txt>
</file>

<file path=ppt/media/f38534.txt>
</file>

<file path=ppt/media/f38535.txt>
</file>

<file path=ppt/media/f38536.txt>
</file>

<file path=ppt/media/f38537.txt>
</file>

<file path=ppt/media/f38538.txt>
</file>

<file path=ppt/media/f38539.txt>
</file>

<file path=ppt/media/f38540.txt>
</file>

<file path=ppt/media/f38541.txt>
</file>

<file path=ppt/media/f38542.txt>
</file>

<file path=ppt/media/f38543.txt>
</file>

<file path=ppt/media/f38544.txt>
</file>

<file path=ppt/media/f38545.txt>
</file>

<file path=ppt/media/f38546.txt>
</file>

<file path=ppt/media/f38547.txt>
</file>

<file path=ppt/media/f38548.txt>
</file>

<file path=ppt/media/f38549.txt>
</file>

<file path=ppt/media/f38550.txt>
</file>

<file path=ppt/media/f38551.txt>
</file>

<file path=ppt/media/f38552.txt>
</file>

<file path=ppt/media/f38553.txt>
</file>

<file path=ppt/media/f38554.txt>
</file>

<file path=ppt/media/f38555.txt>
</file>

<file path=ppt/media/f38556.txt>
</file>

<file path=ppt/media/f38557.txt>
</file>

<file path=ppt/media/f38558.txt>
</file>

<file path=ppt/media/f38559.txt>
</file>

<file path=ppt/media/f38560.txt>
</file>

<file path=ppt/media/f38561.txt>
</file>

<file path=ppt/media/f38562.txt>
</file>

<file path=ppt/media/f38563.txt>
</file>

<file path=ppt/media/f38564.txt>
</file>

<file path=ppt/media/f38565.txt>
</file>

<file path=ppt/media/f38566.txt>
</file>

<file path=ppt/media/f38567.txt>
</file>

<file path=ppt/media/f38568.txt>
</file>

<file path=ppt/media/f38569.txt>
</file>

<file path=ppt/media/f38570.txt>
</file>

<file path=ppt/media/f38571.txt>
</file>

<file path=ppt/media/f38572.txt>
</file>

<file path=ppt/media/f38573.txt>
</file>

<file path=ppt/media/f38574.txt>
</file>

<file path=ppt/media/f38575.txt>
</file>

<file path=ppt/media/f38576.txt>
</file>

<file path=ppt/media/f38577.txt>
</file>

<file path=ppt/media/f38578.txt>
</file>

<file path=ppt/media/f38579.txt>
</file>

<file path=ppt/media/f38580.txt>
</file>

<file path=ppt/media/f38581.txt>
</file>

<file path=ppt/media/f38582.txt>
</file>

<file path=ppt/media/f38583.txt>
</file>

<file path=ppt/media/f38584.txt>
</file>

<file path=ppt/media/f38585.txt>
</file>

<file path=ppt/media/f38586.txt>
</file>

<file path=ppt/media/f38587.txt>
</file>

<file path=ppt/media/f38588.txt>
</file>

<file path=ppt/media/f38589.txt>
</file>

<file path=ppt/media/f38590.txt>
</file>

<file path=ppt/media/f38591.txt>
</file>

<file path=ppt/media/f38592.txt>
</file>

<file path=ppt/media/f38593.txt>
</file>

<file path=ppt/media/f38594.txt>
</file>

<file path=ppt/media/f38595.txt>
</file>

<file path=ppt/media/f38596.txt>
</file>

<file path=ppt/media/f38597.txt>
</file>

<file path=ppt/media/f38598.txt>
</file>

<file path=ppt/media/f38599.txt>
</file>

<file path=ppt/media/f38600.txt>
</file>

<file path=ppt/media/f38601.txt>
</file>

<file path=ppt/media/f38602.txt>
</file>

<file path=ppt/media/f38603.txt>
</file>

<file path=ppt/media/f38604.txt>
</file>

<file path=ppt/media/f38605.txt>
</file>

<file path=ppt/media/f38606.txt>
</file>

<file path=ppt/media/f38607.txt>
</file>

<file path=ppt/media/f38608.txt>
</file>

<file path=ppt/media/f38609.txt>
</file>

<file path=ppt/media/f38610.txt>
</file>

<file path=ppt/media/f38611.txt>
</file>

<file path=ppt/media/f38612.txt>
</file>

<file path=ppt/media/f38613.txt>
</file>

<file path=ppt/media/f38614.txt>
</file>

<file path=ppt/media/f38615.txt>
</file>

<file path=ppt/media/f38616.txt>
</file>

<file path=ppt/media/f38617.txt>
</file>

<file path=ppt/media/f38618.txt>
</file>

<file path=ppt/media/f38619.txt>
</file>

<file path=ppt/media/f38620.txt>
</file>

<file path=ppt/media/f38621.txt>
</file>

<file path=ppt/media/f38622.txt>
</file>

<file path=ppt/media/f38623.txt>
</file>

<file path=ppt/media/f38624.txt>
</file>

<file path=ppt/media/f38625.txt>
</file>

<file path=ppt/media/f38626.txt>
</file>

<file path=ppt/media/f38627.txt>
</file>

<file path=ppt/media/f38628.txt>
</file>

<file path=ppt/media/f38629.txt>
</file>

<file path=ppt/media/f38630.txt>
</file>

<file path=ppt/media/f38631.txt>
</file>

<file path=ppt/media/f38632.txt>
</file>

<file path=ppt/media/f38633.txt>
</file>

<file path=ppt/media/f38634.txt>
</file>

<file path=ppt/media/f38635.txt>
</file>

<file path=ppt/media/f38636.txt>
</file>

<file path=ppt/media/f38637.txt>
</file>

<file path=ppt/media/f38638.txt>
</file>

<file path=ppt/media/f38639.txt>
</file>

<file path=ppt/media/f38640.txt>
</file>

<file path=ppt/media/f38641.txt>
</file>

<file path=ppt/media/f38642.txt>
</file>

<file path=ppt/media/f38643.txt>
</file>

<file path=ppt/media/f38644.txt>
</file>

<file path=ppt/media/f38645.txt>
</file>

<file path=ppt/media/f38646.txt>
</file>

<file path=ppt/media/f38647.txt>
</file>

<file path=ppt/media/f38648.txt>
</file>

<file path=ppt/media/f38649.txt>
</file>

<file path=ppt/media/f38650.txt>
</file>

<file path=ppt/media/f38651.txt>
</file>

<file path=ppt/media/f38652.txt>
</file>

<file path=ppt/media/f38653.txt>
</file>

<file path=ppt/media/f38654.txt>
</file>

<file path=ppt/media/f38655.txt>
</file>

<file path=ppt/media/f38656.txt>
</file>

<file path=ppt/media/f38657.txt>
</file>

<file path=ppt/media/f38658.txt>
</file>

<file path=ppt/media/f38659.txt>
</file>

<file path=ppt/media/f38660.txt>
</file>

<file path=ppt/media/f38661.txt>
</file>

<file path=ppt/media/f38662.txt>
</file>

<file path=ppt/media/f38663.txt>
</file>

<file path=ppt/media/f38664.txt>
</file>

<file path=ppt/media/f38665.txt>
</file>

<file path=ppt/media/f38666.txt>
</file>

<file path=ppt/media/f38667.txt>
</file>

<file path=ppt/media/f38668.txt>
</file>

<file path=ppt/media/f38669.txt>
</file>

<file path=ppt/media/f38670.txt>
</file>

<file path=ppt/media/f38671.txt>
</file>

<file path=ppt/media/f38672.txt>
</file>

<file path=ppt/media/f38673.txt>
</file>

<file path=ppt/media/f38674.txt>
</file>

<file path=ppt/media/f38675.txt>
</file>

<file path=ppt/media/f38676.txt>
</file>

<file path=ppt/media/f38677.txt>
</file>

<file path=ppt/media/f38678.txt>
</file>

<file path=ppt/media/f38679.txt>
</file>

<file path=ppt/media/f38680.txt>
</file>

<file path=ppt/media/f38681.txt>
</file>

<file path=ppt/media/f38682.txt>
</file>

<file path=ppt/media/f38683.txt>
</file>

<file path=ppt/media/f38684.txt>
</file>

<file path=ppt/media/f38685.txt>
</file>

<file path=ppt/media/f38686.txt>
</file>

<file path=ppt/media/f38687.txt>
</file>

<file path=ppt/media/f38688.txt>
</file>

<file path=ppt/media/f38689.txt>
</file>

<file path=ppt/media/f38690.txt>
</file>

<file path=ppt/media/f38691.txt>
</file>

<file path=ppt/media/f38692.txt>
</file>

<file path=ppt/media/f38693.txt>
</file>

<file path=ppt/media/f38694.txt>
</file>

<file path=ppt/media/f38695.txt>
</file>

<file path=ppt/media/f38696.txt>
</file>

<file path=ppt/media/f38697.txt>
</file>

<file path=ppt/media/f38698.txt>
</file>

<file path=ppt/media/f38699.txt>
</file>

<file path=ppt/media/f38700.txt>
</file>

<file path=ppt/media/f38701.txt>
</file>

<file path=ppt/media/f38702.txt>
</file>

<file path=ppt/media/f38703.txt>
</file>

<file path=ppt/media/f38704.txt>
</file>

<file path=ppt/media/f38705.txt>
</file>

<file path=ppt/media/f38706.txt>
</file>

<file path=ppt/media/f38707.txt>
</file>

<file path=ppt/media/f38708.txt>
</file>

<file path=ppt/media/f38709.txt>
</file>

<file path=ppt/media/f38710.txt>
</file>

<file path=ppt/media/f38711.txt>
</file>

<file path=ppt/media/f38712.txt>
</file>

<file path=ppt/media/f38713.txt>
</file>

<file path=ppt/media/f38714.txt>
</file>

<file path=ppt/media/f38715.txt>
</file>

<file path=ppt/media/f38716.txt>
</file>

<file path=ppt/media/f38717.txt>
</file>

<file path=ppt/media/f38718.txt>
</file>

<file path=ppt/media/f38719.txt>
</file>

<file path=ppt/media/f38720.txt>
</file>

<file path=ppt/media/f38721.txt>
</file>

<file path=ppt/media/f38722.txt>
</file>

<file path=ppt/media/f38723.txt>
</file>

<file path=ppt/media/f38724.txt>
</file>

<file path=ppt/media/f38725.txt>
</file>

<file path=ppt/media/f38726.txt>
</file>

<file path=ppt/media/f38727.txt>
</file>

<file path=ppt/media/f38728.txt>
</file>

<file path=ppt/media/f38729.txt>
</file>

<file path=ppt/media/f38730.txt>
</file>

<file path=ppt/media/f38731.txt>
</file>

<file path=ppt/media/f38732.txt>
</file>

<file path=ppt/media/f38733.txt>
</file>

<file path=ppt/media/f38734.txt>
</file>

<file path=ppt/media/f38735.txt>
</file>

<file path=ppt/media/f38736.txt>
</file>

<file path=ppt/media/f38737.txt>
</file>

<file path=ppt/media/f38738.txt>
</file>

<file path=ppt/media/f38739.txt>
</file>

<file path=ppt/media/f38740.txt>
</file>

<file path=ppt/media/f38741.txt>
</file>

<file path=ppt/media/f38742.txt>
</file>

<file path=ppt/media/f38743.txt>
</file>

<file path=ppt/media/f38744.txt>
</file>

<file path=ppt/media/f38745.txt>
</file>

<file path=ppt/media/f38746.txt>
</file>

<file path=ppt/media/f38747.txt>
</file>

<file path=ppt/media/f38748.txt>
</file>

<file path=ppt/media/f38749.txt>
</file>

<file path=ppt/media/f38750.txt>
</file>

<file path=ppt/media/f38751.txt>
</file>

<file path=ppt/media/f38752.txt>
</file>

<file path=ppt/media/f38753.txt>
</file>

<file path=ppt/media/f38754.txt>
</file>

<file path=ppt/media/f38755.txt>
</file>

<file path=ppt/media/f38756.txt>
</file>

<file path=ppt/media/f38757.txt>
</file>

<file path=ppt/media/f38758.txt>
</file>

<file path=ppt/media/f38759.txt>
</file>

<file path=ppt/media/f38760.txt>
</file>

<file path=ppt/media/f38761.txt>
</file>

<file path=ppt/media/f38762.txt>
</file>

<file path=ppt/media/f38763.txt>
</file>

<file path=ppt/media/f38764.txt>
</file>

<file path=ppt/media/f38765.txt>
</file>

<file path=ppt/media/f38766.txt>
</file>

<file path=ppt/media/f38767.txt>
</file>

<file path=ppt/media/f38768.txt>
</file>

<file path=ppt/media/f38769.txt>
</file>

<file path=ppt/media/f38770.txt>
</file>

<file path=ppt/media/f38771.txt>
</file>

<file path=ppt/media/f38772.txt>
</file>

<file path=ppt/media/f38773.txt>
</file>

<file path=ppt/media/f38774.txt>
</file>

<file path=ppt/media/f38775.txt>
</file>

<file path=ppt/media/f38776.txt>
</file>

<file path=ppt/media/f38777.txt>
</file>

<file path=ppt/media/f38778.txt>
</file>

<file path=ppt/media/f38779.txt>
</file>

<file path=ppt/media/f38780.txt>
</file>

<file path=ppt/media/f38781.txt>
</file>

<file path=ppt/media/f38782.txt>
</file>

<file path=ppt/media/f38783.txt>
</file>

<file path=ppt/media/f38784.txt>
</file>

<file path=ppt/media/f38785.txt>
</file>

<file path=ppt/media/f38786.txt>
</file>

<file path=ppt/media/f38787.txt>
</file>

<file path=ppt/media/f38788.txt>
</file>

<file path=ppt/media/f38789.txt>
</file>

<file path=ppt/media/f38790.txt>
</file>

<file path=ppt/media/f38791.txt>
</file>

<file path=ppt/media/f38792.txt>
</file>

<file path=ppt/media/f38793.txt>
</file>

<file path=ppt/media/f38794.txt>
</file>

<file path=ppt/media/f38795.txt>
</file>

<file path=ppt/media/f38796.txt>
</file>

<file path=ppt/media/f38797.txt>
</file>

<file path=ppt/media/f38798.txt>
</file>

<file path=ppt/media/f38799.txt>
</file>

<file path=ppt/media/f38800.txt>
</file>

<file path=ppt/media/f38801.txt>
</file>

<file path=ppt/media/f38802.txt>
</file>

<file path=ppt/media/f38803.txt>
</file>

<file path=ppt/media/f38804.txt>
</file>

<file path=ppt/media/f38805.txt>
</file>

<file path=ppt/media/f38806.txt>
</file>

<file path=ppt/media/f38807.txt>
</file>

<file path=ppt/media/f38808.txt>
</file>

<file path=ppt/media/f38809.txt>
</file>

<file path=ppt/media/f38810.txt>
</file>

<file path=ppt/media/f38811.txt>
</file>

<file path=ppt/media/f38812.txt>
</file>

<file path=ppt/media/f38813.txt>
</file>

<file path=ppt/media/f38814.txt>
</file>

<file path=ppt/media/f38815.txt>
</file>

<file path=ppt/media/f38816.txt>
</file>

<file path=ppt/media/f38817.txt>
</file>

<file path=ppt/media/f38818.txt>
</file>

<file path=ppt/media/f38819.txt>
</file>

<file path=ppt/media/f38820.txt>
</file>

<file path=ppt/media/f38821.txt>
</file>

<file path=ppt/media/f38822.txt>
</file>

<file path=ppt/media/f38823.txt>
</file>

<file path=ppt/media/f38824.txt>
</file>

<file path=ppt/media/f38825.txt>
</file>

<file path=ppt/media/f38826.txt>
</file>

<file path=ppt/media/f38827.txt>
</file>

<file path=ppt/media/f38828.txt>
</file>

<file path=ppt/media/f38829.txt>
</file>

<file path=ppt/media/f38830.txt>
</file>

<file path=ppt/media/f38831.txt>
</file>

<file path=ppt/media/f38832.txt>
</file>

<file path=ppt/media/f38833.txt>
</file>

<file path=ppt/media/f38834.txt>
</file>

<file path=ppt/media/f38835.txt>
</file>

<file path=ppt/media/f38836.txt>
</file>

<file path=ppt/media/f38837.txt>
</file>

<file path=ppt/media/f38838.txt>
</file>

<file path=ppt/media/f38839.txt>
</file>

<file path=ppt/media/f38840.txt>
</file>

<file path=ppt/media/f38841.txt>
</file>

<file path=ppt/media/f38842.txt>
</file>

<file path=ppt/media/f38843.txt>
</file>

<file path=ppt/media/f38844.txt>
</file>

<file path=ppt/media/f38845.txt>
</file>

<file path=ppt/media/f38846.txt>
</file>

<file path=ppt/media/f38847.txt>
</file>

<file path=ppt/media/f38848.txt>
</file>

<file path=ppt/media/f38849.txt>
</file>

<file path=ppt/media/f38850.txt>
</file>

<file path=ppt/media/f38851.txt>
</file>

<file path=ppt/media/f38852.txt>
</file>

<file path=ppt/media/f38853.txt>
</file>

<file path=ppt/media/f38854.txt>
</file>

<file path=ppt/media/f38855.txt>
</file>

<file path=ppt/media/f38856.txt>
</file>

<file path=ppt/media/f38857.txt>
</file>

<file path=ppt/media/f38858.txt>
</file>

<file path=ppt/media/f38859.txt>
</file>

<file path=ppt/media/f38860.txt>
</file>

<file path=ppt/media/f38861.txt>
</file>

<file path=ppt/media/f38862.txt>
</file>

<file path=ppt/media/f38863.txt>
</file>

<file path=ppt/media/f38864.txt>
</file>

<file path=ppt/media/f38865.txt>
</file>

<file path=ppt/media/f38866.txt>
</file>

<file path=ppt/media/f38867.txt>
</file>

<file path=ppt/media/f38868.txt>
</file>

<file path=ppt/media/f38869.txt>
</file>

<file path=ppt/media/f38870.txt>
</file>

<file path=ppt/media/f38871.txt>
</file>

<file path=ppt/media/f38872.txt>
</file>

<file path=ppt/media/f38873.txt>
</file>

<file path=ppt/media/f38874.txt>
</file>

<file path=ppt/media/f38875.txt>
</file>

<file path=ppt/media/f38876.txt>
</file>

<file path=ppt/media/f38877.txt>
</file>

<file path=ppt/media/f38878.txt>
</file>

<file path=ppt/media/f38879.txt>
</file>

<file path=ppt/media/f38880.txt>
</file>

<file path=ppt/media/f38881.txt>
</file>

<file path=ppt/media/f38882.txt>
</file>

<file path=ppt/media/f38883.txt>
</file>

<file path=ppt/media/f38884.txt>
</file>

<file path=ppt/media/f38885.txt>
</file>

<file path=ppt/media/f38886.txt>
</file>

<file path=ppt/media/f38887.txt>
</file>

<file path=ppt/media/f38888.txt>
</file>

<file path=ppt/media/f38889.txt>
</file>

<file path=ppt/media/f38890.txt>
</file>

<file path=ppt/media/f38891.txt>
</file>

<file path=ppt/media/f38892.txt>
</file>

<file path=ppt/media/f38893.txt>
</file>

<file path=ppt/media/f38894.txt>
</file>

<file path=ppt/media/f38895.txt>
</file>

<file path=ppt/media/f38896.txt>
</file>

<file path=ppt/media/f38897.txt>
</file>

<file path=ppt/media/f38898.txt>
</file>

<file path=ppt/media/f38899.txt>
</file>

<file path=ppt/media/f38900.txt>
</file>

<file path=ppt/media/f38901.txt>
</file>

<file path=ppt/media/f38902.txt>
</file>

<file path=ppt/media/f38903.txt>
</file>

<file path=ppt/media/f38904.txt>
</file>

<file path=ppt/media/f38905.txt>
</file>

<file path=ppt/media/f38906.txt>
</file>

<file path=ppt/media/f38907.txt>
</file>

<file path=ppt/media/f38908.txt>
</file>

<file path=ppt/media/f38909.txt>
</file>

<file path=ppt/media/f38910.txt>
</file>

<file path=ppt/media/f38911.txt>
</file>

<file path=ppt/media/f38912.txt>
</file>

<file path=ppt/media/f38913.txt>
</file>

<file path=ppt/media/f38914.txt>
</file>

<file path=ppt/media/f38915.txt>
</file>

<file path=ppt/media/f38916.txt>
</file>

<file path=ppt/media/f38917.txt>
</file>

<file path=ppt/media/f38918.txt>
</file>

<file path=ppt/media/f38919.txt>
</file>

<file path=ppt/media/f38920.txt>
</file>

<file path=ppt/media/f38921.txt>
</file>

<file path=ppt/media/f38922.txt>
</file>

<file path=ppt/media/f38923.txt>
</file>

<file path=ppt/media/f38924.txt>
</file>

<file path=ppt/media/f38925.txt>
</file>

<file path=ppt/media/f38926.txt>
</file>

<file path=ppt/media/f38927.txt>
</file>

<file path=ppt/media/f38928.txt>
</file>

<file path=ppt/media/f38929.txt>
</file>

<file path=ppt/media/f38930.txt>
</file>

<file path=ppt/media/f38931.txt>
</file>

<file path=ppt/media/f38932.txt>
</file>

<file path=ppt/media/f38933.txt>
</file>

<file path=ppt/media/f38934.txt>
</file>

<file path=ppt/media/f38935.txt>
</file>

<file path=ppt/media/f38936.txt>
</file>

<file path=ppt/media/f38937.txt>
</file>

<file path=ppt/media/f38938.txt>
</file>

<file path=ppt/media/f38939.txt>
</file>

<file path=ppt/media/f38940.txt>
</file>

<file path=ppt/media/f38941.txt>
</file>

<file path=ppt/media/f38942.txt>
</file>

<file path=ppt/media/f38943.txt>
</file>

<file path=ppt/media/f38944.txt>
</file>

<file path=ppt/media/f38945.txt>
</file>

<file path=ppt/media/f38946.txt>
</file>

<file path=ppt/media/f38947.txt>
</file>

<file path=ppt/media/f38948.txt>
</file>

<file path=ppt/media/f38949.txt>
</file>

<file path=ppt/media/f38950.txt>
</file>

<file path=ppt/media/f38951.txt>
</file>

<file path=ppt/media/f38952.txt>
</file>

<file path=ppt/media/f38953.txt>
</file>

<file path=ppt/media/f38954.txt>
</file>

<file path=ppt/media/f38955.txt>
</file>

<file path=ppt/media/f38956.txt>
</file>

<file path=ppt/media/f38957.txt>
</file>

<file path=ppt/media/f38958.txt>
</file>

<file path=ppt/media/f38959.txt>
</file>

<file path=ppt/media/f38960.txt>
</file>

<file path=ppt/media/f38961.txt>
</file>

<file path=ppt/media/f38962.txt>
</file>

<file path=ppt/media/f38963.txt>
</file>

<file path=ppt/media/f38964.txt>
</file>

<file path=ppt/media/f38965.txt>
</file>

<file path=ppt/media/f38966.txt>
</file>

<file path=ppt/media/f38967.txt>
</file>

<file path=ppt/media/f38968.txt>
</file>

<file path=ppt/media/f38969.txt>
</file>

<file path=ppt/media/f38970.txt>
</file>

<file path=ppt/media/f38971.txt>
</file>

<file path=ppt/media/f38972.txt>
</file>

<file path=ppt/media/f38973.txt>
</file>

<file path=ppt/media/f38974.txt>
</file>

<file path=ppt/media/f38975.txt>
</file>

<file path=ppt/media/f38976.txt>
</file>

<file path=ppt/media/f38977.txt>
</file>

<file path=ppt/media/f38978.txt>
</file>

<file path=ppt/media/f38979.txt>
</file>

<file path=ppt/media/f38980.txt>
</file>

<file path=ppt/media/f38981.txt>
</file>

<file path=ppt/media/f38982.txt>
</file>

<file path=ppt/media/f38983.txt>
</file>

<file path=ppt/media/f38984.txt>
</file>

<file path=ppt/media/f38985.txt>
</file>

<file path=ppt/media/f38986.txt>
</file>

<file path=ppt/media/f38987.txt>
</file>

<file path=ppt/media/f38988.txt>
</file>

<file path=ppt/media/f38989.txt>
</file>

<file path=ppt/media/f38990.txt>
</file>

<file path=ppt/media/f38991.txt>
</file>

<file path=ppt/media/f38992.txt>
</file>

<file path=ppt/media/f38993.txt>
</file>

<file path=ppt/media/f38994.txt>
</file>

<file path=ppt/media/f38995.txt>
</file>

<file path=ppt/media/f38996.txt>
</file>

<file path=ppt/media/f38997.txt>
</file>

<file path=ppt/media/f38998.txt>
</file>

<file path=ppt/media/f38999.txt>
</file>

<file path=ppt/media/f39000.txt>
</file>

<file path=ppt/media/f39001.txt>
</file>

<file path=ppt/media/f39002.txt>
</file>

<file path=ppt/media/f39003.txt>
</file>

<file path=ppt/media/f39004.txt>
</file>

<file path=ppt/media/f39005.txt>
</file>

<file path=ppt/media/f39006.txt>
</file>

<file path=ppt/media/f39007.txt>
</file>

<file path=ppt/media/f39008.txt>
</file>

<file path=ppt/media/f39009.txt>
</file>

<file path=ppt/media/f39010.txt>
</file>

<file path=ppt/media/f39011.txt>
</file>

<file path=ppt/media/f39012.txt>
</file>

<file path=ppt/media/f39013.txt>
</file>

<file path=ppt/media/f39014.txt>
</file>

<file path=ppt/media/f39015.txt>
</file>

<file path=ppt/media/f39016.txt>
</file>

<file path=ppt/media/f39017.txt>
</file>

<file path=ppt/media/f39018.txt>
</file>

<file path=ppt/media/f39019.txt>
</file>

<file path=ppt/media/f39020.txt>
</file>

<file path=ppt/media/f39021.txt>
</file>

<file path=ppt/media/f39022.txt>
</file>

<file path=ppt/media/f39023.txt>
</file>

<file path=ppt/media/f39024.txt>
</file>

<file path=ppt/media/f39025.txt>
</file>

<file path=ppt/media/f39026.txt>
</file>

<file path=ppt/media/f39027.txt>
</file>

<file path=ppt/media/f39028.txt>
</file>

<file path=ppt/media/f39029.txt>
</file>

<file path=ppt/media/f39030.txt>
</file>

<file path=ppt/media/f39031.txt>
</file>

<file path=ppt/media/f39032.txt>
</file>

<file path=ppt/media/f39033.txt>
</file>

<file path=ppt/media/f39034.txt>
</file>

<file path=ppt/media/f39035.txt>
</file>

<file path=ppt/media/f39036.txt>
</file>

<file path=ppt/media/f39037.txt>
</file>

<file path=ppt/media/f39038.txt>
</file>

<file path=ppt/media/f39039.txt>
</file>

<file path=ppt/media/f39040.txt>
</file>

<file path=ppt/media/f39041.txt>
</file>

<file path=ppt/media/f39042.txt>
</file>

<file path=ppt/media/f39043.txt>
</file>

<file path=ppt/media/f39044.txt>
</file>

<file path=ppt/media/f39045.txt>
</file>

<file path=ppt/media/f39046.txt>
</file>

<file path=ppt/media/f39047.txt>
</file>

<file path=ppt/media/f39048.txt>
</file>

<file path=ppt/media/f39049.txt>
</file>

<file path=ppt/media/f39050.txt>
</file>

<file path=ppt/media/f39051.txt>
</file>

<file path=ppt/media/f39052.txt>
</file>

<file path=ppt/media/f39053.txt>
</file>

<file path=ppt/media/f39054.txt>
</file>

<file path=ppt/media/f39055.txt>
</file>

<file path=ppt/media/f39056.txt>
</file>

<file path=ppt/media/f39057.txt>
</file>

<file path=ppt/media/f39058.txt>
</file>

<file path=ppt/media/f39059.txt>
</file>

<file path=ppt/media/f39060.txt>
</file>

<file path=ppt/media/f39061.txt>
</file>

<file path=ppt/media/f39062.txt>
</file>

<file path=ppt/media/f39063.txt>
</file>

<file path=ppt/media/f39064.txt>
</file>

<file path=ppt/media/f39065.txt>
</file>

<file path=ppt/media/f39066.txt>
</file>

<file path=ppt/media/f39067.txt>
</file>

<file path=ppt/media/f39068.txt>
</file>

<file path=ppt/media/f39069.txt>
</file>

<file path=ppt/media/f39070.txt>
</file>

<file path=ppt/media/f39071.txt>
</file>

<file path=ppt/media/f39072.txt>
</file>

<file path=ppt/media/f39073.txt>
</file>

<file path=ppt/media/f39074.txt>
</file>

<file path=ppt/media/f39075.txt>
</file>

<file path=ppt/media/f39076.txt>
</file>

<file path=ppt/media/f39077.txt>
</file>

<file path=ppt/media/f39078.txt>
</file>

<file path=ppt/media/f39079.txt>
</file>

<file path=ppt/media/f39080.txt>
</file>

<file path=ppt/media/f39081.txt>
</file>

<file path=ppt/media/f39082.txt>
</file>

<file path=ppt/media/f39083.txt>
</file>

<file path=ppt/media/f39084.txt>
</file>

<file path=ppt/media/f39085.txt>
</file>

<file path=ppt/media/f39086.txt>
</file>

<file path=ppt/media/f39087.txt>
</file>

<file path=ppt/media/f39088.txt>
</file>

<file path=ppt/media/f39089.txt>
</file>

<file path=ppt/media/f39090.txt>
</file>

<file path=ppt/media/f39091.txt>
</file>

<file path=ppt/media/f39092.txt>
</file>

<file path=ppt/media/f39093.txt>
</file>

<file path=ppt/media/f39094.txt>
</file>

<file path=ppt/media/f39095.txt>
</file>

<file path=ppt/media/f39096.txt>
</file>

<file path=ppt/media/f39097.txt>
</file>

<file path=ppt/media/f39098.txt>
</file>

<file path=ppt/media/f39099.txt>
</file>

<file path=ppt/media/f39100.txt>
</file>

<file path=ppt/media/f39101.txt>
</file>

<file path=ppt/media/f39102.txt>
</file>

<file path=ppt/media/f39103.txt>
</file>

<file path=ppt/media/f39104.txt>
</file>

<file path=ppt/media/f39105.txt>
</file>

<file path=ppt/media/f39106.txt>
</file>

<file path=ppt/media/f39107.txt>
</file>

<file path=ppt/media/f39108.txt>
</file>

<file path=ppt/media/f39109.txt>
</file>

<file path=ppt/media/f39110.txt>
</file>

<file path=ppt/media/f39111.txt>
</file>

<file path=ppt/media/f39112.txt>
</file>

<file path=ppt/media/f39113.txt>
</file>

<file path=ppt/media/f39114.txt>
</file>

<file path=ppt/media/f39115.txt>
</file>

<file path=ppt/media/f39116.txt>
</file>

<file path=ppt/media/f39117.txt>
</file>

<file path=ppt/media/f39118.txt>
</file>

<file path=ppt/media/f39119.txt>
</file>

<file path=ppt/media/f39120.txt>
</file>

<file path=ppt/media/f39121.txt>
</file>

<file path=ppt/media/f39122.txt>
</file>

<file path=ppt/media/f39123.txt>
</file>

<file path=ppt/media/f39124.txt>
</file>

<file path=ppt/media/f39125.txt>
</file>

<file path=ppt/media/f39126.txt>
</file>

<file path=ppt/media/f39127.txt>
</file>

<file path=ppt/media/f39128.txt>
</file>

<file path=ppt/media/f39129.txt>
</file>

<file path=ppt/media/f39130.txt>
</file>

<file path=ppt/media/f39131.txt>
</file>

<file path=ppt/media/f39132.txt>
</file>

<file path=ppt/media/f39133.txt>
</file>

<file path=ppt/media/f39134.txt>
</file>

<file path=ppt/media/f39135.txt>
</file>

<file path=ppt/media/f39136.txt>
</file>

<file path=ppt/media/f39137.txt>
</file>

<file path=ppt/media/f39138.txt>
</file>

<file path=ppt/media/f39139.txt>
</file>

<file path=ppt/media/f39140.txt>
</file>

<file path=ppt/media/f39141.txt>
</file>

<file path=ppt/media/f39142.txt>
</file>

<file path=ppt/media/f39143.txt>
</file>

<file path=ppt/media/f39144.txt>
</file>

<file path=ppt/media/f39145.txt>
</file>

<file path=ppt/media/f39146.txt>
</file>

<file path=ppt/media/f39147.txt>
</file>

<file path=ppt/media/f39148.txt>
</file>

<file path=ppt/media/f39149.txt>
</file>

<file path=ppt/media/f39150.txt>
</file>

<file path=ppt/media/f39151.txt>
</file>

<file path=ppt/media/f39152.txt>
</file>

<file path=ppt/media/f39153.txt>
</file>

<file path=ppt/media/f39154.txt>
</file>

<file path=ppt/media/f39155.txt>
</file>

<file path=ppt/media/f39156.txt>
</file>

<file path=ppt/media/f39157.txt>
</file>

<file path=ppt/media/f39158.txt>
</file>

<file path=ppt/media/f39159.txt>
</file>

<file path=ppt/media/f39160.txt>
</file>

<file path=ppt/media/f39161.txt>
</file>

<file path=ppt/media/f39162.txt>
</file>

<file path=ppt/media/f39163.txt>
</file>

<file path=ppt/media/f39164.txt>
</file>

<file path=ppt/media/f39165.txt>
</file>

<file path=ppt/media/f39166.txt>
</file>

<file path=ppt/media/f39167.txt>
</file>

<file path=ppt/media/f39168.txt>
</file>

<file path=ppt/media/f39169.txt>
</file>

<file path=ppt/media/f39170.txt>
</file>

<file path=ppt/media/f39171.txt>
</file>

<file path=ppt/media/f39172.txt>
</file>

<file path=ppt/media/f39173.txt>
</file>

<file path=ppt/media/f39174.txt>
</file>

<file path=ppt/media/f39175.txt>
</file>

<file path=ppt/media/f39176.txt>
</file>

<file path=ppt/media/f39177.txt>
</file>

<file path=ppt/media/f39178.txt>
</file>

<file path=ppt/media/f39179.txt>
</file>

<file path=ppt/media/f39180.txt>
</file>

<file path=ppt/media/f39181.txt>
</file>

<file path=ppt/media/f39182.txt>
</file>

<file path=ppt/media/f39183.txt>
</file>

<file path=ppt/media/f39184.txt>
</file>

<file path=ppt/media/f39185.txt>
</file>

<file path=ppt/media/f39186.txt>
</file>

<file path=ppt/media/f39187.txt>
</file>

<file path=ppt/media/f39188.txt>
</file>

<file path=ppt/media/f39189.txt>
</file>

<file path=ppt/media/f39190.txt>
</file>

<file path=ppt/media/f39191.txt>
</file>

<file path=ppt/media/f39192.txt>
</file>

<file path=ppt/media/f39193.txt>
</file>

<file path=ppt/media/f39194.txt>
</file>

<file path=ppt/media/f39195.txt>
</file>

<file path=ppt/media/f39196.txt>
</file>

<file path=ppt/media/f39197.txt>
</file>

<file path=ppt/media/f39198.txt>
</file>

<file path=ppt/media/f39199.txt>
</file>

<file path=ppt/media/f39200.txt>
</file>

<file path=ppt/media/f39201.txt>
</file>

<file path=ppt/media/f39202.txt>
</file>

<file path=ppt/media/f39203.txt>
</file>

<file path=ppt/media/f39204.txt>
</file>

<file path=ppt/media/f39205.txt>
</file>

<file path=ppt/media/f39206.txt>
</file>

<file path=ppt/media/f39207.txt>
</file>

<file path=ppt/media/f39208.txt>
</file>

<file path=ppt/media/f39209.txt>
</file>

<file path=ppt/media/f39210.txt>
</file>

<file path=ppt/media/f39211.txt>
</file>

<file path=ppt/media/f39212.txt>
</file>

<file path=ppt/media/f39213.txt>
</file>

<file path=ppt/media/f39214.txt>
</file>

<file path=ppt/media/f39215.txt>
</file>

<file path=ppt/media/f39216.txt>
</file>

<file path=ppt/media/f39217.txt>
</file>

<file path=ppt/media/f39218.txt>
</file>

<file path=ppt/media/f39219.txt>
</file>

<file path=ppt/media/f39220.txt>
</file>

<file path=ppt/media/f39221.txt>
</file>

<file path=ppt/media/f39222.txt>
</file>

<file path=ppt/media/f39223.txt>
</file>

<file path=ppt/media/f39224.txt>
</file>

<file path=ppt/media/f39225.txt>
</file>

<file path=ppt/media/f39226.txt>
</file>

<file path=ppt/media/f39227.txt>
</file>

<file path=ppt/media/f39228.txt>
</file>

<file path=ppt/media/f39229.txt>
</file>

<file path=ppt/media/f39230.txt>
</file>

<file path=ppt/media/f39231.txt>
</file>

<file path=ppt/media/f39232.txt>
</file>

<file path=ppt/media/f39233.txt>
</file>

<file path=ppt/media/f39234.txt>
</file>

<file path=ppt/media/f39235.txt>
</file>

<file path=ppt/media/f39236.txt>
</file>

<file path=ppt/media/f39237.txt>
</file>

<file path=ppt/media/f39238.txt>
</file>

<file path=ppt/media/f39239.txt>
</file>

<file path=ppt/media/f39240.txt>
</file>

<file path=ppt/media/f39241.txt>
</file>

<file path=ppt/media/f39242.txt>
</file>

<file path=ppt/media/f39243.txt>
</file>

<file path=ppt/media/f39244.txt>
</file>

<file path=ppt/media/f39245.txt>
</file>

<file path=ppt/media/f39246.txt>
</file>

<file path=ppt/media/f39247.txt>
</file>

<file path=ppt/media/f39248.txt>
</file>

<file path=ppt/media/f39249.txt>
</file>

<file path=ppt/media/f39250.txt>
</file>

<file path=ppt/media/f39251.txt>
</file>

<file path=ppt/media/f39252.txt>
</file>

<file path=ppt/media/f39253.txt>
</file>

<file path=ppt/media/f39254.txt>
</file>

<file path=ppt/media/f39255.txt>
</file>

<file path=ppt/media/f39256.txt>
</file>

<file path=ppt/media/f39257.txt>
</file>

<file path=ppt/media/f39258.txt>
</file>

<file path=ppt/media/f39259.txt>
</file>

<file path=ppt/media/f39260.txt>
</file>

<file path=ppt/media/f39261.txt>
</file>

<file path=ppt/media/f39262.txt>
</file>

<file path=ppt/media/f39263.txt>
</file>

<file path=ppt/media/f39264.txt>
</file>

<file path=ppt/media/f39265.txt>
</file>

<file path=ppt/media/f39266.txt>
</file>

<file path=ppt/media/f39267.txt>
</file>

<file path=ppt/media/f39268.txt>
</file>

<file path=ppt/media/f39269.txt>
</file>

<file path=ppt/media/f39270.txt>
</file>

<file path=ppt/media/f39271.txt>
</file>

<file path=ppt/media/f39272.txt>
</file>

<file path=ppt/media/f39273.txt>
</file>

<file path=ppt/media/f39274.txt>
</file>

<file path=ppt/media/f39275.txt>
</file>

<file path=ppt/media/f39276.txt>
</file>

<file path=ppt/media/f39277.txt>
</file>

<file path=ppt/media/f39278.txt>
</file>

<file path=ppt/media/f39279.txt>
</file>

<file path=ppt/media/f39280.txt>
</file>

<file path=ppt/media/f39281.txt>
</file>

<file path=ppt/media/f39282.txt>
</file>

<file path=ppt/media/f39283.txt>
</file>

<file path=ppt/media/f39284.txt>
</file>

<file path=ppt/media/f39285.txt>
</file>

<file path=ppt/media/f39286.txt>
</file>

<file path=ppt/media/f39287.txt>
</file>

<file path=ppt/media/f39288.txt>
</file>

<file path=ppt/media/f39289.txt>
</file>

<file path=ppt/media/f39290.txt>
</file>

<file path=ppt/media/f39291.txt>
</file>

<file path=ppt/media/f39292.txt>
</file>

<file path=ppt/media/f39293.txt>
</file>

<file path=ppt/media/f39294.txt>
</file>

<file path=ppt/media/f39295.txt>
</file>

<file path=ppt/media/f39296.txt>
</file>

<file path=ppt/media/f39297.txt>
</file>

<file path=ppt/media/f39298.txt>
</file>

<file path=ppt/media/f39299.txt>
</file>

<file path=ppt/media/f39300.txt>
</file>

<file path=ppt/media/f39301.txt>
</file>

<file path=ppt/media/f39302.txt>
</file>

<file path=ppt/media/f39303.txt>
</file>

<file path=ppt/media/f39304.txt>
</file>

<file path=ppt/media/f39305.txt>
</file>

<file path=ppt/media/f39306.txt>
</file>

<file path=ppt/media/f39307.txt>
</file>

<file path=ppt/media/f39308.txt>
</file>

<file path=ppt/media/f39309.txt>
</file>

<file path=ppt/media/f39310.txt>
</file>

<file path=ppt/media/f39311.txt>
</file>

<file path=ppt/media/f39312.txt>
</file>

<file path=ppt/media/f39313.txt>
</file>

<file path=ppt/media/f39314.txt>
</file>

<file path=ppt/media/f39315.txt>
</file>

<file path=ppt/media/f39316.txt>
</file>

<file path=ppt/media/f39317.txt>
</file>

<file path=ppt/media/f39318.txt>
</file>

<file path=ppt/media/f39319.txt>
</file>

<file path=ppt/media/f39320.txt>
</file>

<file path=ppt/media/f39321.txt>
</file>

<file path=ppt/media/f39322.txt>
</file>

<file path=ppt/media/f39323.txt>
</file>

<file path=ppt/media/f39324.txt>
</file>

<file path=ppt/media/f39325.txt>
</file>

<file path=ppt/media/f39326.txt>
</file>

<file path=ppt/media/f39327.txt>
</file>

<file path=ppt/media/f39328.txt>
</file>

<file path=ppt/media/f39329.txt>
</file>

<file path=ppt/media/f39330.txt>
</file>

<file path=ppt/media/f39331.txt>
</file>

<file path=ppt/media/f39332.txt>
</file>

<file path=ppt/media/f39333.txt>
</file>

<file path=ppt/media/f39334.txt>
</file>

<file path=ppt/media/f39335.txt>
</file>

<file path=ppt/media/f39336.txt>
</file>

<file path=ppt/media/f39337.txt>
</file>

<file path=ppt/media/f39338.txt>
</file>

<file path=ppt/media/f39339.txt>
</file>

<file path=ppt/media/f39340.txt>
</file>

<file path=ppt/media/f39341.txt>
</file>

<file path=ppt/media/f39342.txt>
</file>

<file path=ppt/media/f39343.txt>
</file>

<file path=ppt/media/f39344.txt>
</file>

<file path=ppt/media/f39345.txt>
</file>

<file path=ppt/media/f39346.txt>
</file>

<file path=ppt/media/f39347.txt>
</file>

<file path=ppt/media/f39348.txt>
</file>

<file path=ppt/media/f39349.txt>
</file>

<file path=ppt/media/f39350.txt>
</file>

<file path=ppt/media/f39351.txt>
</file>

<file path=ppt/media/f39352.txt>
</file>

<file path=ppt/media/f39353.txt>
</file>

<file path=ppt/media/f39354.txt>
</file>

<file path=ppt/media/f39355.txt>
</file>

<file path=ppt/media/f39356.txt>
</file>

<file path=ppt/media/f39357.txt>
</file>

<file path=ppt/media/f39358.txt>
</file>

<file path=ppt/media/f39359.txt>
</file>

<file path=ppt/media/f39360.txt>
</file>

<file path=ppt/media/f39361.txt>
</file>

<file path=ppt/media/f39362.txt>
</file>

<file path=ppt/media/f39363.txt>
</file>

<file path=ppt/media/f39364.txt>
</file>

<file path=ppt/media/f39365.txt>
</file>

<file path=ppt/media/f39366.txt>
</file>

<file path=ppt/media/f39367.txt>
</file>

<file path=ppt/media/f39368.txt>
</file>

<file path=ppt/media/f39369.txt>
</file>

<file path=ppt/media/f39370.txt>
</file>

<file path=ppt/media/f39371.txt>
</file>

<file path=ppt/media/f39372.txt>
</file>

<file path=ppt/media/f39373.txt>
</file>

<file path=ppt/media/f39374.txt>
</file>

<file path=ppt/media/f39375.txt>
</file>

<file path=ppt/media/f39376.txt>
</file>

<file path=ppt/media/f39377.txt>
</file>

<file path=ppt/media/f39378.txt>
</file>

<file path=ppt/media/f39379.txt>
</file>

<file path=ppt/media/f39380.txt>
</file>

<file path=ppt/media/f39381.txt>
</file>

<file path=ppt/media/f39382.txt>
</file>

<file path=ppt/media/f39383.txt>
</file>

<file path=ppt/media/f39384.txt>
</file>

<file path=ppt/media/f39385.txt>
</file>

<file path=ppt/media/f39386.txt>
</file>

<file path=ppt/media/f39387.txt>
</file>

<file path=ppt/media/f39388.txt>
</file>

<file path=ppt/media/f39389.txt>
</file>

<file path=ppt/media/f39390.txt>
</file>

<file path=ppt/media/f39391.txt>
</file>

<file path=ppt/media/f39392.txt>
</file>

<file path=ppt/media/f39393.txt>
</file>

<file path=ppt/media/f39394.txt>
</file>

<file path=ppt/media/f39395.txt>
</file>

<file path=ppt/media/f39396.txt>
</file>

<file path=ppt/media/f39397.txt>
</file>

<file path=ppt/media/f39398.txt>
</file>

<file path=ppt/media/f39399.txt>
</file>

<file path=ppt/media/f39400.txt>
</file>

<file path=ppt/media/f39401.txt>
</file>

<file path=ppt/media/f39402.txt>
</file>

<file path=ppt/media/f39403.txt>
</file>

<file path=ppt/media/f39404.txt>
</file>

<file path=ppt/media/f39405.txt>
</file>

<file path=ppt/media/f39406.txt>
</file>

<file path=ppt/media/f39407.txt>
</file>

<file path=ppt/media/f39408.txt>
</file>

<file path=ppt/media/f39409.txt>
</file>

<file path=ppt/media/f39410.txt>
</file>

<file path=ppt/media/f39411.txt>
</file>

<file path=ppt/media/f39412.txt>
</file>

<file path=ppt/media/f39413.txt>
</file>

<file path=ppt/media/f39414.txt>
</file>

<file path=ppt/media/f39415.txt>
</file>

<file path=ppt/media/f39416.txt>
</file>

<file path=ppt/media/f39417.txt>
</file>

<file path=ppt/media/f39418.txt>
</file>

<file path=ppt/media/f39419.txt>
</file>

<file path=ppt/media/f39420.txt>
</file>

<file path=ppt/media/f39421.txt>
</file>

<file path=ppt/media/f39422.txt>
</file>

<file path=ppt/media/f39423.txt>
</file>

<file path=ppt/media/f39424.txt>
</file>

<file path=ppt/media/f39425.txt>
</file>

<file path=ppt/media/f39426.txt>
</file>

<file path=ppt/media/f39427.txt>
</file>

<file path=ppt/media/f39428.txt>
</file>

<file path=ppt/media/f39429.txt>
</file>

<file path=ppt/media/f39430.txt>
</file>

<file path=ppt/media/f39431.txt>
</file>

<file path=ppt/media/f39432.txt>
</file>

<file path=ppt/media/f39433.txt>
</file>

<file path=ppt/media/f39434.txt>
</file>

<file path=ppt/media/f39435.txt>
</file>

<file path=ppt/media/f39436.txt>
</file>

<file path=ppt/media/f39437.txt>
</file>

<file path=ppt/media/f39438.txt>
</file>

<file path=ppt/media/f39439.txt>
</file>

<file path=ppt/media/f39440.txt>
</file>

<file path=ppt/media/f39441.txt>
</file>

<file path=ppt/media/f39442.txt>
</file>

<file path=ppt/media/f39443.txt>
</file>

<file path=ppt/media/f39444.txt>
</file>

<file path=ppt/media/f39445.txt>
</file>

<file path=ppt/media/f39446.txt>
</file>

<file path=ppt/media/f39447.txt>
</file>

<file path=ppt/media/f39448.txt>
</file>

<file path=ppt/media/f39449.txt>
</file>

<file path=ppt/media/f39450.txt>
</file>

<file path=ppt/media/f39451.txt>
</file>

<file path=ppt/media/f39452.txt>
</file>

<file path=ppt/media/f39453.txt>
</file>

<file path=ppt/media/f39454.txt>
</file>

<file path=ppt/media/f39455.txt>
</file>

<file path=ppt/media/f39456.txt>
</file>

<file path=ppt/media/f39457.txt>
</file>

<file path=ppt/media/f39458.txt>
</file>

<file path=ppt/media/f39459.txt>
</file>

<file path=ppt/media/f39460.txt>
</file>

<file path=ppt/media/f39461.txt>
</file>

<file path=ppt/media/f39462.txt>
</file>

<file path=ppt/media/f39463.txt>
</file>

<file path=ppt/media/f39464.txt>
</file>

<file path=ppt/media/f39465.txt>
</file>

<file path=ppt/media/f39466.txt>
</file>

<file path=ppt/media/f39467.txt>
</file>

<file path=ppt/media/f39468.txt>
</file>

<file path=ppt/media/f39469.txt>
</file>

<file path=ppt/media/f39470.txt>
</file>

<file path=ppt/media/f39471.txt>
</file>

<file path=ppt/media/f39472.txt>
</file>

<file path=ppt/media/f39473.txt>
</file>

<file path=ppt/media/f39474.txt>
</file>

<file path=ppt/media/f39475.txt>
</file>

<file path=ppt/media/f39476.txt>
</file>

<file path=ppt/media/f39477.txt>
</file>

<file path=ppt/media/f39478.txt>
</file>

<file path=ppt/media/f39479.txt>
</file>

<file path=ppt/media/f39480.txt>
</file>

<file path=ppt/media/f39481.txt>
</file>

<file path=ppt/media/f39482.txt>
</file>

<file path=ppt/media/f39483.txt>
</file>

<file path=ppt/media/f39484.txt>
</file>

<file path=ppt/media/f39485.txt>
</file>

<file path=ppt/media/f39486.txt>
</file>

<file path=ppt/media/f39487.txt>
</file>

<file path=ppt/media/f39488.txt>
</file>

<file path=ppt/media/f39489.txt>
</file>

<file path=ppt/media/f39490.txt>
</file>

<file path=ppt/media/f39491.txt>
</file>

<file path=ppt/media/f39492.txt>
</file>

<file path=ppt/media/f39493.txt>
</file>

<file path=ppt/media/f39494.txt>
</file>

<file path=ppt/media/f39495.txt>
</file>

<file path=ppt/media/f39496.txt>
</file>

<file path=ppt/media/f39497.txt>
</file>

<file path=ppt/media/f39498.txt>
</file>

<file path=ppt/media/f39499.txt>
</file>

<file path=ppt/media/f39500.txt>
</file>

<file path=ppt/media/f39501.txt>
</file>

<file path=ppt/media/f39502.txt>
</file>

<file path=ppt/media/f39503.txt>
</file>

<file path=ppt/media/f39504.txt>
</file>

<file path=ppt/media/f39505.txt>
</file>

<file path=ppt/media/f39506.txt>
</file>

<file path=ppt/media/f39507.txt>
</file>

<file path=ppt/media/f39508.txt>
</file>

<file path=ppt/media/f39509.txt>
</file>

<file path=ppt/media/f39510.txt>
</file>

<file path=ppt/media/f39511.txt>
</file>

<file path=ppt/media/f39512.txt>
</file>

<file path=ppt/media/f39513.txt>
</file>

<file path=ppt/media/f39514.txt>
</file>

<file path=ppt/media/f39515.txt>
</file>

<file path=ppt/media/f39516.txt>
</file>

<file path=ppt/media/f39517.txt>
</file>

<file path=ppt/media/f39518.txt>
</file>

<file path=ppt/media/f39519.txt>
</file>

<file path=ppt/media/f39520.txt>
</file>

<file path=ppt/media/f39521.txt>
</file>

<file path=ppt/media/f39522.txt>
</file>

<file path=ppt/media/f39523.txt>
</file>

<file path=ppt/media/f39524.txt>
</file>

<file path=ppt/media/f39525.txt>
</file>

<file path=ppt/media/f39526.txt>
</file>

<file path=ppt/media/f39527.txt>
</file>

<file path=ppt/media/f39528.txt>
</file>

<file path=ppt/media/f39529.txt>
</file>

<file path=ppt/media/f39530.txt>
</file>

<file path=ppt/media/f39531.txt>
</file>

<file path=ppt/media/f39532.txt>
</file>

<file path=ppt/media/f39533.txt>
</file>

<file path=ppt/media/f39534.txt>
</file>

<file path=ppt/media/f39535.txt>
</file>

<file path=ppt/media/f39536.txt>
</file>

<file path=ppt/media/f39537.txt>
</file>

<file path=ppt/media/f39538.txt>
</file>

<file path=ppt/media/f39539.txt>
</file>

<file path=ppt/media/f39540.txt>
</file>

<file path=ppt/media/f39541.txt>
</file>

<file path=ppt/media/f39542.txt>
</file>

<file path=ppt/media/f39543.txt>
</file>

<file path=ppt/media/f39544.txt>
</file>

<file path=ppt/media/f39545.txt>
</file>

<file path=ppt/media/f39546.txt>
</file>

<file path=ppt/media/f39547.txt>
</file>

<file path=ppt/media/f39548.txt>
</file>

<file path=ppt/media/f39549.txt>
</file>

<file path=ppt/media/f39550.txt>
</file>

<file path=ppt/media/f39551.txt>
</file>

<file path=ppt/media/f39552.txt>
</file>

<file path=ppt/media/f39553.txt>
</file>

<file path=ppt/media/f39554.txt>
</file>

<file path=ppt/media/f39555.txt>
</file>

<file path=ppt/media/f39556.txt>
</file>

<file path=ppt/media/f39557.txt>
</file>

<file path=ppt/media/f39558.txt>
</file>

<file path=ppt/media/f39559.txt>
</file>

<file path=ppt/media/f39560.txt>
</file>

<file path=ppt/media/f39561.txt>
</file>

<file path=ppt/media/f39562.txt>
</file>

<file path=ppt/media/f39563.txt>
</file>

<file path=ppt/media/f39564.txt>
</file>

<file path=ppt/media/f39565.txt>
</file>

<file path=ppt/media/f39566.txt>
</file>

<file path=ppt/media/f39567.txt>
</file>

<file path=ppt/media/f39568.txt>
</file>

<file path=ppt/media/f39569.txt>
</file>

<file path=ppt/media/f39570.txt>
</file>

<file path=ppt/media/f39571.txt>
</file>

<file path=ppt/media/f39572.txt>
</file>

<file path=ppt/media/f39573.txt>
</file>

<file path=ppt/media/f39574.txt>
</file>

<file path=ppt/media/f39575.txt>
</file>

<file path=ppt/media/f39576.txt>
</file>

<file path=ppt/media/f39577.txt>
</file>

<file path=ppt/media/f39578.txt>
</file>

<file path=ppt/media/f39579.txt>
</file>

<file path=ppt/media/f39580.txt>
</file>

<file path=ppt/media/f39581.txt>
</file>

<file path=ppt/media/f39582.txt>
</file>

<file path=ppt/media/f39583.txt>
</file>

<file path=ppt/media/f39584.txt>
</file>

<file path=ppt/media/f39585.txt>
</file>

<file path=ppt/media/f39586.txt>
</file>

<file path=ppt/media/f39587.txt>
</file>

<file path=ppt/media/f39588.txt>
</file>

<file path=ppt/media/f39589.txt>
</file>

<file path=ppt/media/f39590.txt>
</file>

<file path=ppt/media/f39591.txt>
</file>

<file path=ppt/media/f39592.txt>
</file>

<file path=ppt/media/f39593.txt>
</file>

<file path=ppt/media/f39594.txt>
</file>

<file path=ppt/media/f39595.txt>
</file>

<file path=ppt/media/f39596.txt>
</file>

<file path=ppt/media/f39597.txt>
</file>

<file path=ppt/media/f39598.txt>
</file>

<file path=ppt/media/f39599.txt>
</file>

<file path=ppt/media/f39600.txt>
</file>

<file path=ppt/media/f39601.txt>
</file>

<file path=ppt/media/f39602.txt>
</file>

<file path=ppt/media/f39603.txt>
</file>

<file path=ppt/media/f39604.txt>
</file>

<file path=ppt/media/f39605.txt>
</file>

<file path=ppt/media/f39606.txt>
</file>

<file path=ppt/media/f39607.txt>
</file>

<file path=ppt/media/f39608.txt>
</file>

<file path=ppt/media/f39609.txt>
</file>

<file path=ppt/media/f39610.txt>
</file>

<file path=ppt/media/f39611.txt>
</file>

<file path=ppt/media/f39612.txt>
</file>

<file path=ppt/media/f39613.txt>
</file>

<file path=ppt/media/f39614.txt>
</file>

<file path=ppt/media/f39615.txt>
</file>

<file path=ppt/media/f39616.txt>
</file>

<file path=ppt/media/f39617.txt>
</file>

<file path=ppt/media/f39618.txt>
</file>

<file path=ppt/media/f39619.txt>
</file>

<file path=ppt/media/f39620.txt>
</file>

<file path=ppt/media/f39621.txt>
</file>

<file path=ppt/media/f39622.txt>
</file>

<file path=ppt/media/f39623.txt>
</file>

<file path=ppt/media/f39624.txt>
</file>

<file path=ppt/media/f39625.txt>
</file>

<file path=ppt/media/f39626.txt>
</file>

<file path=ppt/media/f39627.txt>
</file>

<file path=ppt/media/f39628.txt>
</file>

<file path=ppt/media/f39629.txt>
</file>

<file path=ppt/media/f39630.txt>
</file>

<file path=ppt/media/f39631.txt>
</file>

<file path=ppt/media/f39632.txt>
</file>

<file path=ppt/media/f39633.txt>
</file>

<file path=ppt/media/f39634.txt>
</file>

<file path=ppt/media/f39635.txt>
</file>

<file path=ppt/media/f39636.txt>
</file>

<file path=ppt/media/f39637.txt>
</file>

<file path=ppt/media/f39638.txt>
</file>

<file path=ppt/media/f39639.txt>
</file>

<file path=ppt/media/f39640.txt>
</file>

<file path=ppt/media/f39641.txt>
</file>

<file path=ppt/media/f39642.txt>
</file>

<file path=ppt/media/f39643.txt>
</file>

<file path=ppt/media/f39644.txt>
</file>

<file path=ppt/media/f39645.txt>
</file>

<file path=ppt/media/f39646.txt>
</file>

<file path=ppt/media/f39647.txt>
</file>

<file path=ppt/media/f39648.txt>
</file>

<file path=ppt/media/f39649.txt>
</file>

<file path=ppt/media/f39650.txt>
</file>

<file path=ppt/media/f39651.txt>
</file>

<file path=ppt/media/f39652.txt>
</file>

<file path=ppt/media/f39653.txt>
</file>

<file path=ppt/media/f39654.txt>
</file>

<file path=ppt/media/f39655.txt>
</file>

<file path=ppt/media/f39656.txt>
</file>

<file path=ppt/media/f39657.txt>
</file>

<file path=ppt/media/f39658.txt>
</file>

<file path=ppt/media/f39659.txt>
</file>

<file path=ppt/media/f39660.txt>
</file>

<file path=ppt/media/f39661.txt>
</file>

<file path=ppt/media/f39662.txt>
</file>

<file path=ppt/media/f39663.txt>
</file>

<file path=ppt/media/f39664.txt>
</file>

<file path=ppt/media/f39665.txt>
</file>

<file path=ppt/media/f39666.txt>
</file>

<file path=ppt/media/f39667.txt>
</file>

<file path=ppt/media/f39668.txt>
</file>

<file path=ppt/media/f39669.txt>
</file>

<file path=ppt/media/f39670.txt>
</file>

<file path=ppt/media/f39671.txt>
</file>

<file path=ppt/media/f39672.txt>
</file>

<file path=ppt/media/f39673.txt>
</file>

<file path=ppt/media/f39674.txt>
</file>

<file path=ppt/media/f39675.txt>
</file>

<file path=ppt/media/f39676.txt>
</file>

<file path=ppt/media/f39677.txt>
</file>

<file path=ppt/media/f39678.txt>
</file>

<file path=ppt/media/f39679.txt>
</file>

<file path=ppt/media/f39680.txt>
</file>

<file path=ppt/media/f39681.txt>
</file>

<file path=ppt/media/f39682.txt>
</file>

<file path=ppt/media/f39683.txt>
</file>

<file path=ppt/media/f39684.txt>
</file>

<file path=ppt/media/f39685.txt>
</file>

<file path=ppt/media/f39686.txt>
</file>

<file path=ppt/media/f39687.txt>
</file>

<file path=ppt/media/f39688.txt>
</file>

<file path=ppt/media/f39689.txt>
</file>

<file path=ppt/media/f39690.txt>
</file>

<file path=ppt/media/f39691.txt>
</file>

<file path=ppt/media/f39692.txt>
</file>

<file path=ppt/media/f39693.txt>
</file>

<file path=ppt/media/f39694.txt>
</file>

<file path=ppt/media/f39695.txt>
</file>

<file path=ppt/media/f39696.txt>
</file>

<file path=ppt/media/f39697.txt>
</file>

<file path=ppt/media/f39698.txt>
</file>

<file path=ppt/media/f39699.txt>
</file>

<file path=ppt/media/f39700.txt>
</file>

<file path=ppt/media/f39701.txt>
</file>

<file path=ppt/media/f39702.txt>
</file>

<file path=ppt/media/f39703.txt>
</file>

<file path=ppt/media/f39704.txt>
</file>

<file path=ppt/media/f39705.txt>
</file>

<file path=ppt/media/f39706.txt>
</file>

<file path=ppt/media/f39707.txt>
</file>

<file path=ppt/media/f39708.txt>
</file>

<file path=ppt/media/f39709.txt>
</file>

<file path=ppt/media/f39710.txt>
</file>

<file path=ppt/media/f39711.txt>
</file>

<file path=ppt/media/f39712.txt>
</file>

<file path=ppt/media/f39713.txt>
</file>

<file path=ppt/media/f39714.txt>
</file>

<file path=ppt/media/f39715.txt>
</file>

<file path=ppt/media/f39716.txt>
</file>

<file path=ppt/media/f39717.txt>
</file>

<file path=ppt/media/f39718.txt>
</file>

<file path=ppt/media/f39719.txt>
</file>

<file path=ppt/media/f39720.txt>
</file>

<file path=ppt/media/f39721.txt>
</file>

<file path=ppt/media/f39722.txt>
</file>

<file path=ppt/media/f39723.txt>
</file>

<file path=ppt/media/f39724.txt>
</file>

<file path=ppt/media/f39725.txt>
</file>

<file path=ppt/media/f39726.txt>
</file>

<file path=ppt/media/f39727.txt>
</file>

<file path=ppt/media/f39728.txt>
</file>

<file path=ppt/media/f39729.txt>
</file>

<file path=ppt/media/f39730.txt>
</file>

<file path=ppt/media/f39731.txt>
</file>

<file path=ppt/media/f39732.txt>
</file>

<file path=ppt/media/f39733.txt>
</file>

<file path=ppt/media/f39734.txt>
</file>

<file path=ppt/media/f39735.txt>
</file>

<file path=ppt/media/f39736.txt>
</file>

<file path=ppt/media/f39737.txt>
</file>

<file path=ppt/media/f39738.txt>
</file>

<file path=ppt/media/f39739.txt>
</file>

<file path=ppt/media/f39740.txt>
</file>

<file path=ppt/media/f39741.txt>
</file>

<file path=ppt/media/f39742.txt>
</file>

<file path=ppt/media/f39743.txt>
</file>

<file path=ppt/media/f39744.txt>
</file>

<file path=ppt/media/f39745.txt>
</file>

<file path=ppt/media/f39746.txt>
</file>

<file path=ppt/media/f39747.txt>
</file>

<file path=ppt/media/f39748.txt>
</file>

<file path=ppt/media/f39749.txt>
</file>

<file path=ppt/media/f39750.txt>
</file>

<file path=ppt/media/f39751.txt>
</file>

<file path=ppt/media/f39752.txt>
</file>

<file path=ppt/media/f39753.txt>
</file>

<file path=ppt/media/f39754.txt>
</file>

<file path=ppt/media/f39755.txt>
</file>

<file path=ppt/media/f39756.txt>
</file>

<file path=ppt/media/f39757.txt>
</file>

<file path=ppt/media/f39758.txt>
</file>

<file path=ppt/media/f39759.txt>
</file>

<file path=ppt/media/f39760.txt>
</file>

<file path=ppt/media/f39761.txt>
</file>

<file path=ppt/media/f39762.txt>
</file>

<file path=ppt/media/f39763.txt>
</file>

<file path=ppt/media/f39764.txt>
</file>

<file path=ppt/media/f39765.txt>
</file>

<file path=ppt/media/f39766.txt>
</file>

<file path=ppt/media/f39767.txt>
</file>

<file path=ppt/media/f39768.txt>
</file>

<file path=ppt/media/f39769.txt>
</file>

<file path=ppt/media/f39770.txt>
</file>

<file path=ppt/media/f39771.txt>
</file>

<file path=ppt/media/f39772.txt>
</file>

<file path=ppt/media/f39773.txt>
</file>

<file path=ppt/media/f39774.txt>
</file>

<file path=ppt/media/f39775.txt>
</file>

<file path=ppt/media/f39776.txt>
</file>

<file path=ppt/media/f39777.txt>
</file>

<file path=ppt/media/f39778.txt>
</file>

<file path=ppt/media/f39779.txt>
</file>

<file path=ppt/media/f39780.txt>
</file>

<file path=ppt/media/f39781.txt>
</file>

<file path=ppt/media/f39782.txt>
</file>

<file path=ppt/media/f39783.txt>
</file>

<file path=ppt/media/f39784.txt>
</file>

<file path=ppt/media/f39785.txt>
</file>

<file path=ppt/media/f39786.txt>
</file>

<file path=ppt/media/f39787.txt>
</file>

<file path=ppt/media/f39788.txt>
</file>

<file path=ppt/media/f39789.txt>
</file>

<file path=ppt/media/f39790.txt>
</file>

<file path=ppt/media/f39791.txt>
</file>

<file path=ppt/media/f39792.txt>
</file>

<file path=ppt/media/f39793.txt>
</file>

<file path=ppt/media/f39794.txt>
</file>

<file path=ppt/media/f39795.txt>
</file>

<file path=ppt/media/f39796.txt>
</file>

<file path=ppt/media/f39797.txt>
</file>

<file path=ppt/media/f39798.txt>
</file>

<file path=ppt/media/f39799.txt>
</file>

<file path=ppt/media/f39800.txt>
</file>

<file path=ppt/media/f39801.txt>
</file>

<file path=ppt/media/f39802.txt>
</file>

<file path=ppt/media/f39803.txt>
</file>

<file path=ppt/media/f39804.txt>
</file>

<file path=ppt/media/f39805.txt>
</file>

<file path=ppt/media/f39806.txt>
</file>

<file path=ppt/media/f39807.txt>
</file>

<file path=ppt/media/f39808.txt>
</file>

<file path=ppt/media/f39809.txt>
</file>

<file path=ppt/media/f39810.txt>
</file>

<file path=ppt/media/f39811.txt>
</file>

<file path=ppt/media/f39812.txt>
</file>

<file path=ppt/media/f39813.txt>
</file>

<file path=ppt/media/f39814.txt>
</file>

<file path=ppt/media/f39815.txt>
</file>

<file path=ppt/media/f39816.txt>
</file>

<file path=ppt/media/f39817.txt>
</file>

<file path=ppt/media/f39818.txt>
</file>

<file path=ppt/media/f39819.txt>
</file>

<file path=ppt/media/f39820.txt>
</file>

<file path=ppt/media/f39821.txt>
</file>

<file path=ppt/media/f39822.txt>
</file>

<file path=ppt/media/f39823.txt>
</file>

<file path=ppt/media/f39824.txt>
</file>

<file path=ppt/media/f39825.txt>
</file>

<file path=ppt/media/f39826.txt>
</file>

<file path=ppt/media/f39827.txt>
</file>

<file path=ppt/media/f39828.txt>
</file>

<file path=ppt/media/f39829.txt>
</file>

<file path=ppt/media/f39830.txt>
</file>

<file path=ppt/media/f39831.txt>
</file>

<file path=ppt/media/f39832.txt>
</file>

<file path=ppt/media/f39833.txt>
</file>

<file path=ppt/media/f39834.txt>
</file>

<file path=ppt/media/f39835.txt>
</file>

<file path=ppt/media/f39836.txt>
</file>

<file path=ppt/media/f39837.txt>
</file>

<file path=ppt/media/f39838.txt>
</file>

<file path=ppt/media/f39839.txt>
</file>

<file path=ppt/media/f39840.txt>
</file>

<file path=ppt/media/f39841.txt>
</file>

<file path=ppt/media/f39842.txt>
</file>

<file path=ppt/media/f39843.txt>
</file>

<file path=ppt/media/f39844.txt>
</file>

<file path=ppt/media/f39845.txt>
</file>

<file path=ppt/media/f39846.txt>
</file>

<file path=ppt/media/f39847.txt>
</file>

<file path=ppt/media/f39848.txt>
</file>

<file path=ppt/media/f39849.txt>
</file>

<file path=ppt/media/f39850.txt>
</file>

<file path=ppt/media/f39851.txt>
</file>

<file path=ppt/media/f39852.txt>
</file>

<file path=ppt/media/f39853.txt>
</file>

<file path=ppt/media/f39854.txt>
</file>

<file path=ppt/media/f39855.txt>
</file>

<file path=ppt/media/f39856.txt>
</file>

<file path=ppt/media/f39857.txt>
</file>

<file path=ppt/media/f39858.txt>
</file>

<file path=ppt/media/f39859.txt>
</file>

<file path=ppt/media/f39860.txt>
</file>

<file path=ppt/media/f39861.txt>
</file>

<file path=ppt/media/f39862.txt>
</file>

<file path=ppt/media/f39863.txt>
</file>

<file path=ppt/media/f39864.txt>
</file>

<file path=ppt/media/f39865.txt>
</file>

<file path=ppt/media/f39866.txt>
</file>

<file path=ppt/media/f39867.txt>
</file>

<file path=ppt/media/f39868.txt>
</file>

<file path=ppt/media/f39869.txt>
</file>

<file path=ppt/media/f39870.txt>
</file>

<file path=ppt/media/f39871.txt>
</file>

<file path=ppt/media/f39872.txt>
</file>

<file path=ppt/media/f39873.txt>
</file>

<file path=ppt/media/f39874.txt>
</file>

<file path=ppt/media/f39875.txt>
</file>

<file path=ppt/media/f39876.txt>
</file>

<file path=ppt/media/f39877.txt>
</file>

<file path=ppt/media/f39878.txt>
</file>

<file path=ppt/media/f39879.txt>
</file>

<file path=ppt/media/f39880.txt>
</file>

<file path=ppt/media/f39881.txt>
</file>

<file path=ppt/media/f39882.txt>
</file>

<file path=ppt/media/f39883.txt>
</file>

<file path=ppt/media/f39884.txt>
</file>

<file path=ppt/media/f39885.txt>
</file>

<file path=ppt/media/f39886.txt>
</file>

<file path=ppt/media/f39887.txt>
</file>

<file path=ppt/media/f39888.txt>
</file>

<file path=ppt/media/f39889.txt>
</file>

<file path=ppt/media/f39890.txt>
</file>

<file path=ppt/media/f39891.txt>
</file>

<file path=ppt/media/f39892.txt>
</file>

<file path=ppt/media/f39893.txt>
</file>

<file path=ppt/media/f39894.txt>
</file>

<file path=ppt/media/f39895.txt>
</file>

<file path=ppt/media/f39896.txt>
</file>

<file path=ppt/media/f39897.txt>
</file>

<file path=ppt/media/f39898.txt>
</file>

<file path=ppt/media/f39899.txt>
</file>

<file path=ppt/media/f39900.txt>
</file>

<file path=ppt/media/f39901.txt>
</file>

<file path=ppt/media/f39902.txt>
</file>

<file path=ppt/media/f39903.txt>
</file>

<file path=ppt/media/f39904.txt>
</file>

<file path=ppt/media/f39905.txt>
</file>

<file path=ppt/media/f39906.txt>
</file>

<file path=ppt/media/f39907.txt>
</file>

<file path=ppt/media/f39908.txt>
</file>

<file path=ppt/media/f39909.txt>
</file>

<file path=ppt/media/f39910.txt>
</file>

<file path=ppt/media/f39911.txt>
</file>

<file path=ppt/media/f39912.txt>
</file>

<file path=ppt/media/f39913.txt>
</file>

<file path=ppt/media/f39914.txt>
</file>

<file path=ppt/media/f39915.txt>
</file>

<file path=ppt/media/f39916.txt>
</file>

<file path=ppt/media/f39917.txt>
</file>

<file path=ppt/media/f39918.txt>
</file>

<file path=ppt/media/f39919.txt>
</file>

<file path=ppt/media/f39920.txt>
</file>

<file path=ppt/media/f39921.txt>
</file>

<file path=ppt/media/f39922.txt>
</file>

<file path=ppt/media/f39923.txt>
</file>

<file path=ppt/media/f39924.txt>
</file>

<file path=ppt/media/f39925.txt>
</file>

<file path=ppt/media/f39926.txt>
</file>

<file path=ppt/media/f39927.txt>
</file>

<file path=ppt/media/f39928.txt>
</file>

<file path=ppt/media/f39929.txt>
</file>

<file path=ppt/media/f39930.txt>
</file>

<file path=ppt/media/f39931.txt>
</file>

<file path=ppt/media/f39932.txt>
</file>

<file path=ppt/media/f39933.txt>
</file>

<file path=ppt/media/f39934.txt>
</file>

<file path=ppt/media/f39935.txt>
</file>

<file path=ppt/media/f39936.txt>
</file>

<file path=ppt/media/f39937.txt>
</file>

<file path=ppt/media/f39938.txt>
</file>

<file path=ppt/media/f39939.txt>
</file>

<file path=ppt/media/f39940.txt>
</file>

<file path=ppt/media/f39941.txt>
</file>

<file path=ppt/media/f39942.txt>
</file>

<file path=ppt/media/f39943.txt>
</file>

<file path=ppt/media/f39944.txt>
</file>

<file path=ppt/media/f39945.txt>
</file>

<file path=ppt/media/f39946.txt>
</file>

<file path=ppt/media/f39947.txt>
</file>

<file path=ppt/media/f39948.txt>
</file>

<file path=ppt/media/f39949.txt>
</file>

<file path=ppt/media/f39950.txt>
</file>

<file path=ppt/media/f39951.txt>
</file>

<file path=ppt/media/f39952.txt>
</file>

<file path=ppt/media/f39953.txt>
</file>

<file path=ppt/media/f39954.txt>
</file>

<file path=ppt/media/f39955.txt>
</file>

<file path=ppt/media/f39956.txt>
</file>

<file path=ppt/media/f39957.txt>
</file>

<file path=ppt/media/f39958.txt>
</file>

<file path=ppt/media/f39959.txt>
</file>

<file path=ppt/media/f39960.txt>
</file>

<file path=ppt/media/f39961.txt>
</file>

<file path=ppt/media/f39962.txt>
</file>

<file path=ppt/media/f39963.txt>
</file>

<file path=ppt/media/f39964.txt>
</file>

<file path=ppt/media/f39965.txt>
</file>

<file path=ppt/media/f39966.txt>
</file>

<file path=ppt/media/f39967.txt>
</file>

<file path=ppt/media/f39968.txt>
</file>

<file path=ppt/media/f39969.txt>
</file>

<file path=ppt/media/f39970.txt>
</file>

<file path=ppt/media/f39971.txt>
</file>

<file path=ppt/media/f39972.txt>
</file>

<file path=ppt/media/f39973.txt>
</file>

<file path=ppt/media/f39974.txt>
</file>

<file path=ppt/media/f39975.txt>
</file>

<file path=ppt/media/f39976.txt>
</file>

<file path=ppt/media/f39977.txt>
</file>

<file path=ppt/media/f39978.txt>
</file>

<file path=ppt/media/f39979.txt>
</file>

<file path=ppt/media/f39980.txt>
</file>

<file path=ppt/media/f39981.txt>
</file>

<file path=ppt/media/f39982.txt>
</file>

<file path=ppt/media/f39983.txt>
</file>

<file path=ppt/media/f39984.txt>
</file>

<file path=ppt/media/f39985.txt>
</file>

<file path=ppt/media/f39986.txt>
</file>

<file path=ppt/media/f39987.txt>
</file>

<file path=ppt/media/f39988.txt>
</file>

<file path=ppt/media/f39989.txt>
</file>

<file path=ppt/media/f39990.txt>
</file>

<file path=ppt/media/f39991.txt>
</file>

<file path=ppt/media/f39992.txt>
</file>

<file path=ppt/media/f39993.txt>
</file>

<file path=ppt/media/f39994.txt>
</file>

<file path=ppt/media/f39995.txt>
</file>

<file path=ppt/media/f39996.txt>
</file>

<file path=ppt/media/f39997.txt>
</file>

<file path=ppt/media/f39998.txt>
</file>

<file path=ppt/media/f39999.txt>
</file>

<file path=ppt/media/f40000.txt>
</file>

<file path=ppt/media/f40001.txt>
</file>

<file path=ppt/media/f40002.txt>
</file>

<file path=ppt/media/f40003.txt>
</file>

<file path=ppt/media/f40004.txt>
</file>

<file path=ppt/media/f40005.txt>
</file>

<file path=ppt/media/f40006.txt>
</file>

<file path=ppt/media/f40007.txt>
</file>

<file path=ppt/media/f40008.txt>
</file>

<file path=ppt/media/f40009.txt>
</file>

<file path=ppt/media/f40010.txt>
</file>

<file path=ppt/media/f40011.txt>
</file>

<file path=ppt/media/f40012.txt>
</file>

<file path=ppt/media/f40013.txt>
</file>

<file path=ppt/media/f40014.txt>
</file>

<file path=ppt/media/f40015.txt>
</file>

<file path=ppt/media/f40016.txt>
</file>

<file path=ppt/media/f40017.txt>
</file>

<file path=ppt/media/f40018.txt>
</file>

<file path=ppt/media/f40019.txt>
</file>

<file path=ppt/media/f40020.txt>
</file>

<file path=ppt/media/f40021.txt>
</file>

<file path=ppt/media/f40022.txt>
</file>

<file path=ppt/media/f40023.txt>
</file>

<file path=ppt/media/f40024.txt>
</file>

<file path=ppt/media/f40025.txt>
</file>

<file path=ppt/media/f40026.txt>
</file>

<file path=ppt/media/f40027.txt>
</file>

<file path=ppt/media/f40028.txt>
</file>

<file path=ppt/media/f40029.txt>
</file>

<file path=ppt/media/f40030.txt>
</file>

<file path=ppt/media/f40031.txt>
</file>

<file path=ppt/media/f40032.txt>
</file>

<file path=ppt/media/f40033.txt>
</file>

<file path=ppt/media/f40034.txt>
</file>

<file path=ppt/media/f40035.txt>
</file>

<file path=ppt/media/f40036.txt>
</file>

<file path=ppt/media/f40037.txt>
</file>

<file path=ppt/media/f40038.txt>
</file>

<file path=ppt/media/f40039.txt>
</file>

<file path=ppt/media/f40040.txt>
</file>

<file path=ppt/media/f40041.txt>
</file>

<file path=ppt/media/f40042.txt>
</file>

<file path=ppt/media/f40043.txt>
</file>

<file path=ppt/media/f40044.txt>
</file>

<file path=ppt/media/f40045.txt>
</file>

<file path=ppt/media/f40046.txt>
</file>

<file path=ppt/media/f40047.txt>
</file>

<file path=ppt/media/f40048.txt>
</file>

<file path=ppt/media/f40049.txt>
</file>

<file path=ppt/media/f40050.txt>
</file>

<file path=ppt/media/f40051.txt>
</file>

<file path=ppt/media/f40052.txt>
</file>

<file path=ppt/media/f40053.txt>
</file>

<file path=ppt/media/f40054.txt>
</file>

<file path=ppt/media/f40055.txt>
</file>

<file path=ppt/media/f40056.txt>
</file>

<file path=ppt/media/f40057.txt>
</file>

<file path=ppt/media/f40058.txt>
</file>

<file path=ppt/media/f40059.txt>
</file>

<file path=ppt/media/f40060.txt>
</file>

<file path=ppt/media/f40061.txt>
</file>

<file path=ppt/media/f40062.txt>
</file>

<file path=ppt/media/f40063.txt>
</file>

<file path=ppt/media/f40064.txt>
</file>

<file path=ppt/media/f40065.txt>
</file>

<file path=ppt/media/f40066.txt>
</file>

<file path=ppt/media/f40067.txt>
</file>

<file path=ppt/media/f40068.txt>
</file>

<file path=ppt/media/f40069.txt>
</file>

<file path=ppt/media/f40070.txt>
</file>

<file path=ppt/media/f40071.txt>
</file>

<file path=ppt/media/f40072.txt>
</file>

<file path=ppt/media/f40073.txt>
</file>

<file path=ppt/media/f40074.txt>
</file>

<file path=ppt/media/f40075.txt>
</file>

<file path=ppt/media/f40076.txt>
</file>

<file path=ppt/media/f40077.txt>
</file>

<file path=ppt/media/f40078.txt>
</file>

<file path=ppt/media/f40079.txt>
</file>

<file path=ppt/media/f40080.txt>
</file>

<file path=ppt/media/f40081.txt>
</file>

<file path=ppt/media/f40082.txt>
</file>

<file path=ppt/media/f40083.txt>
</file>

<file path=ppt/media/f40084.txt>
</file>

<file path=ppt/media/f40085.txt>
</file>

<file path=ppt/media/f40086.txt>
</file>

<file path=ppt/media/f40087.txt>
</file>

<file path=ppt/media/f40088.txt>
</file>

<file path=ppt/media/f40089.txt>
</file>

<file path=ppt/media/f40090.txt>
</file>

<file path=ppt/media/f40091.txt>
</file>

<file path=ppt/media/f40092.txt>
</file>

<file path=ppt/media/f40093.txt>
</file>

<file path=ppt/media/f40094.txt>
</file>

<file path=ppt/media/f40095.txt>
</file>

<file path=ppt/media/f40096.txt>
</file>

<file path=ppt/media/f40097.txt>
</file>

<file path=ppt/media/f40098.txt>
</file>

<file path=ppt/media/f40099.txt>
</file>

<file path=ppt/media/f40100.txt>
</file>

<file path=ppt/media/f40101.txt>
</file>

<file path=ppt/media/f40102.txt>
</file>

<file path=ppt/media/f40103.txt>
</file>

<file path=ppt/media/f40104.txt>
</file>

<file path=ppt/media/f40105.txt>
</file>

<file path=ppt/media/f40106.txt>
</file>

<file path=ppt/media/f40107.txt>
</file>

<file path=ppt/media/f40108.txt>
</file>

<file path=ppt/media/f40109.txt>
</file>

<file path=ppt/media/f40110.txt>
</file>

<file path=ppt/media/f40111.txt>
</file>

<file path=ppt/media/f40112.txt>
</file>

<file path=ppt/media/f40113.txt>
</file>

<file path=ppt/media/f40114.txt>
</file>

<file path=ppt/media/f40115.txt>
</file>

<file path=ppt/media/f40116.txt>
</file>

<file path=ppt/media/f40117.txt>
</file>

<file path=ppt/media/f40118.txt>
</file>

<file path=ppt/media/f40119.txt>
</file>

<file path=ppt/media/f40120.txt>
</file>

<file path=ppt/media/f40121.txt>
</file>

<file path=ppt/media/f40122.txt>
</file>

<file path=ppt/media/f40123.txt>
</file>

<file path=ppt/media/f40124.txt>
</file>

<file path=ppt/media/f40125.txt>
</file>

<file path=ppt/media/f40126.txt>
</file>

<file path=ppt/media/f40127.txt>
</file>

<file path=ppt/media/f40128.txt>
</file>

<file path=ppt/media/f40129.txt>
</file>

<file path=ppt/media/f40130.txt>
</file>

<file path=ppt/media/f40131.txt>
</file>

<file path=ppt/media/f40132.txt>
</file>

<file path=ppt/media/f40133.txt>
</file>

<file path=ppt/media/f40134.txt>
</file>

<file path=ppt/media/f40135.txt>
</file>

<file path=ppt/media/f40136.txt>
</file>

<file path=ppt/media/f40137.txt>
</file>

<file path=ppt/media/f40138.txt>
</file>

<file path=ppt/media/f40139.txt>
</file>

<file path=ppt/media/f40140.txt>
</file>

<file path=ppt/media/f40141.txt>
</file>

<file path=ppt/media/f40142.txt>
</file>

<file path=ppt/media/f40143.txt>
</file>

<file path=ppt/media/f40144.txt>
</file>

<file path=ppt/media/f40145.txt>
</file>

<file path=ppt/media/f40146.txt>
</file>

<file path=ppt/media/f40147.txt>
</file>

<file path=ppt/media/f40148.txt>
</file>

<file path=ppt/media/f40149.txt>
</file>

<file path=ppt/media/f40150.txt>
</file>

<file path=ppt/media/f40151.txt>
</file>

<file path=ppt/media/f40152.txt>
</file>

<file path=ppt/media/f40153.txt>
</file>

<file path=ppt/media/f40154.txt>
</file>

<file path=ppt/media/f40155.txt>
</file>

<file path=ppt/media/f40156.txt>
</file>

<file path=ppt/media/f40157.txt>
</file>

<file path=ppt/media/f40158.txt>
</file>

<file path=ppt/media/f40159.txt>
</file>

<file path=ppt/media/f40160.txt>
</file>

<file path=ppt/media/f40161.txt>
</file>

<file path=ppt/media/f40162.txt>
</file>

<file path=ppt/media/f40163.txt>
</file>

<file path=ppt/media/f40164.txt>
</file>

<file path=ppt/media/f40165.txt>
</file>

<file path=ppt/media/f40166.txt>
</file>

<file path=ppt/media/f40167.txt>
</file>

<file path=ppt/media/f40168.txt>
</file>

<file path=ppt/media/f40169.txt>
</file>

<file path=ppt/media/f40170.txt>
</file>

<file path=ppt/media/f40171.txt>
</file>

<file path=ppt/media/f40172.txt>
</file>

<file path=ppt/media/f40173.txt>
</file>

<file path=ppt/media/f40174.txt>
</file>

<file path=ppt/media/f40175.txt>
</file>

<file path=ppt/media/f40176.txt>
</file>

<file path=ppt/media/f40177.txt>
</file>

<file path=ppt/media/f40178.txt>
</file>

<file path=ppt/media/f40179.txt>
</file>

<file path=ppt/media/f40180.txt>
</file>

<file path=ppt/media/f40181.txt>
</file>

<file path=ppt/media/f40182.txt>
</file>

<file path=ppt/media/f40183.txt>
</file>

<file path=ppt/media/f40184.txt>
</file>

<file path=ppt/media/f40185.txt>
</file>

<file path=ppt/media/f40186.txt>
</file>

<file path=ppt/media/f40187.txt>
</file>

<file path=ppt/media/f40188.txt>
</file>

<file path=ppt/media/f40189.txt>
</file>

<file path=ppt/media/f40190.txt>
</file>

<file path=ppt/media/f40191.txt>
</file>

<file path=ppt/media/f40192.txt>
</file>

<file path=ppt/media/f40193.txt>
</file>

<file path=ppt/media/f40194.txt>
</file>

<file path=ppt/media/f40195.txt>
</file>

<file path=ppt/media/f40196.txt>
</file>

<file path=ppt/media/f40197.txt>
</file>

<file path=ppt/media/f40198.txt>
</file>

<file path=ppt/media/f40199.txt>
</file>

<file path=ppt/media/f40200.txt>
</file>

<file path=ppt/media/f40201.txt>
</file>

<file path=ppt/media/f40202.txt>
</file>

<file path=ppt/media/f40203.txt>
</file>

<file path=ppt/media/f40204.txt>
</file>

<file path=ppt/media/f40205.txt>
</file>

<file path=ppt/media/f40206.txt>
</file>

<file path=ppt/media/f40207.txt>
</file>

<file path=ppt/media/f40208.txt>
</file>

<file path=ppt/media/f40209.txt>
</file>

<file path=ppt/media/f40210.txt>
</file>

<file path=ppt/media/f40211.txt>
</file>

<file path=ppt/media/f40212.txt>
</file>

<file path=ppt/media/f40213.txt>
</file>

<file path=ppt/media/f40214.txt>
</file>

<file path=ppt/media/f40215.txt>
</file>

<file path=ppt/media/f40216.txt>
</file>

<file path=ppt/media/f40217.txt>
</file>

<file path=ppt/media/f40218.txt>
</file>

<file path=ppt/media/f40219.txt>
</file>

<file path=ppt/media/f40220.txt>
</file>

<file path=ppt/media/f40221.txt>
</file>

<file path=ppt/media/f40222.txt>
</file>

<file path=ppt/media/f40223.txt>
</file>

<file path=ppt/media/f40224.txt>
</file>

<file path=ppt/media/f40225.txt>
</file>

<file path=ppt/media/f40226.txt>
</file>

<file path=ppt/media/f40227.txt>
</file>

<file path=ppt/media/f40228.txt>
</file>

<file path=ppt/media/f40229.txt>
</file>

<file path=ppt/media/f40230.txt>
</file>

<file path=ppt/media/f40231.txt>
</file>

<file path=ppt/media/f40232.txt>
</file>

<file path=ppt/media/f40233.txt>
</file>

<file path=ppt/media/f40234.txt>
</file>

<file path=ppt/media/f40235.txt>
</file>

<file path=ppt/media/f40236.txt>
</file>

<file path=ppt/media/f40237.txt>
</file>

<file path=ppt/media/f40238.txt>
</file>

<file path=ppt/media/f40239.txt>
</file>

<file path=ppt/media/f40240.txt>
</file>

<file path=ppt/media/f40241.txt>
</file>

<file path=ppt/media/f40242.txt>
</file>

<file path=ppt/media/f40243.txt>
</file>

<file path=ppt/media/f40244.txt>
</file>

<file path=ppt/media/f40245.txt>
</file>

<file path=ppt/media/f40246.txt>
</file>

<file path=ppt/media/f40247.txt>
</file>

<file path=ppt/media/f40248.txt>
</file>

<file path=ppt/media/f40249.txt>
</file>

<file path=ppt/media/f40250.txt>
</file>

<file path=ppt/media/f40251.txt>
</file>

<file path=ppt/media/f40252.txt>
</file>

<file path=ppt/media/f40253.txt>
</file>

<file path=ppt/media/f40254.txt>
</file>

<file path=ppt/media/f40255.txt>
</file>

<file path=ppt/media/f40256.txt>
</file>

<file path=ppt/media/f40257.txt>
</file>

<file path=ppt/media/f40258.txt>
</file>

<file path=ppt/media/f40259.txt>
</file>

<file path=ppt/media/f40260.txt>
</file>

<file path=ppt/media/f40261.txt>
</file>

<file path=ppt/media/f40262.txt>
</file>

<file path=ppt/media/f40263.txt>
</file>

<file path=ppt/media/f40264.txt>
</file>

<file path=ppt/media/f40265.txt>
</file>

<file path=ppt/media/f40266.txt>
</file>

<file path=ppt/media/f40267.txt>
</file>

<file path=ppt/media/f40268.txt>
</file>

<file path=ppt/media/f40269.txt>
</file>

<file path=ppt/media/f40270.txt>
</file>

<file path=ppt/media/f40271.txt>
</file>

<file path=ppt/media/f40272.txt>
</file>

<file path=ppt/media/f40273.txt>
</file>

<file path=ppt/media/f40274.txt>
</file>

<file path=ppt/media/f40275.txt>
</file>

<file path=ppt/media/f40276.txt>
</file>

<file path=ppt/media/f40277.txt>
</file>

<file path=ppt/media/f40278.txt>
</file>

<file path=ppt/media/f40279.txt>
</file>

<file path=ppt/media/f40280.txt>
</file>

<file path=ppt/media/f40281.txt>
</file>

<file path=ppt/media/f40282.txt>
</file>

<file path=ppt/media/f40283.txt>
</file>

<file path=ppt/media/f40284.txt>
</file>

<file path=ppt/media/f40285.txt>
</file>

<file path=ppt/media/f40286.txt>
</file>

<file path=ppt/media/f40287.txt>
</file>

<file path=ppt/media/f40288.txt>
</file>

<file path=ppt/media/f40289.txt>
</file>

<file path=ppt/media/f40290.txt>
</file>

<file path=ppt/media/f40291.txt>
</file>

<file path=ppt/media/f40292.txt>
</file>

<file path=ppt/media/f40293.txt>
</file>

<file path=ppt/media/f40294.txt>
</file>

<file path=ppt/media/f40295.txt>
</file>

<file path=ppt/media/f40296.txt>
</file>

<file path=ppt/media/f40297.txt>
</file>

<file path=ppt/media/f40298.txt>
</file>

<file path=ppt/media/f40299.txt>
</file>

<file path=ppt/media/f40300.txt>
</file>

<file path=ppt/media/f40301.txt>
</file>

<file path=ppt/media/f40302.txt>
</file>

<file path=ppt/media/f40303.txt>
</file>

<file path=ppt/media/f40304.txt>
</file>

<file path=ppt/media/f40305.txt>
</file>

<file path=ppt/media/f40306.txt>
</file>

<file path=ppt/media/f40307.txt>
</file>

<file path=ppt/media/f40308.txt>
</file>

<file path=ppt/media/f40309.txt>
</file>

<file path=ppt/media/f40310.txt>
</file>

<file path=ppt/media/f40311.txt>
</file>

<file path=ppt/media/f40312.txt>
</file>

<file path=ppt/media/f40313.txt>
</file>

<file path=ppt/media/f40314.txt>
</file>

<file path=ppt/media/f40315.txt>
</file>

<file path=ppt/media/f40316.txt>
</file>

<file path=ppt/media/f40317.txt>
</file>

<file path=ppt/media/f40318.txt>
</file>

<file path=ppt/media/f40319.txt>
</file>

<file path=ppt/media/f40320.txt>
</file>

<file path=ppt/media/f40321.txt>
</file>

<file path=ppt/media/f40322.txt>
</file>

<file path=ppt/media/f40323.txt>
</file>

<file path=ppt/media/f40324.txt>
</file>

<file path=ppt/media/f40325.txt>
</file>

<file path=ppt/media/f40326.txt>
</file>

<file path=ppt/media/f40327.txt>
</file>

<file path=ppt/media/f40328.txt>
</file>

<file path=ppt/media/f40329.txt>
</file>

<file path=ppt/media/f40330.txt>
</file>

<file path=ppt/media/f40331.txt>
</file>

<file path=ppt/media/f40332.txt>
</file>

<file path=ppt/media/f40333.txt>
</file>

<file path=ppt/media/f40334.txt>
</file>

<file path=ppt/media/f40335.txt>
</file>

<file path=ppt/media/f40336.txt>
</file>

<file path=ppt/media/f40337.txt>
</file>

<file path=ppt/media/f40338.txt>
</file>

<file path=ppt/media/f40339.txt>
</file>

<file path=ppt/media/f40340.txt>
</file>

<file path=ppt/media/f40341.txt>
</file>

<file path=ppt/media/f40342.txt>
</file>

<file path=ppt/media/f40343.txt>
</file>

<file path=ppt/media/f40344.txt>
</file>

<file path=ppt/media/f40345.txt>
</file>

<file path=ppt/media/f40346.txt>
</file>

<file path=ppt/media/f40347.txt>
</file>

<file path=ppt/media/f40348.txt>
</file>

<file path=ppt/media/f40349.txt>
</file>

<file path=ppt/media/f40350.txt>
</file>

<file path=ppt/media/f40351.txt>
</file>

<file path=ppt/media/f40352.txt>
</file>

<file path=ppt/media/f40353.txt>
</file>

<file path=ppt/media/f40354.txt>
</file>

<file path=ppt/media/f40355.txt>
</file>

<file path=ppt/media/f40356.txt>
</file>

<file path=ppt/media/f40357.txt>
</file>

<file path=ppt/media/f40358.txt>
</file>

<file path=ppt/media/f40359.txt>
</file>

<file path=ppt/media/f40360.txt>
</file>

<file path=ppt/media/f40361.txt>
</file>

<file path=ppt/media/f40362.txt>
</file>

<file path=ppt/media/f40363.txt>
</file>

<file path=ppt/media/f40364.txt>
</file>

<file path=ppt/media/f40365.txt>
</file>

<file path=ppt/media/f40366.txt>
</file>

<file path=ppt/media/f40367.txt>
</file>

<file path=ppt/media/f40368.txt>
</file>

<file path=ppt/media/f40369.txt>
</file>

<file path=ppt/media/f40370.txt>
</file>

<file path=ppt/media/f40371.txt>
</file>

<file path=ppt/media/f40372.txt>
</file>

<file path=ppt/media/f40373.txt>
</file>

<file path=ppt/media/f40374.txt>
</file>

<file path=ppt/media/f40375.txt>
</file>

<file path=ppt/media/f40376.txt>
</file>

<file path=ppt/media/f40377.txt>
</file>

<file path=ppt/media/f40378.txt>
</file>

<file path=ppt/media/f40379.txt>
</file>

<file path=ppt/media/f40380.txt>
</file>

<file path=ppt/media/f40381.txt>
</file>

<file path=ppt/media/f40382.txt>
</file>

<file path=ppt/media/f40383.txt>
</file>

<file path=ppt/media/f40384.txt>
</file>

<file path=ppt/media/f40385.txt>
</file>

<file path=ppt/media/f40386.txt>
</file>

<file path=ppt/media/f40387.txt>
</file>

<file path=ppt/media/f40388.txt>
</file>

<file path=ppt/media/f40389.txt>
</file>

<file path=ppt/media/f40390.txt>
</file>

<file path=ppt/media/f40391.txt>
</file>

<file path=ppt/media/f40392.txt>
</file>

<file path=ppt/media/f40393.txt>
</file>

<file path=ppt/media/f40394.txt>
</file>

<file path=ppt/media/f40395.txt>
</file>

<file path=ppt/media/f40396.txt>
</file>

<file path=ppt/media/f40397.txt>
</file>

<file path=ppt/media/f40398.txt>
</file>

<file path=ppt/media/f40399.txt>
</file>

<file path=ppt/media/f40400.txt>
</file>

<file path=ppt/media/f40401.txt>
</file>

<file path=ppt/media/f40402.txt>
</file>

<file path=ppt/media/f40403.txt>
</file>

<file path=ppt/media/f40404.txt>
</file>

<file path=ppt/media/f40405.txt>
</file>

<file path=ppt/media/f40406.txt>
</file>

<file path=ppt/media/f40407.txt>
</file>

<file path=ppt/media/f40408.txt>
</file>

<file path=ppt/media/f40409.txt>
</file>

<file path=ppt/media/f40410.txt>
</file>

<file path=ppt/media/f40411.txt>
</file>

<file path=ppt/media/f40412.txt>
</file>

<file path=ppt/media/f40413.txt>
</file>

<file path=ppt/media/f40414.txt>
</file>

<file path=ppt/media/f40415.txt>
</file>

<file path=ppt/media/f40416.txt>
</file>

<file path=ppt/media/f40417.txt>
</file>

<file path=ppt/media/f40418.txt>
</file>

<file path=ppt/media/f40419.txt>
</file>

<file path=ppt/media/f40420.txt>
</file>

<file path=ppt/media/f40421.txt>
</file>

<file path=ppt/media/f40422.txt>
</file>

<file path=ppt/media/f40423.txt>
</file>

<file path=ppt/media/f40424.txt>
</file>

<file path=ppt/media/f40425.txt>
</file>

<file path=ppt/media/f40426.txt>
</file>

<file path=ppt/media/f40427.txt>
</file>

<file path=ppt/media/f40428.txt>
</file>

<file path=ppt/media/f40429.txt>
</file>

<file path=ppt/media/f40430.txt>
</file>

<file path=ppt/media/f40431.txt>
</file>

<file path=ppt/media/f40432.txt>
</file>

<file path=ppt/media/f40433.txt>
</file>

<file path=ppt/media/f40434.txt>
</file>

<file path=ppt/media/f40435.txt>
</file>

<file path=ppt/media/f40436.txt>
</file>

<file path=ppt/media/f40437.txt>
</file>

<file path=ppt/media/f40438.txt>
</file>

<file path=ppt/media/f40439.txt>
</file>

<file path=ppt/media/f40440.txt>
</file>

<file path=ppt/media/f40441.txt>
</file>

<file path=ppt/media/f40442.txt>
</file>

<file path=ppt/media/f40443.txt>
</file>

<file path=ppt/media/f40444.txt>
</file>

<file path=ppt/media/f40445.txt>
</file>

<file path=ppt/media/f40446.txt>
</file>

<file path=ppt/media/f40447.txt>
</file>

<file path=ppt/media/f40448.txt>
</file>

<file path=ppt/media/f40449.txt>
</file>

<file path=ppt/media/f40450.txt>
</file>

<file path=ppt/media/f40451.txt>
</file>

<file path=ppt/media/f40452.txt>
</file>

<file path=ppt/media/f40453.txt>
</file>

<file path=ppt/media/f40454.txt>
</file>

<file path=ppt/media/f40455.txt>
</file>

<file path=ppt/media/f40456.txt>
</file>

<file path=ppt/media/f40457.txt>
</file>

<file path=ppt/media/f40458.txt>
</file>

<file path=ppt/media/f40459.txt>
</file>

<file path=ppt/media/f40460.txt>
</file>

<file path=ppt/media/f40461.txt>
</file>

<file path=ppt/media/f40462.txt>
</file>

<file path=ppt/media/f40463.txt>
</file>

<file path=ppt/media/f40464.txt>
</file>

<file path=ppt/media/f40465.txt>
</file>

<file path=ppt/media/f40466.txt>
</file>

<file path=ppt/media/f40467.txt>
</file>

<file path=ppt/media/f40468.txt>
</file>

<file path=ppt/media/f40469.txt>
</file>

<file path=ppt/media/f40470.txt>
</file>

<file path=ppt/media/f40471.txt>
</file>

<file path=ppt/media/f40472.txt>
</file>

<file path=ppt/media/f40473.txt>
</file>

<file path=ppt/media/f40474.txt>
</file>

<file path=ppt/media/f40475.txt>
</file>

<file path=ppt/media/f40476.txt>
</file>

<file path=ppt/media/f40477.txt>
</file>

<file path=ppt/media/f40478.txt>
</file>

<file path=ppt/media/f40479.txt>
</file>

<file path=ppt/media/f40480.txt>
</file>

<file path=ppt/media/f40481.txt>
</file>

<file path=ppt/media/f40482.txt>
</file>

<file path=ppt/media/f40483.txt>
</file>

<file path=ppt/media/f40484.txt>
</file>

<file path=ppt/media/f40485.txt>
</file>

<file path=ppt/media/f40486.txt>
</file>

<file path=ppt/media/f40487.txt>
</file>

<file path=ppt/media/f40488.txt>
</file>

<file path=ppt/media/f40489.txt>
</file>

<file path=ppt/media/f40490.txt>
</file>

<file path=ppt/media/f40491.txt>
</file>

<file path=ppt/media/f40492.txt>
</file>

<file path=ppt/media/f40493.txt>
</file>

<file path=ppt/media/f40494.txt>
</file>

<file path=ppt/media/f40495.txt>
</file>

<file path=ppt/media/f40496.txt>
</file>

<file path=ppt/media/f40497.txt>
</file>

<file path=ppt/media/f40498.txt>
</file>

<file path=ppt/media/f40499.txt>
</file>

<file path=ppt/media/f40500.txt>
</file>

<file path=ppt/media/f40501.txt>
</file>

<file path=ppt/media/f40502.txt>
</file>

<file path=ppt/media/f40503.txt>
</file>

<file path=ppt/media/f40504.txt>
</file>

<file path=ppt/media/f40505.txt>
</file>

<file path=ppt/media/f40506.txt>
</file>

<file path=ppt/media/f40507.txt>
</file>

<file path=ppt/media/f40508.txt>
</file>

<file path=ppt/media/f40509.txt>
</file>

<file path=ppt/media/f40510.txt>
</file>

<file path=ppt/media/f40511.txt>
</file>

<file path=ppt/media/f40512.txt>
</file>

<file path=ppt/media/f40513.txt>
</file>

<file path=ppt/media/f40514.txt>
</file>

<file path=ppt/media/f40515.txt>
</file>

<file path=ppt/media/f40516.txt>
</file>

<file path=ppt/media/f40517.txt>
</file>

<file path=ppt/media/f40518.txt>
</file>

<file path=ppt/media/f40519.txt>
</file>

<file path=ppt/media/f40520.txt>
</file>

<file path=ppt/media/f40521.txt>
</file>

<file path=ppt/media/f40522.txt>
</file>

<file path=ppt/media/f40523.txt>
</file>

<file path=ppt/media/f40524.txt>
</file>

<file path=ppt/media/f40525.txt>
</file>

<file path=ppt/media/f40526.txt>
</file>

<file path=ppt/media/f40527.txt>
</file>

<file path=ppt/media/f40528.txt>
</file>

<file path=ppt/media/f40529.txt>
</file>

<file path=ppt/media/f40530.txt>
</file>

<file path=ppt/media/f40531.txt>
</file>

<file path=ppt/media/f40532.txt>
</file>

<file path=ppt/media/f40533.txt>
</file>

<file path=ppt/media/f40534.txt>
</file>

<file path=ppt/media/f40535.txt>
</file>

<file path=ppt/media/f40536.txt>
</file>

<file path=ppt/media/f40537.txt>
</file>

<file path=ppt/media/f40538.txt>
</file>

<file path=ppt/media/f40539.txt>
</file>

<file path=ppt/media/f40540.txt>
</file>

<file path=ppt/media/f40541.txt>
</file>

<file path=ppt/media/f40542.txt>
</file>

<file path=ppt/media/f40543.txt>
</file>

<file path=ppt/media/f40544.txt>
</file>

<file path=ppt/media/f40545.txt>
</file>

<file path=ppt/media/f40546.txt>
</file>

<file path=ppt/media/f40547.txt>
</file>

<file path=ppt/media/f40548.txt>
</file>

<file path=ppt/media/f40549.txt>
</file>

<file path=ppt/media/f40550.txt>
</file>

<file path=ppt/media/f40551.txt>
</file>

<file path=ppt/media/f40552.txt>
</file>

<file path=ppt/media/f40553.txt>
</file>

<file path=ppt/media/f40554.txt>
</file>

<file path=ppt/media/f40555.txt>
</file>

<file path=ppt/media/f40556.txt>
</file>

<file path=ppt/media/f40557.txt>
</file>

<file path=ppt/media/f40558.txt>
</file>

<file path=ppt/media/f40559.txt>
</file>

<file path=ppt/media/f40560.txt>
</file>

<file path=ppt/media/f40561.txt>
</file>

<file path=ppt/media/f40562.txt>
</file>

<file path=ppt/media/f40563.txt>
</file>

<file path=ppt/media/f40564.txt>
</file>

<file path=ppt/media/f40565.txt>
</file>

<file path=ppt/media/f40566.txt>
</file>

<file path=ppt/media/f40567.txt>
</file>

<file path=ppt/media/f40568.txt>
</file>

<file path=ppt/media/f40569.txt>
</file>

<file path=ppt/media/f40570.txt>
</file>

<file path=ppt/media/f40571.txt>
</file>

<file path=ppt/media/f40572.txt>
</file>

<file path=ppt/media/f40573.txt>
</file>

<file path=ppt/media/f40574.txt>
</file>

<file path=ppt/media/f40575.txt>
</file>

<file path=ppt/media/f40576.txt>
</file>

<file path=ppt/media/f40577.txt>
</file>

<file path=ppt/media/f40578.txt>
</file>

<file path=ppt/media/f40579.txt>
</file>

<file path=ppt/media/f40580.txt>
</file>

<file path=ppt/media/f40581.txt>
</file>

<file path=ppt/media/f40582.txt>
</file>

<file path=ppt/media/f40583.txt>
</file>

<file path=ppt/media/f40584.txt>
</file>

<file path=ppt/media/f40585.txt>
</file>

<file path=ppt/media/f40586.txt>
</file>

<file path=ppt/media/f40587.txt>
</file>

<file path=ppt/media/f40588.txt>
</file>

<file path=ppt/media/f40589.txt>
</file>

<file path=ppt/media/f40590.txt>
</file>

<file path=ppt/media/f40591.txt>
</file>

<file path=ppt/media/f40592.txt>
</file>

<file path=ppt/media/f40593.txt>
</file>

<file path=ppt/media/f40594.txt>
</file>

<file path=ppt/media/f40595.txt>
</file>

<file path=ppt/media/f40596.txt>
</file>

<file path=ppt/media/f40597.txt>
</file>

<file path=ppt/media/f40598.txt>
</file>

<file path=ppt/media/f40599.txt>
</file>

<file path=ppt/media/f40600.txt>
</file>

<file path=ppt/media/f40601.txt>
</file>

<file path=ppt/media/f40602.txt>
</file>

<file path=ppt/media/f40603.txt>
</file>

<file path=ppt/media/f40604.txt>
</file>

<file path=ppt/media/f40605.txt>
</file>

<file path=ppt/media/f40606.txt>
</file>

<file path=ppt/media/f40607.txt>
</file>

<file path=ppt/media/f40608.txt>
</file>

<file path=ppt/media/f40609.txt>
</file>

<file path=ppt/media/f40610.txt>
</file>

<file path=ppt/media/f40611.txt>
</file>

<file path=ppt/media/f40612.txt>
</file>

<file path=ppt/media/f40613.txt>
</file>

<file path=ppt/media/f40614.txt>
</file>

<file path=ppt/media/f40615.txt>
</file>

<file path=ppt/media/f40616.txt>
</file>

<file path=ppt/media/f40617.txt>
</file>

<file path=ppt/media/f40618.txt>
</file>

<file path=ppt/media/f40619.txt>
</file>

<file path=ppt/media/f40620.txt>
</file>

<file path=ppt/media/f40621.txt>
</file>

<file path=ppt/media/f40622.txt>
</file>

<file path=ppt/media/f40623.txt>
</file>

<file path=ppt/media/f40624.txt>
</file>

<file path=ppt/media/f40625.txt>
</file>

<file path=ppt/media/f40626.txt>
</file>

<file path=ppt/media/f40627.txt>
</file>

<file path=ppt/media/f40628.txt>
</file>

<file path=ppt/media/f40629.txt>
</file>

<file path=ppt/media/f40630.txt>
</file>

<file path=ppt/media/f40631.txt>
</file>

<file path=ppt/media/f40632.txt>
</file>

<file path=ppt/media/f40633.txt>
</file>

<file path=ppt/media/f40634.txt>
</file>

<file path=ppt/media/f40635.txt>
</file>

<file path=ppt/media/f40636.txt>
</file>

<file path=ppt/media/f40637.txt>
</file>

<file path=ppt/media/f40638.txt>
</file>

<file path=ppt/media/f40639.txt>
</file>

<file path=ppt/media/f40640.txt>
</file>

<file path=ppt/media/f40641.txt>
</file>

<file path=ppt/media/f40642.txt>
</file>

<file path=ppt/media/f40643.txt>
</file>

<file path=ppt/media/f40644.txt>
</file>

<file path=ppt/media/f40645.txt>
</file>

<file path=ppt/media/f40646.txt>
</file>

<file path=ppt/media/f40647.txt>
</file>

<file path=ppt/media/f40648.txt>
</file>

<file path=ppt/media/f40649.txt>
</file>

<file path=ppt/media/f40650.txt>
</file>

<file path=ppt/media/f40651.txt>
</file>

<file path=ppt/media/f40652.txt>
</file>

<file path=ppt/media/f40653.txt>
</file>

<file path=ppt/media/f40654.txt>
</file>

<file path=ppt/media/f40655.txt>
</file>

<file path=ppt/media/f40656.txt>
</file>

<file path=ppt/media/f40657.txt>
</file>

<file path=ppt/media/f40658.txt>
</file>

<file path=ppt/media/f40659.txt>
</file>

<file path=ppt/media/f40660.txt>
</file>

<file path=ppt/media/f40661.txt>
</file>

<file path=ppt/media/f40662.txt>
</file>

<file path=ppt/media/f40663.txt>
</file>

<file path=ppt/media/f40664.txt>
</file>

<file path=ppt/media/f40665.txt>
</file>

<file path=ppt/media/f40666.txt>
</file>

<file path=ppt/media/f40667.txt>
</file>

<file path=ppt/media/f40668.txt>
</file>

<file path=ppt/media/f40669.txt>
</file>

<file path=ppt/media/f40670.txt>
</file>

<file path=ppt/media/f40671.txt>
</file>

<file path=ppt/media/f40672.txt>
</file>

<file path=ppt/media/f40673.txt>
</file>

<file path=ppt/media/f40674.txt>
</file>

<file path=ppt/media/f40675.txt>
</file>

<file path=ppt/media/f40676.txt>
</file>

<file path=ppt/media/f40677.txt>
</file>

<file path=ppt/media/f40678.txt>
</file>

<file path=ppt/media/f40679.txt>
</file>

<file path=ppt/media/f40680.txt>
</file>

<file path=ppt/media/f40681.txt>
</file>

<file path=ppt/media/f40682.txt>
</file>

<file path=ppt/media/f40683.txt>
</file>

<file path=ppt/media/f40684.txt>
</file>

<file path=ppt/media/f40685.txt>
</file>

<file path=ppt/media/f40686.txt>
</file>

<file path=ppt/media/f40687.txt>
</file>

<file path=ppt/media/f40688.txt>
</file>

<file path=ppt/media/f40689.txt>
</file>

<file path=ppt/media/f40690.txt>
</file>

<file path=ppt/media/f40691.txt>
</file>

<file path=ppt/media/f40692.txt>
</file>

<file path=ppt/media/f40693.txt>
</file>

<file path=ppt/media/f40694.txt>
</file>

<file path=ppt/media/f40695.txt>
</file>

<file path=ppt/media/f40696.txt>
</file>

<file path=ppt/media/f40697.txt>
</file>

<file path=ppt/media/f40698.txt>
</file>

<file path=ppt/media/f40699.txt>
</file>

<file path=ppt/media/f40700.txt>
</file>

<file path=ppt/media/f40701.txt>
</file>

<file path=ppt/media/f40702.txt>
</file>

<file path=ppt/media/f40703.txt>
</file>

<file path=ppt/media/f40704.txt>
</file>

<file path=ppt/media/f40705.txt>
</file>

<file path=ppt/media/f40706.txt>
</file>

<file path=ppt/media/f40707.txt>
</file>

<file path=ppt/media/f40708.txt>
</file>

<file path=ppt/media/f40709.txt>
</file>

<file path=ppt/media/f40710.txt>
</file>

<file path=ppt/media/f40711.txt>
</file>

<file path=ppt/media/f40712.txt>
</file>

<file path=ppt/media/f40713.txt>
</file>

<file path=ppt/media/f40714.txt>
</file>

<file path=ppt/media/f40715.txt>
</file>

<file path=ppt/media/f40716.txt>
</file>

<file path=ppt/media/f40717.txt>
</file>

<file path=ppt/media/f40718.txt>
</file>

<file path=ppt/media/f40719.txt>
</file>

<file path=ppt/media/f40720.txt>
</file>

<file path=ppt/media/f40721.txt>
</file>

<file path=ppt/media/f40722.txt>
</file>

<file path=ppt/media/f40723.txt>
</file>

<file path=ppt/media/f40724.txt>
</file>

<file path=ppt/media/f40725.txt>
</file>

<file path=ppt/media/f40726.txt>
</file>

<file path=ppt/media/f40727.txt>
</file>

<file path=ppt/media/f40728.txt>
</file>

<file path=ppt/media/f40729.txt>
</file>

<file path=ppt/media/f40730.txt>
</file>

<file path=ppt/media/f40731.txt>
</file>

<file path=ppt/media/f40732.txt>
</file>

<file path=ppt/media/f40733.txt>
</file>

<file path=ppt/media/f40734.txt>
</file>

<file path=ppt/media/f40735.txt>
</file>

<file path=ppt/media/f40736.txt>
</file>

<file path=ppt/media/f40737.txt>
</file>

<file path=ppt/media/f40738.txt>
</file>

<file path=ppt/media/f40739.txt>
</file>

<file path=ppt/media/f40740.txt>
</file>

<file path=ppt/media/f40741.txt>
</file>

<file path=ppt/media/f40742.txt>
</file>

<file path=ppt/media/f40743.txt>
</file>

<file path=ppt/media/f40744.txt>
</file>

<file path=ppt/media/f40745.txt>
</file>

<file path=ppt/media/f40746.txt>
</file>

<file path=ppt/media/f40747.txt>
</file>

<file path=ppt/media/f40748.txt>
</file>

<file path=ppt/media/f40749.txt>
</file>

<file path=ppt/media/f40750.txt>
</file>

<file path=ppt/media/f40751.txt>
</file>

<file path=ppt/media/f40752.txt>
</file>

<file path=ppt/media/f40753.txt>
</file>

<file path=ppt/media/f40754.txt>
</file>

<file path=ppt/media/f40755.txt>
</file>

<file path=ppt/media/f40756.txt>
</file>

<file path=ppt/media/f40757.txt>
</file>

<file path=ppt/media/f40758.txt>
</file>

<file path=ppt/media/f40759.txt>
</file>

<file path=ppt/media/f40760.txt>
</file>

<file path=ppt/media/f40761.txt>
</file>

<file path=ppt/media/f40762.txt>
</file>

<file path=ppt/media/f40763.txt>
</file>

<file path=ppt/media/f40764.txt>
</file>

<file path=ppt/media/f40765.txt>
</file>

<file path=ppt/media/f40766.txt>
</file>

<file path=ppt/media/f40767.txt>
</file>

<file path=ppt/media/f40768.txt>
</file>

<file path=ppt/media/f40769.txt>
</file>

<file path=ppt/media/f40770.txt>
</file>

<file path=ppt/media/f40771.txt>
</file>

<file path=ppt/media/f40772.txt>
</file>

<file path=ppt/media/f40773.txt>
</file>

<file path=ppt/media/f40774.txt>
</file>

<file path=ppt/media/f40775.txt>
</file>

<file path=ppt/media/f40776.txt>
</file>

<file path=ppt/media/f40777.txt>
</file>

<file path=ppt/media/f40778.txt>
</file>

<file path=ppt/media/f40779.txt>
</file>

<file path=ppt/media/f40780.txt>
</file>

<file path=ppt/media/f40781.txt>
</file>

<file path=ppt/media/f40782.txt>
</file>

<file path=ppt/media/f40783.txt>
</file>

<file path=ppt/media/f40784.txt>
</file>

<file path=ppt/media/f40785.txt>
</file>

<file path=ppt/media/f40786.txt>
</file>

<file path=ppt/media/f40787.txt>
</file>

<file path=ppt/media/f40788.txt>
</file>

<file path=ppt/media/f40789.txt>
</file>

<file path=ppt/media/f40790.txt>
</file>

<file path=ppt/media/f40791.txt>
</file>

<file path=ppt/media/f40792.txt>
</file>

<file path=ppt/media/f40793.txt>
</file>

<file path=ppt/media/f40794.txt>
</file>

<file path=ppt/media/f40795.txt>
</file>

<file path=ppt/media/f40796.txt>
</file>

<file path=ppt/media/f40797.txt>
</file>

<file path=ppt/media/f40798.txt>
</file>

<file path=ppt/media/f40799.txt>
</file>

<file path=ppt/media/f40800.txt>
</file>

<file path=ppt/media/f40801.txt>
</file>

<file path=ppt/media/f40802.txt>
</file>

<file path=ppt/media/f40803.txt>
</file>

<file path=ppt/media/f40804.txt>
</file>

<file path=ppt/media/f40805.txt>
</file>

<file path=ppt/media/f40806.txt>
</file>

<file path=ppt/media/f40807.txt>
</file>

<file path=ppt/media/f40808.txt>
</file>

<file path=ppt/media/f40809.txt>
</file>

<file path=ppt/media/f40810.txt>
</file>

<file path=ppt/media/f40811.txt>
</file>

<file path=ppt/media/f40812.txt>
</file>

<file path=ppt/media/f40813.txt>
</file>

<file path=ppt/media/f40814.txt>
</file>

<file path=ppt/media/f40815.txt>
</file>

<file path=ppt/media/f40816.txt>
</file>

<file path=ppt/media/f40817.txt>
</file>

<file path=ppt/media/f40818.txt>
</file>

<file path=ppt/media/f40819.txt>
</file>

<file path=ppt/media/f40820.txt>
</file>

<file path=ppt/media/f40821.txt>
</file>

<file path=ppt/media/f40822.txt>
</file>

<file path=ppt/media/f40823.txt>
</file>

<file path=ppt/media/f40824.txt>
</file>

<file path=ppt/media/f40825.txt>
</file>

<file path=ppt/media/f40826.txt>
</file>

<file path=ppt/media/f40827.txt>
</file>

<file path=ppt/media/f40828.txt>
</file>

<file path=ppt/media/f40829.txt>
</file>

<file path=ppt/media/f40830.txt>
</file>

<file path=ppt/media/f40831.txt>
</file>

<file path=ppt/media/f40832.txt>
</file>

<file path=ppt/media/f40833.txt>
</file>

<file path=ppt/media/f40834.txt>
</file>

<file path=ppt/media/f40835.txt>
</file>

<file path=ppt/media/f40836.txt>
</file>

<file path=ppt/media/f40837.txt>
</file>

<file path=ppt/media/f40838.txt>
</file>

<file path=ppt/media/f40839.txt>
</file>

<file path=ppt/media/f40840.txt>
</file>

<file path=ppt/media/f40841.txt>
</file>

<file path=ppt/media/f40842.txt>
</file>

<file path=ppt/media/f40843.txt>
</file>

<file path=ppt/media/f40844.txt>
</file>

<file path=ppt/media/f40845.txt>
</file>

<file path=ppt/media/f40846.txt>
</file>

<file path=ppt/media/f40847.txt>
</file>

<file path=ppt/media/f40848.txt>
</file>

<file path=ppt/media/f40849.txt>
</file>

<file path=ppt/media/f40850.txt>
</file>

<file path=ppt/media/f40851.txt>
</file>

<file path=ppt/media/f40852.txt>
</file>

<file path=ppt/media/f40853.txt>
</file>

<file path=ppt/media/f40854.txt>
</file>

<file path=ppt/media/f40855.txt>
</file>

<file path=ppt/media/f40856.txt>
</file>

<file path=ppt/media/f40857.txt>
</file>

<file path=ppt/media/f40858.txt>
</file>

<file path=ppt/media/f40859.txt>
</file>

<file path=ppt/media/f40860.txt>
</file>

<file path=ppt/media/f40861.txt>
</file>

<file path=ppt/media/f40862.txt>
</file>

<file path=ppt/media/f40863.txt>
</file>

<file path=ppt/media/f40864.txt>
</file>

<file path=ppt/media/f40865.txt>
</file>

<file path=ppt/media/f40866.txt>
</file>

<file path=ppt/media/f40867.txt>
</file>

<file path=ppt/media/f40868.txt>
</file>

<file path=ppt/media/f40869.txt>
</file>

<file path=ppt/media/f40870.txt>
</file>

<file path=ppt/media/f40871.txt>
</file>

<file path=ppt/media/f40872.txt>
</file>

<file path=ppt/media/f40873.txt>
</file>

<file path=ppt/media/f40874.txt>
</file>

<file path=ppt/media/f40875.txt>
</file>

<file path=ppt/media/f40876.txt>
</file>

<file path=ppt/media/f40877.txt>
</file>

<file path=ppt/media/f40878.txt>
</file>

<file path=ppt/media/f40879.txt>
</file>

<file path=ppt/media/f40880.txt>
</file>

<file path=ppt/media/f40881.txt>
</file>

<file path=ppt/media/f40882.txt>
</file>

<file path=ppt/media/f40883.txt>
</file>

<file path=ppt/media/f40884.txt>
</file>

<file path=ppt/media/f40885.txt>
</file>

<file path=ppt/media/f40886.txt>
</file>

<file path=ppt/media/f40887.txt>
</file>

<file path=ppt/media/f40888.txt>
</file>

<file path=ppt/media/f40889.txt>
</file>

<file path=ppt/media/f40890.txt>
</file>

<file path=ppt/media/f40891.txt>
</file>

<file path=ppt/media/f40892.txt>
</file>

<file path=ppt/media/f40893.txt>
</file>

<file path=ppt/media/f40894.txt>
</file>

<file path=ppt/media/f40895.txt>
</file>

<file path=ppt/media/f40896.txt>
</file>

<file path=ppt/media/f40897.txt>
</file>

<file path=ppt/media/f40898.txt>
</file>

<file path=ppt/media/f40899.txt>
</file>

<file path=ppt/media/f40900.txt>
</file>

<file path=ppt/media/f40901.txt>
</file>

<file path=ppt/media/f40902.txt>
</file>

<file path=ppt/media/f40903.txt>
</file>

<file path=ppt/media/f40904.txt>
</file>

<file path=ppt/media/f40905.txt>
</file>

<file path=ppt/media/f40906.txt>
</file>

<file path=ppt/media/f40907.txt>
</file>

<file path=ppt/media/f40908.txt>
</file>

<file path=ppt/media/f40909.txt>
</file>

<file path=ppt/media/f40910.txt>
</file>

<file path=ppt/media/f40911.txt>
</file>

<file path=ppt/media/f40912.txt>
</file>

<file path=ppt/media/f40913.txt>
</file>

<file path=ppt/media/f40914.txt>
</file>

<file path=ppt/media/f40915.txt>
</file>

<file path=ppt/media/f40916.txt>
</file>

<file path=ppt/media/f40917.txt>
</file>

<file path=ppt/media/f40918.txt>
</file>

<file path=ppt/media/f40919.txt>
</file>

<file path=ppt/media/f40920.txt>
</file>

<file path=ppt/media/f40921.txt>
</file>

<file path=ppt/media/f40922.txt>
</file>

<file path=ppt/media/f40923.txt>
</file>

<file path=ppt/media/f40924.txt>
</file>

<file path=ppt/media/f40925.txt>
</file>

<file path=ppt/media/f40926.txt>
</file>

<file path=ppt/media/f40927.txt>
</file>

<file path=ppt/media/f40928.txt>
</file>

<file path=ppt/media/f40929.txt>
</file>

<file path=ppt/media/f40930.txt>
</file>

<file path=ppt/media/f40931.txt>
</file>

<file path=ppt/media/f40932.txt>
</file>

<file path=ppt/media/f40933.txt>
</file>

<file path=ppt/media/f40934.txt>
</file>

<file path=ppt/media/f40935.txt>
</file>

<file path=ppt/media/f40936.txt>
</file>

<file path=ppt/media/f40937.txt>
</file>

<file path=ppt/media/f40938.txt>
</file>

<file path=ppt/media/f40939.txt>
</file>

<file path=ppt/media/f40940.txt>
</file>

<file path=ppt/media/f40941.txt>
</file>

<file path=ppt/media/f40942.txt>
</file>

<file path=ppt/media/f40943.txt>
</file>

<file path=ppt/media/f40944.txt>
</file>

<file path=ppt/media/f40945.txt>
</file>

<file path=ppt/media/f40946.txt>
</file>

<file path=ppt/media/f40947.txt>
</file>

<file path=ppt/media/f40948.txt>
</file>

<file path=ppt/media/f40949.txt>
</file>

<file path=ppt/media/f40950.txt>
</file>

<file path=ppt/media/f40951.txt>
</file>

<file path=ppt/media/f40952.txt>
</file>

<file path=ppt/media/f40953.txt>
</file>

<file path=ppt/media/f40954.txt>
</file>

<file path=ppt/media/f40955.txt>
</file>

<file path=ppt/media/f40956.txt>
</file>

<file path=ppt/media/f40957.txt>
</file>

<file path=ppt/media/f40958.txt>
</file>

<file path=ppt/media/f40959.txt>
</file>

<file path=ppt/media/f40960.txt>
</file>

<file path=ppt/media/f40961.txt>
</file>

<file path=ppt/media/f40962.txt>
</file>

<file path=ppt/media/f40963.txt>
</file>

<file path=ppt/media/f40964.txt>
</file>

<file path=ppt/media/f40965.txt>
</file>

<file path=ppt/media/f40966.txt>
</file>

<file path=ppt/media/f40967.txt>
</file>

<file path=ppt/media/f40968.txt>
</file>

<file path=ppt/media/f40969.txt>
</file>

<file path=ppt/media/f40970.txt>
</file>

<file path=ppt/media/f40971.txt>
</file>

<file path=ppt/media/f40972.txt>
</file>

<file path=ppt/media/f40973.txt>
</file>

<file path=ppt/media/f40974.txt>
</file>

<file path=ppt/media/f40975.txt>
</file>

<file path=ppt/media/f40976.txt>
</file>

<file path=ppt/media/f40977.txt>
</file>

<file path=ppt/media/f40978.txt>
</file>

<file path=ppt/media/f40979.txt>
</file>

<file path=ppt/media/f40980.txt>
</file>

<file path=ppt/media/f40981.txt>
</file>

<file path=ppt/media/f40982.txt>
</file>

<file path=ppt/media/f40983.txt>
</file>

<file path=ppt/media/f40984.txt>
</file>

<file path=ppt/media/f40985.txt>
</file>

<file path=ppt/media/f40986.txt>
</file>

<file path=ppt/media/f40987.txt>
</file>

<file path=ppt/media/f40988.txt>
</file>

<file path=ppt/media/f40989.txt>
</file>

<file path=ppt/media/f40990.txt>
</file>

<file path=ppt/media/f40991.txt>
</file>

<file path=ppt/media/f40992.txt>
</file>

<file path=ppt/media/f40993.txt>
</file>

<file path=ppt/media/f40994.txt>
</file>

<file path=ppt/media/f40995.txt>
</file>

<file path=ppt/media/f40996.txt>
</file>

<file path=ppt/media/f40997.txt>
</file>

<file path=ppt/media/f40998.txt>
</file>

<file path=ppt/media/f40999.txt>
</file>

<file path=ppt/media/f41000.txt>
</file>

<file path=ppt/media/f41001.txt>
</file>

<file path=ppt/media/f41002.txt>
</file>

<file path=ppt/media/f41003.txt>
</file>

<file path=ppt/media/f41004.txt>
</file>

<file path=ppt/media/f41005.txt>
</file>

<file path=ppt/media/f41006.txt>
</file>

<file path=ppt/media/f41007.txt>
</file>

<file path=ppt/media/f41008.txt>
</file>

<file path=ppt/media/f41009.txt>
</file>

<file path=ppt/media/f41010.txt>
</file>

<file path=ppt/media/f41011.txt>
</file>

<file path=ppt/media/f41012.txt>
</file>

<file path=ppt/media/f41013.txt>
</file>

<file path=ppt/media/f41014.txt>
</file>

<file path=ppt/media/f41015.txt>
</file>

<file path=ppt/media/f41016.txt>
</file>

<file path=ppt/media/f41017.txt>
</file>

<file path=ppt/media/f41018.txt>
</file>

<file path=ppt/media/f41019.txt>
</file>

<file path=ppt/media/f41020.txt>
</file>

<file path=ppt/media/f41021.txt>
</file>

<file path=ppt/media/f41022.txt>
</file>

<file path=ppt/media/f41023.txt>
</file>

<file path=ppt/media/f41024.txt>
</file>

<file path=ppt/media/f41025.txt>
</file>

<file path=ppt/media/f41026.txt>
</file>

<file path=ppt/media/f41027.txt>
</file>

<file path=ppt/media/f41028.txt>
</file>

<file path=ppt/media/f41029.txt>
</file>

<file path=ppt/media/f41030.txt>
</file>

<file path=ppt/media/f41031.txt>
</file>

<file path=ppt/media/f41032.txt>
</file>

<file path=ppt/media/f41033.txt>
</file>

<file path=ppt/media/f41034.txt>
</file>

<file path=ppt/media/f41035.txt>
</file>

<file path=ppt/media/f41036.txt>
</file>

<file path=ppt/media/f41037.txt>
</file>

<file path=ppt/media/f41038.txt>
</file>

<file path=ppt/media/f41039.txt>
</file>

<file path=ppt/media/f41040.txt>
</file>

<file path=ppt/media/f41041.txt>
</file>

<file path=ppt/media/f41042.txt>
</file>

<file path=ppt/media/f41043.txt>
</file>

<file path=ppt/media/f41044.txt>
</file>

<file path=ppt/media/f41045.txt>
</file>

<file path=ppt/media/f41046.txt>
</file>

<file path=ppt/media/f41047.txt>
</file>

<file path=ppt/media/f41048.txt>
</file>

<file path=ppt/media/f41049.txt>
</file>

<file path=ppt/media/f41050.txt>
</file>

<file path=ppt/media/f41051.txt>
</file>

<file path=ppt/media/f41052.txt>
</file>

<file path=ppt/media/f41053.txt>
</file>

<file path=ppt/media/f41054.txt>
</file>

<file path=ppt/media/f41055.txt>
</file>

<file path=ppt/media/f41056.txt>
</file>

<file path=ppt/media/f41057.txt>
</file>

<file path=ppt/media/f41058.txt>
</file>

<file path=ppt/media/f41059.txt>
</file>

<file path=ppt/media/f41060.txt>
</file>

<file path=ppt/media/f41061.txt>
</file>

<file path=ppt/media/f41062.txt>
</file>

<file path=ppt/media/f41063.txt>
</file>

<file path=ppt/media/f41064.txt>
</file>

<file path=ppt/media/f41065.txt>
</file>

<file path=ppt/media/f41066.txt>
</file>

<file path=ppt/media/f41067.txt>
</file>

<file path=ppt/media/f41068.txt>
</file>

<file path=ppt/media/f41069.txt>
</file>

<file path=ppt/media/f41070.txt>
</file>

<file path=ppt/media/f41071.txt>
</file>

<file path=ppt/media/f41072.txt>
</file>

<file path=ppt/media/f41073.txt>
</file>

<file path=ppt/media/f41074.txt>
</file>

<file path=ppt/media/f41075.txt>
</file>

<file path=ppt/media/f41076.txt>
</file>

<file path=ppt/media/f41077.txt>
</file>

<file path=ppt/media/f41078.txt>
</file>

<file path=ppt/media/f41079.txt>
</file>

<file path=ppt/media/f41080.txt>
</file>

<file path=ppt/media/f41081.txt>
</file>

<file path=ppt/media/f41082.txt>
</file>

<file path=ppt/media/f41083.txt>
</file>

<file path=ppt/media/f41084.txt>
</file>

<file path=ppt/media/f41085.txt>
</file>

<file path=ppt/media/f41086.txt>
</file>

<file path=ppt/media/f41087.txt>
</file>

<file path=ppt/media/f41088.txt>
</file>

<file path=ppt/media/f41089.txt>
</file>

<file path=ppt/media/f41090.txt>
</file>

<file path=ppt/media/f41091.txt>
</file>

<file path=ppt/media/f41092.txt>
</file>

<file path=ppt/media/f41093.txt>
</file>

<file path=ppt/media/f41094.txt>
</file>

<file path=ppt/media/f41095.txt>
</file>

<file path=ppt/media/f41096.txt>
</file>

<file path=ppt/media/f41097.txt>
</file>

<file path=ppt/media/f41098.txt>
</file>

<file path=ppt/media/f41099.txt>
</file>

<file path=ppt/media/f41100.txt>
</file>

<file path=ppt/media/f41101.txt>
</file>

<file path=ppt/media/f41102.txt>
</file>

<file path=ppt/media/f41103.txt>
</file>

<file path=ppt/media/f41104.txt>
</file>

<file path=ppt/media/f41105.txt>
</file>

<file path=ppt/media/f41106.txt>
</file>

<file path=ppt/media/f41107.txt>
</file>

<file path=ppt/media/f41108.txt>
</file>

<file path=ppt/media/f41109.txt>
</file>

<file path=ppt/media/f41110.txt>
</file>

<file path=ppt/media/f41111.txt>
</file>

<file path=ppt/media/f41112.txt>
</file>

<file path=ppt/media/f41113.txt>
</file>

<file path=ppt/media/f41114.txt>
</file>

<file path=ppt/media/f41115.txt>
</file>

<file path=ppt/media/f41116.txt>
</file>

<file path=ppt/media/f41117.txt>
</file>

<file path=ppt/media/f41118.txt>
</file>

<file path=ppt/media/f41119.txt>
</file>

<file path=ppt/media/f41120.txt>
</file>

<file path=ppt/media/f41121.txt>
</file>

<file path=ppt/media/f41122.txt>
</file>

<file path=ppt/media/f41123.txt>
</file>

<file path=ppt/media/f41124.txt>
</file>

<file path=ppt/media/f41125.txt>
</file>

<file path=ppt/media/f41126.txt>
</file>

<file path=ppt/media/f41127.txt>
</file>

<file path=ppt/media/f41128.txt>
</file>

<file path=ppt/media/f41129.txt>
</file>

<file path=ppt/media/f41130.txt>
</file>

<file path=ppt/media/f41131.txt>
</file>

<file path=ppt/media/f41132.txt>
</file>

<file path=ppt/media/f41133.txt>
</file>

<file path=ppt/media/f41134.txt>
</file>

<file path=ppt/media/f41135.txt>
</file>

<file path=ppt/media/f41136.txt>
</file>

<file path=ppt/media/f41137.txt>
</file>

<file path=ppt/media/f41138.txt>
</file>

<file path=ppt/media/f41139.txt>
</file>

<file path=ppt/media/f41140.txt>
</file>

<file path=ppt/media/f41141.txt>
</file>

<file path=ppt/media/f41142.txt>
</file>

<file path=ppt/media/f41143.txt>
</file>

<file path=ppt/media/f41144.txt>
</file>

<file path=ppt/media/f41145.txt>
</file>

<file path=ppt/media/f41146.txt>
</file>

<file path=ppt/media/f41147.txt>
</file>

<file path=ppt/media/f41148.txt>
</file>

<file path=ppt/media/f41149.txt>
</file>

<file path=ppt/media/f41150.txt>
</file>

<file path=ppt/media/f41151.txt>
</file>

<file path=ppt/media/f41152.txt>
</file>

<file path=ppt/media/f41153.txt>
</file>

<file path=ppt/media/f41154.txt>
</file>

<file path=ppt/media/f41155.txt>
</file>

<file path=ppt/media/f41156.txt>
</file>

<file path=ppt/media/f41157.txt>
</file>

<file path=ppt/media/f41158.txt>
</file>

<file path=ppt/media/f41159.txt>
</file>

<file path=ppt/media/f41160.txt>
</file>

<file path=ppt/media/f41161.txt>
</file>

<file path=ppt/media/f41162.txt>
</file>

<file path=ppt/media/f41163.txt>
</file>

<file path=ppt/media/f41164.txt>
</file>

<file path=ppt/media/f41165.txt>
</file>

<file path=ppt/media/f41166.txt>
</file>

<file path=ppt/media/f41167.txt>
</file>

<file path=ppt/media/f41168.txt>
</file>

<file path=ppt/media/f41169.txt>
</file>

<file path=ppt/media/f41170.txt>
</file>

<file path=ppt/media/f41171.txt>
</file>

<file path=ppt/media/f41172.txt>
</file>

<file path=ppt/media/f41173.txt>
</file>

<file path=ppt/media/f41174.txt>
</file>

<file path=ppt/media/f41175.txt>
</file>

<file path=ppt/media/f41176.txt>
</file>

<file path=ppt/media/f41177.txt>
</file>

<file path=ppt/media/f41178.txt>
</file>

<file path=ppt/media/f41179.txt>
</file>

<file path=ppt/media/f41180.txt>
</file>

<file path=ppt/media/f41181.txt>
</file>

<file path=ppt/media/f41182.txt>
</file>

<file path=ppt/media/f41183.txt>
</file>

<file path=ppt/media/f41184.txt>
</file>

<file path=ppt/media/f41185.txt>
</file>

<file path=ppt/media/f41186.txt>
</file>

<file path=ppt/media/f41187.txt>
</file>

<file path=ppt/media/f41188.txt>
</file>

<file path=ppt/media/f41189.txt>
</file>

<file path=ppt/media/f41190.txt>
</file>

<file path=ppt/media/f41191.txt>
</file>

<file path=ppt/media/f41192.txt>
</file>

<file path=ppt/media/f41193.txt>
</file>

<file path=ppt/media/f41194.txt>
</file>

<file path=ppt/media/f41195.txt>
</file>

<file path=ppt/media/f41196.txt>
</file>

<file path=ppt/media/f41197.txt>
</file>

<file path=ppt/media/f41198.txt>
</file>

<file path=ppt/media/f41199.txt>
</file>

<file path=ppt/media/f41200.txt>
</file>

<file path=ppt/media/f41201.txt>
</file>

<file path=ppt/media/f41202.txt>
</file>

<file path=ppt/media/f41203.txt>
</file>

<file path=ppt/media/f41204.txt>
</file>

<file path=ppt/media/f41205.txt>
</file>

<file path=ppt/media/f41206.txt>
</file>

<file path=ppt/media/f41207.txt>
</file>

<file path=ppt/media/f41208.txt>
</file>

<file path=ppt/media/f41209.txt>
</file>

<file path=ppt/media/f41210.txt>
</file>

<file path=ppt/media/f41211.txt>
</file>

<file path=ppt/media/f41212.txt>
</file>

<file path=ppt/media/f41213.txt>
</file>

<file path=ppt/media/f41214.txt>
</file>

<file path=ppt/media/f41215.txt>
</file>

<file path=ppt/media/f41216.txt>
</file>

<file path=ppt/media/f41217.txt>
</file>

<file path=ppt/media/f41218.txt>
</file>

<file path=ppt/media/f41219.txt>
</file>

<file path=ppt/media/f41220.txt>
</file>

<file path=ppt/media/f41221.txt>
</file>

<file path=ppt/media/f41222.txt>
</file>

<file path=ppt/media/f41223.txt>
</file>

<file path=ppt/media/f41224.txt>
</file>

<file path=ppt/media/f41225.txt>
</file>

<file path=ppt/media/f41226.txt>
</file>

<file path=ppt/media/f41227.txt>
</file>

<file path=ppt/media/f41228.txt>
</file>

<file path=ppt/media/f41229.txt>
</file>

<file path=ppt/media/f41230.txt>
</file>

<file path=ppt/media/f41231.txt>
</file>

<file path=ppt/media/f41232.txt>
</file>

<file path=ppt/media/f41233.txt>
</file>

<file path=ppt/media/f41234.txt>
</file>

<file path=ppt/media/f41235.txt>
</file>

<file path=ppt/media/f41236.txt>
</file>

<file path=ppt/media/f41237.txt>
</file>

<file path=ppt/media/f41238.txt>
</file>

<file path=ppt/media/f41239.txt>
</file>

<file path=ppt/media/f41240.txt>
</file>

<file path=ppt/media/f41241.txt>
</file>

<file path=ppt/media/f41242.txt>
</file>

<file path=ppt/media/f41243.txt>
</file>

<file path=ppt/media/f41244.txt>
</file>

<file path=ppt/media/f41245.txt>
</file>

<file path=ppt/media/f41246.txt>
</file>

<file path=ppt/media/f41247.txt>
</file>

<file path=ppt/media/f41248.txt>
</file>

<file path=ppt/media/f41249.txt>
</file>

<file path=ppt/media/f41250.txt>
</file>

<file path=ppt/media/f41251.txt>
</file>

<file path=ppt/media/f41252.txt>
</file>

<file path=ppt/media/f41253.txt>
</file>

<file path=ppt/media/f41254.txt>
</file>

<file path=ppt/media/f41255.txt>
</file>

<file path=ppt/media/f41256.txt>
</file>

<file path=ppt/media/f41257.txt>
</file>

<file path=ppt/media/f41258.txt>
</file>

<file path=ppt/media/f41259.txt>
</file>

<file path=ppt/media/f41260.txt>
</file>

<file path=ppt/media/f41261.txt>
</file>

<file path=ppt/media/f41262.txt>
</file>

<file path=ppt/media/f41263.txt>
</file>

<file path=ppt/media/f41264.txt>
</file>

<file path=ppt/media/f41265.txt>
</file>

<file path=ppt/media/f41266.txt>
</file>

<file path=ppt/media/f41267.txt>
</file>

<file path=ppt/media/f41268.txt>
</file>

<file path=ppt/media/f41269.txt>
</file>

<file path=ppt/media/f41270.txt>
</file>

<file path=ppt/media/f41271.txt>
</file>

<file path=ppt/media/f41272.txt>
</file>

<file path=ppt/media/f41273.txt>
</file>

<file path=ppt/media/f41274.txt>
</file>

<file path=ppt/media/f41275.txt>
</file>

<file path=ppt/media/f41276.txt>
</file>

<file path=ppt/media/f41277.txt>
</file>

<file path=ppt/media/f41278.txt>
</file>

<file path=ppt/media/f41279.txt>
</file>

<file path=ppt/media/f41280.txt>
</file>

<file path=ppt/media/f41281.txt>
</file>

<file path=ppt/media/f41282.txt>
</file>

<file path=ppt/media/f41283.txt>
</file>

<file path=ppt/media/f41284.txt>
</file>

<file path=ppt/media/f41285.txt>
</file>

<file path=ppt/media/f41286.txt>
</file>

<file path=ppt/media/f41287.txt>
</file>

<file path=ppt/media/f41288.txt>
</file>

<file path=ppt/media/f41289.txt>
</file>

<file path=ppt/media/f41290.txt>
</file>

<file path=ppt/media/f41291.txt>
</file>

<file path=ppt/media/f41292.txt>
</file>

<file path=ppt/media/f41293.txt>
</file>

<file path=ppt/media/f41294.txt>
</file>

<file path=ppt/media/f41295.txt>
</file>

<file path=ppt/media/f41296.txt>
</file>

<file path=ppt/media/f41297.txt>
</file>

<file path=ppt/media/f41298.txt>
</file>

<file path=ppt/media/f41299.txt>
</file>

<file path=ppt/media/f41300.txt>
</file>

<file path=ppt/media/f41301.txt>
</file>

<file path=ppt/media/f41302.txt>
</file>

<file path=ppt/media/f41303.txt>
</file>

<file path=ppt/media/f41304.txt>
</file>

<file path=ppt/media/f41305.txt>
</file>

<file path=ppt/media/f41306.txt>
</file>

<file path=ppt/media/f41307.txt>
</file>

<file path=ppt/media/f41308.txt>
</file>

<file path=ppt/media/f41309.txt>
</file>

<file path=ppt/media/f41310.txt>
</file>

<file path=ppt/media/f41311.txt>
</file>

<file path=ppt/media/f41312.txt>
</file>

<file path=ppt/media/f41313.txt>
</file>

<file path=ppt/media/f41314.txt>
</file>

<file path=ppt/media/f41315.txt>
</file>

<file path=ppt/media/f41316.txt>
</file>

<file path=ppt/media/f41317.txt>
</file>

<file path=ppt/media/f41318.txt>
</file>

<file path=ppt/media/f41319.txt>
</file>

<file path=ppt/media/f41320.txt>
</file>

<file path=ppt/media/f41321.txt>
</file>

<file path=ppt/media/f41322.txt>
</file>

<file path=ppt/media/f41323.txt>
</file>

<file path=ppt/media/f41324.txt>
</file>

<file path=ppt/media/f41325.txt>
</file>

<file path=ppt/media/f41326.txt>
</file>

<file path=ppt/media/f41327.txt>
</file>

<file path=ppt/media/f41328.txt>
</file>

<file path=ppt/media/f41329.txt>
</file>

<file path=ppt/media/f41330.txt>
</file>

<file path=ppt/media/f41331.txt>
</file>

<file path=ppt/media/f41332.txt>
</file>

<file path=ppt/media/f41333.txt>
</file>

<file path=ppt/media/f41334.txt>
</file>

<file path=ppt/media/f41335.txt>
</file>

<file path=ppt/media/f41336.txt>
</file>

<file path=ppt/media/f41337.txt>
</file>

<file path=ppt/media/f41338.txt>
</file>

<file path=ppt/media/f41339.txt>
</file>

<file path=ppt/media/f41340.txt>
</file>

<file path=ppt/media/f41341.txt>
</file>

<file path=ppt/media/f41342.txt>
</file>

<file path=ppt/media/f41343.txt>
</file>

<file path=ppt/media/f41344.txt>
</file>

<file path=ppt/media/f41345.txt>
</file>

<file path=ppt/media/f41346.txt>
</file>

<file path=ppt/media/f41347.txt>
</file>

<file path=ppt/media/f41348.txt>
</file>

<file path=ppt/media/f41349.txt>
</file>

<file path=ppt/media/f41350.txt>
</file>

<file path=ppt/media/f41351.txt>
</file>

<file path=ppt/media/f41352.txt>
</file>

<file path=ppt/media/f41353.txt>
</file>

<file path=ppt/media/f41354.txt>
</file>

<file path=ppt/media/f41355.txt>
</file>

<file path=ppt/media/f41356.txt>
</file>

<file path=ppt/media/f41357.txt>
</file>

<file path=ppt/media/f41358.txt>
</file>

<file path=ppt/media/f41359.txt>
</file>

<file path=ppt/media/f41360.txt>
</file>

<file path=ppt/media/f41361.txt>
</file>

<file path=ppt/media/f41362.txt>
</file>

<file path=ppt/media/f41363.txt>
</file>

<file path=ppt/media/f41364.txt>
</file>

<file path=ppt/media/f41365.txt>
</file>

<file path=ppt/media/f41366.txt>
</file>

<file path=ppt/media/f41367.txt>
</file>

<file path=ppt/media/f41368.txt>
</file>

<file path=ppt/media/f41369.txt>
</file>

<file path=ppt/media/f41370.txt>
</file>

<file path=ppt/media/f41371.txt>
</file>

<file path=ppt/media/f41372.txt>
</file>

<file path=ppt/media/f41373.txt>
</file>

<file path=ppt/media/f41374.txt>
</file>

<file path=ppt/media/f41375.txt>
</file>

<file path=ppt/media/f41376.txt>
</file>

<file path=ppt/media/f41377.txt>
</file>

<file path=ppt/media/f41378.txt>
</file>

<file path=ppt/media/f41379.txt>
</file>

<file path=ppt/media/f41380.txt>
</file>

<file path=ppt/media/f41381.txt>
</file>

<file path=ppt/media/f41382.txt>
</file>

<file path=ppt/media/f41383.txt>
</file>

<file path=ppt/media/f41384.txt>
</file>

<file path=ppt/media/f41385.txt>
</file>

<file path=ppt/media/f41386.txt>
</file>

<file path=ppt/media/f41387.txt>
</file>

<file path=ppt/media/f41388.txt>
</file>

<file path=ppt/media/f41389.txt>
</file>

<file path=ppt/media/f41390.txt>
</file>

<file path=ppt/media/f41391.txt>
</file>

<file path=ppt/media/f41392.txt>
</file>

<file path=ppt/media/f41393.txt>
</file>

<file path=ppt/media/f41394.txt>
</file>

<file path=ppt/media/f41395.txt>
</file>

<file path=ppt/media/f41396.txt>
</file>

<file path=ppt/media/f41397.txt>
</file>

<file path=ppt/media/f41398.txt>
</file>

<file path=ppt/media/f41399.txt>
</file>

<file path=ppt/media/f41400.txt>
</file>

<file path=ppt/media/f41401.txt>
</file>

<file path=ppt/media/f41402.txt>
</file>

<file path=ppt/media/f41403.txt>
</file>

<file path=ppt/media/f41404.txt>
</file>

<file path=ppt/media/f41405.txt>
</file>

<file path=ppt/media/f41406.txt>
</file>

<file path=ppt/media/f41407.txt>
</file>

<file path=ppt/media/f41408.txt>
</file>

<file path=ppt/media/f41409.txt>
</file>

<file path=ppt/media/f41410.txt>
</file>

<file path=ppt/media/f41411.txt>
</file>

<file path=ppt/media/f41412.txt>
</file>

<file path=ppt/media/f41413.txt>
</file>

<file path=ppt/media/f41414.txt>
</file>

<file path=ppt/media/f41415.txt>
</file>

<file path=ppt/media/f41416.txt>
</file>

<file path=ppt/media/f41417.txt>
</file>

<file path=ppt/media/f41418.txt>
</file>

<file path=ppt/media/f41419.txt>
</file>

<file path=ppt/media/f41420.txt>
</file>

<file path=ppt/media/f41421.txt>
</file>

<file path=ppt/media/f41422.txt>
</file>

<file path=ppt/media/f41423.txt>
</file>

<file path=ppt/media/f41424.txt>
</file>

<file path=ppt/media/f41425.txt>
</file>

<file path=ppt/media/f41426.txt>
</file>

<file path=ppt/media/f41427.txt>
</file>

<file path=ppt/media/f41428.txt>
</file>

<file path=ppt/media/f41429.txt>
</file>

<file path=ppt/media/f41430.txt>
</file>

<file path=ppt/media/f41431.txt>
</file>

<file path=ppt/media/f41432.txt>
</file>

<file path=ppt/media/f41433.txt>
</file>

<file path=ppt/media/f41434.txt>
</file>

<file path=ppt/media/f41435.txt>
</file>

<file path=ppt/media/f41436.txt>
</file>

<file path=ppt/media/f41437.txt>
</file>

<file path=ppt/media/f41438.txt>
</file>

<file path=ppt/media/f41439.txt>
</file>

<file path=ppt/media/f41440.txt>
</file>

<file path=ppt/media/f41441.txt>
</file>

<file path=ppt/media/f41442.txt>
</file>

<file path=ppt/media/f41443.txt>
</file>

<file path=ppt/media/f41444.txt>
</file>

<file path=ppt/media/f41445.txt>
</file>

<file path=ppt/media/f41446.txt>
</file>

<file path=ppt/media/f41447.txt>
</file>

<file path=ppt/media/f41448.txt>
</file>

<file path=ppt/media/f41449.txt>
</file>

<file path=ppt/media/f41450.txt>
</file>

<file path=ppt/media/f41451.txt>
</file>

<file path=ppt/media/f41452.txt>
</file>

<file path=ppt/media/f41453.txt>
</file>

<file path=ppt/media/f41454.txt>
</file>

<file path=ppt/media/f41455.txt>
</file>

<file path=ppt/media/f41456.txt>
</file>

<file path=ppt/media/f41457.txt>
</file>

<file path=ppt/media/f41458.txt>
</file>

<file path=ppt/media/f41459.txt>
</file>

<file path=ppt/media/f41460.txt>
</file>

<file path=ppt/media/f41461.txt>
</file>

<file path=ppt/media/f41462.txt>
</file>

<file path=ppt/media/f41463.txt>
</file>

<file path=ppt/media/f41464.txt>
</file>

<file path=ppt/media/f41465.txt>
</file>

<file path=ppt/media/f41466.txt>
</file>

<file path=ppt/media/f41467.txt>
</file>

<file path=ppt/media/f41468.txt>
</file>

<file path=ppt/media/f41469.txt>
</file>

<file path=ppt/media/f41470.txt>
</file>

<file path=ppt/media/f41471.txt>
</file>

<file path=ppt/media/f41472.txt>
</file>

<file path=ppt/media/f41473.txt>
</file>

<file path=ppt/media/f41474.txt>
</file>

<file path=ppt/media/f41475.txt>
</file>

<file path=ppt/media/f41476.txt>
</file>

<file path=ppt/media/f41477.txt>
</file>

<file path=ppt/media/f41478.txt>
</file>

<file path=ppt/media/f41479.txt>
</file>

<file path=ppt/media/f41480.txt>
</file>

<file path=ppt/media/f41481.txt>
</file>

<file path=ppt/media/f41482.txt>
</file>

<file path=ppt/media/f41483.txt>
</file>

<file path=ppt/media/f41484.txt>
</file>

<file path=ppt/media/f41485.txt>
</file>

<file path=ppt/media/f41486.txt>
</file>

<file path=ppt/media/f41487.txt>
</file>

<file path=ppt/media/f41488.txt>
</file>

<file path=ppt/media/f41489.txt>
</file>

<file path=ppt/media/f41490.txt>
</file>

<file path=ppt/media/f41491.txt>
</file>

<file path=ppt/media/f41492.txt>
</file>

<file path=ppt/media/f41493.txt>
</file>

<file path=ppt/media/f41494.txt>
</file>

<file path=ppt/media/f41495.txt>
</file>

<file path=ppt/media/f41496.txt>
</file>

<file path=ppt/media/f41497.txt>
</file>

<file path=ppt/media/f41498.txt>
</file>

<file path=ppt/media/f41499.txt>
</file>

<file path=ppt/media/f41500.txt>
</file>

<file path=ppt/media/f41501.txt>
</file>

<file path=ppt/media/f41502.txt>
</file>

<file path=ppt/media/f41503.txt>
</file>

<file path=ppt/media/f41504.txt>
</file>

<file path=ppt/media/f41505.txt>
</file>

<file path=ppt/media/f41506.txt>
</file>

<file path=ppt/media/f41507.txt>
</file>

<file path=ppt/media/f41508.txt>
</file>

<file path=ppt/media/f41509.txt>
</file>

<file path=ppt/media/f41510.txt>
</file>

<file path=ppt/media/f41511.txt>
</file>

<file path=ppt/media/f41512.txt>
</file>

<file path=ppt/media/f41513.txt>
</file>

<file path=ppt/media/f41514.txt>
</file>

<file path=ppt/media/f41515.txt>
</file>

<file path=ppt/media/f41516.txt>
</file>

<file path=ppt/media/f41517.txt>
</file>

<file path=ppt/media/f41518.txt>
</file>

<file path=ppt/media/f41519.txt>
</file>

<file path=ppt/media/f41520.txt>
</file>

<file path=ppt/media/f41521.txt>
</file>

<file path=ppt/media/f41522.txt>
</file>

<file path=ppt/media/f41523.txt>
</file>

<file path=ppt/media/f41524.txt>
</file>

<file path=ppt/media/f41525.txt>
</file>

<file path=ppt/media/f41526.txt>
</file>

<file path=ppt/media/f41527.txt>
</file>

<file path=ppt/media/f41528.txt>
</file>

<file path=ppt/media/f41529.txt>
</file>

<file path=ppt/media/f41530.txt>
</file>

<file path=ppt/media/f41531.txt>
</file>

<file path=ppt/media/f41532.txt>
</file>

<file path=ppt/media/f41533.txt>
</file>

<file path=ppt/media/f41534.txt>
</file>

<file path=ppt/media/f41535.txt>
</file>

<file path=ppt/media/f41536.txt>
</file>

<file path=ppt/media/f41537.txt>
</file>

<file path=ppt/media/f41538.txt>
</file>

<file path=ppt/media/f41539.txt>
</file>

<file path=ppt/media/f41540.txt>
</file>

<file path=ppt/media/f41541.txt>
</file>

<file path=ppt/media/f41542.txt>
</file>

<file path=ppt/media/f41543.txt>
</file>

<file path=ppt/media/f41544.txt>
</file>

<file path=ppt/media/f41545.txt>
</file>

<file path=ppt/media/f41546.txt>
</file>

<file path=ppt/media/f41547.txt>
</file>

<file path=ppt/media/f41548.txt>
</file>

<file path=ppt/media/f41549.txt>
</file>

<file path=ppt/media/f41550.txt>
</file>

<file path=ppt/media/f41551.txt>
</file>

<file path=ppt/media/f41552.txt>
</file>

<file path=ppt/media/f41553.txt>
</file>

<file path=ppt/media/f41554.txt>
</file>

<file path=ppt/media/f41555.txt>
</file>

<file path=ppt/media/f41556.txt>
</file>

<file path=ppt/media/f41557.txt>
</file>

<file path=ppt/media/f41558.txt>
</file>

<file path=ppt/media/f41559.txt>
</file>

<file path=ppt/media/f41560.txt>
</file>

<file path=ppt/media/f41561.txt>
</file>

<file path=ppt/media/f41562.txt>
</file>

<file path=ppt/media/f41563.txt>
</file>

<file path=ppt/media/f41564.txt>
</file>

<file path=ppt/media/f41565.txt>
</file>

<file path=ppt/media/f41566.txt>
</file>

<file path=ppt/media/f41567.txt>
</file>

<file path=ppt/media/f41568.txt>
</file>

<file path=ppt/media/f41569.txt>
</file>

<file path=ppt/media/f41570.txt>
</file>

<file path=ppt/media/f41571.txt>
</file>

<file path=ppt/media/f41572.txt>
</file>

<file path=ppt/media/f41573.txt>
</file>

<file path=ppt/media/f41574.txt>
</file>

<file path=ppt/media/f41575.txt>
</file>

<file path=ppt/media/f41576.txt>
</file>

<file path=ppt/media/f41577.txt>
</file>

<file path=ppt/media/f41578.txt>
</file>

<file path=ppt/media/f41579.txt>
</file>

<file path=ppt/media/f41580.txt>
</file>

<file path=ppt/media/f41581.txt>
</file>

<file path=ppt/media/f41582.txt>
</file>

<file path=ppt/media/f41583.txt>
</file>

<file path=ppt/media/f41584.txt>
</file>

<file path=ppt/media/f41585.txt>
</file>

<file path=ppt/media/f41586.txt>
</file>

<file path=ppt/media/f41587.txt>
</file>

<file path=ppt/media/f41588.txt>
</file>

<file path=ppt/media/f41589.txt>
</file>

<file path=ppt/media/f41590.txt>
</file>

<file path=ppt/media/f41591.txt>
</file>

<file path=ppt/media/f41592.txt>
</file>

<file path=ppt/media/f41593.txt>
</file>

<file path=ppt/media/f41594.txt>
</file>

<file path=ppt/media/f41595.txt>
</file>

<file path=ppt/media/f41596.txt>
</file>

<file path=ppt/media/f41597.txt>
</file>

<file path=ppt/media/f41598.txt>
</file>

<file path=ppt/media/f41599.txt>
</file>

<file path=ppt/media/f41600.txt>
</file>

<file path=ppt/media/f41601.txt>
</file>

<file path=ppt/media/f41602.txt>
</file>

<file path=ppt/media/f41603.txt>
</file>

<file path=ppt/media/f41604.txt>
</file>

<file path=ppt/media/f41605.txt>
</file>

<file path=ppt/media/f41606.txt>
</file>

<file path=ppt/media/f41607.txt>
</file>

<file path=ppt/media/f41608.txt>
</file>

<file path=ppt/media/f41609.txt>
</file>

<file path=ppt/media/f41610.txt>
</file>

<file path=ppt/media/f41611.txt>
</file>

<file path=ppt/media/f41612.txt>
</file>

<file path=ppt/media/f41613.txt>
</file>

<file path=ppt/media/f41614.txt>
</file>

<file path=ppt/media/f41615.txt>
</file>

<file path=ppt/media/f41616.txt>
</file>

<file path=ppt/media/f41617.txt>
</file>

<file path=ppt/media/f41618.txt>
</file>

<file path=ppt/media/f41619.txt>
</file>

<file path=ppt/media/f41620.txt>
</file>

<file path=ppt/media/f41621.txt>
</file>

<file path=ppt/media/f41622.txt>
</file>

<file path=ppt/media/f41623.txt>
</file>

<file path=ppt/media/f41624.txt>
</file>

<file path=ppt/media/f41625.txt>
</file>

<file path=ppt/media/f41626.txt>
</file>

<file path=ppt/media/f41627.txt>
</file>

<file path=ppt/media/f41628.txt>
</file>

<file path=ppt/media/f41629.txt>
</file>

<file path=ppt/media/f41630.txt>
</file>

<file path=ppt/media/f41631.txt>
</file>

<file path=ppt/media/f41632.txt>
</file>

<file path=ppt/media/f41633.txt>
</file>

<file path=ppt/media/f41634.txt>
</file>

<file path=ppt/media/f41635.txt>
</file>

<file path=ppt/media/f41636.txt>
</file>

<file path=ppt/media/f41637.txt>
</file>

<file path=ppt/media/f41638.txt>
</file>

<file path=ppt/media/f41639.txt>
</file>

<file path=ppt/media/f41640.txt>
</file>

<file path=ppt/media/f41641.txt>
</file>

<file path=ppt/media/f41642.txt>
</file>

<file path=ppt/media/f41643.txt>
</file>

<file path=ppt/media/f41644.txt>
</file>

<file path=ppt/media/f41645.txt>
</file>

<file path=ppt/media/f41646.txt>
</file>

<file path=ppt/media/f41647.txt>
</file>

<file path=ppt/media/f41648.txt>
</file>

<file path=ppt/media/f41649.txt>
</file>

<file path=ppt/media/f41650.txt>
</file>

<file path=ppt/media/f41651.txt>
</file>

<file path=ppt/media/f41652.txt>
</file>

<file path=ppt/media/f41653.txt>
</file>

<file path=ppt/media/f41654.txt>
</file>

<file path=ppt/media/f41655.txt>
</file>

<file path=ppt/media/f41656.txt>
</file>

<file path=ppt/media/f41657.txt>
</file>

<file path=ppt/media/f41658.txt>
</file>

<file path=ppt/media/f41659.txt>
</file>

<file path=ppt/media/f41660.txt>
</file>

<file path=ppt/media/f41661.txt>
</file>

<file path=ppt/media/f41662.txt>
</file>

<file path=ppt/media/f41663.txt>
</file>

<file path=ppt/media/f41664.txt>
</file>

<file path=ppt/media/f41665.txt>
</file>

<file path=ppt/media/f41666.txt>
</file>

<file path=ppt/media/f41667.txt>
</file>

<file path=ppt/media/f41668.txt>
</file>

<file path=ppt/media/f41669.txt>
</file>

<file path=ppt/media/f41670.txt>
</file>

<file path=ppt/media/f41671.txt>
</file>

<file path=ppt/media/f41672.txt>
</file>

<file path=ppt/media/f41673.txt>
</file>

<file path=ppt/media/f41674.txt>
</file>

<file path=ppt/media/f41675.txt>
</file>

<file path=ppt/media/f41676.txt>
</file>

<file path=ppt/media/f41677.txt>
</file>

<file path=ppt/media/f41678.txt>
</file>

<file path=ppt/media/f41679.txt>
</file>

<file path=ppt/media/f41680.txt>
</file>

<file path=ppt/media/f41681.txt>
</file>

<file path=ppt/media/f41682.txt>
</file>

<file path=ppt/media/f41683.txt>
</file>

<file path=ppt/media/f41684.txt>
</file>

<file path=ppt/media/f41685.txt>
</file>

<file path=ppt/media/f41686.txt>
</file>

<file path=ppt/media/f41687.txt>
</file>

<file path=ppt/media/f41688.txt>
</file>

<file path=ppt/media/f41689.txt>
</file>

<file path=ppt/media/f41690.txt>
</file>

<file path=ppt/media/f41691.txt>
</file>

<file path=ppt/media/f41692.txt>
</file>

<file path=ppt/media/f41693.txt>
</file>

<file path=ppt/media/f41694.txt>
</file>

<file path=ppt/media/f41695.txt>
</file>

<file path=ppt/media/f41696.txt>
</file>

<file path=ppt/media/f41697.txt>
</file>

<file path=ppt/media/f41698.txt>
</file>

<file path=ppt/media/f41699.txt>
</file>

<file path=ppt/media/f41700.txt>
</file>

<file path=ppt/media/f41701.txt>
</file>

<file path=ppt/media/f41702.txt>
</file>

<file path=ppt/media/f41703.txt>
</file>

<file path=ppt/media/f41704.txt>
</file>

<file path=ppt/media/f41705.txt>
</file>

<file path=ppt/media/f41706.txt>
</file>

<file path=ppt/media/f41707.txt>
</file>

<file path=ppt/media/f41708.txt>
</file>

<file path=ppt/media/f41709.txt>
</file>

<file path=ppt/media/f41710.txt>
</file>

<file path=ppt/media/f41711.txt>
</file>

<file path=ppt/media/f41712.txt>
</file>

<file path=ppt/media/f41713.txt>
</file>

<file path=ppt/media/f41714.txt>
</file>

<file path=ppt/media/f41715.txt>
</file>

<file path=ppt/media/f41716.txt>
</file>

<file path=ppt/media/f41717.txt>
</file>

<file path=ppt/media/f41718.txt>
</file>

<file path=ppt/media/f41719.txt>
</file>

<file path=ppt/media/f41720.txt>
</file>

<file path=ppt/media/f41721.txt>
</file>

<file path=ppt/media/f41722.txt>
</file>

<file path=ppt/media/f41723.txt>
</file>

<file path=ppt/media/f41724.txt>
</file>

<file path=ppt/media/f41725.txt>
</file>

<file path=ppt/media/f41726.txt>
</file>

<file path=ppt/media/f41727.txt>
</file>

<file path=ppt/media/f41728.txt>
</file>

<file path=ppt/media/f41729.txt>
</file>

<file path=ppt/media/f41730.txt>
</file>

<file path=ppt/media/f41731.txt>
</file>

<file path=ppt/media/f41732.txt>
</file>

<file path=ppt/media/f41733.txt>
</file>

<file path=ppt/media/f41734.txt>
</file>

<file path=ppt/media/f41735.txt>
</file>

<file path=ppt/media/f41736.txt>
</file>

<file path=ppt/media/f41737.txt>
</file>

<file path=ppt/media/f41738.txt>
</file>

<file path=ppt/media/f41739.txt>
</file>

<file path=ppt/media/f41740.txt>
</file>

<file path=ppt/media/f41741.txt>
</file>

<file path=ppt/media/f41742.txt>
</file>

<file path=ppt/media/f41743.txt>
</file>

<file path=ppt/media/f41744.txt>
</file>

<file path=ppt/media/f41745.txt>
</file>

<file path=ppt/media/f41746.txt>
</file>

<file path=ppt/media/f41747.txt>
</file>

<file path=ppt/media/f41748.txt>
</file>

<file path=ppt/media/f41749.txt>
</file>

<file path=ppt/media/f41750.txt>
</file>

<file path=ppt/media/f41751.txt>
</file>

<file path=ppt/media/f41752.txt>
</file>

<file path=ppt/media/f41753.txt>
</file>

<file path=ppt/media/f41754.txt>
</file>

<file path=ppt/media/f41755.txt>
</file>

<file path=ppt/media/f41756.txt>
</file>

<file path=ppt/media/f41757.txt>
</file>

<file path=ppt/media/f41758.txt>
</file>

<file path=ppt/media/f41759.txt>
</file>

<file path=ppt/media/f41760.txt>
</file>

<file path=ppt/media/f41761.txt>
</file>

<file path=ppt/media/f41762.txt>
</file>

<file path=ppt/media/f41763.txt>
</file>

<file path=ppt/media/f41764.txt>
</file>

<file path=ppt/media/f41765.txt>
</file>

<file path=ppt/media/f41766.txt>
</file>

<file path=ppt/media/f41767.txt>
</file>

<file path=ppt/media/f41768.txt>
</file>

<file path=ppt/media/f41769.txt>
</file>

<file path=ppt/media/f41770.txt>
</file>

<file path=ppt/media/f41771.txt>
</file>

<file path=ppt/media/f41772.txt>
</file>

<file path=ppt/media/f41773.txt>
</file>

<file path=ppt/media/f41774.txt>
</file>

<file path=ppt/media/f41775.txt>
</file>

<file path=ppt/media/f41776.txt>
</file>

<file path=ppt/media/f41777.txt>
</file>

<file path=ppt/media/f41778.txt>
</file>

<file path=ppt/media/f41779.txt>
</file>

<file path=ppt/media/f41780.txt>
</file>

<file path=ppt/media/f41781.txt>
</file>

<file path=ppt/media/f41782.txt>
</file>

<file path=ppt/media/f41783.txt>
</file>

<file path=ppt/media/f41784.txt>
</file>

<file path=ppt/media/f41785.txt>
</file>

<file path=ppt/media/f41786.txt>
</file>

<file path=ppt/media/f41787.txt>
</file>

<file path=ppt/media/f41788.txt>
</file>

<file path=ppt/media/f41789.txt>
</file>

<file path=ppt/media/f41790.txt>
</file>

<file path=ppt/media/f41791.txt>
</file>

<file path=ppt/media/f41792.txt>
</file>

<file path=ppt/media/f41793.txt>
</file>

<file path=ppt/media/f41794.txt>
</file>

<file path=ppt/media/f41795.txt>
</file>

<file path=ppt/media/f41796.txt>
</file>

<file path=ppt/media/f41797.txt>
</file>

<file path=ppt/media/f41798.txt>
</file>

<file path=ppt/media/f41799.txt>
</file>

<file path=ppt/media/f41800.txt>
</file>

<file path=ppt/media/f41801.txt>
</file>

<file path=ppt/media/f41802.txt>
</file>

<file path=ppt/media/f41803.txt>
</file>

<file path=ppt/media/f41804.txt>
</file>

<file path=ppt/media/f41805.txt>
</file>

<file path=ppt/media/f41806.txt>
</file>

<file path=ppt/media/f41807.txt>
</file>

<file path=ppt/media/f41808.txt>
</file>

<file path=ppt/media/f41809.txt>
</file>

<file path=ppt/media/f41810.txt>
</file>

<file path=ppt/media/f41811.txt>
</file>

<file path=ppt/media/f41812.txt>
</file>

<file path=ppt/media/f41813.txt>
</file>

<file path=ppt/media/f41814.txt>
</file>

<file path=ppt/media/f41815.txt>
</file>

<file path=ppt/media/f41816.txt>
</file>

<file path=ppt/media/f41817.txt>
</file>

<file path=ppt/media/f41818.txt>
</file>

<file path=ppt/media/f41819.txt>
</file>

<file path=ppt/media/f41820.txt>
</file>

<file path=ppt/media/f41821.txt>
</file>

<file path=ppt/media/f41822.txt>
</file>

<file path=ppt/media/f41823.txt>
</file>

<file path=ppt/media/f41824.txt>
</file>

<file path=ppt/media/f41825.txt>
</file>

<file path=ppt/media/f41826.txt>
</file>

<file path=ppt/media/f41827.txt>
</file>

<file path=ppt/media/f41828.txt>
</file>

<file path=ppt/media/f41829.txt>
</file>

<file path=ppt/media/f41830.txt>
</file>

<file path=ppt/media/f41831.txt>
</file>

<file path=ppt/media/f41832.txt>
</file>

<file path=ppt/media/f41833.txt>
</file>

<file path=ppt/media/f41834.txt>
</file>

<file path=ppt/media/f41835.txt>
</file>

<file path=ppt/media/f41836.txt>
</file>

<file path=ppt/media/f41837.txt>
</file>

<file path=ppt/media/f41838.txt>
</file>

<file path=ppt/media/f41839.txt>
</file>

<file path=ppt/media/f41840.txt>
</file>

<file path=ppt/media/f41841.txt>
</file>

<file path=ppt/media/f41842.txt>
</file>

<file path=ppt/media/f41843.txt>
</file>

<file path=ppt/media/f41844.txt>
</file>

<file path=ppt/media/f41845.txt>
</file>

<file path=ppt/media/f41846.txt>
</file>

<file path=ppt/media/f41847.txt>
</file>

<file path=ppt/media/f41848.txt>
</file>

<file path=ppt/media/f41849.txt>
</file>

<file path=ppt/media/f41850.txt>
</file>

<file path=ppt/media/f41851.txt>
</file>

<file path=ppt/media/f41852.txt>
</file>

<file path=ppt/media/f41853.txt>
</file>

<file path=ppt/media/f41854.txt>
</file>

<file path=ppt/media/f41855.txt>
</file>

<file path=ppt/media/f41856.txt>
</file>

<file path=ppt/media/f41857.txt>
</file>

<file path=ppt/media/f41858.txt>
</file>

<file path=ppt/media/f41859.txt>
</file>

<file path=ppt/media/f41860.txt>
</file>

<file path=ppt/media/f41861.txt>
</file>

<file path=ppt/media/f41862.txt>
</file>

<file path=ppt/media/f41863.txt>
</file>

<file path=ppt/media/f41864.txt>
</file>

<file path=ppt/media/f41865.txt>
</file>

<file path=ppt/media/f41866.txt>
</file>

<file path=ppt/media/f41867.txt>
</file>

<file path=ppt/media/f41868.txt>
</file>

<file path=ppt/media/f41869.txt>
</file>

<file path=ppt/media/f41870.txt>
</file>

<file path=ppt/media/f41871.txt>
</file>

<file path=ppt/media/f41872.txt>
</file>

<file path=ppt/media/f41873.txt>
</file>

<file path=ppt/media/f41874.txt>
</file>

<file path=ppt/media/f41875.txt>
</file>

<file path=ppt/media/f41876.txt>
</file>

<file path=ppt/media/f41877.txt>
</file>

<file path=ppt/media/f41878.txt>
</file>

<file path=ppt/media/f41879.txt>
</file>

<file path=ppt/media/f41880.txt>
</file>

<file path=ppt/media/f41881.txt>
</file>

<file path=ppt/media/f41882.txt>
</file>

<file path=ppt/media/f41883.txt>
</file>

<file path=ppt/media/f41884.txt>
</file>

<file path=ppt/media/f41885.txt>
</file>

<file path=ppt/media/f41886.txt>
</file>

<file path=ppt/media/f41887.txt>
</file>

<file path=ppt/media/f41888.txt>
</file>

<file path=ppt/media/f41889.txt>
</file>

<file path=ppt/media/f41890.txt>
</file>

<file path=ppt/media/f41891.txt>
</file>

<file path=ppt/media/f41892.txt>
</file>

<file path=ppt/media/f41893.txt>
</file>

<file path=ppt/media/f41894.txt>
</file>

<file path=ppt/media/f41895.txt>
</file>

<file path=ppt/media/f41896.txt>
</file>

<file path=ppt/media/f41897.txt>
</file>

<file path=ppt/media/f41898.txt>
</file>

<file path=ppt/media/f41899.txt>
</file>

<file path=ppt/media/f41900.txt>
</file>

<file path=ppt/media/f41901.txt>
</file>

<file path=ppt/media/f41902.txt>
</file>

<file path=ppt/media/f41903.txt>
</file>

<file path=ppt/media/f41904.txt>
</file>

<file path=ppt/media/f41905.txt>
</file>

<file path=ppt/media/f41906.txt>
</file>

<file path=ppt/media/f41907.txt>
</file>

<file path=ppt/media/f41908.txt>
</file>

<file path=ppt/media/f41909.txt>
</file>

<file path=ppt/media/f41910.txt>
</file>

<file path=ppt/media/f41911.txt>
</file>

<file path=ppt/media/f41912.txt>
</file>

<file path=ppt/media/f41913.txt>
</file>

<file path=ppt/media/f41914.txt>
</file>

<file path=ppt/media/f41915.txt>
</file>

<file path=ppt/media/f41916.txt>
</file>

<file path=ppt/media/f41917.txt>
</file>

<file path=ppt/media/f41918.txt>
</file>

<file path=ppt/media/f41919.txt>
</file>

<file path=ppt/media/f41920.txt>
</file>

<file path=ppt/media/f41921.txt>
</file>

<file path=ppt/media/f41922.txt>
</file>

<file path=ppt/media/f41923.txt>
</file>

<file path=ppt/media/f41924.txt>
</file>

<file path=ppt/media/f41925.txt>
</file>

<file path=ppt/media/f41926.txt>
</file>

<file path=ppt/media/f41927.txt>
</file>

<file path=ppt/media/f41928.txt>
</file>

<file path=ppt/media/f41929.txt>
</file>

<file path=ppt/media/f41930.txt>
</file>

<file path=ppt/media/f41931.txt>
</file>

<file path=ppt/media/f41932.txt>
</file>

<file path=ppt/media/f41933.txt>
</file>

<file path=ppt/media/f41934.txt>
</file>

<file path=ppt/media/f41935.txt>
</file>

<file path=ppt/media/f41936.txt>
</file>

<file path=ppt/media/f41937.txt>
</file>

<file path=ppt/media/f41938.txt>
</file>

<file path=ppt/media/f41939.txt>
</file>

<file path=ppt/media/f41940.txt>
</file>

<file path=ppt/media/f41941.txt>
</file>

<file path=ppt/media/f41942.txt>
</file>

<file path=ppt/media/f41943.txt>
</file>

<file path=ppt/media/f41944.txt>
</file>

<file path=ppt/media/f41945.txt>
</file>

<file path=ppt/media/f41946.txt>
</file>

<file path=ppt/media/f41947.txt>
</file>

<file path=ppt/media/f41948.txt>
</file>

<file path=ppt/media/f41949.txt>
</file>

<file path=ppt/media/f41950.txt>
</file>

<file path=ppt/media/f41951.txt>
</file>

<file path=ppt/media/f41952.txt>
</file>

<file path=ppt/media/f41953.txt>
</file>

<file path=ppt/media/f41954.txt>
</file>

<file path=ppt/media/f41955.txt>
</file>

<file path=ppt/media/f41956.txt>
</file>

<file path=ppt/media/f41957.txt>
</file>

<file path=ppt/media/f41958.txt>
</file>

<file path=ppt/media/f41959.txt>
</file>

<file path=ppt/media/f41960.txt>
</file>

<file path=ppt/media/f41961.txt>
</file>

<file path=ppt/media/f41962.txt>
</file>

<file path=ppt/media/f41963.txt>
</file>

<file path=ppt/media/f41964.txt>
</file>

<file path=ppt/media/f41965.txt>
</file>

<file path=ppt/media/f41966.txt>
</file>

<file path=ppt/media/f41967.txt>
</file>

<file path=ppt/media/f41968.txt>
</file>

<file path=ppt/media/f41969.txt>
</file>

<file path=ppt/media/f41970.txt>
</file>

<file path=ppt/media/f41971.txt>
</file>

<file path=ppt/media/f41972.txt>
</file>

<file path=ppt/media/f41973.txt>
</file>

<file path=ppt/media/f41974.txt>
</file>

<file path=ppt/media/f41975.txt>
</file>

<file path=ppt/media/f41976.txt>
</file>

<file path=ppt/media/f41977.txt>
</file>

<file path=ppt/media/f41978.txt>
</file>

<file path=ppt/media/f41979.txt>
</file>

<file path=ppt/media/f41980.txt>
</file>

<file path=ppt/media/f41981.txt>
</file>

<file path=ppt/media/f41982.txt>
</file>

<file path=ppt/media/f41983.txt>
</file>

<file path=ppt/media/f41984.txt>
</file>

<file path=ppt/media/f41985.txt>
</file>

<file path=ppt/media/f41986.txt>
</file>

<file path=ppt/media/f41987.txt>
</file>

<file path=ppt/media/f41988.txt>
</file>

<file path=ppt/media/f41989.txt>
</file>

<file path=ppt/media/f41990.txt>
</file>

<file path=ppt/media/f41991.txt>
</file>

<file path=ppt/media/f41992.txt>
</file>

<file path=ppt/media/f41993.txt>
</file>

<file path=ppt/media/f41994.txt>
</file>

<file path=ppt/media/f41995.txt>
</file>

<file path=ppt/media/f41996.txt>
</file>

<file path=ppt/media/f41997.txt>
</file>

<file path=ppt/media/f41998.txt>
</file>

<file path=ppt/media/f41999.txt>
</file>

<file path=ppt/media/f42000.txt>
</file>

<file path=ppt/media/f42001.txt>
</file>

<file path=ppt/media/f42002.txt>
</file>

<file path=ppt/media/f42003.txt>
</file>

<file path=ppt/media/f42004.txt>
</file>

<file path=ppt/media/f42005.txt>
</file>

<file path=ppt/media/f42006.txt>
</file>

<file path=ppt/media/f42007.txt>
</file>

<file path=ppt/media/f42008.txt>
</file>

<file path=ppt/media/f42009.txt>
</file>

<file path=ppt/media/f42010.txt>
</file>

<file path=ppt/media/f42011.txt>
</file>

<file path=ppt/media/f42012.txt>
</file>

<file path=ppt/media/f42013.txt>
</file>

<file path=ppt/media/f42014.txt>
</file>

<file path=ppt/media/f42015.txt>
</file>

<file path=ppt/media/f42016.txt>
</file>

<file path=ppt/media/f42017.txt>
</file>

<file path=ppt/media/f42018.txt>
</file>

<file path=ppt/media/f42019.txt>
</file>

<file path=ppt/media/f42020.txt>
</file>

<file path=ppt/media/f42021.txt>
</file>

<file path=ppt/media/f42022.txt>
</file>

<file path=ppt/media/f42023.txt>
</file>

<file path=ppt/media/f42024.txt>
</file>

<file path=ppt/media/f42025.txt>
</file>

<file path=ppt/media/f42026.txt>
</file>

<file path=ppt/media/f42027.txt>
</file>

<file path=ppt/media/f42028.txt>
</file>

<file path=ppt/media/f42029.txt>
</file>

<file path=ppt/media/f42030.txt>
</file>

<file path=ppt/media/f42031.txt>
</file>

<file path=ppt/media/f42032.txt>
</file>

<file path=ppt/media/f42033.txt>
</file>

<file path=ppt/media/f42034.txt>
</file>

<file path=ppt/media/f42035.txt>
</file>

<file path=ppt/media/f42036.txt>
</file>

<file path=ppt/media/f42037.txt>
</file>

<file path=ppt/media/f42038.txt>
</file>

<file path=ppt/media/f42039.txt>
</file>

<file path=ppt/media/f42040.txt>
</file>

<file path=ppt/media/f42041.txt>
</file>

<file path=ppt/media/f42042.txt>
</file>

<file path=ppt/media/f42043.txt>
</file>

<file path=ppt/media/f42044.txt>
</file>

<file path=ppt/media/f42045.txt>
</file>

<file path=ppt/media/f42046.txt>
</file>

<file path=ppt/media/f42047.txt>
</file>

<file path=ppt/media/f42048.txt>
</file>

<file path=ppt/media/f42049.txt>
</file>

<file path=ppt/media/f42050.txt>
</file>

<file path=ppt/media/f42051.txt>
</file>

<file path=ppt/media/f42052.txt>
</file>

<file path=ppt/media/f42053.txt>
</file>

<file path=ppt/media/f42054.txt>
</file>

<file path=ppt/media/f42055.txt>
</file>

<file path=ppt/media/f42056.txt>
</file>

<file path=ppt/media/f42057.txt>
</file>

<file path=ppt/media/f42058.txt>
</file>

<file path=ppt/media/f42059.txt>
</file>

<file path=ppt/media/f42060.txt>
</file>

<file path=ppt/media/f42061.txt>
</file>

<file path=ppt/media/f42062.txt>
</file>

<file path=ppt/media/f42063.txt>
</file>

<file path=ppt/media/f42064.txt>
</file>

<file path=ppt/media/f42065.txt>
</file>

<file path=ppt/media/f42066.txt>
</file>

<file path=ppt/media/f42067.txt>
</file>

<file path=ppt/media/f42068.txt>
</file>

<file path=ppt/media/f42069.txt>
</file>

<file path=ppt/media/f42070.txt>
</file>

<file path=ppt/media/f42071.txt>
</file>

<file path=ppt/media/f42072.txt>
</file>

<file path=ppt/media/f42073.txt>
</file>

<file path=ppt/media/f42074.txt>
</file>

<file path=ppt/media/f42075.txt>
</file>

<file path=ppt/media/f42076.txt>
</file>

<file path=ppt/media/f42077.txt>
</file>

<file path=ppt/media/f42078.txt>
</file>

<file path=ppt/media/f42079.txt>
</file>

<file path=ppt/media/f42080.txt>
</file>

<file path=ppt/media/f42081.txt>
</file>

<file path=ppt/media/f42082.txt>
</file>

<file path=ppt/media/f42083.txt>
</file>

<file path=ppt/media/f42084.txt>
</file>

<file path=ppt/media/f42085.txt>
</file>

<file path=ppt/media/f42086.txt>
</file>

<file path=ppt/media/f42087.txt>
</file>

<file path=ppt/media/f42088.txt>
</file>

<file path=ppt/media/f42089.txt>
</file>

<file path=ppt/media/f42090.txt>
</file>

<file path=ppt/media/f42091.txt>
</file>

<file path=ppt/media/f42092.txt>
</file>

<file path=ppt/media/f42093.txt>
</file>

<file path=ppt/media/f42094.txt>
</file>

<file path=ppt/media/f42095.txt>
</file>

<file path=ppt/media/f42096.txt>
</file>

<file path=ppt/media/f42097.txt>
</file>

<file path=ppt/media/f42098.txt>
</file>

<file path=ppt/media/f42099.txt>
</file>

<file path=ppt/media/f42100.txt>
</file>

<file path=ppt/media/f42101.txt>
</file>

<file path=ppt/media/f42102.txt>
</file>

<file path=ppt/media/f42103.txt>
</file>

<file path=ppt/media/f42104.txt>
</file>

<file path=ppt/media/f42105.txt>
</file>

<file path=ppt/media/f42106.txt>
</file>

<file path=ppt/media/f42107.txt>
</file>

<file path=ppt/media/f42108.txt>
</file>

<file path=ppt/media/f42109.txt>
</file>

<file path=ppt/media/f42110.txt>
</file>

<file path=ppt/media/f42111.txt>
</file>

<file path=ppt/media/f42112.txt>
</file>

<file path=ppt/media/f42113.txt>
</file>

<file path=ppt/media/f42114.txt>
</file>

<file path=ppt/media/f42115.txt>
</file>

<file path=ppt/media/f42116.txt>
</file>

<file path=ppt/media/f42117.txt>
</file>

<file path=ppt/media/f42118.txt>
</file>

<file path=ppt/media/f42119.txt>
</file>

<file path=ppt/media/f42120.txt>
</file>

<file path=ppt/media/f42121.txt>
</file>

<file path=ppt/media/f42122.txt>
</file>

<file path=ppt/media/f42123.txt>
</file>

<file path=ppt/media/f42124.txt>
</file>

<file path=ppt/media/f42125.txt>
</file>

<file path=ppt/media/f42126.txt>
</file>

<file path=ppt/media/f42127.txt>
</file>

<file path=ppt/media/f42128.txt>
</file>

<file path=ppt/media/f42129.txt>
</file>

<file path=ppt/media/f42130.txt>
</file>

<file path=ppt/media/f42131.txt>
</file>

<file path=ppt/media/f42132.txt>
</file>

<file path=ppt/media/f42133.txt>
</file>

<file path=ppt/media/f42134.txt>
</file>

<file path=ppt/media/f42135.txt>
</file>

<file path=ppt/media/f42136.txt>
</file>

<file path=ppt/media/f42137.txt>
</file>

<file path=ppt/media/f42138.txt>
</file>

<file path=ppt/media/f42139.txt>
</file>

<file path=ppt/media/f42140.txt>
</file>

<file path=ppt/media/f42141.txt>
</file>

<file path=ppt/media/f42142.txt>
</file>

<file path=ppt/media/f42143.txt>
</file>

<file path=ppt/media/f42144.txt>
</file>

<file path=ppt/media/f42145.txt>
</file>

<file path=ppt/media/f42146.txt>
</file>

<file path=ppt/media/f42147.txt>
</file>

<file path=ppt/media/f42148.txt>
</file>

<file path=ppt/media/f42149.txt>
</file>

<file path=ppt/media/f42150.txt>
</file>

<file path=ppt/media/f42151.txt>
</file>

<file path=ppt/media/f42152.txt>
</file>

<file path=ppt/media/f42153.txt>
</file>

<file path=ppt/media/f42154.txt>
</file>

<file path=ppt/media/f42155.txt>
</file>

<file path=ppt/media/f42156.txt>
</file>

<file path=ppt/media/f42157.txt>
</file>

<file path=ppt/media/f42158.txt>
</file>

<file path=ppt/media/f42159.txt>
</file>

<file path=ppt/media/f42160.txt>
</file>

<file path=ppt/media/f42161.txt>
</file>

<file path=ppt/media/f42162.txt>
</file>

<file path=ppt/media/f42163.txt>
</file>

<file path=ppt/media/f42164.txt>
</file>

<file path=ppt/media/f42165.txt>
</file>

<file path=ppt/media/f42166.txt>
</file>

<file path=ppt/media/f42167.txt>
</file>

<file path=ppt/media/f42168.txt>
</file>

<file path=ppt/media/f42169.txt>
</file>

<file path=ppt/media/f42170.txt>
</file>

<file path=ppt/media/f42171.txt>
</file>

<file path=ppt/media/f42172.txt>
</file>

<file path=ppt/media/f42173.txt>
</file>

<file path=ppt/media/f42174.txt>
</file>

<file path=ppt/media/f42175.txt>
</file>

<file path=ppt/media/f42176.txt>
</file>

<file path=ppt/media/f42177.txt>
</file>

<file path=ppt/media/f42178.txt>
</file>

<file path=ppt/media/f42179.txt>
</file>

<file path=ppt/media/f42180.txt>
</file>

<file path=ppt/media/f42181.txt>
</file>

<file path=ppt/media/f42182.txt>
</file>

<file path=ppt/media/f42183.txt>
</file>

<file path=ppt/media/f42184.txt>
</file>

<file path=ppt/media/f42185.txt>
</file>

<file path=ppt/media/f42186.txt>
</file>

<file path=ppt/media/f42187.txt>
</file>

<file path=ppt/media/f42188.txt>
</file>

<file path=ppt/media/f42189.txt>
</file>

<file path=ppt/media/f42190.txt>
</file>

<file path=ppt/media/f42191.txt>
</file>

<file path=ppt/media/f42192.txt>
</file>

<file path=ppt/media/f42193.txt>
</file>

<file path=ppt/media/f42194.txt>
</file>

<file path=ppt/media/f42195.txt>
</file>

<file path=ppt/media/f42196.txt>
</file>

<file path=ppt/media/f42197.txt>
</file>

<file path=ppt/media/f42198.txt>
</file>

<file path=ppt/media/f42199.txt>
</file>

<file path=ppt/media/f42200.txt>
</file>

<file path=ppt/media/f42201.txt>
</file>

<file path=ppt/media/f42202.txt>
</file>

<file path=ppt/media/f42203.txt>
</file>

<file path=ppt/media/f42204.txt>
</file>

<file path=ppt/media/f42205.txt>
</file>

<file path=ppt/media/f42206.txt>
</file>

<file path=ppt/media/f42207.txt>
</file>

<file path=ppt/media/f42208.txt>
</file>

<file path=ppt/media/f42209.txt>
</file>

<file path=ppt/media/f42210.txt>
</file>

<file path=ppt/media/f42211.txt>
</file>

<file path=ppt/media/f42212.txt>
</file>

<file path=ppt/media/f42213.txt>
</file>

<file path=ppt/media/f42214.txt>
</file>

<file path=ppt/media/f42215.txt>
</file>

<file path=ppt/media/f42216.txt>
</file>

<file path=ppt/media/f42217.txt>
</file>

<file path=ppt/media/f42218.txt>
</file>

<file path=ppt/media/f42219.txt>
</file>

<file path=ppt/media/f42220.txt>
</file>

<file path=ppt/media/f42221.txt>
</file>

<file path=ppt/media/f42222.txt>
</file>

<file path=ppt/media/f42223.txt>
</file>

<file path=ppt/media/f42224.txt>
</file>

<file path=ppt/media/f42225.txt>
</file>

<file path=ppt/media/f42226.txt>
</file>

<file path=ppt/media/f42227.txt>
</file>

<file path=ppt/media/f42228.txt>
</file>

<file path=ppt/media/f42229.txt>
</file>

<file path=ppt/media/f42230.txt>
</file>

<file path=ppt/media/f42231.txt>
</file>

<file path=ppt/media/f42232.txt>
</file>

<file path=ppt/media/f42233.txt>
</file>

<file path=ppt/media/f42234.txt>
</file>

<file path=ppt/media/f42235.txt>
</file>

<file path=ppt/media/f42236.txt>
</file>

<file path=ppt/media/f42237.txt>
</file>

<file path=ppt/media/f42238.txt>
</file>

<file path=ppt/media/f42239.txt>
</file>

<file path=ppt/media/f42240.txt>
</file>

<file path=ppt/media/f42241.txt>
</file>

<file path=ppt/media/f42242.txt>
</file>

<file path=ppt/media/f42243.txt>
</file>

<file path=ppt/media/f42244.txt>
</file>

<file path=ppt/media/f42245.txt>
</file>

<file path=ppt/media/f42246.txt>
</file>

<file path=ppt/media/f42247.txt>
</file>

<file path=ppt/media/f42248.txt>
</file>

<file path=ppt/media/f42249.txt>
</file>

<file path=ppt/media/f42250.txt>
</file>

<file path=ppt/media/f42251.txt>
</file>

<file path=ppt/media/f42252.txt>
</file>

<file path=ppt/media/f42253.txt>
</file>

<file path=ppt/media/f42254.txt>
</file>

<file path=ppt/media/f42255.txt>
</file>

<file path=ppt/media/f42256.txt>
</file>

<file path=ppt/media/f42257.txt>
</file>

<file path=ppt/media/f42258.txt>
</file>

<file path=ppt/media/f42259.txt>
</file>

<file path=ppt/media/f42260.txt>
</file>

<file path=ppt/media/f42261.txt>
</file>

<file path=ppt/media/f42262.txt>
</file>

<file path=ppt/media/f42263.txt>
</file>

<file path=ppt/media/f42264.txt>
</file>

<file path=ppt/media/f42265.txt>
</file>

<file path=ppt/media/f42266.txt>
</file>

<file path=ppt/media/f42267.txt>
</file>

<file path=ppt/media/f42268.txt>
</file>

<file path=ppt/media/f42269.txt>
</file>

<file path=ppt/media/f42270.txt>
</file>

<file path=ppt/media/f42271.txt>
</file>

<file path=ppt/media/f42272.txt>
</file>

<file path=ppt/media/f42273.txt>
</file>

<file path=ppt/media/f42274.txt>
</file>

<file path=ppt/media/f42275.txt>
</file>

<file path=ppt/media/f42276.txt>
</file>

<file path=ppt/media/f42277.txt>
</file>

<file path=ppt/media/f42278.txt>
</file>

<file path=ppt/media/f42279.txt>
</file>

<file path=ppt/media/f42280.txt>
</file>

<file path=ppt/media/f42281.txt>
</file>

<file path=ppt/media/f42282.txt>
</file>

<file path=ppt/media/f42283.txt>
</file>

<file path=ppt/media/f42284.txt>
</file>

<file path=ppt/media/f42285.txt>
</file>

<file path=ppt/media/f42286.txt>
</file>

<file path=ppt/media/f42287.txt>
</file>

<file path=ppt/media/f42288.txt>
</file>

<file path=ppt/media/f42289.txt>
</file>

<file path=ppt/media/f42290.txt>
</file>

<file path=ppt/media/f42291.txt>
</file>

<file path=ppt/media/f42292.txt>
</file>

<file path=ppt/media/f42293.txt>
</file>

<file path=ppt/media/f42294.txt>
</file>

<file path=ppt/media/f42295.txt>
</file>

<file path=ppt/media/f42296.txt>
</file>

<file path=ppt/media/f42297.txt>
</file>

<file path=ppt/media/f42298.txt>
</file>

<file path=ppt/media/f42299.txt>
</file>

<file path=ppt/media/f42300.txt>
</file>

<file path=ppt/media/f42301.txt>
</file>

<file path=ppt/media/f42302.txt>
</file>

<file path=ppt/media/f42303.txt>
</file>

<file path=ppt/media/f42304.txt>
</file>

<file path=ppt/media/f42305.txt>
</file>

<file path=ppt/media/f42306.txt>
</file>

<file path=ppt/media/f42307.txt>
</file>

<file path=ppt/media/f42308.txt>
</file>

<file path=ppt/media/f42309.txt>
</file>

<file path=ppt/media/f42310.txt>
</file>

<file path=ppt/media/f42311.txt>
</file>

<file path=ppt/media/f42312.txt>
</file>

<file path=ppt/media/f42313.txt>
</file>

<file path=ppt/media/f42314.txt>
</file>

<file path=ppt/media/f42315.txt>
</file>

<file path=ppt/media/f42316.txt>
</file>

<file path=ppt/media/f42317.txt>
</file>

<file path=ppt/media/f42318.txt>
</file>

<file path=ppt/media/f42319.txt>
</file>

<file path=ppt/media/f42320.txt>
</file>

<file path=ppt/media/f42321.txt>
</file>

<file path=ppt/media/f42322.txt>
</file>

<file path=ppt/media/f42323.txt>
</file>

<file path=ppt/media/f42324.txt>
</file>

<file path=ppt/media/f42325.txt>
</file>

<file path=ppt/media/f42326.txt>
</file>

<file path=ppt/media/f42327.txt>
</file>

<file path=ppt/media/f42328.txt>
</file>

<file path=ppt/media/f42329.txt>
</file>

<file path=ppt/media/f42330.txt>
</file>

<file path=ppt/media/f42331.txt>
</file>

<file path=ppt/media/f42332.txt>
</file>

<file path=ppt/media/f42333.txt>
</file>

<file path=ppt/media/f42334.txt>
</file>

<file path=ppt/media/f42335.txt>
</file>

<file path=ppt/media/f42336.txt>
</file>

<file path=ppt/media/f42337.txt>
</file>

<file path=ppt/media/f42338.txt>
</file>

<file path=ppt/media/f42339.txt>
</file>

<file path=ppt/media/f42340.txt>
</file>

<file path=ppt/media/f42341.txt>
</file>

<file path=ppt/media/f42342.txt>
</file>

<file path=ppt/media/f42343.txt>
</file>

<file path=ppt/media/f42344.txt>
</file>

<file path=ppt/media/f42345.txt>
</file>

<file path=ppt/media/f42346.txt>
</file>

<file path=ppt/media/f42347.txt>
</file>

<file path=ppt/media/f42348.txt>
</file>

<file path=ppt/media/f42349.txt>
</file>

<file path=ppt/media/f42350.txt>
</file>

<file path=ppt/media/f42351.txt>
</file>

<file path=ppt/media/f42352.txt>
</file>

<file path=ppt/media/f42353.txt>
</file>

<file path=ppt/media/f42354.txt>
</file>

<file path=ppt/media/f42355.txt>
</file>

<file path=ppt/media/f42356.txt>
</file>

<file path=ppt/media/f42357.txt>
</file>

<file path=ppt/media/f42358.txt>
</file>

<file path=ppt/media/f42359.txt>
</file>

<file path=ppt/media/f42360.txt>
</file>

<file path=ppt/media/f42361.txt>
</file>

<file path=ppt/media/f42362.txt>
</file>

<file path=ppt/media/f42363.txt>
</file>

<file path=ppt/media/f42364.txt>
</file>

<file path=ppt/media/f42365.txt>
</file>

<file path=ppt/media/f42366.txt>
</file>

<file path=ppt/media/f42367.txt>
</file>

<file path=ppt/media/f42368.txt>
</file>

<file path=ppt/media/f42369.txt>
</file>

<file path=ppt/media/f42370.txt>
</file>

<file path=ppt/media/f42371.txt>
</file>

<file path=ppt/media/f42372.txt>
</file>

<file path=ppt/media/f42373.txt>
</file>

<file path=ppt/media/f42374.txt>
</file>

<file path=ppt/media/f42375.txt>
</file>

<file path=ppt/media/f42376.txt>
</file>

<file path=ppt/media/f42377.txt>
</file>

<file path=ppt/media/f42378.txt>
</file>

<file path=ppt/media/f42379.txt>
</file>

<file path=ppt/media/f42380.txt>
</file>

<file path=ppt/media/f42381.txt>
</file>

<file path=ppt/media/f42382.txt>
</file>

<file path=ppt/media/f42383.txt>
</file>

<file path=ppt/media/f42384.txt>
</file>

<file path=ppt/media/f42385.txt>
</file>

<file path=ppt/media/f42386.txt>
</file>

<file path=ppt/media/f42387.txt>
</file>

<file path=ppt/media/f42388.txt>
</file>

<file path=ppt/media/f42389.txt>
</file>

<file path=ppt/media/f42390.txt>
</file>

<file path=ppt/media/f42391.txt>
</file>

<file path=ppt/media/f42392.txt>
</file>

<file path=ppt/media/f42393.txt>
</file>

<file path=ppt/media/f42394.txt>
</file>

<file path=ppt/media/f42395.txt>
</file>

<file path=ppt/media/f42396.txt>
</file>

<file path=ppt/media/f42397.txt>
</file>

<file path=ppt/media/f42398.txt>
</file>

<file path=ppt/media/f42399.txt>
</file>

<file path=ppt/media/f42400.txt>
</file>

<file path=ppt/media/f42401.txt>
</file>

<file path=ppt/media/f42402.txt>
</file>

<file path=ppt/media/f42403.txt>
</file>

<file path=ppt/media/f42404.txt>
</file>

<file path=ppt/media/f42405.txt>
</file>

<file path=ppt/media/f42406.txt>
</file>

<file path=ppt/media/f42407.txt>
</file>

<file path=ppt/media/f42408.txt>
</file>

<file path=ppt/media/f42409.txt>
</file>

<file path=ppt/media/f42410.txt>
</file>

<file path=ppt/media/f42411.txt>
</file>

<file path=ppt/media/f42412.txt>
</file>

<file path=ppt/media/f42413.txt>
</file>

<file path=ppt/media/f42414.txt>
</file>

<file path=ppt/media/f42415.txt>
</file>

<file path=ppt/media/f42416.txt>
</file>

<file path=ppt/media/f42417.txt>
</file>

<file path=ppt/media/f42418.txt>
</file>

<file path=ppt/media/f42419.txt>
</file>

<file path=ppt/media/f42420.txt>
</file>

<file path=ppt/media/f42421.txt>
</file>

<file path=ppt/media/f42422.txt>
</file>

<file path=ppt/media/f42423.txt>
</file>

<file path=ppt/media/f42424.txt>
</file>

<file path=ppt/media/f42425.txt>
</file>

<file path=ppt/media/f42426.txt>
</file>

<file path=ppt/media/f42427.txt>
</file>

<file path=ppt/media/f42428.txt>
</file>

<file path=ppt/media/f42429.txt>
</file>

<file path=ppt/media/f42430.txt>
</file>

<file path=ppt/media/f42431.txt>
</file>

<file path=ppt/media/f42432.txt>
</file>

<file path=ppt/media/f42433.txt>
</file>

<file path=ppt/media/f42434.txt>
</file>

<file path=ppt/media/f42435.txt>
</file>

<file path=ppt/media/f42436.txt>
</file>

<file path=ppt/media/f42437.txt>
</file>

<file path=ppt/media/f42438.txt>
</file>

<file path=ppt/media/f42439.txt>
</file>

<file path=ppt/media/f42440.txt>
</file>

<file path=ppt/media/f42441.txt>
</file>

<file path=ppt/media/f42442.txt>
</file>

<file path=ppt/media/f42443.txt>
</file>

<file path=ppt/media/f42444.txt>
</file>

<file path=ppt/media/f42445.txt>
</file>

<file path=ppt/media/f42446.txt>
</file>

<file path=ppt/media/f42447.txt>
</file>

<file path=ppt/media/f42448.txt>
</file>

<file path=ppt/media/f42449.txt>
</file>

<file path=ppt/media/f42450.txt>
</file>

<file path=ppt/media/f42451.txt>
</file>

<file path=ppt/media/f42452.txt>
</file>

<file path=ppt/media/f42453.txt>
</file>

<file path=ppt/media/f42454.txt>
</file>

<file path=ppt/media/f42455.txt>
</file>

<file path=ppt/media/f42456.txt>
</file>

<file path=ppt/media/f42457.txt>
</file>

<file path=ppt/media/f42458.txt>
</file>

<file path=ppt/media/f42459.txt>
</file>

<file path=ppt/media/f42460.txt>
</file>

<file path=ppt/media/f42461.txt>
</file>

<file path=ppt/media/f42462.txt>
</file>

<file path=ppt/media/f42463.txt>
</file>

<file path=ppt/media/f42464.txt>
</file>

<file path=ppt/media/f42465.txt>
</file>

<file path=ppt/media/f42466.txt>
</file>

<file path=ppt/media/f42467.txt>
</file>

<file path=ppt/media/f42468.txt>
</file>

<file path=ppt/media/f42469.txt>
</file>

<file path=ppt/media/f42470.txt>
</file>

<file path=ppt/media/f42471.txt>
</file>

<file path=ppt/media/f42472.txt>
</file>

<file path=ppt/media/f42473.txt>
</file>

<file path=ppt/media/f42474.txt>
</file>

<file path=ppt/media/f42475.txt>
</file>

<file path=ppt/media/f42476.txt>
</file>

<file path=ppt/media/f42477.txt>
</file>

<file path=ppt/media/f42478.txt>
</file>

<file path=ppt/media/f42479.txt>
</file>

<file path=ppt/media/f42480.txt>
</file>

<file path=ppt/media/f42481.txt>
</file>

<file path=ppt/media/f42482.txt>
</file>

<file path=ppt/media/f42483.txt>
</file>

<file path=ppt/media/f42484.txt>
</file>

<file path=ppt/media/f42485.txt>
</file>

<file path=ppt/media/f42486.txt>
</file>

<file path=ppt/media/f42487.txt>
</file>

<file path=ppt/media/f42488.txt>
</file>

<file path=ppt/media/f42489.txt>
</file>

<file path=ppt/media/f42490.txt>
</file>

<file path=ppt/media/f42491.txt>
</file>

<file path=ppt/media/f42492.txt>
</file>

<file path=ppt/media/f42493.txt>
</file>

<file path=ppt/media/f42494.txt>
</file>

<file path=ppt/media/f42495.txt>
</file>

<file path=ppt/media/f42496.txt>
</file>

<file path=ppt/media/f42497.txt>
</file>

<file path=ppt/media/f42498.txt>
</file>

<file path=ppt/media/f42499.txt>
</file>

<file path=ppt/media/f42500.txt>
</file>

<file path=ppt/media/f42501.txt>
</file>

<file path=ppt/media/f42502.txt>
</file>

<file path=ppt/media/f42503.txt>
</file>

<file path=ppt/media/f42504.txt>
</file>

<file path=ppt/media/f42505.txt>
</file>

<file path=ppt/media/f42506.txt>
</file>

<file path=ppt/media/f42507.txt>
</file>

<file path=ppt/media/f42508.txt>
</file>

<file path=ppt/media/f42509.txt>
</file>

<file path=ppt/media/f42510.txt>
</file>

<file path=ppt/media/f42511.txt>
</file>

<file path=ppt/media/f42512.txt>
</file>

<file path=ppt/media/f42513.txt>
</file>

<file path=ppt/media/f42514.txt>
</file>

<file path=ppt/media/f42515.txt>
</file>

<file path=ppt/media/f42516.txt>
</file>

<file path=ppt/media/f42517.txt>
</file>

<file path=ppt/media/f42518.txt>
</file>

<file path=ppt/media/f42519.txt>
</file>

<file path=ppt/media/f42520.txt>
</file>

<file path=ppt/media/f42521.txt>
</file>

<file path=ppt/media/f42522.txt>
</file>

<file path=ppt/media/f42523.txt>
</file>

<file path=ppt/media/f42524.txt>
</file>

<file path=ppt/media/f42525.txt>
</file>

<file path=ppt/media/f42526.txt>
</file>

<file path=ppt/media/f42527.txt>
</file>

<file path=ppt/media/f42528.txt>
</file>

<file path=ppt/media/f42529.txt>
</file>

<file path=ppt/media/f42530.txt>
</file>

<file path=ppt/media/f42531.txt>
</file>

<file path=ppt/media/f42532.txt>
</file>

<file path=ppt/media/f42533.txt>
</file>

<file path=ppt/media/f42534.txt>
</file>

<file path=ppt/media/f42535.txt>
</file>

<file path=ppt/media/f42536.txt>
</file>

<file path=ppt/media/f42537.txt>
</file>

<file path=ppt/media/f42538.txt>
</file>

<file path=ppt/media/f42539.txt>
</file>

<file path=ppt/media/f42540.txt>
</file>

<file path=ppt/media/f42541.txt>
</file>

<file path=ppt/media/f42542.txt>
</file>

<file path=ppt/media/f42543.txt>
</file>

<file path=ppt/media/f42544.txt>
</file>

<file path=ppt/media/f42545.txt>
</file>

<file path=ppt/media/f42546.txt>
</file>

<file path=ppt/media/f42547.txt>
</file>

<file path=ppt/media/f42548.txt>
</file>

<file path=ppt/media/f42549.txt>
</file>

<file path=ppt/media/f42550.txt>
</file>

<file path=ppt/media/f42551.txt>
</file>

<file path=ppt/media/f42552.txt>
</file>

<file path=ppt/media/f42553.txt>
</file>

<file path=ppt/media/f42554.txt>
</file>

<file path=ppt/media/f42555.txt>
</file>

<file path=ppt/media/f42556.txt>
</file>

<file path=ppt/media/f42557.txt>
</file>

<file path=ppt/media/f42558.txt>
</file>

<file path=ppt/media/f42559.txt>
</file>

<file path=ppt/media/f42560.txt>
</file>

<file path=ppt/media/f42561.txt>
</file>

<file path=ppt/media/f42562.txt>
</file>

<file path=ppt/media/f42563.txt>
</file>

<file path=ppt/media/f42564.txt>
</file>

<file path=ppt/media/f42565.txt>
</file>

<file path=ppt/media/f42566.txt>
</file>

<file path=ppt/media/f42567.txt>
</file>

<file path=ppt/media/f42568.txt>
</file>

<file path=ppt/media/f42569.txt>
</file>

<file path=ppt/media/f42570.txt>
</file>

<file path=ppt/media/f42571.txt>
</file>

<file path=ppt/media/f42572.txt>
</file>

<file path=ppt/media/f42573.txt>
</file>

<file path=ppt/media/f42574.txt>
</file>

<file path=ppt/media/f42575.txt>
</file>

<file path=ppt/media/f42576.txt>
</file>

<file path=ppt/media/f42577.txt>
</file>

<file path=ppt/media/f42578.txt>
</file>

<file path=ppt/media/f42579.txt>
</file>

<file path=ppt/media/f42580.txt>
</file>

<file path=ppt/media/f42581.txt>
</file>

<file path=ppt/media/f42582.txt>
</file>

<file path=ppt/media/f42583.txt>
</file>

<file path=ppt/media/f42584.txt>
</file>

<file path=ppt/media/f42585.txt>
</file>

<file path=ppt/media/f42586.txt>
</file>

<file path=ppt/media/f42587.txt>
</file>

<file path=ppt/media/f42588.txt>
</file>

<file path=ppt/media/f42589.txt>
</file>

<file path=ppt/media/f42590.txt>
</file>

<file path=ppt/media/f42591.txt>
</file>

<file path=ppt/media/f42592.txt>
</file>

<file path=ppt/media/f42593.txt>
</file>

<file path=ppt/media/f42594.txt>
</file>

<file path=ppt/media/f42595.txt>
</file>

<file path=ppt/media/f42596.txt>
</file>

<file path=ppt/media/f42597.txt>
</file>

<file path=ppt/media/f42598.txt>
</file>

<file path=ppt/media/f42599.txt>
</file>

<file path=ppt/media/f42600.txt>
</file>

<file path=ppt/media/f42601.txt>
</file>

<file path=ppt/media/f42602.txt>
</file>

<file path=ppt/media/f42603.txt>
</file>

<file path=ppt/media/f42604.txt>
</file>

<file path=ppt/media/f42605.txt>
</file>

<file path=ppt/media/f42606.txt>
</file>

<file path=ppt/media/f42607.txt>
</file>

<file path=ppt/media/f42608.txt>
</file>

<file path=ppt/media/f42609.txt>
</file>

<file path=ppt/media/f42610.txt>
</file>

<file path=ppt/media/f42611.txt>
</file>

<file path=ppt/media/f42612.txt>
</file>

<file path=ppt/media/f42613.txt>
</file>

<file path=ppt/media/f42614.txt>
</file>

<file path=ppt/media/f42615.txt>
</file>

<file path=ppt/media/f42616.txt>
</file>

<file path=ppt/media/f42617.txt>
</file>

<file path=ppt/media/f42618.txt>
</file>

<file path=ppt/media/f42619.txt>
</file>

<file path=ppt/media/f42620.txt>
</file>

<file path=ppt/media/f42621.txt>
</file>

<file path=ppt/media/f42622.txt>
</file>

<file path=ppt/media/f42623.txt>
</file>

<file path=ppt/media/f42624.txt>
</file>

<file path=ppt/media/f42625.txt>
</file>

<file path=ppt/media/f42626.txt>
</file>

<file path=ppt/media/f42627.txt>
</file>

<file path=ppt/media/f42628.txt>
</file>

<file path=ppt/media/f42629.txt>
</file>

<file path=ppt/media/f42630.txt>
</file>

<file path=ppt/media/f42631.txt>
</file>

<file path=ppt/media/f42632.txt>
</file>

<file path=ppt/media/f42633.txt>
</file>

<file path=ppt/media/f42634.txt>
</file>

<file path=ppt/media/f42635.txt>
</file>

<file path=ppt/media/f42636.txt>
</file>

<file path=ppt/media/f42637.txt>
</file>

<file path=ppt/media/f42638.txt>
</file>

<file path=ppt/media/f42639.txt>
</file>

<file path=ppt/media/f42640.txt>
</file>

<file path=ppt/media/f42641.txt>
</file>

<file path=ppt/media/f42642.txt>
</file>

<file path=ppt/media/f42643.txt>
</file>

<file path=ppt/media/f42644.txt>
</file>

<file path=ppt/media/f42645.txt>
</file>

<file path=ppt/media/f42646.txt>
</file>

<file path=ppt/media/f42647.txt>
</file>

<file path=ppt/media/f42648.txt>
</file>

<file path=ppt/media/f42649.txt>
</file>

<file path=ppt/media/f42650.txt>
</file>

<file path=ppt/media/f42651.txt>
</file>

<file path=ppt/media/f42652.txt>
</file>

<file path=ppt/media/f42653.txt>
</file>

<file path=ppt/media/f42654.txt>
</file>

<file path=ppt/media/f42655.txt>
</file>

<file path=ppt/media/f42656.txt>
</file>

<file path=ppt/media/f42657.txt>
</file>

<file path=ppt/media/f42658.txt>
</file>

<file path=ppt/media/f42659.txt>
</file>

<file path=ppt/media/f42660.txt>
</file>

<file path=ppt/media/f42661.txt>
</file>

<file path=ppt/media/f42662.txt>
</file>

<file path=ppt/media/f42663.txt>
</file>

<file path=ppt/media/f42664.txt>
</file>

<file path=ppt/media/f42665.txt>
</file>

<file path=ppt/media/f42666.txt>
</file>

<file path=ppt/media/f42667.txt>
</file>

<file path=ppt/media/f42668.txt>
</file>

<file path=ppt/media/f42669.txt>
</file>

<file path=ppt/media/f42670.txt>
</file>

<file path=ppt/media/f42671.txt>
</file>

<file path=ppt/media/f42672.txt>
</file>

<file path=ppt/media/f42673.txt>
</file>

<file path=ppt/media/f42674.txt>
</file>

<file path=ppt/media/f42675.txt>
</file>

<file path=ppt/media/f42676.txt>
</file>

<file path=ppt/media/f42677.txt>
</file>

<file path=ppt/media/f42678.txt>
</file>

<file path=ppt/media/f42679.txt>
</file>

<file path=ppt/media/f42680.txt>
</file>

<file path=ppt/media/f42681.txt>
</file>

<file path=ppt/media/f42682.txt>
</file>

<file path=ppt/media/f42683.txt>
</file>

<file path=ppt/media/f42684.txt>
</file>

<file path=ppt/media/f42685.txt>
</file>

<file path=ppt/media/f42686.txt>
</file>

<file path=ppt/media/f42687.txt>
</file>

<file path=ppt/media/f42688.txt>
</file>

<file path=ppt/media/f42689.txt>
</file>

<file path=ppt/media/f42690.txt>
</file>

<file path=ppt/media/f42691.txt>
</file>

<file path=ppt/media/f42692.txt>
</file>

<file path=ppt/media/f42693.txt>
</file>

<file path=ppt/media/f42694.txt>
</file>

<file path=ppt/media/f42695.txt>
</file>

<file path=ppt/media/f42696.txt>
</file>

<file path=ppt/media/f42697.txt>
</file>

<file path=ppt/media/f42698.txt>
</file>

<file path=ppt/media/f42699.txt>
</file>

<file path=ppt/media/f42700.txt>
</file>

<file path=ppt/media/f42701.txt>
</file>

<file path=ppt/media/f42702.txt>
</file>

<file path=ppt/media/f42703.txt>
</file>

<file path=ppt/media/f42704.txt>
</file>

<file path=ppt/media/f42705.txt>
</file>

<file path=ppt/media/f42706.txt>
</file>

<file path=ppt/media/f42707.txt>
</file>

<file path=ppt/media/f42708.txt>
</file>

<file path=ppt/media/f42709.txt>
</file>

<file path=ppt/media/f42710.txt>
</file>

<file path=ppt/media/f42711.txt>
</file>

<file path=ppt/media/f42712.txt>
</file>

<file path=ppt/media/f42713.txt>
</file>

<file path=ppt/media/f42714.txt>
</file>

<file path=ppt/media/f42715.txt>
</file>

<file path=ppt/media/f42716.txt>
</file>

<file path=ppt/media/f42717.txt>
</file>

<file path=ppt/media/f42718.txt>
</file>

<file path=ppt/media/f42719.txt>
</file>

<file path=ppt/media/f42720.txt>
</file>

<file path=ppt/media/f42721.txt>
</file>

<file path=ppt/media/f42722.txt>
</file>

<file path=ppt/media/f42723.txt>
</file>

<file path=ppt/media/f42724.txt>
</file>

<file path=ppt/media/f42725.txt>
</file>

<file path=ppt/media/f42726.txt>
</file>

<file path=ppt/media/f42727.txt>
</file>

<file path=ppt/media/f42728.txt>
</file>

<file path=ppt/media/f42729.txt>
</file>

<file path=ppt/media/f42730.txt>
</file>

<file path=ppt/media/f42731.txt>
</file>

<file path=ppt/media/f42732.txt>
</file>

<file path=ppt/media/f42733.txt>
</file>

<file path=ppt/media/f42734.txt>
</file>

<file path=ppt/media/f42735.txt>
</file>

<file path=ppt/media/f42736.txt>
</file>

<file path=ppt/media/f42737.txt>
</file>

<file path=ppt/media/f42738.txt>
</file>

<file path=ppt/media/f42739.txt>
</file>

<file path=ppt/media/f42740.txt>
</file>

<file path=ppt/media/f42741.txt>
</file>

<file path=ppt/media/f42742.txt>
</file>

<file path=ppt/media/f42743.txt>
</file>

<file path=ppt/media/f42744.txt>
</file>

<file path=ppt/media/f42745.txt>
</file>

<file path=ppt/media/f42746.txt>
</file>

<file path=ppt/media/f42747.txt>
</file>

<file path=ppt/media/f42748.txt>
</file>

<file path=ppt/media/f42749.txt>
</file>

<file path=ppt/media/f42750.txt>
</file>

<file path=ppt/media/f42751.txt>
</file>

<file path=ppt/media/f42752.txt>
</file>

<file path=ppt/media/f42753.txt>
</file>

<file path=ppt/media/f42754.txt>
</file>

<file path=ppt/media/f42755.txt>
</file>

<file path=ppt/media/f42756.txt>
</file>

<file path=ppt/media/f42757.txt>
</file>

<file path=ppt/media/f42758.txt>
</file>

<file path=ppt/media/f42759.txt>
</file>

<file path=ppt/media/f42760.txt>
</file>

<file path=ppt/media/f42761.txt>
</file>

<file path=ppt/media/f42762.txt>
</file>

<file path=ppt/media/f42763.txt>
</file>

<file path=ppt/media/f42764.txt>
</file>

<file path=ppt/media/f42765.txt>
</file>

<file path=ppt/media/f42766.txt>
</file>

<file path=ppt/media/f42767.txt>
</file>

<file path=ppt/media/f42768.txt>
</file>

<file path=ppt/media/f42769.txt>
</file>

<file path=ppt/media/f42770.txt>
</file>

<file path=ppt/media/f42771.txt>
</file>

<file path=ppt/media/f42772.txt>
</file>

<file path=ppt/media/f42773.txt>
</file>

<file path=ppt/media/f42774.txt>
</file>

<file path=ppt/media/f42775.txt>
</file>

<file path=ppt/media/f42776.txt>
</file>

<file path=ppt/media/f42777.txt>
</file>

<file path=ppt/media/f42778.txt>
</file>

<file path=ppt/media/f42779.txt>
</file>

<file path=ppt/media/f42780.txt>
</file>

<file path=ppt/media/f42781.txt>
</file>

<file path=ppt/media/f42782.txt>
</file>

<file path=ppt/media/f42783.txt>
</file>

<file path=ppt/media/f42784.txt>
</file>

<file path=ppt/media/f42785.txt>
</file>

<file path=ppt/media/f42786.txt>
</file>

<file path=ppt/media/f42787.txt>
</file>

<file path=ppt/media/f42788.txt>
</file>

<file path=ppt/media/f42789.txt>
</file>

<file path=ppt/media/f42790.txt>
</file>

<file path=ppt/media/f42791.txt>
</file>

<file path=ppt/media/f42792.txt>
</file>

<file path=ppt/media/f42793.txt>
</file>

<file path=ppt/media/f42794.txt>
</file>

<file path=ppt/media/f42795.txt>
</file>

<file path=ppt/media/f42796.txt>
</file>

<file path=ppt/media/f42797.txt>
</file>

<file path=ppt/media/f42798.txt>
</file>

<file path=ppt/media/f42799.txt>
</file>

<file path=ppt/media/f42800.txt>
</file>

<file path=ppt/media/f42801.txt>
</file>

<file path=ppt/media/f42802.txt>
</file>

<file path=ppt/media/f42803.txt>
</file>

<file path=ppt/media/f42804.txt>
</file>

<file path=ppt/media/f42805.txt>
</file>

<file path=ppt/media/f42806.txt>
</file>

<file path=ppt/media/f42807.txt>
</file>

<file path=ppt/media/f42808.txt>
</file>

<file path=ppt/media/f42809.txt>
</file>

<file path=ppt/media/f42810.txt>
</file>

<file path=ppt/media/f42811.txt>
</file>

<file path=ppt/media/f42812.txt>
</file>

<file path=ppt/media/f42813.txt>
</file>

<file path=ppt/media/f42814.txt>
</file>

<file path=ppt/media/f42815.txt>
</file>

<file path=ppt/media/f42816.txt>
</file>

<file path=ppt/media/f42817.txt>
</file>

<file path=ppt/media/f42818.txt>
</file>

<file path=ppt/media/f42819.txt>
</file>

<file path=ppt/media/f42820.txt>
</file>

<file path=ppt/media/f42821.txt>
</file>

<file path=ppt/media/f42822.txt>
</file>

<file path=ppt/media/f42823.txt>
</file>

<file path=ppt/media/f42824.txt>
</file>

<file path=ppt/media/f42825.txt>
</file>

<file path=ppt/media/f42826.txt>
</file>

<file path=ppt/media/f42827.txt>
</file>

<file path=ppt/media/f42828.txt>
</file>

<file path=ppt/media/f42829.txt>
</file>

<file path=ppt/media/f42830.txt>
</file>

<file path=ppt/media/f42831.txt>
</file>

<file path=ppt/media/f42832.txt>
</file>

<file path=ppt/media/f42833.txt>
</file>

<file path=ppt/media/f42834.txt>
</file>

<file path=ppt/media/f42835.txt>
</file>

<file path=ppt/media/f42836.txt>
</file>

<file path=ppt/media/f42837.txt>
</file>

<file path=ppt/media/f42838.txt>
</file>

<file path=ppt/media/f42839.txt>
</file>

<file path=ppt/media/f42840.txt>
</file>

<file path=ppt/media/f42841.txt>
</file>

<file path=ppt/media/f42842.txt>
</file>

<file path=ppt/media/f42843.txt>
</file>

<file path=ppt/media/f42844.txt>
</file>

<file path=ppt/media/f42845.txt>
</file>

<file path=ppt/media/f42846.txt>
</file>

<file path=ppt/media/f42847.txt>
</file>

<file path=ppt/media/f42848.txt>
</file>

<file path=ppt/media/f42849.txt>
</file>

<file path=ppt/media/f42850.txt>
</file>

<file path=ppt/media/f42851.txt>
</file>

<file path=ppt/media/f42852.txt>
</file>

<file path=ppt/media/f42853.txt>
</file>

<file path=ppt/media/f42854.txt>
</file>

<file path=ppt/media/f42855.txt>
</file>

<file path=ppt/media/f42856.txt>
</file>

<file path=ppt/media/f42857.txt>
</file>

<file path=ppt/media/f42858.txt>
</file>

<file path=ppt/media/f42859.txt>
</file>

<file path=ppt/media/f42860.txt>
</file>

<file path=ppt/media/f42861.txt>
</file>

<file path=ppt/media/f42862.txt>
</file>

<file path=ppt/media/f42863.txt>
</file>

<file path=ppt/media/f42864.txt>
</file>

<file path=ppt/media/f42865.txt>
</file>

<file path=ppt/media/f42866.txt>
</file>

<file path=ppt/media/f42867.txt>
</file>

<file path=ppt/media/f42868.txt>
</file>

<file path=ppt/media/f42869.txt>
</file>

<file path=ppt/media/f42870.txt>
</file>

<file path=ppt/media/f42871.txt>
</file>

<file path=ppt/media/f42872.txt>
</file>

<file path=ppt/media/f42873.txt>
</file>

<file path=ppt/media/f42874.txt>
</file>

<file path=ppt/media/f42875.txt>
</file>

<file path=ppt/media/f42876.txt>
</file>

<file path=ppt/media/f42877.txt>
</file>

<file path=ppt/media/f42878.txt>
</file>

<file path=ppt/media/f42879.txt>
</file>

<file path=ppt/media/f42880.txt>
</file>

<file path=ppt/media/f42881.txt>
</file>

<file path=ppt/media/f42882.txt>
</file>

<file path=ppt/media/f42883.txt>
</file>

<file path=ppt/media/f42884.txt>
</file>

<file path=ppt/media/f42885.txt>
</file>

<file path=ppt/media/f42886.txt>
</file>

<file path=ppt/media/f42887.txt>
</file>

<file path=ppt/media/f42888.txt>
</file>

<file path=ppt/media/f42889.txt>
</file>

<file path=ppt/media/f42890.txt>
</file>

<file path=ppt/media/f42891.txt>
</file>

<file path=ppt/media/f42892.txt>
</file>

<file path=ppt/media/f42893.txt>
</file>

<file path=ppt/media/f42894.txt>
</file>

<file path=ppt/media/f42895.txt>
</file>

<file path=ppt/media/f42896.txt>
</file>

<file path=ppt/media/f42897.txt>
</file>

<file path=ppt/media/f42898.txt>
</file>

<file path=ppt/media/f42899.txt>
</file>

<file path=ppt/media/f42900.txt>
</file>

<file path=ppt/media/f42901.txt>
</file>

<file path=ppt/media/f42902.txt>
</file>

<file path=ppt/media/f42903.txt>
</file>

<file path=ppt/media/f42904.txt>
</file>

<file path=ppt/media/f42905.txt>
</file>

<file path=ppt/media/f42906.txt>
</file>

<file path=ppt/media/f42907.txt>
</file>

<file path=ppt/media/f42908.txt>
</file>

<file path=ppt/media/f42909.txt>
</file>

<file path=ppt/media/f42910.txt>
</file>

<file path=ppt/media/f42911.txt>
</file>

<file path=ppt/media/f42912.txt>
</file>

<file path=ppt/media/f42913.txt>
</file>

<file path=ppt/media/f42914.txt>
</file>

<file path=ppt/media/f42915.txt>
</file>

<file path=ppt/media/f42916.txt>
</file>

<file path=ppt/media/f42917.txt>
</file>

<file path=ppt/media/f42918.txt>
</file>

<file path=ppt/media/f42919.txt>
</file>

<file path=ppt/media/f42920.txt>
</file>

<file path=ppt/media/f42921.txt>
</file>

<file path=ppt/media/f42922.txt>
</file>

<file path=ppt/media/f42923.txt>
</file>

<file path=ppt/media/f42924.txt>
</file>

<file path=ppt/media/f42925.txt>
</file>

<file path=ppt/media/f42926.txt>
</file>

<file path=ppt/media/f42927.txt>
</file>

<file path=ppt/media/f42928.txt>
</file>

<file path=ppt/media/f42929.txt>
</file>

<file path=ppt/media/f42930.txt>
</file>

<file path=ppt/media/f42931.txt>
</file>

<file path=ppt/media/f42932.txt>
</file>

<file path=ppt/media/f42933.txt>
</file>

<file path=ppt/media/f42934.txt>
</file>

<file path=ppt/media/f42935.txt>
</file>

<file path=ppt/media/f42936.txt>
</file>

<file path=ppt/media/f42937.txt>
</file>

<file path=ppt/media/f42938.txt>
</file>

<file path=ppt/media/f42939.txt>
</file>

<file path=ppt/media/f42940.txt>
</file>

<file path=ppt/media/f42941.txt>
</file>

<file path=ppt/media/f42942.txt>
</file>

<file path=ppt/media/f42943.txt>
</file>

<file path=ppt/media/f42944.txt>
</file>

<file path=ppt/media/f42945.txt>
</file>

<file path=ppt/media/f42946.txt>
</file>

<file path=ppt/media/f42947.txt>
</file>

<file path=ppt/media/f42948.txt>
</file>

<file path=ppt/media/f42949.txt>
</file>

<file path=ppt/media/f42950.txt>
</file>

<file path=ppt/media/f42951.txt>
</file>

<file path=ppt/media/f42952.txt>
</file>

<file path=ppt/media/f42953.txt>
</file>

<file path=ppt/media/f42954.txt>
</file>

<file path=ppt/media/f42955.txt>
</file>

<file path=ppt/media/f42956.txt>
</file>

<file path=ppt/media/f42957.txt>
</file>

<file path=ppt/media/f42958.txt>
</file>

<file path=ppt/media/f42959.txt>
</file>

<file path=ppt/media/f42960.txt>
</file>

<file path=ppt/media/f42961.txt>
</file>

<file path=ppt/media/f42962.txt>
</file>

<file path=ppt/media/f42963.txt>
</file>

<file path=ppt/media/f42964.txt>
</file>

<file path=ppt/media/f42965.txt>
</file>

<file path=ppt/media/f42966.txt>
</file>

<file path=ppt/media/f42967.txt>
</file>

<file path=ppt/media/f42968.txt>
</file>

<file path=ppt/media/f42969.txt>
</file>

<file path=ppt/media/f42970.txt>
</file>

<file path=ppt/media/f42971.txt>
</file>

<file path=ppt/media/f42972.txt>
</file>

<file path=ppt/media/f42973.txt>
</file>

<file path=ppt/media/f42974.txt>
</file>

<file path=ppt/media/f42975.txt>
</file>

<file path=ppt/media/f42976.txt>
</file>

<file path=ppt/media/f42977.txt>
</file>

<file path=ppt/media/f42978.txt>
</file>

<file path=ppt/media/f42979.txt>
</file>

<file path=ppt/media/f42980.txt>
</file>

<file path=ppt/media/f42981.txt>
</file>

<file path=ppt/media/f42982.txt>
</file>

<file path=ppt/media/f42983.txt>
</file>

<file path=ppt/media/f42984.txt>
</file>

<file path=ppt/media/f42985.txt>
</file>

<file path=ppt/media/f42986.txt>
</file>

<file path=ppt/media/f42987.txt>
</file>

<file path=ppt/media/f42988.txt>
</file>

<file path=ppt/media/f42989.txt>
</file>

<file path=ppt/media/f42990.txt>
</file>

<file path=ppt/media/f42991.txt>
</file>

<file path=ppt/media/f42992.txt>
</file>

<file path=ppt/media/f42993.txt>
</file>

<file path=ppt/media/f42994.txt>
</file>

<file path=ppt/media/f42995.txt>
</file>

<file path=ppt/media/f42996.txt>
</file>

<file path=ppt/media/f42997.txt>
</file>

<file path=ppt/media/f42998.txt>
</file>

<file path=ppt/media/f42999.txt>
</file>

<file path=ppt/media/f43000.txt>
</file>

<file path=ppt/media/f43001.txt>
</file>

<file path=ppt/media/f43002.txt>
</file>

<file path=ppt/media/f43003.txt>
</file>

<file path=ppt/media/f43004.txt>
</file>

<file path=ppt/media/f43005.txt>
</file>

<file path=ppt/media/f43006.txt>
</file>

<file path=ppt/media/f43007.txt>
</file>

<file path=ppt/media/f43008.txt>
</file>

<file path=ppt/media/f43009.txt>
</file>

<file path=ppt/media/f43010.txt>
</file>

<file path=ppt/media/f43011.txt>
</file>

<file path=ppt/media/f43012.txt>
</file>

<file path=ppt/media/f43013.txt>
</file>

<file path=ppt/media/f43014.txt>
</file>

<file path=ppt/media/f43015.txt>
</file>

<file path=ppt/media/f43016.txt>
</file>

<file path=ppt/media/f43017.txt>
</file>

<file path=ppt/media/f43018.txt>
</file>

<file path=ppt/media/f43019.txt>
</file>

<file path=ppt/media/f43020.txt>
</file>

<file path=ppt/media/f43021.txt>
</file>

<file path=ppt/media/f43022.txt>
</file>

<file path=ppt/media/f43023.txt>
</file>

<file path=ppt/media/f43024.txt>
</file>

<file path=ppt/media/f43025.txt>
</file>

<file path=ppt/media/f43026.txt>
</file>

<file path=ppt/media/f43027.txt>
</file>

<file path=ppt/media/f43028.txt>
</file>

<file path=ppt/media/f43029.txt>
</file>

<file path=ppt/media/f43030.txt>
</file>

<file path=ppt/media/f43031.txt>
</file>

<file path=ppt/media/f43032.txt>
</file>

<file path=ppt/media/f43033.txt>
</file>

<file path=ppt/media/f43034.txt>
</file>

<file path=ppt/media/f43035.txt>
</file>

<file path=ppt/media/f43036.txt>
</file>

<file path=ppt/media/f43037.txt>
</file>

<file path=ppt/media/f43038.txt>
</file>

<file path=ppt/media/f43039.txt>
</file>

<file path=ppt/media/f43040.txt>
</file>

<file path=ppt/media/f43041.txt>
</file>

<file path=ppt/media/f43042.txt>
</file>

<file path=ppt/media/f43043.txt>
</file>

<file path=ppt/media/f43044.txt>
</file>

<file path=ppt/media/f43045.txt>
</file>

<file path=ppt/media/f43046.txt>
</file>

<file path=ppt/media/f43047.txt>
</file>

<file path=ppt/media/f43048.txt>
</file>

<file path=ppt/media/f43049.txt>
</file>

<file path=ppt/media/f43050.txt>
</file>

<file path=ppt/media/f43051.txt>
</file>

<file path=ppt/media/f43052.txt>
</file>

<file path=ppt/media/f43053.txt>
</file>

<file path=ppt/media/f43054.txt>
</file>

<file path=ppt/media/f43055.txt>
</file>

<file path=ppt/media/f43056.txt>
</file>

<file path=ppt/media/f43057.txt>
</file>

<file path=ppt/media/f43058.txt>
</file>

<file path=ppt/media/f43059.txt>
</file>

<file path=ppt/media/f43060.txt>
</file>

<file path=ppt/media/f43061.txt>
</file>

<file path=ppt/media/f43062.txt>
</file>

<file path=ppt/media/f43063.txt>
</file>

<file path=ppt/media/f43064.txt>
</file>

<file path=ppt/media/f43065.txt>
</file>

<file path=ppt/media/f43066.txt>
</file>

<file path=ppt/media/f43067.txt>
</file>

<file path=ppt/media/f43068.txt>
</file>

<file path=ppt/media/f43069.txt>
</file>

<file path=ppt/media/f43070.txt>
</file>

<file path=ppt/media/f43071.txt>
</file>

<file path=ppt/media/f43072.txt>
</file>

<file path=ppt/media/f43073.txt>
</file>

<file path=ppt/media/f43074.txt>
</file>

<file path=ppt/media/f43075.txt>
</file>

<file path=ppt/media/f43076.txt>
</file>

<file path=ppt/media/f43077.txt>
</file>

<file path=ppt/media/f43078.txt>
</file>

<file path=ppt/media/f43079.txt>
</file>

<file path=ppt/media/f43080.txt>
</file>

<file path=ppt/media/f43081.txt>
</file>

<file path=ppt/media/f43082.txt>
</file>

<file path=ppt/media/f43083.txt>
</file>

<file path=ppt/media/f43084.txt>
</file>

<file path=ppt/media/f43085.txt>
</file>

<file path=ppt/media/f43086.txt>
</file>

<file path=ppt/media/f43087.txt>
</file>

<file path=ppt/media/f43088.txt>
</file>

<file path=ppt/media/f43089.txt>
</file>

<file path=ppt/media/f43090.txt>
</file>

<file path=ppt/media/f43091.txt>
</file>

<file path=ppt/media/f43092.txt>
</file>

<file path=ppt/media/f43093.txt>
</file>

<file path=ppt/media/f43094.txt>
</file>

<file path=ppt/media/f43095.txt>
</file>

<file path=ppt/media/f43096.txt>
</file>

<file path=ppt/media/f43097.txt>
</file>

<file path=ppt/media/f43098.txt>
</file>

<file path=ppt/media/f43099.txt>
</file>

<file path=ppt/media/f43100.txt>
</file>

<file path=ppt/media/f43101.txt>
</file>

<file path=ppt/media/f43102.txt>
</file>

<file path=ppt/media/f43103.txt>
</file>

<file path=ppt/media/f43104.txt>
</file>

<file path=ppt/media/f43105.txt>
</file>

<file path=ppt/media/f43106.txt>
</file>

<file path=ppt/media/f43107.txt>
</file>

<file path=ppt/media/f43108.txt>
</file>

<file path=ppt/media/f43109.txt>
</file>

<file path=ppt/media/f43110.txt>
</file>

<file path=ppt/media/f43111.txt>
</file>

<file path=ppt/media/f43112.txt>
</file>

<file path=ppt/media/f43113.txt>
</file>

<file path=ppt/media/f43114.txt>
</file>

<file path=ppt/media/f43115.txt>
</file>

<file path=ppt/media/f43116.txt>
</file>

<file path=ppt/media/f43117.txt>
</file>

<file path=ppt/media/f43118.txt>
</file>

<file path=ppt/media/f43119.txt>
</file>

<file path=ppt/media/f43120.txt>
</file>

<file path=ppt/media/f43121.txt>
</file>

<file path=ppt/media/f43122.txt>
</file>

<file path=ppt/media/f43123.txt>
</file>

<file path=ppt/media/f43124.txt>
</file>

<file path=ppt/media/f43125.txt>
</file>

<file path=ppt/media/f43126.txt>
</file>

<file path=ppt/media/f43127.txt>
</file>

<file path=ppt/media/f43128.txt>
</file>

<file path=ppt/media/f43129.txt>
</file>

<file path=ppt/media/f43130.txt>
</file>

<file path=ppt/media/f43131.txt>
</file>

<file path=ppt/media/f43132.txt>
</file>

<file path=ppt/media/f43133.txt>
</file>

<file path=ppt/media/f43134.txt>
</file>

<file path=ppt/media/f43135.txt>
</file>

<file path=ppt/media/f43136.txt>
</file>

<file path=ppt/media/f43137.txt>
</file>

<file path=ppt/media/f43138.txt>
</file>

<file path=ppt/media/f43139.txt>
</file>

<file path=ppt/media/f43140.txt>
</file>

<file path=ppt/media/f43141.txt>
</file>

<file path=ppt/media/f43142.txt>
</file>

<file path=ppt/media/f43143.txt>
</file>

<file path=ppt/media/f43144.txt>
</file>

<file path=ppt/media/f43145.txt>
</file>

<file path=ppt/media/f43146.txt>
</file>

<file path=ppt/media/f43147.txt>
</file>

<file path=ppt/media/f43148.txt>
</file>

<file path=ppt/media/f43149.txt>
</file>

<file path=ppt/media/f43150.txt>
</file>

<file path=ppt/media/f43151.txt>
</file>

<file path=ppt/media/f43152.txt>
</file>

<file path=ppt/media/f43153.txt>
</file>

<file path=ppt/media/f43154.txt>
</file>

<file path=ppt/media/f43155.txt>
</file>

<file path=ppt/media/f43156.txt>
</file>

<file path=ppt/media/f43157.txt>
</file>

<file path=ppt/media/f43158.txt>
</file>

<file path=ppt/media/f43159.txt>
</file>

<file path=ppt/media/f43160.txt>
</file>

<file path=ppt/media/f43161.txt>
</file>

<file path=ppt/media/f43162.txt>
</file>

<file path=ppt/media/f43163.txt>
</file>

<file path=ppt/media/f43164.txt>
</file>

<file path=ppt/media/f43165.txt>
</file>

<file path=ppt/media/f43166.txt>
</file>

<file path=ppt/media/f43167.txt>
</file>

<file path=ppt/media/f43168.txt>
</file>

<file path=ppt/media/f43169.txt>
</file>

<file path=ppt/media/f43170.txt>
</file>

<file path=ppt/media/f43171.txt>
</file>

<file path=ppt/media/f43172.txt>
</file>

<file path=ppt/media/f43173.txt>
</file>

<file path=ppt/media/f43174.txt>
</file>

<file path=ppt/media/f43175.txt>
</file>

<file path=ppt/media/f43176.txt>
</file>

<file path=ppt/media/f43177.txt>
</file>

<file path=ppt/media/f43178.txt>
</file>

<file path=ppt/media/f43179.txt>
</file>

<file path=ppt/media/f43180.txt>
</file>

<file path=ppt/media/f43181.txt>
</file>

<file path=ppt/media/f43182.txt>
</file>

<file path=ppt/media/f43183.txt>
</file>

<file path=ppt/media/f43184.txt>
</file>

<file path=ppt/media/f43185.txt>
</file>

<file path=ppt/media/f43186.txt>
</file>

<file path=ppt/media/f43187.txt>
</file>

<file path=ppt/media/f43188.txt>
</file>

<file path=ppt/media/f43189.txt>
</file>

<file path=ppt/media/f43190.txt>
</file>

<file path=ppt/media/f43191.txt>
</file>

<file path=ppt/media/f43192.txt>
</file>

<file path=ppt/media/f43193.txt>
</file>

<file path=ppt/media/f43194.txt>
</file>

<file path=ppt/media/f43195.txt>
</file>

<file path=ppt/media/f43196.txt>
</file>

<file path=ppt/media/f43197.txt>
</file>

<file path=ppt/media/f43198.txt>
</file>

<file path=ppt/media/f43199.txt>
</file>

<file path=ppt/media/f43200.txt>
</file>

<file path=ppt/media/f43201.txt>
</file>

<file path=ppt/media/f43202.txt>
</file>

<file path=ppt/media/f43203.txt>
</file>

<file path=ppt/media/f43204.txt>
</file>

<file path=ppt/media/f43205.txt>
</file>

<file path=ppt/media/f43206.txt>
</file>

<file path=ppt/media/f43207.txt>
</file>

<file path=ppt/media/f43208.txt>
</file>

<file path=ppt/media/f43209.txt>
</file>

<file path=ppt/media/f43210.txt>
</file>

<file path=ppt/media/f43211.txt>
</file>

<file path=ppt/media/f43212.txt>
</file>

<file path=ppt/media/f43213.txt>
</file>

<file path=ppt/media/f43214.txt>
</file>

<file path=ppt/media/f43215.txt>
</file>

<file path=ppt/media/f43216.txt>
</file>

<file path=ppt/media/f43217.txt>
</file>

<file path=ppt/media/f43218.txt>
</file>

<file path=ppt/media/f43219.txt>
</file>

<file path=ppt/media/f43220.txt>
</file>

<file path=ppt/media/f43221.txt>
</file>

<file path=ppt/media/f43222.txt>
</file>

<file path=ppt/media/f43223.txt>
</file>

<file path=ppt/media/f43224.txt>
</file>

<file path=ppt/media/f43225.txt>
</file>

<file path=ppt/media/f43226.txt>
</file>

<file path=ppt/media/f43227.txt>
</file>

<file path=ppt/media/f43228.txt>
</file>

<file path=ppt/media/f43229.txt>
</file>

<file path=ppt/media/f43230.txt>
</file>

<file path=ppt/media/f43231.txt>
</file>

<file path=ppt/media/f43232.txt>
</file>

<file path=ppt/media/f43233.txt>
</file>

<file path=ppt/media/f43234.txt>
</file>

<file path=ppt/media/f43235.txt>
</file>

<file path=ppt/media/f43236.txt>
</file>

<file path=ppt/media/f43237.txt>
</file>

<file path=ppt/media/f43238.txt>
</file>

<file path=ppt/media/f43239.txt>
</file>

<file path=ppt/media/f43240.txt>
</file>

<file path=ppt/media/f43241.txt>
</file>

<file path=ppt/media/f43242.txt>
</file>

<file path=ppt/media/f43243.txt>
</file>

<file path=ppt/media/f43244.txt>
</file>

<file path=ppt/media/f43245.txt>
</file>

<file path=ppt/media/f43246.txt>
</file>

<file path=ppt/media/f43247.txt>
</file>

<file path=ppt/media/f43248.txt>
</file>

<file path=ppt/media/f43249.txt>
</file>

<file path=ppt/media/f43250.txt>
</file>

<file path=ppt/media/f43251.txt>
</file>

<file path=ppt/media/f43252.txt>
</file>

<file path=ppt/media/f43253.txt>
</file>

<file path=ppt/media/f43254.txt>
</file>

<file path=ppt/media/f43255.txt>
</file>

<file path=ppt/media/f43256.txt>
</file>

<file path=ppt/media/f43257.txt>
</file>

<file path=ppt/media/f43258.txt>
</file>

<file path=ppt/media/f43259.txt>
</file>

<file path=ppt/media/f43260.txt>
</file>

<file path=ppt/media/f43261.txt>
</file>

<file path=ppt/media/f43262.txt>
</file>

<file path=ppt/media/f43263.txt>
</file>

<file path=ppt/media/f43264.txt>
</file>

<file path=ppt/media/f43265.txt>
</file>

<file path=ppt/media/f43266.txt>
</file>

<file path=ppt/media/f43267.txt>
</file>

<file path=ppt/media/f43268.txt>
</file>

<file path=ppt/media/f43269.txt>
</file>

<file path=ppt/media/f43270.txt>
</file>

<file path=ppt/media/f43271.txt>
</file>

<file path=ppt/media/f43272.txt>
</file>

<file path=ppt/media/f43273.txt>
</file>

<file path=ppt/media/f43274.txt>
</file>

<file path=ppt/media/f43275.txt>
</file>

<file path=ppt/media/f43276.txt>
</file>

<file path=ppt/media/f43277.txt>
</file>

<file path=ppt/media/f43278.txt>
</file>

<file path=ppt/media/f43279.txt>
</file>

<file path=ppt/media/f43280.txt>
</file>

<file path=ppt/media/f43281.txt>
</file>

<file path=ppt/media/f43282.txt>
</file>

<file path=ppt/media/f43283.txt>
</file>

<file path=ppt/media/f43284.txt>
</file>

<file path=ppt/media/f43285.txt>
</file>

<file path=ppt/media/f43286.txt>
</file>

<file path=ppt/media/f43287.txt>
</file>

<file path=ppt/media/f43288.txt>
</file>

<file path=ppt/media/f43289.txt>
</file>

<file path=ppt/media/f43290.txt>
</file>

<file path=ppt/media/f43291.txt>
</file>

<file path=ppt/media/f43292.txt>
</file>

<file path=ppt/media/f43293.txt>
</file>

<file path=ppt/media/f43294.txt>
</file>

<file path=ppt/media/f43295.txt>
</file>

<file path=ppt/media/f43296.txt>
</file>

<file path=ppt/media/f43297.txt>
</file>

<file path=ppt/media/f43298.txt>
</file>

<file path=ppt/media/f43299.txt>
</file>

<file path=ppt/media/f43300.txt>
</file>

<file path=ppt/media/f43301.txt>
</file>

<file path=ppt/media/f43302.txt>
</file>

<file path=ppt/media/f43303.txt>
</file>

<file path=ppt/media/f43304.txt>
</file>

<file path=ppt/media/f43305.txt>
</file>

<file path=ppt/media/f43306.txt>
</file>

<file path=ppt/media/f43307.txt>
</file>

<file path=ppt/media/f43308.txt>
</file>

<file path=ppt/media/f43309.txt>
</file>

<file path=ppt/media/f43310.txt>
</file>

<file path=ppt/media/f43311.txt>
</file>

<file path=ppt/media/f43312.txt>
</file>

<file path=ppt/media/f43313.txt>
</file>

<file path=ppt/media/f43314.txt>
</file>

<file path=ppt/media/f43315.txt>
</file>

<file path=ppt/media/f43316.txt>
</file>

<file path=ppt/media/f43317.txt>
</file>

<file path=ppt/media/f43318.txt>
</file>

<file path=ppt/media/f43319.txt>
</file>

<file path=ppt/media/f43320.txt>
</file>

<file path=ppt/media/f43321.txt>
</file>

<file path=ppt/media/f43322.txt>
</file>

<file path=ppt/media/f43323.txt>
</file>

<file path=ppt/media/f43324.txt>
</file>

<file path=ppt/media/f43325.txt>
</file>

<file path=ppt/media/f43326.txt>
</file>

<file path=ppt/media/f43327.txt>
</file>

<file path=ppt/media/f43328.txt>
</file>

<file path=ppt/media/f43329.txt>
</file>

<file path=ppt/media/f43330.txt>
</file>

<file path=ppt/media/f43331.txt>
</file>

<file path=ppt/media/f43332.txt>
</file>

<file path=ppt/media/f43333.txt>
</file>

<file path=ppt/media/f43334.txt>
</file>

<file path=ppt/media/f43335.txt>
</file>

<file path=ppt/media/f43336.txt>
</file>

<file path=ppt/media/f43337.txt>
</file>

<file path=ppt/media/f43338.txt>
</file>

<file path=ppt/media/f43339.txt>
</file>

<file path=ppt/media/f43340.txt>
</file>

<file path=ppt/media/f43341.txt>
</file>

<file path=ppt/media/f43342.txt>
</file>

<file path=ppt/media/f43343.txt>
</file>

<file path=ppt/media/f43344.txt>
</file>

<file path=ppt/media/f43345.txt>
</file>

<file path=ppt/media/f43346.txt>
</file>

<file path=ppt/media/f43347.txt>
</file>

<file path=ppt/media/f43348.txt>
</file>

<file path=ppt/media/f43349.txt>
</file>

<file path=ppt/media/f43350.txt>
</file>

<file path=ppt/media/f43351.txt>
</file>

<file path=ppt/media/f43352.txt>
</file>

<file path=ppt/media/f43353.txt>
</file>

<file path=ppt/media/f43354.txt>
</file>

<file path=ppt/media/f43355.txt>
</file>

<file path=ppt/media/f43356.txt>
</file>

<file path=ppt/media/f43357.txt>
</file>

<file path=ppt/media/f43358.txt>
</file>

<file path=ppt/media/f43359.txt>
</file>

<file path=ppt/media/f43360.txt>
</file>

<file path=ppt/media/f43361.txt>
</file>

<file path=ppt/media/f43362.txt>
</file>

<file path=ppt/media/f43363.txt>
</file>

<file path=ppt/media/f43364.txt>
</file>

<file path=ppt/media/f43365.txt>
</file>

<file path=ppt/media/f43366.txt>
</file>

<file path=ppt/media/f43367.txt>
</file>

<file path=ppt/media/f43368.txt>
</file>

<file path=ppt/media/f43369.txt>
</file>

<file path=ppt/media/f43370.txt>
</file>

<file path=ppt/media/f43371.txt>
</file>

<file path=ppt/media/f43372.txt>
</file>

<file path=ppt/media/f43373.txt>
</file>

<file path=ppt/media/f43374.txt>
</file>

<file path=ppt/media/f43375.txt>
</file>

<file path=ppt/media/f43376.txt>
</file>

<file path=ppt/media/f43377.txt>
</file>

<file path=ppt/media/f43378.txt>
</file>

<file path=ppt/media/f43379.txt>
</file>

<file path=ppt/media/f43380.txt>
</file>

<file path=ppt/media/f43381.txt>
</file>

<file path=ppt/media/f43382.txt>
</file>

<file path=ppt/media/f43383.txt>
</file>

<file path=ppt/media/f43384.txt>
</file>

<file path=ppt/media/f43385.txt>
</file>

<file path=ppt/media/f43386.txt>
</file>

<file path=ppt/media/f43387.txt>
</file>

<file path=ppt/media/f43388.txt>
</file>

<file path=ppt/media/f43389.txt>
</file>

<file path=ppt/media/f43390.txt>
</file>

<file path=ppt/media/f43391.txt>
</file>

<file path=ppt/media/f43392.txt>
</file>

<file path=ppt/media/f43393.txt>
</file>

<file path=ppt/media/f43394.txt>
</file>

<file path=ppt/media/f43395.txt>
</file>

<file path=ppt/media/f43396.txt>
</file>

<file path=ppt/media/f43397.txt>
</file>

<file path=ppt/media/f43398.txt>
</file>

<file path=ppt/media/f43399.txt>
</file>

<file path=ppt/media/f43400.txt>
</file>

<file path=ppt/media/f43401.txt>
</file>

<file path=ppt/media/f43402.txt>
</file>

<file path=ppt/media/f43403.txt>
</file>

<file path=ppt/media/f43404.txt>
</file>

<file path=ppt/media/f43405.txt>
</file>

<file path=ppt/media/f43406.txt>
</file>

<file path=ppt/media/f43407.txt>
</file>

<file path=ppt/media/f43408.txt>
</file>

<file path=ppt/media/f43409.txt>
</file>

<file path=ppt/media/f43410.txt>
</file>

<file path=ppt/media/f43411.txt>
</file>

<file path=ppt/media/f43412.txt>
</file>

<file path=ppt/media/f43413.txt>
</file>

<file path=ppt/media/f43414.txt>
</file>

<file path=ppt/media/f43415.txt>
</file>

<file path=ppt/media/f43416.txt>
</file>

<file path=ppt/media/f43417.txt>
</file>

<file path=ppt/media/f43418.txt>
</file>

<file path=ppt/media/f43419.txt>
</file>

<file path=ppt/media/f43420.txt>
</file>

<file path=ppt/media/f43421.txt>
</file>

<file path=ppt/media/f43422.txt>
</file>

<file path=ppt/media/f43423.txt>
</file>

<file path=ppt/media/f43424.txt>
</file>

<file path=ppt/media/f43425.txt>
</file>

<file path=ppt/media/f43426.txt>
</file>

<file path=ppt/media/f43427.txt>
</file>

<file path=ppt/media/f43428.txt>
</file>

<file path=ppt/media/f43429.txt>
</file>

<file path=ppt/media/f43430.txt>
</file>

<file path=ppt/media/f43431.txt>
</file>

<file path=ppt/media/f43432.txt>
</file>

<file path=ppt/media/f43433.txt>
</file>

<file path=ppt/media/f43434.txt>
</file>

<file path=ppt/media/f43435.txt>
</file>

<file path=ppt/media/f43436.txt>
</file>

<file path=ppt/media/f43437.txt>
</file>

<file path=ppt/media/f43438.txt>
</file>

<file path=ppt/media/f43439.txt>
</file>

<file path=ppt/media/f43440.txt>
</file>

<file path=ppt/media/f43441.txt>
</file>

<file path=ppt/media/f43442.txt>
</file>

<file path=ppt/media/f43443.txt>
</file>

<file path=ppt/media/f43444.txt>
</file>

<file path=ppt/media/f43445.txt>
</file>

<file path=ppt/media/f43446.txt>
</file>

<file path=ppt/media/f43447.txt>
</file>

<file path=ppt/media/f43448.txt>
</file>

<file path=ppt/media/f43449.txt>
</file>

<file path=ppt/media/f43450.txt>
</file>

<file path=ppt/media/f43451.txt>
</file>

<file path=ppt/media/f43452.txt>
</file>

<file path=ppt/media/f43453.txt>
</file>

<file path=ppt/media/f43454.txt>
</file>

<file path=ppt/media/f43455.txt>
</file>

<file path=ppt/media/f43456.txt>
</file>

<file path=ppt/media/f43457.txt>
</file>

<file path=ppt/media/f43458.txt>
</file>

<file path=ppt/media/f43459.txt>
</file>

<file path=ppt/media/f43460.txt>
</file>

<file path=ppt/media/f43461.txt>
</file>

<file path=ppt/media/f43462.txt>
</file>

<file path=ppt/media/f43463.txt>
</file>

<file path=ppt/media/f43464.txt>
</file>

<file path=ppt/media/f43465.txt>
</file>

<file path=ppt/media/f43466.txt>
</file>

<file path=ppt/media/f43467.txt>
</file>

<file path=ppt/media/f43468.txt>
</file>

<file path=ppt/media/f43469.txt>
</file>

<file path=ppt/media/f43470.txt>
</file>

<file path=ppt/media/f43471.txt>
</file>

<file path=ppt/media/f43472.txt>
</file>

<file path=ppt/media/f43473.txt>
</file>

<file path=ppt/media/f43474.txt>
</file>

<file path=ppt/media/f43475.txt>
</file>

<file path=ppt/media/f43476.txt>
</file>

<file path=ppt/media/f43477.txt>
</file>

<file path=ppt/media/f43478.txt>
</file>

<file path=ppt/media/f43479.txt>
</file>

<file path=ppt/media/f43480.txt>
</file>

<file path=ppt/media/f43481.txt>
</file>

<file path=ppt/media/f43482.txt>
</file>

<file path=ppt/media/f43483.txt>
</file>

<file path=ppt/media/f43484.txt>
</file>

<file path=ppt/media/f43485.txt>
</file>

<file path=ppt/media/f43486.txt>
</file>

<file path=ppt/media/f43487.txt>
</file>

<file path=ppt/media/f43488.txt>
</file>

<file path=ppt/media/f43489.txt>
</file>

<file path=ppt/media/f43490.txt>
</file>

<file path=ppt/media/f43491.txt>
</file>

<file path=ppt/media/f43492.txt>
</file>

<file path=ppt/media/f43493.txt>
</file>

<file path=ppt/media/f43494.txt>
</file>

<file path=ppt/media/f43495.txt>
</file>

<file path=ppt/media/f43496.txt>
</file>

<file path=ppt/media/f43497.txt>
</file>

<file path=ppt/media/f43498.txt>
</file>

<file path=ppt/media/f43499.txt>
</file>

<file path=ppt/media/f43500.txt>
</file>

<file path=ppt/media/f43501.txt>
</file>

<file path=ppt/media/f43502.txt>
</file>

<file path=ppt/media/f43503.txt>
</file>

<file path=ppt/media/f43504.txt>
</file>

<file path=ppt/media/f43505.txt>
</file>

<file path=ppt/media/f43506.txt>
</file>

<file path=ppt/media/f43507.txt>
</file>

<file path=ppt/media/f43508.txt>
</file>

<file path=ppt/media/f43509.txt>
</file>

<file path=ppt/media/f43510.txt>
</file>

<file path=ppt/media/f43511.txt>
</file>

<file path=ppt/media/f43512.txt>
</file>

<file path=ppt/media/f43513.txt>
</file>

<file path=ppt/media/f43514.txt>
</file>

<file path=ppt/media/f43515.txt>
</file>

<file path=ppt/media/f43516.txt>
</file>

<file path=ppt/media/f43517.txt>
</file>

<file path=ppt/media/f43518.txt>
</file>

<file path=ppt/media/f43519.txt>
</file>

<file path=ppt/media/f43520.txt>
</file>

<file path=ppt/media/f43521.txt>
</file>

<file path=ppt/media/f43522.txt>
</file>

<file path=ppt/media/f43523.txt>
</file>

<file path=ppt/media/f43524.txt>
</file>

<file path=ppt/media/f43525.txt>
</file>

<file path=ppt/media/f43526.txt>
</file>

<file path=ppt/media/f43527.txt>
</file>

<file path=ppt/media/f43528.txt>
</file>

<file path=ppt/media/f43529.txt>
</file>

<file path=ppt/media/f43530.txt>
</file>

<file path=ppt/media/f43531.txt>
</file>

<file path=ppt/media/f43532.txt>
</file>

<file path=ppt/media/f43533.txt>
</file>

<file path=ppt/media/f43534.txt>
</file>

<file path=ppt/media/f43535.txt>
</file>

<file path=ppt/media/f43536.txt>
</file>

<file path=ppt/media/f43537.txt>
</file>

<file path=ppt/media/f43538.txt>
</file>

<file path=ppt/media/f43539.txt>
</file>

<file path=ppt/media/f43540.txt>
</file>

<file path=ppt/media/f43541.txt>
</file>

<file path=ppt/media/f43542.txt>
</file>

<file path=ppt/media/f43543.txt>
</file>

<file path=ppt/media/f43544.txt>
</file>

<file path=ppt/media/f43545.txt>
</file>

<file path=ppt/media/f43546.txt>
</file>

<file path=ppt/media/f43547.txt>
</file>

<file path=ppt/media/f43548.txt>
</file>

<file path=ppt/media/f43549.txt>
</file>

<file path=ppt/media/f43550.txt>
</file>

<file path=ppt/media/f43551.txt>
</file>

<file path=ppt/media/f43552.txt>
</file>

<file path=ppt/media/f43553.txt>
</file>

<file path=ppt/media/f43554.txt>
</file>

<file path=ppt/media/f43555.txt>
</file>

<file path=ppt/media/f43556.txt>
</file>

<file path=ppt/media/f43557.txt>
</file>

<file path=ppt/media/f43558.txt>
</file>

<file path=ppt/media/f43559.txt>
</file>

<file path=ppt/media/f43560.txt>
</file>

<file path=ppt/media/f43561.txt>
</file>

<file path=ppt/media/f43562.txt>
</file>

<file path=ppt/media/f43563.txt>
</file>

<file path=ppt/media/f43564.txt>
</file>

<file path=ppt/media/f43565.txt>
</file>

<file path=ppt/media/f43566.txt>
</file>

<file path=ppt/media/f43567.txt>
</file>

<file path=ppt/media/f43568.txt>
</file>

<file path=ppt/media/f43569.txt>
</file>

<file path=ppt/media/f43570.txt>
</file>

<file path=ppt/media/f43571.txt>
</file>

<file path=ppt/media/f43572.txt>
</file>

<file path=ppt/media/f43573.txt>
</file>

<file path=ppt/media/f43574.txt>
</file>

<file path=ppt/media/f43575.txt>
</file>

<file path=ppt/media/f43576.txt>
</file>

<file path=ppt/media/f43577.txt>
</file>

<file path=ppt/media/f43578.txt>
</file>

<file path=ppt/media/f43579.txt>
</file>

<file path=ppt/media/f43580.txt>
</file>

<file path=ppt/media/f43581.txt>
</file>

<file path=ppt/media/f43582.txt>
</file>

<file path=ppt/media/f43583.txt>
</file>

<file path=ppt/media/f43584.txt>
</file>

<file path=ppt/media/f43585.txt>
</file>

<file path=ppt/media/f43586.txt>
</file>

<file path=ppt/media/f43587.txt>
</file>

<file path=ppt/media/f43588.txt>
</file>

<file path=ppt/media/f43589.txt>
</file>

<file path=ppt/media/f43590.txt>
</file>

<file path=ppt/media/f43591.txt>
</file>

<file path=ppt/media/f43592.txt>
</file>

<file path=ppt/media/f43593.txt>
</file>

<file path=ppt/media/f43594.txt>
</file>

<file path=ppt/media/f43595.txt>
</file>

<file path=ppt/media/f43596.txt>
</file>

<file path=ppt/media/f43597.txt>
</file>

<file path=ppt/media/f43598.txt>
</file>

<file path=ppt/media/f43599.txt>
</file>

<file path=ppt/media/f43600.txt>
</file>

<file path=ppt/media/f43601.txt>
</file>

<file path=ppt/media/f43602.txt>
</file>

<file path=ppt/media/f43603.txt>
</file>

<file path=ppt/media/f43604.txt>
</file>

<file path=ppt/media/f43605.txt>
</file>

<file path=ppt/media/f43606.txt>
</file>

<file path=ppt/media/f43607.txt>
</file>

<file path=ppt/media/f43608.txt>
</file>

<file path=ppt/media/f43609.txt>
</file>

<file path=ppt/media/f43610.txt>
</file>

<file path=ppt/media/f43611.txt>
</file>

<file path=ppt/media/f43612.txt>
</file>

<file path=ppt/media/f43613.txt>
</file>

<file path=ppt/media/f43614.txt>
</file>

<file path=ppt/media/f43615.txt>
</file>

<file path=ppt/media/f43616.txt>
</file>

<file path=ppt/media/f43617.txt>
</file>

<file path=ppt/media/f43618.txt>
</file>

<file path=ppt/media/f43619.txt>
</file>

<file path=ppt/media/f43620.txt>
</file>

<file path=ppt/media/f43621.txt>
</file>

<file path=ppt/media/f43622.txt>
</file>

<file path=ppt/media/f43623.txt>
</file>

<file path=ppt/media/f43624.txt>
</file>

<file path=ppt/media/f43625.txt>
</file>

<file path=ppt/media/f43626.txt>
</file>

<file path=ppt/media/f43627.txt>
</file>

<file path=ppt/media/f43628.txt>
</file>

<file path=ppt/media/f43629.txt>
</file>

<file path=ppt/media/f43630.txt>
</file>

<file path=ppt/media/f43631.txt>
</file>

<file path=ppt/media/f43632.txt>
</file>

<file path=ppt/media/f43633.txt>
</file>

<file path=ppt/media/f43634.txt>
</file>

<file path=ppt/media/f43635.txt>
</file>

<file path=ppt/media/f43636.txt>
</file>

<file path=ppt/media/f43637.txt>
</file>

<file path=ppt/media/f43638.txt>
</file>

<file path=ppt/media/f43639.txt>
</file>

<file path=ppt/media/f43640.txt>
</file>

<file path=ppt/media/f43641.txt>
</file>

<file path=ppt/media/f43642.txt>
</file>

<file path=ppt/media/f43643.txt>
</file>

<file path=ppt/media/f43644.txt>
</file>

<file path=ppt/media/f43645.txt>
</file>

<file path=ppt/media/f43646.txt>
</file>

<file path=ppt/media/f43647.txt>
</file>

<file path=ppt/media/f43648.txt>
</file>

<file path=ppt/media/f43649.txt>
</file>

<file path=ppt/media/f43650.txt>
</file>

<file path=ppt/media/f43651.txt>
</file>

<file path=ppt/media/f43652.txt>
</file>

<file path=ppt/media/f43653.txt>
</file>

<file path=ppt/media/f43654.txt>
</file>

<file path=ppt/media/f43655.txt>
</file>

<file path=ppt/media/f43656.txt>
</file>

<file path=ppt/media/f43657.txt>
</file>

<file path=ppt/media/f43658.txt>
</file>

<file path=ppt/media/f43659.txt>
</file>

<file path=ppt/media/f43660.txt>
</file>

<file path=ppt/media/f43661.txt>
</file>

<file path=ppt/media/f43662.txt>
</file>

<file path=ppt/media/f43663.txt>
</file>

<file path=ppt/media/f43664.txt>
</file>

<file path=ppt/media/f43665.txt>
</file>

<file path=ppt/media/f43666.txt>
</file>

<file path=ppt/media/f43667.txt>
</file>

<file path=ppt/media/f43668.txt>
</file>

<file path=ppt/media/f43669.txt>
</file>

<file path=ppt/media/f43670.txt>
</file>

<file path=ppt/media/f43671.txt>
</file>

<file path=ppt/media/f43672.txt>
</file>

<file path=ppt/media/f43673.txt>
</file>

<file path=ppt/media/f43674.txt>
</file>

<file path=ppt/media/f43675.txt>
</file>

<file path=ppt/media/f43676.txt>
</file>

<file path=ppt/media/f43677.txt>
</file>

<file path=ppt/media/f43678.txt>
</file>

<file path=ppt/media/f43679.txt>
</file>

<file path=ppt/media/f43680.txt>
</file>

<file path=ppt/media/f43681.txt>
</file>

<file path=ppt/media/f43682.txt>
</file>

<file path=ppt/media/f43683.txt>
</file>

<file path=ppt/media/f43684.txt>
</file>

<file path=ppt/media/f43685.txt>
</file>

<file path=ppt/media/f43686.txt>
</file>

<file path=ppt/media/f43687.txt>
</file>

<file path=ppt/media/f43688.txt>
</file>

<file path=ppt/media/f43689.txt>
</file>

<file path=ppt/media/f43690.txt>
</file>

<file path=ppt/media/f43691.txt>
</file>

<file path=ppt/media/f43692.txt>
</file>

<file path=ppt/media/f43693.txt>
</file>

<file path=ppt/media/f43694.txt>
</file>

<file path=ppt/media/f43695.txt>
</file>

<file path=ppt/media/f43696.txt>
</file>

<file path=ppt/media/f43697.txt>
</file>

<file path=ppt/media/f43698.txt>
</file>

<file path=ppt/media/f43699.txt>
</file>

<file path=ppt/media/f43700.txt>
</file>

<file path=ppt/media/f43701.txt>
</file>

<file path=ppt/media/f43702.txt>
</file>

<file path=ppt/media/f43703.txt>
</file>

<file path=ppt/media/f43704.txt>
</file>

<file path=ppt/media/f43705.txt>
</file>

<file path=ppt/media/f43706.txt>
</file>

<file path=ppt/media/f43707.txt>
</file>

<file path=ppt/media/f43708.txt>
</file>

<file path=ppt/media/f43709.txt>
</file>

<file path=ppt/media/f43710.txt>
</file>

<file path=ppt/media/f43711.txt>
</file>

<file path=ppt/media/f43712.txt>
</file>

<file path=ppt/media/f43713.txt>
</file>

<file path=ppt/media/f43714.txt>
</file>

<file path=ppt/media/f43715.txt>
</file>

<file path=ppt/media/f43716.txt>
</file>

<file path=ppt/media/f43717.txt>
</file>

<file path=ppt/media/f43718.txt>
</file>

<file path=ppt/media/f43719.txt>
</file>

<file path=ppt/media/f43720.txt>
</file>

<file path=ppt/media/f43721.txt>
</file>

<file path=ppt/media/f43722.txt>
</file>

<file path=ppt/media/f43723.txt>
</file>

<file path=ppt/media/f43724.txt>
</file>

<file path=ppt/media/f43725.txt>
</file>

<file path=ppt/media/f43726.txt>
</file>

<file path=ppt/media/f43727.txt>
</file>

<file path=ppt/media/f43728.txt>
</file>

<file path=ppt/media/f43729.txt>
</file>

<file path=ppt/media/f43730.txt>
</file>

<file path=ppt/media/f43731.txt>
</file>

<file path=ppt/media/f43732.txt>
</file>

<file path=ppt/media/f43733.txt>
</file>

<file path=ppt/media/f43734.txt>
</file>

<file path=ppt/media/f43735.txt>
</file>

<file path=ppt/media/f43736.txt>
</file>

<file path=ppt/media/f43737.txt>
</file>

<file path=ppt/media/f43738.txt>
</file>

<file path=ppt/media/f43739.txt>
</file>

<file path=ppt/media/f43740.txt>
</file>

<file path=ppt/media/f43741.txt>
</file>

<file path=ppt/media/f43742.txt>
</file>

<file path=ppt/media/f43743.txt>
</file>

<file path=ppt/media/f43744.txt>
</file>

<file path=ppt/media/f43745.txt>
</file>

<file path=ppt/media/f43746.txt>
</file>

<file path=ppt/media/f43747.txt>
</file>

<file path=ppt/media/f43748.txt>
</file>

<file path=ppt/media/f43749.txt>
</file>

<file path=ppt/media/f43750.txt>
</file>

<file path=ppt/media/f43751.txt>
</file>

<file path=ppt/media/f43752.txt>
</file>

<file path=ppt/media/f43753.txt>
</file>

<file path=ppt/media/f43754.txt>
</file>

<file path=ppt/media/f43755.txt>
</file>

<file path=ppt/media/f43756.txt>
</file>

<file path=ppt/media/f43757.txt>
</file>

<file path=ppt/media/f43758.txt>
</file>

<file path=ppt/media/f43759.txt>
</file>

<file path=ppt/media/f43760.txt>
</file>

<file path=ppt/media/f43761.txt>
</file>

<file path=ppt/media/f43762.txt>
</file>

<file path=ppt/media/f43763.txt>
</file>

<file path=ppt/media/f43764.txt>
</file>

<file path=ppt/media/f43765.txt>
</file>

<file path=ppt/media/f43766.txt>
</file>

<file path=ppt/media/f43767.txt>
</file>

<file path=ppt/media/f43768.txt>
</file>

<file path=ppt/media/f43769.txt>
</file>

<file path=ppt/media/f43770.txt>
</file>

<file path=ppt/media/f43771.txt>
</file>

<file path=ppt/media/f43772.txt>
</file>

<file path=ppt/media/f43773.txt>
</file>

<file path=ppt/media/f43774.txt>
</file>

<file path=ppt/media/f43775.txt>
</file>

<file path=ppt/media/f43776.txt>
</file>

<file path=ppt/media/f43777.txt>
</file>

<file path=ppt/media/f43778.txt>
</file>

<file path=ppt/media/f43779.txt>
</file>

<file path=ppt/media/f43780.txt>
</file>

<file path=ppt/media/f43781.txt>
</file>

<file path=ppt/media/f43782.txt>
</file>

<file path=ppt/media/f43783.txt>
</file>

<file path=ppt/media/f43784.txt>
</file>

<file path=ppt/media/f43785.txt>
</file>

<file path=ppt/media/f43786.txt>
</file>

<file path=ppt/media/f43787.txt>
</file>

<file path=ppt/media/f43788.txt>
</file>

<file path=ppt/media/f43789.txt>
</file>

<file path=ppt/media/f43790.txt>
</file>

<file path=ppt/media/f43791.txt>
</file>

<file path=ppt/media/f43792.txt>
</file>

<file path=ppt/media/f43793.txt>
</file>

<file path=ppt/media/f43794.txt>
</file>

<file path=ppt/media/f43795.txt>
</file>

<file path=ppt/media/f43796.txt>
</file>

<file path=ppt/media/f43797.txt>
</file>

<file path=ppt/media/f43798.txt>
</file>

<file path=ppt/media/f43799.txt>
</file>

<file path=ppt/media/f43800.txt>
</file>

<file path=ppt/media/f43801.txt>
</file>

<file path=ppt/media/f43802.txt>
</file>

<file path=ppt/media/f43803.txt>
</file>

<file path=ppt/media/f43804.txt>
</file>

<file path=ppt/media/f43805.txt>
</file>

<file path=ppt/media/f43806.txt>
</file>

<file path=ppt/media/f43807.txt>
</file>

<file path=ppt/media/f43808.txt>
</file>

<file path=ppt/media/f43809.txt>
</file>

<file path=ppt/media/f43810.txt>
</file>

<file path=ppt/media/f43811.txt>
</file>

<file path=ppt/media/f43812.txt>
</file>

<file path=ppt/media/f43813.txt>
</file>

<file path=ppt/media/f43814.txt>
</file>

<file path=ppt/media/f43815.txt>
</file>

<file path=ppt/media/f43816.txt>
</file>

<file path=ppt/media/f43817.txt>
</file>

<file path=ppt/media/f43818.txt>
</file>

<file path=ppt/media/f43819.txt>
</file>

<file path=ppt/media/f43820.txt>
</file>

<file path=ppt/media/f43821.txt>
</file>

<file path=ppt/media/f43822.txt>
</file>

<file path=ppt/media/f43823.txt>
</file>

<file path=ppt/media/f43824.txt>
</file>

<file path=ppt/media/f43825.txt>
</file>

<file path=ppt/media/f43826.txt>
</file>

<file path=ppt/media/f43827.txt>
</file>

<file path=ppt/media/f43828.txt>
</file>

<file path=ppt/media/f43829.txt>
</file>

<file path=ppt/media/f43830.txt>
</file>

<file path=ppt/media/f43831.txt>
</file>

<file path=ppt/media/f43832.txt>
</file>

<file path=ppt/media/f43833.txt>
</file>

<file path=ppt/media/f43834.txt>
</file>

<file path=ppt/media/f43835.txt>
</file>

<file path=ppt/media/f43836.txt>
</file>

<file path=ppt/media/f43837.txt>
</file>

<file path=ppt/media/f43838.txt>
</file>

<file path=ppt/media/f43839.txt>
</file>

<file path=ppt/media/f43840.txt>
</file>

<file path=ppt/media/f43841.txt>
</file>

<file path=ppt/media/f43842.txt>
</file>

<file path=ppt/media/f43843.txt>
</file>

<file path=ppt/media/f43844.txt>
</file>

<file path=ppt/media/f43845.txt>
</file>

<file path=ppt/media/f43846.txt>
</file>

<file path=ppt/media/f43847.txt>
</file>

<file path=ppt/media/f43848.txt>
</file>

<file path=ppt/media/f43849.txt>
</file>

<file path=ppt/media/f43850.txt>
</file>

<file path=ppt/media/f43851.txt>
</file>

<file path=ppt/media/f43852.txt>
</file>

<file path=ppt/media/f43853.txt>
</file>

<file path=ppt/media/f43854.txt>
</file>

<file path=ppt/media/f43855.txt>
</file>

<file path=ppt/media/f43856.txt>
</file>

<file path=ppt/media/f43857.txt>
</file>

<file path=ppt/media/f43858.txt>
</file>

<file path=ppt/media/f43859.txt>
</file>

<file path=ppt/media/f43860.txt>
</file>

<file path=ppt/media/f43861.txt>
</file>

<file path=ppt/media/f43862.txt>
</file>

<file path=ppt/media/f43863.txt>
</file>

<file path=ppt/media/f43864.txt>
</file>

<file path=ppt/media/f43865.txt>
</file>

<file path=ppt/media/f43866.txt>
</file>

<file path=ppt/media/f43867.txt>
</file>

<file path=ppt/media/f43868.txt>
</file>

<file path=ppt/media/f43869.txt>
</file>

<file path=ppt/media/f43870.txt>
</file>

<file path=ppt/media/f43871.txt>
</file>

<file path=ppt/media/f43872.txt>
</file>

<file path=ppt/media/f43873.txt>
</file>

<file path=ppt/media/f43874.txt>
</file>

<file path=ppt/media/f43875.txt>
</file>

<file path=ppt/media/f43876.txt>
</file>

<file path=ppt/media/f43877.txt>
</file>

<file path=ppt/media/f43878.txt>
</file>

<file path=ppt/media/f43879.txt>
</file>

<file path=ppt/media/f43880.txt>
</file>

<file path=ppt/media/f43881.txt>
</file>

<file path=ppt/media/f43882.txt>
</file>

<file path=ppt/media/f43883.txt>
</file>

<file path=ppt/media/f43884.txt>
</file>

<file path=ppt/media/f43885.txt>
</file>

<file path=ppt/media/f43886.txt>
</file>

<file path=ppt/media/f43887.txt>
</file>

<file path=ppt/media/f43888.txt>
</file>

<file path=ppt/media/f43889.txt>
</file>

<file path=ppt/media/f43890.txt>
</file>

<file path=ppt/media/f43891.txt>
</file>

<file path=ppt/media/f43892.txt>
</file>

<file path=ppt/media/f43893.txt>
</file>

<file path=ppt/media/f43894.txt>
</file>

<file path=ppt/media/f43895.txt>
</file>

<file path=ppt/media/f43896.txt>
</file>

<file path=ppt/media/f43897.txt>
</file>

<file path=ppt/media/f43898.txt>
</file>

<file path=ppt/media/f43899.txt>
</file>

<file path=ppt/media/f43900.txt>
</file>

<file path=ppt/media/f43901.txt>
</file>

<file path=ppt/media/f43902.txt>
</file>

<file path=ppt/media/f43903.txt>
</file>

<file path=ppt/media/f43904.txt>
</file>

<file path=ppt/media/f43905.txt>
</file>

<file path=ppt/media/f43906.txt>
</file>

<file path=ppt/media/f43907.txt>
</file>

<file path=ppt/media/f43908.txt>
</file>

<file path=ppt/media/f43909.txt>
</file>

<file path=ppt/media/f43910.txt>
</file>

<file path=ppt/media/f43911.txt>
</file>

<file path=ppt/media/f43912.txt>
</file>

<file path=ppt/media/f43913.txt>
</file>

<file path=ppt/media/f43914.txt>
</file>

<file path=ppt/media/f43915.txt>
</file>

<file path=ppt/media/f43916.txt>
</file>

<file path=ppt/media/f43917.txt>
</file>

<file path=ppt/media/f43918.txt>
</file>

<file path=ppt/media/f43919.txt>
</file>

<file path=ppt/media/f43920.txt>
</file>

<file path=ppt/media/f43921.txt>
</file>

<file path=ppt/media/f43922.txt>
</file>

<file path=ppt/media/f43923.txt>
</file>

<file path=ppt/media/f43924.txt>
</file>

<file path=ppt/media/f43925.txt>
</file>

<file path=ppt/media/f43926.txt>
</file>

<file path=ppt/media/f43927.txt>
</file>

<file path=ppt/media/f43928.txt>
</file>

<file path=ppt/media/f43929.txt>
</file>

<file path=ppt/media/f43930.txt>
</file>

<file path=ppt/media/f43931.txt>
</file>

<file path=ppt/media/f43932.txt>
</file>

<file path=ppt/media/f43933.txt>
</file>

<file path=ppt/media/f43934.txt>
</file>

<file path=ppt/media/f43935.txt>
</file>

<file path=ppt/media/f43936.txt>
</file>

<file path=ppt/media/f43937.txt>
</file>

<file path=ppt/media/f43938.txt>
</file>

<file path=ppt/media/f43939.txt>
</file>

<file path=ppt/media/f43940.txt>
</file>

<file path=ppt/media/f43941.txt>
</file>

<file path=ppt/media/f43942.txt>
</file>

<file path=ppt/media/f43943.txt>
</file>

<file path=ppt/media/f43944.txt>
</file>

<file path=ppt/media/f43945.txt>
</file>

<file path=ppt/media/f43946.txt>
</file>

<file path=ppt/media/f43947.txt>
</file>

<file path=ppt/media/f43948.txt>
</file>

<file path=ppt/media/f43949.txt>
</file>

<file path=ppt/media/f43950.txt>
</file>

<file path=ppt/media/f43951.txt>
</file>

<file path=ppt/media/f43952.txt>
</file>

<file path=ppt/media/f43953.txt>
</file>

<file path=ppt/media/f43954.txt>
</file>

<file path=ppt/media/f43955.txt>
</file>

<file path=ppt/media/f43956.txt>
</file>

<file path=ppt/media/f43957.txt>
</file>

<file path=ppt/media/f43958.txt>
</file>

<file path=ppt/media/f43959.txt>
</file>

<file path=ppt/media/f43960.txt>
</file>

<file path=ppt/media/f43961.txt>
</file>

<file path=ppt/media/f43962.txt>
</file>

<file path=ppt/media/f43963.txt>
</file>

<file path=ppt/media/f43964.txt>
</file>

<file path=ppt/media/f43965.txt>
</file>

<file path=ppt/media/f43966.txt>
</file>

<file path=ppt/media/f43967.txt>
</file>

<file path=ppt/media/f43968.txt>
</file>

<file path=ppt/media/f43969.txt>
</file>

<file path=ppt/media/f43970.txt>
</file>

<file path=ppt/media/f43971.txt>
</file>

<file path=ppt/media/f43972.txt>
</file>

<file path=ppt/media/f43973.txt>
</file>

<file path=ppt/media/f43974.txt>
</file>

<file path=ppt/media/f43975.txt>
</file>

<file path=ppt/media/f43976.txt>
</file>

<file path=ppt/media/f43977.txt>
</file>

<file path=ppt/media/f43978.txt>
</file>

<file path=ppt/media/f43979.txt>
</file>

<file path=ppt/media/f43980.txt>
</file>

<file path=ppt/media/f43981.txt>
</file>

<file path=ppt/media/f43982.txt>
</file>

<file path=ppt/media/f43983.txt>
</file>

<file path=ppt/media/f43984.txt>
</file>

<file path=ppt/media/f43985.txt>
</file>

<file path=ppt/media/f43986.txt>
</file>

<file path=ppt/media/f43987.txt>
</file>

<file path=ppt/media/f43988.txt>
</file>

<file path=ppt/media/f43989.txt>
</file>

<file path=ppt/media/f43990.txt>
</file>

<file path=ppt/media/f43991.txt>
</file>

<file path=ppt/media/f43992.txt>
</file>

<file path=ppt/media/f43993.txt>
</file>

<file path=ppt/media/f43994.txt>
</file>

<file path=ppt/media/f43995.txt>
</file>

<file path=ppt/media/f43996.txt>
</file>

<file path=ppt/media/f43997.txt>
</file>

<file path=ppt/media/f43998.txt>
</file>

<file path=ppt/media/f43999.txt>
</file>

<file path=ppt/media/f44000.txt>
</file>

<file path=ppt/media/f44001.txt>
</file>

<file path=ppt/media/f44002.txt>
</file>

<file path=ppt/media/f44003.txt>
</file>

<file path=ppt/media/f44004.txt>
</file>

<file path=ppt/media/f44005.txt>
</file>

<file path=ppt/media/f44006.txt>
</file>

<file path=ppt/media/f44007.txt>
</file>

<file path=ppt/media/f44008.txt>
</file>

<file path=ppt/media/f44009.txt>
</file>

<file path=ppt/media/f44010.txt>
</file>

<file path=ppt/media/f44011.txt>
</file>

<file path=ppt/media/f44012.txt>
</file>

<file path=ppt/media/f44013.txt>
</file>

<file path=ppt/media/f44014.txt>
</file>

<file path=ppt/media/f44015.txt>
</file>

<file path=ppt/media/f44016.txt>
</file>

<file path=ppt/media/f44017.txt>
</file>

<file path=ppt/media/f44018.txt>
</file>

<file path=ppt/media/f44019.txt>
</file>

<file path=ppt/media/f44020.txt>
</file>

<file path=ppt/media/f44021.txt>
</file>

<file path=ppt/media/f44022.txt>
</file>

<file path=ppt/media/f44023.txt>
</file>

<file path=ppt/media/f44024.txt>
</file>

<file path=ppt/media/f44025.txt>
</file>

<file path=ppt/media/f44026.txt>
</file>

<file path=ppt/media/f44027.txt>
</file>

<file path=ppt/media/f44028.txt>
</file>

<file path=ppt/media/f44029.txt>
</file>

<file path=ppt/media/f44030.txt>
</file>

<file path=ppt/media/f44031.txt>
</file>

<file path=ppt/media/f44032.txt>
</file>

<file path=ppt/media/f44033.txt>
</file>

<file path=ppt/media/f44034.txt>
</file>

<file path=ppt/media/f44035.txt>
</file>

<file path=ppt/media/f44036.txt>
</file>

<file path=ppt/media/f44037.txt>
</file>

<file path=ppt/media/f44038.txt>
</file>

<file path=ppt/media/f44039.txt>
</file>

<file path=ppt/media/f44040.txt>
</file>

<file path=ppt/media/f44041.txt>
</file>

<file path=ppt/media/f44042.txt>
</file>

<file path=ppt/media/f44043.txt>
</file>

<file path=ppt/media/f44044.txt>
</file>

<file path=ppt/media/f44045.txt>
</file>

<file path=ppt/media/f44046.txt>
</file>

<file path=ppt/media/f44047.txt>
</file>

<file path=ppt/media/f44048.txt>
</file>

<file path=ppt/media/f44049.txt>
</file>

<file path=ppt/media/f44050.txt>
</file>

<file path=ppt/media/f44051.txt>
</file>

<file path=ppt/media/f44052.txt>
</file>

<file path=ppt/media/f44053.txt>
</file>

<file path=ppt/media/f44054.txt>
</file>

<file path=ppt/media/f44055.txt>
</file>

<file path=ppt/media/f44056.txt>
</file>

<file path=ppt/media/f44057.txt>
</file>

<file path=ppt/media/f44058.txt>
</file>

<file path=ppt/media/f44059.txt>
</file>

<file path=ppt/media/f44060.txt>
</file>

<file path=ppt/media/f44061.txt>
</file>

<file path=ppt/media/f44062.txt>
</file>

<file path=ppt/media/f44063.txt>
</file>

<file path=ppt/media/f44064.txt>
</file>

<file path=ppt/media/f44065.txt>
</file>

<file path=ppt/media/f44066.txt>
</file>

<file path=ppt/media/f44067.txt>
</file>

<file path=ppt/media/f44068.txt>
</file>

<file path=ppt/media/f44069.txt>
</file>

<file path=ppt/media/f44070.txt>
</file>

<file path=ppt/media/f44071.txt>
</file>

<file path=ppt/media/f44072.txt>
</file>

<file path=ppt/media/f44073.txt>
</file>

<file path=ppt/media/f44074.txt>
</file>

<file path=ppt/media/f44075.txt>
</file>

<file path=ppt/media/f44076.txt>
</file>

<file path=ppt/media/f44077.txt>
</file>

<file path=ppt/media/f44078.txt>
</file>

<file path=ppt/media/f44079.txt>
</file>

<file path=ppt/media/f44080.txt>
</file>

<file path=ppt/media/f44081.txt>
</file>

<file path=ppt/media/f44082.txt>
</file>

<file path=ppt/media/f44083.txt>
</file>

<file path=ppt/media/f44084.txt>
</file>

<file path=ppt/media/f44085.txt>
</file>

<file path=ppt/media/f44086.txt>
</file>

<file path=ppt/media/f44087.txt>
</file>

<file path=ppt/media/f44088.txt>
</file>

<file path=ppt/media/f44089.txt>
</file>

<file path=ppt/media/f44090.txt>
</file>

<file path=ppt/media/f44091.txt>
</file>

<file path=ppt/media/f44092.txt>
</file>

<file path=ppt/media/f44093.txt>
</file>

<file path=ppt/media/f44094.txt>
</file>

<file path=ppt/media/f44095.txt>
</file>

<file path=ppt/media/f44096.txt>
</file>

<file path=ppt/media/f44097.txt>
</file>

<file path=ppt/media/f44098.txt>
</file>

<file path=ppt/media/f44099.txt>
</file>

<file path=ppt/media/f44100.txt>
</file>

<file path=ppt/media/f44101.txt>
</file>

<file path=ppt/media/f44102.txt>
</file>

<file path=ppt/media/f44103.txt>
</file>

<file path=ppt/media/f44104.txt>
</file>

<file path=ppt/media/f44105.txt>
</file>

<file path=ppt/media/f44106.txt>
</file>

<file path=ppt/media/f44107.txt>
</file>

<file path=ppt/media/f44108.txt>
</file>

<file path=ppt/media/f44109.txt>
</file>

<file path=ppt/media/f44110.txt>
</file>

<file path=ppt/media/f44111.txt>
</file>

<file path=ppt/media/f44112.txt>
</file>

<file path=ppt/media/f44113.txt>
</file>

<file path=ppt/media/f44114.txt>
</file>

<file path=ppt/media/f44115.txt>
</file>

<file path=ppt/media/f44116.txt>
</file>

<file path=ppt/media/f44117.txt>
</file>

<file path=ppt/media/f44118.txt>
</file>

<file path=ppt/media/f44119.txt>
</file>

<file path=ppt/media/f44120.txt>
</file>

<file path=ppt/media/f44121.txt>
</file>

<file path=ppt/media/f44122.txt>
</file>

<file path=ppt/media/f44123.txt>
</file>

<file path=ppt/media/f44124.txt>
</file>

<file path=ppt/media/f44125.txt>
</file>

<file path=ppt/media/f44126.txt>
</file>

<file path=ppt/media/f44127.txt>
</file>

<file path=ppt/media/f44128.txt>
</file>

<file path=ppt/media/f44129.txt>
</file>

<file path=ppt/media/f44130.txt>
</file>

<file path=ppt/media/f44131.txt>
</file>

<file path=ppt/media/f44132.txt>
</file>

<file path=ppt/media/f44133.txt>
</file>

<file path=ppt/media/f44134.txt>
</file>

<file path=ppt/media/f44135.txt>
</file>

<file path=ppt/media/f44136.txt>
</file>

<file path=ppt/media/f44137.txt>
</file>

<file path=ppt/media/f44138.txt>
</file>

<file path=ppt/media/f44139.txt>
</file>

<file path=ppt/media/f44140.txt>
</file>

<file path=ppt/media/f44141.txt>
</file>

<file path=ppt/media/f44142.txt>
</file>

<file path=ppt/media/f44143.txt>
</file>

<file path=ppt/media/f44144.txt>
</file>

<file path=ppt/media/f44145.txt>
</file>

<file path=ppt/media/f44146.txt>
</file>

<file path=ppt/media/f44147.txt>
</file>

<file path=ppt/media/f44148.txt>
</file>

<file path=ppt/media/f44149.txt>
</file>

<file path=ppt/media/f44150.txt>
</file>

<file path=ppt/media/f44151.txt>
</file>

<file path=ppt/media/f44152.txt>
</file>

<file path=ppt/media/f44153.txt>
</file>

<file path=ppt/media/f44154.txt>
</file>

<file path=ppt/media/f44155.txt>
</file>

<file path=ppt/media/f44156.txt>
</file>

<file path=ppt/media/f44157.txt>
</file>

<file path=ppt/media/f44158.txt>
</file>

<file path=ppt/media/f44159.txt>
</file>

<file path=ppt/media/f44160.txt>
</file>

<file path=ppt/media/f44161.txt>
</file>

<file path=ppt/media/f44162.txt>
</file>

<file path=ppt/media/f44163.txt>
</file>

<file path=ppt/media/f44164.txt>
</file>

<file path=ppt/media/f44165.txt>
</file>

<file path=ppt/media/f44166.txt>
</file>

<file path=ppt/media/f44167.txt>
</file>

<file path=ppt/media/f44168.txt>
</file>

<file path=ppt/media/f44169.txt>
</file>

<file path=ppt/media/f44170.txt>
</file>

<file path=ppt/media/f44171.txt>
</file>

<file path=ppt/media/f44172.txt>
</file>

<file path=ppt/media/f44173.txt>
</file>

<file path=ppt/media/f44174.txt>
</file>

<file path=ppt/media/f44175.txt>
</file>

<file path=ppt/media/f44176.txt>
</file>

<file path=ppt/media/f44177.txt>
</file>

<file path=ppt/media/f44178.txt>
</file>

<file path=ppt/media/f44179.txt>
</file>

<file path=ppt/media/f44180.txt>
</file>

<file path=ppt/media/f44181.txt>
</file>

<file path=ppt/media/f44182.txt>
</file>

<file path=ppt/media/f44183.txt>
</file>

<file path=ppt/media/f44184.txt>
</file>

<file path=ppt/media/f44185.txt>
</file>

<file path=ppt/media/f44186.txt>
</file>

<file path=ppt/media/f44187.txt>
</file>

<file path=ppt/media/f44188.txt>
</file>

<file path=ppt/media/f44189.txt>
</file>

<file path=ppt/media/f44190.txt>
</file>

<file path=ppt/media/f44191.txt>
</file>

<file path=ppt/media/f44192.txt>
</file>

<file path=ppt/media/f44193.txt>
</file>

<file path=ppt/media/f44194.txt>
</file>

<file path=ppt/media/f44195.txt>
</file>

<file path=ppt/media/f44196.txt>
</file>

<file path=ppt/media/f44197.txt>
</file>

<file path=ppt/media/f44198.txt>
</file>

<file path=ppt/media/f44199.txt>
</file>

<file path=ppt/media/f44200.txt>
</file>

<file path=ppt/media/f44201.txt>
</file>

<file path=ppt/media/f44202.txt>
</file>

<file path=ppt/media/f44203.txt>
</file>

<file path=ppt/media/f44204.txt>
</file>

<file path=ppt/media/f44205.txt>
</file>

<file path=ppt/media/f44206.txt>
</file>

<file path=ppt/media/f44207.txt>
</file>

<file path=ppt/media/f44208.txt>
</file>

<file path=ppt/media/f44209.txt>
</file>

<file path=ppt/media/f44210.txt>
</file>

<file path=ppt/media/f44211.txt>
</file>

<file path=ppt/media/f44212.txt>
</file>

<file path=ppt/media/f44213.txt>
</file>

<file path=ppt/media/f44214.txt>
</file>

<file path=ppt/media/f44215.txt>
</file>

<file path=ppt/media/f44216.txt>
</file>

<file path=ppt/media/f44217.txt>
</file>

<file path=ppt/media/f44218.txt>
</file>

<file path=ppt/media/f44219.txt>
</file>

<file path=ppt/media/f44220.txt>
</file>

<file path=ppt/media/f44221.txt>
</file>

<file path=ppt/media/f44222.txt>
</file>

<file path=ppt/media/f44223.txt>
</file>

<file path=ppt/media/f44224.txt>
</file>

<file path=ppt/media/f44225.txt>
</file>

<file path=ppt/media/f44226.txt>
</file>

<file path=ppt/media/f44227.txt>
</file>

<file path=ppt/media/f44228.txt>
</file>

<file path=ppt/media/f44229.txt>
</file>

<file path=ppt/media/f44230.txt>
</file>

<file path=ppt/media/f44231.txt>
</file>

<file path=ppt/media/f44232.txt>
</file>

<file path=ppt/media/f44233.txt>
</file>

<file path=ppt/media/f44234.txt>
</file>

<file path=ppt/media/f44235.txt>
</file>

<file path=ppt/media/f44236.txt>
</file>

<file path=ppt/media/f44237.txt>
</file>

<file path=ppt/media/f44238.txt>
</file>

<file path=ppt/media/f44239.txt>
</file>

<file path=ppt/media/f44240.txt>
</file>

<file path=ppt/media/f44241.txt>
</file>

<file path=ppt/media/f44242.txt>
</file>

<file path=ppt/media/f44243.txt>
</file>

<file path=ppt/media/f44244.txt>
</file>

<file path=ppt/media/f44245.txt>
</file>

<file path=ppt/media/f44246.txt>
</file>

<file path=ppt/media/f44247.txt>
</file>

<file path=ppt/media/f44248.txt>
</file>

<file path=ppt/media/f44249.txt>
</file>

<file path=ppt/media/f44250.txt>
</file>

<file path=ppt/media/f44251.txt>
</file>

<file path=ppt/media/f44252.txt>
</file>

<file path=ppt/media/f44253.txt>
</file>

<file path=ppt/media/f44254.txt>
</file>

<file path=ppt/media/f44255.txt>
</file>

<file path=ppt/media/f44256.txt>
</file>

<file path=ppt/media/f44257.txt>
</file>

<file path=ppt/media/f44258.txt>
</file>

<file path=ppt/media/f44259.txt>
</file>

<file path=ppt/media/f44260.txt>
</file>

<file path=ppt/media/f44261.txt>
</file>

<file path=ppt/media/f44262.txt>
</file>

<file path=ppt/media/f44263.txt>
</file>

<file path=ppt/media/f44264.txt>
</file>

<file path=ppt/media/f44265.txt>
</file>

<file path=ppt/media/f44266.txt>
</file>

<file path=ppt/media/f44267.txt>
</file>

<file path=ppt/media/f44268.txt>
</file>

<file path=ppt/media/f44269.txt>
</file>

<file path=ppt/media/f44270.txt>
</file>

<file path=ppt/media/f44271.txt>
</file>

<file path=ppt/media/f44272.txt>
</file>

<file path=ppt/media/f44273.txt>
</file>

<file path=ppt/media/f44274.txt>
</file>

<file path=ppt/media/f44275.txt>
</file>

<file path=ppt/media/f44276.txt>
</file>

<file path=ppt/media/f44277.txt>
</file>

<file path=ppt/media/f44278.txt>
</file>

<file path=ppt/media/f44279.txt>
</file>

<file path=ppt/media/f44280.txt>
</file>

<file path=ppt/media/f44281.txt>
</file>

<file path=ppt/media/f44282.txt>
</file>

<file path=ppt/media/f44283.txt>
</file>

<file path=ppt/media/f44284.txt>
</file>

<file path=ppt/media/f44285.txt>
</file>

<file path=ppt/media/f44286.txt>
</file>

<file path=ppt/media/f44287.txt>
</file>

<file path=ppt/media/f44288.txt>
</file>

<file path=ppt/media/f44289.txt>
</file>

<file path=ppt/media/f44290.txt>
</file>

<file path=ppt/media/f44291.txt>
</file>

<file path=ppt/media/f44292.txt>
</file>

<file path=ppt/media/f44293.txt>
</file>

<file path=ppt/media/f44294.txt>
</file>

<file path=ppt/media/f44295.txt>
</file>

<file path=ppt/media/f44296.txt>
</file>

<file path=ppt/media/f44297.txt>
</file>

<file path=ppt/media/f44298.txt>
</file>

<file path=ppt/media/f44299.txt>
</file>

<file path=ppt/media/f44300.txt>
</file>

<file path=ppt/media/f44301.txt>
</file>

<file path=ppt/media/f44302.txt>
</file>

<file path=ppt/media/f44303.txt>
</file>

<file path=ppt/media/f44304.txt>
</file>

<file path=ppt/media/f44305.txt>
</file>

<file path=ppt/media/f44306.txt>
</file>

<file path=ppt/media/f44307.txt>
</file>

<file path=ppt/media/f44308.txt>
</file>

<file path=ppt/media/f44309.txt>
</file>

<file path=ppt/media/f44310.txt>
</file>

<file path=ppt/media/f44311.txt>
</file>

<file path=ppt/media/f44312.txt>
</file>

<file path=ppt/media/f44313.txt>
</file>

<file path=ppt/media/f44314.txt>
</file>

<file path=ppt/media/f44315.txt>
</file>

<file path=ppt/media/f44316.txt>
</file>

<file path=ppt/media/f44317.txt>
</file>

<file path=ppt/media/f44318.txt>
</file>

<file path=ppt/media/f44319.txt>
</file>

<file path=ppt/media/f44320.txt>
</file>

<file path=ppt/media/f44321.txt>
</file>

<file path=ppt/media/f44322.txt>
</file>

<file path=ppt/media/f44323.txt>
</file>

<file path=ppt/media/f44324.txt>
</file>

<file path=ppt/media/f44325.txt>
</file>

<file path=ppt/media/f44326.txt>
</file>

<file path=ppt/media/f44327.txt>
</file>

<file path=ppt/media/f44328.txt>
</file>

<file path=ppt/media/f44329.txt>
</file>

<file path=ppt/media/f44330.txt>
</file>

<file path=ppt/media/f44331.txt>
</file>

<file path=ppt/media/f44332.txt>
</file>

<file path=ppt/media/f44333.txt>
</file>

<file path=ppt/media/f44334.txt>
</file>

<file path=ppt/media/f44335.txt>
</file>

<file path=ppt/media/f44336.txt>
</file>

<file path=ppt/media/f44337.txt>
</file>

<file path=ppt/media/f44338.txt>
</file>

<file path=ppt/media/f44339.txt>
</file>

<file path=ppt/media/f44340.txt>
</file>

<file path=ppt/media/f44341.txt>
</file>

<file path=ppt/media/f44342.txt>
</file>

<file path=ppt/media/f44343.txt>
</file>

<file path=ppt/media/f44344.txt>
</file>

<file path=ppt/media/f44345.txt>
</file>

<file path=ppt/media/f44346.txt>
</file>

<file path=ppt/media/f44347.txt>
</file>

<file path=ppt/media/f44348.txt>
</file>

<file path=ppt/media/f44349.txt>
</file>

<file path=ppt/media/f44350.txt>
</file>

<file path=ppt/media/f44351.txt>
</file>

<file path=ppt/media/f44352.txt>
</file>

<file path=ppt/media/f44353.txt>
</file>

<file path=ppt/media/f44354.txt>
</file>

<file path=ppt/media/f44355.txt>
</file>

<file path=ppt/media/f44356.txt>
</file>

<file path=ppt/media/f44357.txt>
</file>

<file path=ppt/media/f44358.txt>
</file>

<file path=ppt/media/f44359.txt>
</file>

<file path=ppt/media/f44360.txt>
</file>

<file path=ppt/media/f44361.txt>
</file>

<file path=ppt/media/f44362.txt>
</file>

<file path=ppt/media/f44363.txt>
</file>

<file path=ppt/media/f44364.txt>
</file>

<file path=ppt/media/f44365.txt>
</file>

<file path=ppt/media/f44366.txt>
</file>

<file path=ppt/media/f44367.txt>
</file>

<file path=ppt/media/f44368.txt>
</file>

<file path=ppt/media/f44369.txt>
</file>

<file path=ppt/media/f44370.txt>
</file>

<file path=ppt/media/f44371.txt>
</file>

<file path=ppt/media/f44372.txt>
</file>

<file path=ppt/media/f44373.txt>
</file>

<file path=ppt/media/f44374.txt>
</file>

<file path=ppt/media/f44375.txt>
</file>

<file path=ppt/media/f44376.txt>
</file>

<file path=ppt/media/f44377.txt>
</file>

<file path=ppt/media/f44378.txt>
</file>

<file path=ppt/media/f44379.txt>
</file>

<file path=ppt/media/f44380.txt>
</file>

<file path=ppt/media/f44381.txt>
</file>

<file path=ppt/media/f44382.txt>
</file>

<file path=ppt/media/f44383.txt>
</file>

<file path=ppt/media/f44384.txt>
</file>

<file path=ppt/media/f44385.txt>
</file>

<file path=ppt/media/f44386.txt>
</file>

<file path=ppt/media/f44387.txt>
</file>

<file path=ppt/media/f44388.txt>
</file>

<file path=ppt/media/f44389.txt>
</file>

<file path=ppt/media/f44390.txt>
</file>

<file path=ppt/media/f44391.txt>
</file>

<file path=ppt/media/f44392.txt>
</file>

<file path=ppt/media/f44393.txt>
</file>

<file path=ppt/media/f44394.txt>
</file>

<file path=ppt/media/f44395.txt>
</file>

<file path=ppt/media/f44396.txt>
</file>

<file path=ppt/media/f44397.txt>
</file>

<file path=ppt/media/f44398.txt>
</file>

<file path=ppt/media/f44399.txt>
</file>

<file path=ppt/media/f44400.txt>
</file>

<file path=ppt/media/f44401.txt>
</file>

<file path=ppt/media/f44402.txt>
</file>

<file path=ppt/media/f44403.txt>
</file>

<file path=ppt/media/f44404.txt>
</file>

<file path=ppt/media/f44405.txt>
</file>

<file path=ppt/media/f44406.txt>
</file>

<file path=ppt/media/f44407.txt>
</file>

<file path=ppt/media/f44408.txt>
</file>

<file path=ppt/media/f44409.txt>
</file>

<file path=ppt/media/f44410.txt>
</file>

<file path=ppt/media/f44411.txt>
</file>

<file path=ppt/media/f44412.txt>
</file>

<file path=ppt/media/f44413.txt>
</file>

<file path=ppt/media/f44414.txt>
</file>

<file path=ppt/media/f44415.txt>
</file>

<file path=ppt/media/f44416.txt>
</file>

<file path=ppt/media/f44417.txt>
</file>

<file path=ppt/media/f44418.txt>
</file>

<file path=ppt/media/f44419.txt>
</file>

<file path=ppt/media/f44420.txt>
</file>

<file path=ppt/media/f44421.txt>
</file>

<file path=ppt/media/f44422.txt>
</file>

<file path=ppt/media/f44423.txt>
</file>

<file path=ppt/media/f44424.txt>
</file>

<file path=ppt/media/f44425.txt>
</file>

<file path=ppt/media/f44426.txt>
</file>

<file path=ppt/media/f44427.txt>
</file>

<file path=ppt/media/f44428.txt>
</file>

<file path=ppt/media/f44429.txt>
</file>

<file path=ppt/media/f44430.txt>
</file>

<file path=ppt/media/f44431.txt>
</file>

<file path=ppt/media/f44432.txt>
</file>

<file path=ppt/media/f44433.txt>
</file>

<file path=ppt/media/f44434.txt>
</file>

<file path=ppt/media/f44435.txt>
</file>

<file path=ppt/media/f44436.txt>
</file>

<file path=ppt/media/f44437.txt>
</file>

<file path=ppt/media/f44438.txt>
</file>

<file path=ppt/media/f44439.txt>
</file>

<file path=ppt/media/f44440.txt>
</file>

<file path=ppt/media/f44441.txt>
</file>

<file path=ppt/media/f44442.txt>
</file>

<file path=ppt/media/f44443.txt>
</file>

<file path=ppt/media/f44444.txt>
</file>

<file path=ppt/media/f44445.txt>
</file>

<file path=ppt/media/f44446.txt>
</file>

<file path=ppt/media/f44447.txt>
</file>

<file path=ppt/media/f44448.txt>
</file>

<file path=ppt/media/f44449.txt>
</file>

<file path=ppt/media/f44450.txt>
</file>

<file path=ppt/media/f44451.txt>
</file>

<file path=ppt/media/f44452.txt>
</file>

<file path=ppt/media/f44453.txt>
</file>

<file path=ppt/media/f44454.txt>
</file>

<file path=ppt/media/f44455.txt>
</file>

<file path=ppt/media/f44456.txt>
</file>

<file path=ppt/media/f44457.txt>
</file>

<file path=ppt/media/f44458.txt>
</file>

<file path=ppt/media/f44459.txt>
</file>

<file path=ppt/media/f44460.txt>
</file>

<file path=ppt/media/f44461.txt>
</file>

<file path=ppt/media/f44462.txt>
</file>

<file path=ppt/media/f44463.txt>
</file>

<file path=ppt/media/f44464.txt>
</file>

<file path=ppt/media/f44465.txt>
</file>

<file path=ppt/media/f44466.txt>
</file>

<file path=ppt/media/f44467.txt>
</file>

<file path=ppt/media/f44468.txt>
</file>

<file path=ppt/media/f44469.txt>
</file>

<file path=ppt/media/f44470.txt>
</file>

<file path=ppt/media/f44471.txt>
</file>

<file path=ppt/media/f44472.txt>
</file>

<file path=ppt/media/f44473.txt>
</file>

<file path=ppt/media/f44474.txt>
</file>

<file path=ppt/media/f44475.txt>
</file>

<file path=ppt/media/f44476.txt>
</file>

<file path=ppt/media/f44477.txt>
</file>

<file path=ppt/media/f44478.txt>
</file>

<file path=ppt/media/f44479.txt>
</file>

<file path=ppt/media/f44480.txt>
</file>

<file path=ppt/media/f44481.txt>
</file>

<file path=ppt/media/f44482.txt>
</file>

<file path=ppt/media/f44483.txt>
</file>

<file path=ppt/media/f44484.txt>
</file>

<file path=ppt/media/f44485.txt>
</file>

<file path=ppt/media/f44486.txt>
</file>

<file path=ppt/media/f44487.txt>
</file>

<file path=ppt/media/f44488.txt>
</file>

<file path=ppt/media/f44489.txt>
</file>

<file path=ppt/media/f44490.txt>
</file>

<file path=ppt/media/f44491.txt>
</file>

<file path=ppt/media/f44492.txt>
</file>

<file path=ppt/media/f44493.txt>
</file>

<file path=ppt/media/f44494.txt>
</file>

<file path=ppt/media/f44495.txt>
</file>

<file path=ppt/media/f44496.txt>
</file>

<file path=ppt/media/f44497.txt>
</file>

<file path=ppt/media/f44498.txt>
</file>

<file path=ppt/media/f44499.txt>
</file>

<file path=ppt/media/f44500.txt>
</file>

<file path=ppt/media/f44501.txt>
</file>

<file path=ppt/media/f44502.txt>
</file>

<file path=ppt/media/f44503.txt>
</file>

<file path=ppt/media/f44504.txt>
</file>

<file path=ppt/media/f44505.txt>
</file>

<file path=ppt/media/f44506.txt>
</file>

<file path=ppt/media/f44507.txt>
</file>

<file path=ppt/media/f44508.txt>
</file>

<file path=ppt/media/f44509.txt>
</file>

<file path=ppt/media/f44510.txt>
</file>

<file path=ppt/media/f44511.txt>
</file>

<file path=ppt/media/f44512.txt>
</file>

<file path=ppt/media/f44513.txt>
</file>

<file path=ppt/media/f44514.txt>
</file>

<file path=ppt/media/f44515.txt>
</file>

<file path=ppt/media/f44516.txt>
</file>

<file path=ppt/media/f44517.txt>
</file>

<file path=ppt/media/f44518.txt>
</file>

<file path=ppt/media/f44519.txt>
</file>

<file path=ppt/media/f44520.txt>
</file>

<file path=ppt/media/f44521.txt>
</file>

<file path=ppt/media/f44522.txt>
</file>

<file path=ppt/media/f44523.txt>
</file>

<file path=ppt/media/f44524.txt>
</file>

<file path=ppt/media/f44525.txt>
</file>

<file path=ppt/media/f44526.txt>
</file>

<file path=ppt/media/f44527.txt>
</file>

<file path=ppt/media/f44528.txt>
</file>

<file path=ppt/media/f44529.txt>
</file>

<file path=ppt/media/f44530.txt>
</file>

<file path=ppt/media/f44531.txt>
</file>

<file path=ppt/media/f44532.txt>
</file>

<file path=ppt/media/f44533.txt>
</file>

<file path=ppt/media/f44534.txt>
</file>

<file path=ppt/media/f44535.txt>
</file>

<file path=ppt/media/f44536.txt>
</file>

<file path=ppt/media/f44537.txt>
</file>

<file path=ppt/media/f44538.txt>
</file>

<file path=ppt/media/f44539.txt>
</file>

<file path=ppt/media/f44540.txt>
</file>

<file path=ppt/media/f44541.txt>
</file>

<file path=ppt/media/f44542.txt>
</file>

<file path=ppt/media/f44543.txt>
</file>

<file path=ppt/media/f44544.txt>
</file>

<file path=ppt/media/f44545.txt>
</file>

<file path=ppt/media/f44546.txt>
</file>

<file path=ppt/media/f44547.txt>
</file>

<file path=ppt/media/f44548.txt>
</file>

<file path=ppt/media/f44549.txt>
</file>

<file path=ppt/media/f44550.txt>
</file>

<file path=ppt/media/f44551.txt>
</file>

<file path=ppt/media/f44552.txt>
</file>

<file path=ppt/media/f44553.txt>
</file>

<file path=ppt/media/f44554.txt>
</file>

<file path=ppt/media/f44555.txt>
</file>

<file path=ppt/media/f44556.txt>
</file>

<file path=ppt/media/f44557.txt>
</file>

<file path=ppt/media/f44558.txt>
</file>

<file path=ppt/media/f44559.txt>
</file>

<file path=ppt/media/f44560.txt>
</file>

<file path=ppt/media/f44561.txt>
</file>

<file path=ppt/media/f44562.txt>
</file>

<file path=ppt/media/f44563.txt>
</file>

<file path=ppt/media/f44564.txt>
</file>

<file path=ppt/media/f44565.txt>
</file>

<file path=ppt/media/f44566.txt>
</file>

<file path=ppt/media/f44567.txt>
</file>

<file path=ppt/media/f44568.txt>
</file>

<file path=ppt/media/f44569.txt>
</file>

<file path=ppt/media/f44570.txt>
</file>

<file path=ppt/media/f44571.txt>
</file>

<file path=ppt/media/f44572.txt>
</file>

<file path=ppt/media/f44573.txt>
</file>

<file path=ppt/media/f44574.txt>
</file>

<file path=ppt/media/f44575.txt>
</file>

<file path=ppt/media/f44576.txt>
</file>

<file path=ppt/media/f44577.txt>
</file>

<file path=ppt/media/f44578.txt>
</file>

<file path=ppt/media/f44579.txt>
</file>

<file path=ppt/media/f44580.txt>
</file>

<file path=ppt/media/f44581.txt>
</file>

<file path=ppt/media/f44582.txt>
</file>

<file path=ppt/media/f44583.txt>
</file>

<file path=ppt/media/f44584.txt>
</file>

<file path=ppt/media/f44585.txt>
</file>

<file path=ppt/media/f44586.txt>
</file>

<file path=ppt/media/f44587.txt>
</file>

<file path=ppt/media/f44588.txt>
</file>

<file path=ppt/media/f44589.txt>
</file>

<file path=ppt/media/f44590.txt>
</file>

<file path=ppt/media/f44591.txt>
</file>

<file path=ppt/media/f44592.txt>
</file>

<file path=ppt/media/f44593.txt>
</file>

<file path=ppt/media/f44594.txt>
</file>

<file path=ppt/media/f44595.txt>
</file>

<file path=ppt/media/f44596.txt>
</file>

<file path=ppt/media/f44597.txt>
</file>

<file path=ppt/media/f44598.txt>
</file>

<file path=ppt/media/f44599.txt>
</file>

<file path=ppt/media/f44600.txt>
</file>

<file path=ppt/media/f44601.txt>
</file>

<file path=ppt/media/f44602.txt>
</file>

<file path=ppt/media/f44603.txt>
</file>

<file path=ppt/media/f44604.txt>
</file>

<file path=ppt/media/f44605.txt>
</file>

<file path=ppt/media/f44606.txt>
</file>

<file path=ppt/media/f44607.txt>
</file>

<file path=ppt/media/f44608.txt>
</file>

<file path=ppt/media/f44609.txt>
</file>

<file path=ppt/media/f44610.txt>
</file>

<file path=ppt/media/f44611.txt>
</file>

<file path=ppt/media/f44612.txt>
</file>

<file path=ppt/media/f44613.txt>
</file>

<file path=ppt/media/f44614.txt>
</file>

<file path=ppt/media/f44615.txt>
</file>

<file path=ppt/media/f44616.txt>
</file>

<file path=ppt/media/f44617.txt>
</file>

<file path=ppt/media/f44618.txt>
</file>

<file path=ppt/media/f44619.txt>
</file>

<file path=ppt/media/f44620.txt>
</file>

<file path=ppt/media/f44621.txt>
</file>

<file path=ppt/media/f44622.txt>
</file>

<file path=ppt/media/f44623.txt>
</file>

<file path=ppt/media/f44624.txt>
</file>

<file path=ppt/media/f44625.txt>
</file>

<file path=ppt/media/f44626.txt>
</file>

<file path=ppt/media/f44627.txt>
</file>

<file path=ppt/media/f44628.txt>
</file>

<file path=ppt/media/f44629.txt>
</file>

<file path=ppt/media/f44630.txt>
</file>

<file path=ppt/media/f44631.txt>
</file>

<file path=ppt/media/f44632.txt>
</file>

<file path=ppt/media/f44633.txt>
</file>

<file path=ppt/media/f44634.txt>
</file>

<file path=ppt/media/f44635.txt>
</file>

<file path=ppt/media/f44636.txt>
</file>

<file path=ppt/media/f44637.txt>
</file>

<file path=ppt/media/f44638.txt>
</file>

<file path=ppt/media/f44639.txt>
</file>

<file path=ppt/media/f44640.txt>
</file>

<file path=ppt/media/f44641.txt>
</file>

<file path=ppt/media/f44642.txt>
</file>

<file path=ppt/media/f44643.txt>
</file>

<file path=ppt/media/f44644.txt>
</file>

<file path=ppt/media/f44645.txt>
</file>

<file path=ppt/media/f44646.txt>
</file>

<file path=ppt/media/f44647.txt>
</file>

<file path=ppt/media/f44648.txt>
</file>

<file path=ppt/media/f44649.txt>
</file>

<file path=ppt/media/f44650.txt>
</file>

<file path=ppt/media/f44651.txt>
</file>

<file path=ppt/media/f44652.txt>
</file>

<file path=ppt/media/f44653.txt>
</file>

<file path=ppt/media/f44654.txt>
</file>

<file path=ppt/media/f44655.txt>
</file>

<file path=ppt/media/f44656.txt>
</file>

<file path=ppt/media/f44657.txt>
</file>

<file path=ppt/media/f44658.txt>
</file>

<file path=ppt/media/f44659.txt>
</file>

<file path=ppt/media/f44660.txt>
</file>

<file path=ppt/media/f44661.txt>
</file>

<file path=ppt/media/f44662.txt>
</file>

<file path=ppt/media/f44663.txt>
</file>

<file path=ppt/media/f44664.txt>
</file>

<file path=ppt/media/f44665.txt>
</file>

<file path=ppt/media/f44666.txt>
</file>

<file path=ppt/media/f44667.txt>
</file>

<file path=ppt/media/f44668.txt>
</file>

<file path=ppt/media/f44669.txt>
</file>

<file path=ppt/media/f44670.txt>
</file>

<file path=ppt/media/f44671.txt>
</file>

<file path=ppt/media/f44672.txt>
</file>

<file path=ppt/media/f44673.txt>
</file>

<file path=ppt/media/f44674.txt>
</file>

<file path=ppt/media/f44675.txt>
</file>

<file path=ppt/media/f44676.txt>
</file>

<file path=ppt/media/f44677.txt>
</file>

<file path=ppt/media/f44678.txt>
</file>

<file path=ppt/media/f44679.txt>
</file>

<file path=ppt/media/f44680.txt>
</file>

<file path=ppt/media/f44681.txt>
</file>

<file path=ppt/media/f44682.txt>
</file>

<file path=ppt/media/f44683.txt>
</file>

<file path=ppt/media/f44684.txt>
</file>

<file path=ppt/media/f44685.txt>
</file>

<file path=ppt/media/f44686.txt>
</file>

<file path=ppt/media/f44687.txt>
</file>

<file path=ppt/media/f44688.txt>
</file>

<file path=ppt/media/f44689.txt>
</file>

<file path=ppt/media/f44690.txt>
</file>

<file path=ppt/media/f44691.txt>
</file>

<file path=ppt/media/f44692.txt>
</file>

<file path=ppt/media/f44693.txt>
</file>

<file path=ppt/media/f44694.txt>
</file>

<file path=ppt/media/f44695.txt>
</file>

<file path=ppt/media/f44696.txt>
</file>

<file path=ppt/media/f44697.txt>
</file>

<file path=ppt/media/f44698.txt>
</file>

<file path=ppt/media/f44699.txt>
</file>

<file path=ppt/media/f44700.txt>
</file>

<file path=ppt/media/f44701.txt>
</file>

<file path=ppt/media/f44702.txt>
</file>

<file path=ppt/media/f44703.txt>
</file>

<file path=ppt/media/f44704.txt>
</file>

<file path=ppt/media/f44705.txt>
</file>

<file path=ppt/media/f44706.txt>
</file>

<file path=ppt/media/f44707.txt>
</file>

<file path=ppt/media/f44708.txt>
</file>

<file path=ppt/media/f44709.txt>
</file>

<file path=ppt/media/f44710.txt>
</file>

<file path=ppt/media/f44711.txt>
</file>

<file path=ppt/media/f44712.txt>
</file>

<file path=ppt/media/f44713.txt>
</file>

<file path=ppt/media/f44714.txt>
</file>

<file path=ppt/media/f44715.txt>
</file>

<file path=ppt/media/f44716.txt>
</file>

<file path=ppt/media/f44717.txt>
</file>

<file path=ppt/media/f44718.txt>
</file>

<file path=ppt/media/f44719.txt>
</file>

<file path=ppt/media/f44720.txt>
</file>

<file path=ppt/media/f44721.txt>
</file>

<file path=ppt/media/f44722.txt>
</file>

<file path=ppt/media/f44723.txt>
</file>

<file path=ppt/media/f44724.txt>
</file>

<file path=ppt/media/f44725.txt>
</file>

<file path=ppt/media/f44726.txt>
</file>

<file path=ppt/media/f44727.txt>
</file>

<file path=ppt/media/f44728.txt>
</file>

<file path=ppt/media/f44729.txt>
</file>

<file path=ppt/media/f44730.txt>
</file>

<file path=ppt/media/f44731.txt>
</file>

<file path=ppt/media/f44732.txt>
</file>

<file path=ppt/media/f44733.txt>
</file>

<file path=ppt/media/f44734.txt>
</file>

<file path=ppt/media/f44735.txt>
</file>

<file path=ppt/media/f44736.txt>
</file>

<file path=ppt/media/f44737.txt>
</file>

<file path=ppt/media/f44738.txt>
</file>

<file path=ppt/media/f44739.txt>
</file>

<file path=ppt/media/f44740.txt>
</file>

<file path=ppt/media/f44741.txt>
</file>

<file path=ppt/media/f44742.txt>
</file>

<file path=ppt/media/f44743.txt>
</file>

<file path=ppt/media/f44744.txt>
</file>

<file path=ppt/media/f44745.txt>
</file>

<file path=ppt/media/f44746.txt>
</file>

<file path=ppt/media/f44747.txt>
</file>

<file path=ppt/media/f44748.txt>
</file>

<file path=ppt/media/f44749.txt>
</file>

<file path=ppt/media/f44750.txt>
</file>

<file path=ppt/media/f44751.txt>
</file>

<file path=ppt/media/f44752.txt>
</file>

<file path=ppt/media/f44753.txt>
</file>

<file path=ppt/media/f44754.txt>
</file>

<file path=ppt/media/f44755.txt>
</file>

<file path=ppt/media/f44756.txt>
</file>

<file path=ppt/media/f44757.txt>
</file>

<file path=ppt/media/f44758.txt>
</file>

<file path=ppt/media/f44759.txt>
</file>

<file path=ppt/media/f44760.txt>
</file>

<file path=ppt/media/f44761.txt>
</file>

<file path=ppt/media/f44762.txt>
</file>

<file path=ppt/media/f44763.txt>
</file>

<file path=ppt/media/f44764.txt>
</file>

<file path=ppt/media/f44765.txt>
</file>

<file path=ppt/media/f44766.txt>
</file>

<file path=ppt/media/f44767.txt>
</file>

<file path=ppt/media/f44768.txt>
</file>

<file path=ppt/media/f44769.txt>
</file>

<file path=ppt/media/f44770.txt>
</file>

<file path=ppt/media/f44771.txt>
</file>

<file path=ppt/media/f44772.txt>
</file>

<file path=ppt/media/f44773.txt>
</file>

<file path=ppt/media/f44774.txt>
</file>

<file path=ppt/media/f44775.txt>
</file>

<file path=ppt/media/f44776.txt>
</file>

<file path=ppt/media/f44777.txt>
</file>

<file path=ppt/media/f44778.txt>
</file>

<file path=ppt/media/f44779.txt>
</file>

<file path=ppt/media/f44780.txt>
</file>

<file path=ppt/media/f44781.txt>
</file>

<file path=ppt/media/f44782.txt>
</file>

<file path=ppt/media/f44783.txt>
</file>

<file path=ppt/media/f44784.txt>
</file>

<file path=ppt/media/f44785.txt>
</file>

<file path=ppt/media/f44786.txt>
</file>

<file path=ppt/media/f44787.txt>
</file>

<file path=ppt/media/f44788.txt>
</file>

<file path=ppt/media/f44789.txt>
</file>

<file path=ppt/media/f44790.txt>
</file>

<file path=ppt/media/f44791.txt>
</file>

<file path=ppt/media/f44792.txt>
</file>

<file path=ppt/media/f44793.txt>
</file>

<file path=ppt/media/f44794.txt>
</file>

<file path=ppt/media/f44795.txt>
</file>

<file path=ppt/media/f44796.txt>
</file>

<file path=ppt/media/f44797.txt>
</file>

<file path=ppt/media/f44798.txt>
</file>

<file path=ppt/media/f44799.txt>
</file>

<file path=ppt/media/f44800.txt>
</file>

<file path=ppt/media/f44801.txt>
</file>

<file path=ppt/media/f44802.txt>
</file>

<file path=ppt/media/f44803.txt>
</file>

<file path=ppt/media/f44804.txt>
</file>

<file path=ppt/media/f44805.txt>
</file>

<file path=ppt/media/f44806.txt>
</file>

<file path=ppt/media/f44807.txt>
</file>

<file path=ppt/media/f44808.txt>
</file>

<file path=ppt/media/f44809.txt>
</file>

<file path=ppt/media/f44810.txt>
</file>

<file path=ppt/media/f44811.txt>
</file>

<file path=ppt/media/f44812.txt>
</file>

<file path=ppt/media/f44813.txt>
</file>

<file path=ppt/media/f44814.txt>
</file>

<file path=ppt/media/f44815.txt>
</file>

<file path=ppt/media/f44816.txt>
</file>

<file path=ppt/media/f44817.txt>
</file>

<file path=ppt/media/f44818.txt>
</file>

<file path=ppt/media/f44819.txt>
</file>

<file path=ppt/media/f44820.txt>
</file>

<file path=ppt/media/f44821.txt>
</file>

<file path=ppt/media/f44822.txt>
</file>

<file path=ppt/media/f44823.txt>
</file>

<file path=ppt/media/f44824.txt>
</file>

<file path=ppt/media/f44825.txt>
</file>

<file path=ppt/media/f44826.txt>
</file>

<file path=ppt/media/f44827.txt>
</file>

<file path=ppt/media/f44828.txt>
</file>

<file path=ppt/media/f44829.txt>
</file>

<file path=ppt/media/f44830.txt>
</file>

<file path=ppt/media/f44831.txt>
</file>

<file path=ppt/media/f44832.txt>
</file>

<file path=ppt/media/f44833.txt>
</file>

<file path=ppt/media/f44834.txt>
</file>

<file path=ppt/media/f44835.txt>
</file>

<file path=ppt/media/f44836.txt>
</file>

<file path=ppt/media/f44837.txt>
</file>

<file path=ppt/media/f44838.txt>
</file>

<file path=ppt/media/f44839.txt>
</file>

<file path=ppt/media/f44840.txt>
</file>

<file path=ppt/media/f44841.txt>
</file>

<file path=ppt/media/f44842.txt>
</file>

<file path=ppt/media/f44843.txt>
</file>

<file path=ppt/media/f44844.txt>
</file>

<file path=ppt/media/f44845.txt>
</file>

<file path=ppt/media/f44846.txt>
</file>

<file path=ppt/media/f44847.txt>
</file>

<file path=ppt/media/f44848.txt>
</file>

<file path=ppt/media/f44849.txt>
</file>

<file path=ppt/media/f44850.txt>
</file>

<file path=ppt/media/f44851.txt>
</file>

<file path=ppt/media/f44852.txt>
</file>

<file path=ppt/media/f44853.txt>
</file>

<file path=ppt/media/f44854.txt>
</file>

<file path=ppt/media/f44855.txt>
</file>

<file path=ppt/media/f44856.txt>
</file>

<file path=ppt/media/f44857.txt>
</file>

<file path=ppt/media/f44858.txt>
</file>

<file path=ppt/media/f44859.txt>
</file>

<file path=ppt/media/f44860.txt>
</file>

<file path=ppt/media/f44861.txt>
</file>

<file path=ppt/media/f44862.txt>
</file>

<file path=ppt/media/f44863.txt>
</file>

<file path=ppt/media/f44864.txt>
</file>

<file path=ppt/media/f44865.txt>
</file>

<file path=ppt/media/f44866.txt>
</file>

<file path=ppt/media/f44867.txt>
</file>

<file path=ppt/media/f44868.txt>
</file>

<file path=ppt/media/f44869.txt>
</file>

<file path=ppt/media/f44870.txt>
</file>

<file path=ppt/media/f44871.txt>
</file>

<file path=ppt/media/f44872.txt>
</file>

<file path=ppt/media/f44873.txt>
</file>

<file path=ppt/media/f44874.txt>
</file>

<file path=ppt/media/f44875.txt>
</file>

<file path=ppt/media/f44876.txt>
</file>

<file path=ppt/media/f44877.txt>
</file>

<file path=ppt/media/f44878.txt>
</file>

<file path=ppt/media/f44879.txt>
</file>

<file path=ppt/media/f44880.txt>
</file>

<file path=ppt/media/f44881.txt>
</file>

<file path=ppt/media/f44882.txt>
</file>

<file path=ppt/media/f44883.txt>
</file>

<file path=ppt/media/f44884.txt>
</file>

<file path=ppt/media/f44885.txt>
</file>

<file path=ppt/media/f44886.txt>
</file>

<file path=ppt/media/f44887.txt>
</file>

<file path=ppt/media/f44888.txt>
</file>

<file path=ppt/media/f44889.txt>
</file>

<file path=ppt/media/f44890.txt>
</file>

<file path=ppt/media/f44891.txt>
</file>

<file path=ppt/media/f44892.txt>
</file>

<file path=ppt/media/f44893.txt>
</file>

<file path=ppt/media/f44894.txt>
</file>

<file path=ppt/media/f44895.txt>
</file>

<file path=ppt/media/f44896.txt>
</file>

<file path=ppt/media/f44897.txt>
</file>

<file path=ppt/media/f44898.txt>
</file>

<file path=ppt/media/f44899.txt>
</file>

<file path=ppt/media/f44900.txt>
</file>

<file path=ppt/media/f44901.txt>
</file>

<file path=ppt/media/f44902.txt>
</file>

<file path=ppt/media/f44903.txt>
</file>

<file path=ppt/media/f44904.txt>
</file>

<file path=ppt/media/f44905.txt>
</file>

<file path=ppt/media/f44906.txt>
</file>

<file path=ppt/media/f44907.txt>
</file>

<file path=ppt/media/f44908.txt>
</file>

<file path=ppt/media/f44909.txt>
</file>

<file path=ppt/media/f44910.txt>
</file>

<file path=ppt/media/f44911.txt>
</file>

<file path=ppt/media/f44912.txt>
</file>

<file path=ppt/media/f44913.txt>
</file>

<file path=ppt/media/f44914.txt>
</file>

<file path=ppt/media/f44915.txt>
</file>

<file path=ppt/media/f44916.txt>
</file>

<file path=ppt/media/f44917.txt>
</file>

<file path=ppt/media/f44918.txt>
</file>

<file path=ppt/media/f44919.txt>
</file>

<file path=ppt/media/f44920.txt>
</file>

<file path=ppt/media/f44921.txt>
</file>

<file path=ppt/media/f44922.txt>
</file>

<file path=ppt/media/f44923.txt>
</file>

<file path=ppt/media/f44924.txt>
</file>

<file path=ppt/media/f44925.txt>
</file>

<file path=ppt/media/f44926.txt>
</file>

<file path=ppt/media/f44927.txt>
</file>

<file path=ppt/media/f44928.txt>
</file>

<file path=ppt/media/f44929.txt>
</file>

<file path=ppt/media/f44930.txt>
</file>

<file path=ppt/media/f44931.txt>
</file>

<file path=ppt/media/f44932.txt>
</file>

<file path=ppt/media/f44933.txt>
</file>

<file path=ppt/media/f44934.txt>
</file>

<file path=ppt/media/f44935.txt>
</file>

<file path=ppt/media/f44936.txt>
</file>

<file path=ppt/media/f44937.txt>
</file>

<file path=ppt/media/f44938.txt>
</file>

<file path=ppt/media/f44939.txt>
</file>

<file path=ppt/media/f44940.txt>
</file>

<file path=ppt/media/f44941.txt>
</file>

<file path=ppt/media/f44942.txt>
</file>

<file path=ppt/media/f44943.txt>
</file>

<file path=ppt/media/f44944.txt>
</file>

<file path=ppt/media/f44945.txt>
</file>

<file path=ppt/media/f44946.txt>
</file>

<file path=ppt/media/f44947.txt>
</file>

<file path=ppt/media/f44948.txt>
</file>

<file path=ppt/media/f44949.txt>
</file>

<file path=ppt/media/f44950.txt>
</file>

<file path=ppt/media/f44951.txt>
</file>

<file path=ppt/media/f44952.txt>
</file>

<file path=ppt/media/f44953.txt>
</file>

<file path=ppt/media/f44954.txt>
</file>

<file path=ppt/media/f44955.txt>
</file>

<file path=ppt/media/f44956.txt>
</file>

<file path=ppt/media/f44957.txt>
</file>

<file path=ppt/media/f44958.txt>
</file>

<file path=ppt/media/f44959.txt>
</file>

<file path=ppt/media/f44960.txt>
</file>

<file path=ppt/media/f44961.txt>
</file>

<file path=ppt/media/f44962.txt>
</file>

<file path=ppt/media/f44963.txt>
</file>

<file path=ppt/media/f44964.txt>
</file>

<file path=ppt/media/f44965.txt>
</file>

<file path=ppt/media/f44966.txt>
</file>

<file path=ppt/media/f44967.txt>
</file>

<file path=ppt/media/f44968.txt>
</file>

<file path=ppt/media/f44969.txt>
</file>

<file path=ppt/media/f44970.txt>
</file>

<file path=ppt/media/f44971.txt>
</file>

<file path=ppt/media/f44972.txt>
</file>

<file path=ppt/media/f44973.txt>
</file>

<file path=ppt/media/f44974.txt>
</file>

<file path=ppt/media/f44975.txt>
</file>

<file path=ppt/media/f44976.txt>
</file>

<file path=ppt/media/f44977.txt>
</file>

<file path=ppt/media/f44978.txt>
</file>

<file path=ppt/media/f44979.txt>
</file>

<file path=ppt/media/f44980.txt>
</file>

<file path=ppt/media/f44981.txt>
</file>

<file path=ppt/media/f44982.txt>
</file>

<file path=ppt/media/f44983.txt>
</file>

<file path=ppt/media/f44984.txt>
</file>

<file path=ppt/media/f44985.txt>
</file>

<file path=ppt/media/f44986.txt>
</file>

<file path=ppt/media/f44987.txt>
</file>

<file path=ppt/media/f44988.txt>
</file>

<file path=ppt/media/f44989.txt>
</file>

<file path=ppt/media/f44990.txt>
</file>

<file path=ppt/media/f44991.txt>
</file>

<file path=ppt/media/f44992.txt>
</file>

<file path=ppt/media/f44993.txt>
</file>

<file path=ppt/media/f44994.txt>
</file>

<file path=ppt/media/f44995.txt>
</file>

<file path=ppt/media/f44996.txt>
</file>

<file path=ppt/media/f44997.txt>
</file>

<file path=ppt/media/f44998.txt>
</file>

<file path=ppt/media/f44999.txt>
</file>

<file path=ppt/media/f45000.txt>
</file>

<file path=ppt/media/f45001.txt>
</file>

<file path=ppt/media/f45002.txt>
</file>

<file path=ppt/media/f45003.txt>
</file>

<file path=ppt/media/f45004.txt>
</file>

<file path=ppt/media/f45005.txt>
</file>

<file path=ppt/media/f45006.txt>
</file>

<file path=ppt/media/f45007.txt>
</file>

<file path=ppt/media/f45008.txt>
</file>

<file path=ppt/media/f45009.txt>
</file>

<file path=ppt/media/f45010.txt>
</file>

<file path=ppt/media/f45011.txt>
</file>

<file path=ppt/media/f45012.txt>
</file>

<file path=ppt/media/f45013.txt>
</file>

<file path=ppt/media/f45014.txt>
</file>

<file path=ppt/media/f45015.txt>
</file>

<file path=ppt/media/f45016.txt>
</file>

<file path=ppt/media/f45017.txt>
</file>

<file path=ppt/media/f45018.txt>
</file>

<file path=ppt/media/f45019.txt>
</file>

<file path=ppt/media/f45020.txt>
</file>

<file path=ppt/media/f45021.txt>
</file>

<file path=ppt/media/f45022.txt>
</file>

<file path=ppt/media/f45023.txt>
</file>

<file path=ppt/media/f45024.txt>
</file>

<file path=ppt/media/f45025.txt>
</file>

<file path=ppt/media/f45026.txt>
</file>

<file path=ppt/media/f45027.txt>
</file>

<file path=ppt/media/f45028.txt>
</file>

<file path=ppt/media/f45029.txt>
</file>

<file path=ppt/media/f45030.txt>
</file>

<file path=ppt/media/f45031.txt>
</file>

<file path=ppt/media/f45032.txt>
</file>

<file path=ppt/media/f45033.txt>
</file>

<file path=ppt/media/f45034.txt>
</file>

<file path=ppt/media/f45035.txt>
</file>

<file path=ppt/media/f45036.txt>
</file>

<file path=ppt/media/f45037.txt>
</file>

<file path=ppt/media/f45038.txt>
</file>

<file path=ppt/media/f45039.txt>
</file>

<file path=ppt/media/f45040.txt>
</file>

<file path=ppt/media/f45041.txt>
</file>

<file path=ppt/media/f45042.txt>
</file>

<file path=ppt/media/f45043.txt>
</file>

<file path=ppt/media/f45044.txt>
</file>

<file path=ppt/media/f45045.txt>
</file>

<file path=ppt/media/f45046.txt>
</file>

<file path=ppt/media/f45047.txt>
</file>

<file path=ppt/media/f45048.txt>
</file>

<file path=ppt/media/f45049.txt>
</file>

<file path=ppt/media/f45050.txt>
</file>

<file path=ppt/media/f45051.txt>
</file>

<file path=ppt/media/f45052.txt>
</file>

<file path=ppt/media/f45053.txt>
</file>

<file path=ppt/media/f45054.txt>
</file>

<file path=ppt/media/f45055.txt>
</file>

<file path=ppt/media/f45056.txt>
</file>

<file path=ppt/media/f45057.txt>
</file>

<file path=ppt/media/f45058.txt>
</file>

<file path=ppt/media/f45059.txt>
</file>

<file path=ppt/media/f45060.txt>
</file>

<file path=ppt/media/f45061.txt>
</file>

<file path=ppt/media/f45062.txt>
</file>

<file path=ppt/media/f45063.txt>
</file>

<file path=ppt/media/f45064.txt>
</file>

<file path=ppt/media/f45065.txt>
</file>

<file path=ppt/media/f45066.txt>
</file>

<file path=ppt/media/f45067.txt>
</file>

<file path=ppt/media/f45068.txt>
</file>

<file path=ppt/media/f45069.txt>
</file>

<file path=ppt/media/f45070.txt>
</file>

<file path=ppt/media/f45071.txt>
</file>

<file path=ppt/media/f45072.txt>
</file>

<file path=ppt/media/f45073.txt>
</file>

<file path=ppt/media/f45074.txt>
</file>

<file path=ppt/media/f45075.txt>
</file>

<file path=ppt/media/f45076.txt>
</file>

<file path=ppt/media/f45077.txt>
</file>

<file path=ppt/media/f45078.txt>
</file>

<file path=ppt/media/f45079.txt>
</file>

<file path=ppt/media/f45080.txt>
</file>

<file path=ppt/media/f45081.txt>
</file>

<file path=ppt/media/f45082.txt>
</file>

<file path=ppt/media/f45083.txt>
</file>

<file path=ppt/media/f45084.txt>
</file>

<file path=ppt/media/f45085.txt>
</file>

<file path=ppt/media/f45086.txt>
</file>

<file path=ppt/media/f45087.txt>
</file>

<file path=ppt/media/f45088.txt>
</file>

<file path=ppt/media/f45089.txt>
</file>

<file path=ppt/media/f45090.txt>
</file>

<file path=ppt/media/f45091.txt>
</file>

<file path=ppt/media/f45092.txt>
</file>

<file path=ppt/media/f45093.txt>
</file>

<file path=ppt/media/f45094.txt>
</file>

<file path=ppt/media/f45095.txt>
</file>

<file path=ppt/media/f45096.txt>
</file>

<file path=ppt/media/f45097.txt>
</file>

<file path=ppt/media/f45098.txt>
</file>

<file path=ppt/media/f45099.txt>
</file>

<file path=ppt/media/f45100.txt>
</file>

<file path=ppt/media/f45101.txt>
</file>

<file path=ppt/media/f45102.txt>
</file>

<file path=ppt/media/f45103.txt>
</file>

<file path=ppt/media/f45104.txt>
</file>

<file path=ppt/media/f45105.txt>
</file>

<file path=ppt/media/f45106.txt>
</file>

<file path=ppt/media/f45107.txt>
</file>

<file path=ppt/media/f45108.txt>
</file>

<file path=ppt/media/f45109.txt>
</file>

<file path=ppt/media/f45110.txt>
</file>

<file path=ppt/media/f45111.txt>
</file>

<file path=ppt/media/f45112.txt>
</file>

<file path=ppt/media/f45113.txt>
</file>

<file path=ppt/media/f45114.txt>
</file>

<file path=ppt/media/f45115.txt>
</file>

<file path=ppt/media/f45116.txt>
</file>

<file path=ppt/media/f45117.txt>
</file>

<file path=ppt/media/f45118.txt>
</file>

<file path=ppt/media/f45119.txt>
</file>

<file path=ppt/media/f45120.txt>
</file>

<file path=ppt/media/f45121.txt>
</file>

<file path=ppt/media/f45122.txt>
</file>

<file path=ppt/media/f45123.txt>
</file>

<file path=ppt/media/f45124.txt>
</file>

<file path=ppt/media/f45125.txt>
</file>

<file path=ppt/media/f45126.txt>
</file>

<file path=ppt/media/f45127.txt>
</file>

<file path=ppt/media/f45128.txt>
</file>

<file path=ppt/media/f45129.txt>
</file>

<file path=ppt/media/f45130.txt>
</file>

<file path=ppt/media/f45131.txt>
</file>

<file path=ppt/media/f45132.txt>
</file>

<file path=ppt/media/f45133.txt>
</file>

<file path=ppt/media/f45134.txt>
</file>

<file path=ppt/media/f45135.txt>
</file>

<file path=ppt/media/f45136.txt>
</file>

<file path=ppt/media/f45137.txt>
</file>

<file path=ppt/media/f45138.txt>
</file>

<file path=ppt/media/f45139.txt>
</file>

<file path=ppt/media/f45140.txt>
</file>

<file path=ppt/media/f45141.txt>
</file>

<file path=ppt/media/f45142.txt>
</file>

<file path=ppt/media/f45143.txt>
</file>

<file path=ppt/media/f45144.txt>
</file>

<file path=ppt/media/f45145.txt>
</file>

<file path=ppt/media/f45146.txt>
</file>

<file path=ppt/media/f45147.txt>
</file>

<file path=ppt/media/f45148.txt>
</file>

<file path=ppt/media/f45149.txt>
</file>

<file path=ppt/media/f45150.txt>
</file>

<file path=ppt/media/f45151.txt>
</file>

<file path=ppt/media/f45152.txt>
</file>

<file path=ppt/media/f45153.txt>
</file>

<file path=ppt/media/f45154.txt>
</file>

<file path=ppt/media/f45155.txt>
</file>

<file path=ppt/media/f45156.txt>
</file>

<file path=ppt/media/f45157.txt>
</file>

<file path=ppt/media/f45158.txt>
</file>

<file path=ppt/media/f45159.txt>
</file>

<file path=ppt/media/f45160.txt>
</file>

<file path=ppt/media/f45161.txt>
</file>

<file path=ppt/media/f45162.txt>
</file>

<file path=ppt/media/f45163.txt>
</file>

<file path=ppt/media/f45164.txt>
</file>

<file path=ppt/media/f45165.txt>
</file>

<file path=ppt/media/f45166.txt>
</file>

<file path=ppt/media/f45167.txt>
</file>

<file path=ppt/media/f45168.txt>
</file>

<file path=ppt/media/f45169.txt>
</file>

<file path=ppt/media/f45170.txt>
</file>

<file path=ppt/media/f45171.txt>
</file>

<file path=ppt/media/f45172.txt>
</file>

<file path=ppt/media/f45173.txt>
</file>

<file path=ppt/media/f45174.txt>
</file>

<file path=ppt/media/f45175.txt>
</file>

<file path=ppt/media/f45176.txt>
</file>

<file path=ppt/media/f45177.txt>
</file>

<file path=ppt/media/f45178.txt>
</file>

<file path=ppt/media/f45179.txt>
</file>

<file path=ppt/media/f45180.txt>
</file>

<file path=ppt/media/f45181.txt>
</file>

<file path=ppt/media/f45182.txt>
</file>

<file path=ppt/media/f45183.txt>
</file>

<file path=ppt/media/f45184.txt>
</file>

<file path=ppt/media/f45185.txt>
</file>

<file path=ppt/media/f45186.txt>
</file>

<file path=ppt/media/f45187.txt>
</file>

<file path=ppt/media/f45188.txt>
</file>

<file path=ppt/media/f45189.txt>
</file>

<file path=ppt/media/f45190.txt>
</file>

<file path=ppt/media/f45191.txt>
</file>

<file path=ppt/media/f45192.txt>
</file>

<file path=ppt/media/f45193.txt>
</file>

<file path=ppt/media/f45194.txt>
</file>

<file path=ppt/media/f45195.txt>
</file>

<file path=ppt/media/f45196.txt>
</file>

<file path=ppt/media/f45197.txt>
</file>

<file path=ppt/media/f45198.txt>
</file>

<file path=ppt/media/f45199.txt>
</file>

<file path=ppt/media/f45200.txt>
</file>

<file path=ppt/media/f45201.txt>
</file>

<file path=ppt/media/f45202.txt>
</file>

<file path=ppt/media/f45203.txt>
</file>

<file path=ppt/media/f45204.txt>
</file>

<file path=ppt/media/f45205.txt>
</file>

<file path=ppt/media/f45206.txt>
</file>

<file path=ppt/media/f45207.txt>
</file>

<file path=ppt/media/f45208.txt>
</file>

<file path=ppt/media/f45209.txt>
</file>

<file path=ppt/media/f45210.txt>
</file>

<file path=ppt/media/f45211.txt>
</file>

<file path=ppt/media/f45212.txt>
</file>

<file path=ppt/media/f45213.txt>
</file>

<file path=ppt/media/f45214.txt>
</file>

<file path=ppt/media/f45215.txt>
</file>

<file path=ppt/media/f45216.txt>
</file>

<file path=ppt/media/f45217.txt>
</file>

<file path=ppt/media/f45218.txt>
</file>

<file path=ppt/media/f45219.txt>
</file>

<file path=ppt/media/f45220.txt>
</file>

<file path=ppt/media/f45221.txt>
</file>

<file path=ppt/media/f45222.txt>
</file>

<file path=ppt/media/f45223.txt>
</file>

<file path=ppt/media/f45224.txt>
</file>

<file path=ppt/media/f45225.txt>
</file>

<file path=ppt/media/f45226.txt>
</file>

<file path=ppt/media/f45227.txt>
</file>

<file path=ppt/media/f45228.txt>
</file>

<file path=ppt/media/f45229.txt>
</file>

<file path=ppt/media/f45230.txt>
</file>

<file path=ppt/media/f45231.txt>
</file>

<file path=ppt/media/f45232.txt>
</file>

<file path=ppt/media/f45233.txt>
</file>

<file path=ppt/media/f45234.txt>
</file>

<file path=ppt/media/f45235.txt>
</file>

<file path=ppt/media/f45236.txt>
</file>

<file path=ppt/media/f45237.txt>
</file>

<file path=ppt/media/f45238.txt>
</file>

<file path=ppt/media/f45239.txt>
</file>

<file path=ppt/media/f45240.txt>
</file>

<file path=ppt/media/f45241.txt>
</file>

<file path=ppt/media/f45242.txt>
</file>

<file path=ppt/media/f45243.txt>
</file>

<file path=ppt/media/f45244.txt>
</file>

<file path=ppt/media/f45245.txt>
</file>

<file path=ppt/media/f45246.txt>
</file>

<file path=ppt/media/f45247.txt>
</file>

<file path=ppt/media/f45248.txt>
</file>

<file path=ppt/media/f45249.txt>
</file>

<file path=ppt/media/f45250.txt>
</file>

<file path=ppt/media/f45251.txt>
</file>

<file path=ppt/media/f45252.txt>
</file>

<file path=ppt/media/f45253.txt>
</file>

<file path=ppt/media/f45254.txt>
</file>

<file path=ppt/media/f45255.txt>
</file>

<file path=ppt/media/f45256.txt>
</file>

<file path=ppt/media/f45257.txt>
</file>

<file path=ppt/media/f45258.txt>
</file>

<file path=ppt/media/f45259.txt>
</file>

<file path=ppt/media/f45260.txt>
</file>

<file path=ppt/media/f45261.txt>
</file>

<file path=ppt/media/f45262.txt>
</file>

<file path=ppt/media/f45263.txt>
</file>

<file path=ppt/media/f45264.txt>
</file>

<file path=ppt/media/f45265.txt>
</file>

<file path=ppt/media/f45266.txt>
</file>

<file path=ppt/media/f45267.txt>
</file>

<file path=ppt/media/f45268.txt>
</file>

<file path=ppt/media/f45269.txt>
</file>

<file path=ppt/media/f45270.txt>
</file>

<file path=ppt/media/f45271.txt>
</file>

<file path=ppt/media/f45272.txt>
</file>

<file path=ppt/media/f45273.txt>
</file>

<file path=ppt/media/f45274.txt>
</file>

<file path=ppt/media/f45275.txt>
</file>

<file path=ppt/media/f45276.txt>
</file>

<file path=ppt/media/f45277.txt>
</file>

<file path=ppt/media/f45278.txt>
</file>

<file path=ppt/media/f45279.txt>
</file>

<file path=ppt/media/f45280.txt>
</file>

<file path=ppt/media/f45281.txt>
</file>

<file path=ppt/media/f45282.txt>
</file>

<file path=ppt/media/f45283.txt>
</file>

<file path=ppt/media/f45284.txt>
</file>

<file path=ppt/media/f45285.txt>
</file>

<file path=ppt/media/f45286.txt>
</file>

<file path=ppt/media/f45287.txt>
</file>

<file path=ppt/media/f45288.txt>
</file>

<file path=ppt/media/f45289.txt>
</file>

<file path=ppt/media/f45290.txt>
</file>

<file path=ppt/media/f45291.txt>
</file>

<file path=ppt/media/f45292.txt>
</file>

<file path=ppt/media/f45293.txt>
</file>

<file path=ppt/media/f45294.txt>
</file>

<file path=ppt/media/f45295.txt>
</file>

<file path=ppt/media/f45296.txt>
</file>

<file path=ppt/media/f45297.txt>
</file>

<file path=ppt/media/f45298.txt>
</file>

<file path=ppt/media/f45299.txt>
</file>

<file path=ppt/media/f45300.txt>
</file>

<file path=ppt/media/f45301.txt>
</file>

<file path=ppt/media/f45302.txt>
</file>

<file path=ppt/media/f45303.txt>
</file>

<file path=ppt/media/f45304.txt>
</file>

<file path=ppt/media/f45305.txt>
</file>

<file path=ppt/media/f45306.txt>
</file>

<file path=ppt/media/f45307.txt>
</file>

<file path=ppt/media/f45308.txt>
</file>

<file path=ppt/media/f45309.txt>
</file>

<file path=ppt/media/f45310.txt>
</file>

<file path=ppt/media/f45311.txt>
</file>

<file path=ppt/media/f45312.txt>
</file>

<file path=ppt/media/f45313.txt>
</file>

<file path=ppt/media/f45314.txt>
</file>

<file path=ppt/media/f45315.txt>
</file>

<file path=ppt/media/f45316.txt>
</file>

<file path=ppt/media/f45317.txt>
</file>

<file path=ppt/media/f45318.txt>
</file>

<file path=ppt/media/f45319.txt>
</file>

<file path=ppt/media/f45320.txt>
</file>

<file path=ppt/media/f45321.txt>
</file>

<file path=ppt/media/f45322.txt>
</file>

<file path=ppt/media/f45323.txt>
</file>

<file path=ppt/media/f45324.txt>
</file>

<file path=ppt/media/f45325.txt>
</file>

<file path=ppt/media/f45326.txt>
</file>

<file path=ppt/media/f45327.txt>
</file>

<file path=ppt/media/f45328.txt>
</file>

<file path=ppt/media/f45329.txt>
</file>

<file path=ppt/media/f45330.txt>
</file>

<file path=ppt/media/f45331.txt>
</file>

<file path=ppt/media/f45332.txt>
</file>

<file path=ppt/media/f45333.txt>
</file>

<file path=ppt/media/f45334.txt>
</file>

<file path=ppt/media/f45335.txt>
</file>

<file path=ppt/media/f45336.txt>
</file>

<file path=ppt/media/f45337.txt>
</file>

<file path=ppt/media/f45338.txt>
</file>

<file path=ppt/media/f45339.txt>
</file>

<file path=ppt/media/f45340.txt>
</file>

<file path=ppt/media/f45341.txt>
</file>

<file path=ppt/media/f45342.txt>
</file>

<file path=ppt/media/f45343.txt>
</file>

<file path=ppt/media/f45344.txt>
</file>

<file path=ppt/media/f45345.txt>
</file>

<file path=ppt/media/f45346.txt>
</file>

<file path=ppt/media/f45347.txt>
</file>

<file path=ppt/media/f45348.txt>
</file>

<file path=ppt/media/f45349.txt>
</file>

<file path=ppt/media/f45350.txt>
</file>

<file path=ppt/media/f45351.txt>
</file>

<file path=ppt/media/f45352.txt>
</file>

<file path=ppt/media/f45353.txt>
</file>

<file path=ppt/media/f45354.txt>
</file>

<file path=ppt/media/f45355.txt>
</file>

<file path=ppt/media/f45356.txt>
</file>

<file path=ppt/media/f45357.txt>
</file>

<file path=ppt/media/f45358.txt>
</file>

<file path=ppt/media/f45359.txt>
</file>

<file path=ppt/media/f45360.txt>
</file>

<file path=ppt/media/f45361.txt>
</file>

<file path=ppt/media/f45362.txt>
</file>

<file path=ppt/media/f45363.txt>
</file>

<file path=ppt/media/f45364.txt>
</file>

<file path=ppt/media/f45365.txt>
</file>

<file path=ppt/media/f45366.txt>
</file>

<file path=ppt/media/f45367.txt>
</file>

<file path=ppt/media/f45368.txt>
</file>

<file path=ppt/media/f45369.txt>
</file>

<file path=ppt/media/f45370.txt>
</file>

<file path=ppt/media/f45371.txt>
</file>

<file path=ppt/media/f45372.txt>
</file>

<file path=ppt/media/f45373.txt>
</file>

<file path=ppt/media/f45374.txt>
</file>

<file path=ppt/media/f45375.txt>
</file>

<file path=ppt/media/f45376.txt>
</file>

<file path=ppt/media/f45377.txt>
</file>

<file path=ppt/media/f45378.txt>
</file>

<file path=ppt/media/f45379.txt>
</file>

<file path=ppt/media/f45380.txt>
</file>

<file path=ppt/media/f45381.txt>
</file>

<file path=ppt/media/f45382.txt>
</file>

<file path=ppt/media/f45383.txt>
</file>

<file path=ppt/media/f45384.txt>
</file>

<file path=ppt/media/f45385.txt>
</file>

<file path=ppt/media/f45386.txt>
</file>

<file path=ppt/media/f45387.txt>
</file>

<file path=ppt/media/f45388.txt>
</file>

<file path=ppt/media/f45389.txt>
</file>

<file path=ppt/media/f45390.txt>
</file>

<file path=ppt/media/f45391.txt>
</file>

<file path=ppt/media/f45392.txt>
</file>

<file path=ppt/media/f45393.txt>
</file>

<file path=ppt/media/f45394.txt>
</file>

<file path=ppt/media/f45395.txt>
</file>

<file path=ppt/media/f45396.txt>
</file>

<file path=ppt/media/f45397.txt>
</file>

<file path=ppt/media/f45398.txt>
</file>

<file path=ppt/media/f45399.txt>
</file>

<file path=ppt/media/f45400.txt>
</file>

<file path=ppt/media/f45401.txt>
</file>

<file path=ppt/media/f45402.txt>
</file>

<file path=ppt/media/f45403.txt>
</file>

<file path=ppt/media/f45404.txt>
</file>

<file path=ppt/media/f45405.txt>
</file>

<file path=ppt/media/f45406.txt>
</file>

<file path=ppt/media/f45407.txt>
</file>

<file path=ppt/media/f45408.txt>
</file>

<file path=ppt/media/f45409.txt>
</file>

<file path=ppt/media/f45410.txt>
</file>

<file path=ppt/media/f45411.txt>
</file>

<file path=ppt/media/f45412.txt>
</file>

<file path=ppt/media/f45413.txt>
</file>

<file path=ppt/media/f45414.txt>
</file>

<file path=ppt/media/f45415.txt>
</file>

<file path=ppt/media/f45416.txt>
</file>

<file path=ppt/media/f45417.txt>
</file>

<file path=ppt/media/f45418.txt>
</file>

<file path=ppt/media/f45419.txt>
</file>

<file path=ppt/media/f45420.txt>
</file>

<file path=ppt/media/f45421.txt>
</file>

<file path=ppt/media/f45422.txt>
</file>

<file path=ppt/media/f45423.txt>
</file>

<file path=ppt/media/f45424.txt>
</file>

<file path=ppt/media/f45425.txt>
</file>

<file path=ppt/media/f45426.txt>
</file>

<file path=ppt/media/f45427.txt>
</file>

<file path=ppt/media/f45428.txt>
</file>

<file path=ppt/media/f45429.txt>
</file>

<file path=ppt/media/f45430.txt>
</file>

<file path=ppt/media/f45431.txt>
</file>

<file path=ppt/media/f45432.txt>
</file>

<file path=ppt/media/f45433.txt>
</file>

<file path=ppt/media/f45434.txt>
</file>

<file path=ppt/media/f45435.txt>
</file>

<file path=ppt/media/f45436.txt>
</file>

<file path=ppt/media/f45437.txt>
</file>

<file path=ppt/media/f45438.txt>
</file>

<file path=ppt/media/f45439.txt>
</file>

<file path=ppt/media/f45440.txt>
</file>

<file path=ppt/media/f45441.txt>
</file>

<file path=ppt/media/f45442.txt>
</file>

<file path=ppt/media/f45443.txt>
</file>

<file path=ppt/media/f45444.txt>
</file>

<file path=ppt/media/f45445.txt>
</file>

<file path=ppt/media/f45446.txt>
</file>

<file path=ppt/media/f45447.txt>
</file>

<file path=ppt/media/f45448.txt>
</file>

<file path=ppt/media/f45449.txt>
</file>

<file path=ppt/media/f45450.txt>
</file>

<file path=ppt/media/f45451.txt>
</file>

<file path=ppt/media/f45452.txt>
</file>

<file path=ppt/media/f45453.txt>
</file>

<file path=ppt/media/f45454.txt>
</file>

<file path=ppt/media/f45455.txt>
</file>

<file path=ppt/media/f45456.txt>
</file>

<file path=ppt/media/f45457.txt>
</file>

<file path=ppt/media/f45458.txt>
</file>

<file path=ppt/media/f45459.txt>
</file>

<file path=ppt/media/f45460.txt>
</file>

<file path=ppt/media/f45461.txt>
</file>

<file path=ppt/media/f45462.txt>
</file>

<file path=ppt/media/f45463.txt>
</file>

<file path=ppt/media/f45464.txt>
</file>

<file path=ppt/media/f45465.txt>
</file>

<file path=ppt/media/f45466.txt>
</file>

<file path=ppt/media/f45467.txt>
</file>

<file path=ppt/media/f45468.txt>
</file>

<file path=ppt/media/f45469.txt>
</file>

<file path=ppt/media/f45470.txt>
</file>

<file path=ppt/media/f45471.txt>
</file>

<file path=ppt/media/f45472.txt>
</file>

<file path=ppt/media/f45473.txt>
</file>

<file path=ppt/media/f45474.txt>
</file>

<file path=ppt/media/f45475.txt>
</file>

<file path=ppt/media/f45476.txt>
</file>

<file path=ppt/media/f45477.txt>
</file>

<file path=ppt/media/f45478.txt>
</file>

<file path=ppt/media/f45479.txt>
</file>

<file path=ppt/media/f45480.txt>
</file>

<file path=ppt/media/f45481.txt>
</file>

<file path=ppt/media/f45482.txt>
</file>

<file path=ppt/media/f45483.txt>
</file>

<file path=ppt/media/f45484.txt>
</file>

<file path=ppt/media/f45485.txt>
</file>

<file path=ppt/media/f45486.txt>
</file>

<file path=ppt/media/f45487.txt>
</file>

<file path=ppt/media/f45488.txt>
</file>

<file path=ppt/media/f45489.txt>
</file>

<file path=ppt/media/f45490.txt>
</file>

<file path=ppt/media/f45491.txt>
</file>

<file path=ppt/media/f45492.txt>
</file>

<file path=ppt/media/f45493.txt>
</file>

<file path=ppt/media/f45494.txt>
</file>

<file path=ppt/media/f45495.txt>
</file>

<file path=ppt/media/f45496.txt>
</file>

<file path=ppt/media/f45497.txt>
</file>

<file path=ppt/media/f45498.txt>
</file>

<file path=ppt/media/f45499.txt>
</file>

<file path=ppt/media/f45500.txt>
</file>

<file path=ppt/media/f45501.txt>
</file>

<file path=ppt/media/f45502.txt>
</file>

<file path=ppt/media/f45503.txt>
</file>

<file path=ppt/media/f45504.txt>
</file>

<file path=ppt/media/f45505.txt>
</file>

<file path=ppt/media/f45506.txt>
</file>

<file path=ppt/media/f45507.txt>
</file>

<file path=ppt/media/f45508.txt>
</file>

<file path=ppt/media/f45509.txt>
</file>

<file path=ppt/media/f45510.txt>
</file>

<file path=ppt/media/f45511.txt>
</file>

<file path=ppt/media/f45512.txt>
</file>

<file path=ppt/media/f45513.txt>
</file>

<file path=ppt/media/f45514.txt>
</file>

<file path=ppt/media/f45515.txt>
</file>

<file path=ppt/media/f45516.txt>
</file>

<file path=ppt/media/f45517.txt>
</file>

<file path=ppt/media/f45518.txt>
</file>

<file path=ppt/media/f45519.txt>
</file>

<file path=ppt/media/f45520.txt>
</file>

<file path=ppt/media/f45521.txt>
</file>

<file path=ppt/media/f45522.txt>
</file>

<file path=ppt/media/f45523.txt>
</file>

<file path=ppt/media/f45524.txt>
</file>

<file path=ppt/media/f45525.txt>
</file>

<file path=ppt/media/f45526.txt>
</file>

<file path=ppt/media/f45527.txt>
</file>

<file path=ppt/media/f45528.txt>
</file>

<file path=ppt/media/f45529.txt>
</file>

<file path=ppt/media/f45530.txt>
</file>

<file path=ppt/media/f45531.txt>
</file>

<file path=ppt/media/f45532.txt>
</file>

<file path=ppt/media/f45533.txt>
</file>

<file path=ppt/media/f45534.txt>
</file>

<file path=ppt/media/f45535.txt>
</file>

<file path=ppt/media/f45536.txt>
</file>

<file path=ppt/media/f45537.txt>
</file>

<file path=ppt/media/f45538.txt>
</file>

<file path=ppt/media/f45539.txt>
</file>

<file path=ppt/media/f45540.txt>
</file>

<file path=ppt/media/f45541.txt>
</file>

<file path=ppt/media/f45542.txt>
</file>

<file path=ppt/media/f45543.txt>
</file>

<file path=ppt/media/f45544.txt>
</file>

<file path=ppt/media/f45545.txt>
</file>

<file path=ppt/media/f45546.txt>
</file>

<file path=ppt/media/f45547.txt>
</file>

<file path=ppt/media/f45548.txt>
</file>

<file path=ppt/media/f45549.txt>
</file>

<file path=ppt/media/f45550.txt>
</file>

<file path=ppt/media/f45551.txt>
</file>

<file path=ppt/media/f45552.txt>
</file>

<file path=ppt/media/f45553.txt>
</file>

<file path=ppt/media/f45554.txt>
</file>

<file path=ppt/media/f45555.txt>
</file>

<file path=ppt/media/f45556.txt>
</file>

<file path=ppt/media/f45557.txt>
</file>

<file path=ppt/media/f45558.txt>
</file>

<file path=ppt/media/f45559.txt>
</file>

<file path=ppt/media/f45560.txt>
</file>

<file path=ppt/media/f45561.txt>
</file>

<file path=ppt/media/f45562.txt>
</file>

<file path=ppt/media/f45563.txt>
</file>

<file path=ppt/media/f45564.txt>
</file>

<file path=ppt/media/f45565.txt>
</file>

<file path=ppt/media/f45566.txt>
</file>

<file path=ppt/media/f45567.txt>
</file>

<file path=ppt/media/f45568.txt>
</file>

<file path=ppt/media/f45569.txt>
</file>

<file path=ppt/media/f45570.txt>
</file>

<file path=ppt/media/f45571.txt>
</file>

<file path=ppt/media/f45572.txt>
</file>

<file path=ppt/media/f45573.txt>
</file>

<file path=ppt/media/f45574.txt>
</file>

<file path=ppt/media/f45575.txt>
</file>

<file path=ppt/media/f45576.txt>
</file>

<file path=ppt/media/f45577.txt>
</file>

<file path=ppt/media/f45578.txt>
</file>

<file path=ppt/media/f45579.txt>
</file>

<file path=ppt/media/f45580.txt>
</file>

<file path=ppt/media/f45581.txt>
</file>

<file path=ppt/media/f45582.txt>
</file>

<file path=ppt/media/f45583.txt>
</file>

<file path=ppt/media/f45584.txt>
</file>

<file path=ppt/media/f45585.txt>
</file>

<file path=ppt/media/f45586.txt>
</file>

<file path=ppt/media/f45587.txt>
</file>

<file path=ppt/media/f45588.txt>
</file>

<file path=ppt/media/f45589.txt>
</file>

<file path=ppt/media/f45590.txt>
</file>

<file path=ppt/media/f45591.txt>
</file>

<file path=ppt/media/f45592.txt>
</file>

<file path=ppt/media/f45593.txt>
</file>

<file path=ppt/media/f45594.txt>
</file>

<file path=ppt/media/f45595.txt>
</file>

<file path=ppt/media/f45596.txt>
</file>

<file path=ppt/media/f45597.txt>
</file>

<file path=ppt/media/f45598.txt>
</file>

<file path=ppt/media/f45599.txt>
</file>

<file path=ppt/media/f45600.txt>
</file>

<file path=ppt/media/f45601.txt>
</file>

<file path=ppt/media/f45602.txt>
</file>

<file path=ppt/media/f45603.txt>
</file>

<file path=ppt/media/f45604.txt>
</file>

<file path=ppt/media/f45605.txt>
</file>

<file path=ppt/media/f45606.txt>
</file>

<file path=ppt/media/f45607.txt>
</file>

<file path=ppt/media/f45608.txt>
</file>

<file path=ppt/media/f45609.txt>
</file>

<file path=ppt/media/f45610.txt>
</file>

<file path=ppt/media/f45611.txt>
</file>

<file path=ppt/media/f45612.txt>
</file>

<file path=ppt/media/f45613.txt>
</file>

<file path=ppt/media/f45614.txt>
</file>

<file path=ppt/media/f45615.txt>
</file>

<file path=ppt/media/f45616.txt>
</file>

<file path=ppt/media/f45617.txt>
</file>

<file path=ppt/media/f45618.txt>
</file>

<file path=ppt/media/f45619.txt>
</file>

<file path=ppt/media/f45620.txt>
</file>

<file path=ppt/media/f45621.txt>
</file>

<file path=ppt/media/f45622.txt>
</file>

<file path=ppt/media/f45623.txt>
</file>

<file path=ppt/media/f45624.txt>
</file>

<file path=ppt/media/f45625.txt>
</file>

<file path=ppt/media/f45626.txt>
</file>

<file path=ppt/media/f45627.txt>
</file>

<file path=ppt/media/f45628.txt>
</file>

<file path=ppt/media/f45629.txt>
</file>

<file path=ppt/media/f45630.txt>
</file>

<file path=ppt/media/f45631.txt>
</file>

<file path=ppt/media/f45632.txt>
</file>

<file path=ppt/media/f45633.txt>
</file>

<file path=ppt/media/f45634.txt>
</file>

<file path=ppt/media/f45635.txt>
</file>

<file path=ppt/media/f45636.txt>
</file>

<file path=ppt/media/f45637.txt>
</file>

<file path=ppt/media/f45638.txt>
</file>

<file path=ppt/media/f45639.txt>
</file>

<file path=ppt/media/f45640.txt>
</file>

<file path=ppt/media/f45641.txt>
</file>

<file path=ppt/media/f45642.txt>
</file>

<file path=ppt/media/f45643.txt>
</file>

<file path=ppt/media/f45644.txt>
</file>

<file path=ppt/media/f45645.txt>
</file>

<file path=ppt/media/f45646.txt>
</file>

<file path=ppt/media/f45647.txt>
</file>

<file path=ppt/media/f45648.txt>
</file>

<file path=ppt/media/f45649.txt>
</file>

<file path=ppt/media/f45650.txt>
</file>

<file path=ppt/media/f45651.txt>
</file>

<file path=ppt/media/f45652.txt>
</file>

<file path=ppt/media/f45653.txt>
</file>

<file path=ppt/media/f45654.txt>
</file>

<file path=ppt/media/f45655.txt>
</file>

<file path=ppt/media/f45656.txt>
</file>

<file path=ppt/media/f45657.txt>
</file>

<file path=ppt/media/f45658.txt>
</file>

<file path=ppt/media/f45659.txt>
</file>

<file path=ppt/media/f45660.txt>
</file>

<file path=ppt/media/f45661.txt>
</file>

<file path=ppt/media/f45662.txt>
</file>

<file path=ppt/media/f45663.txt>
</file>

<file path=ppt/media/f45664.txt>
</file>

<file path=ppt/media/f45665.txt>
</file>

<file path=ppt/media/f45666.txt>
</file>

<file path=ppt/media/f45667.txt>
</file>

<file path=ppt/media/f45668.txt>
</file>

<file path=ppt/media/f45669.txt>
</file>

<file path=ppt/media/f45670.txt>
</file>

<file path=ppt/media/f45671.txt>
</file>

<file path=ppt/media/f45672.txt>
</file>

<file path=ppt/media/f45673.txt>
</file>

<file path=ppt/media/f45674.txt>
</file>

<file path=ppt/media/f45675.txt>
</file>

<file path=ppt/media/f45676.txt>
</file>

<file path=ppt/media/f45677.txt>
</file>

<file path=ppt/media/f45678.txt>
</file>

<file path=ppt/media/f45679.txt>
</file>

<file path=ppt/media/f45680.txt>
</file>

<file path=ppt/media/f45681.txt>
</file>

<file path=ppt/media/f45682.txt>
</file>

<file path=ppt/media/f45683.txt>
</file>

<file path=ppt/media/f45684.txt>
</file>

<file path=ppt/media/f45685.txt>
</file>

<file path=ppt/media/f45686.txt>
</file>

<file path=ppt/media/f45687.txt>
</file>

<file path=ppt/media/f45688.txt>
</file>

<file path=ppt/media/f45689.txt>
</file>

<file path=ppt/media/f45690.txt>
</file>

<file path=ppt/media/f45691.txt>
</file>

<file path=ppt/media/f45692.txt>
</file>

<file path=ppt/media/f45693.txt>
</file>

<file path=ppt/media/f45694.txt>
</file>

<file path=ppt/media/f45695.txt>
</file>

<file path=ppt/media/f45696.txt>
</file>

<file path=ppt/media/f45697.txt>
</file>

<file path=ppt/media/f45698.txt>
</file>

<file path=ppt/media/f45699.txt>
</file>

<file path=ppt/media/f45700.txt>
</file>

<file path=ppt/media/f45701.txt>
</file>

<file path=ppt/media/f45702.txt>
</file>

<file path=ppt/media/f45703.txt>
</file>

<file path=ppt/media/f45704.txt>
</file>

<file path=ppt/media/f45705.txt>
</file>

<file path=ppt/media/f45706.txt>
</file>

<file path=ppt/media/f45707.txt>
</file>

<file path=ppt/media/f45708.txt>
</file>

<file path=ppt/media/f45709.txt>
</file>

<file path=ppt/media/f45710.txt>
</file>

<file path=ppt/media/f45711.txt>
</file>

<file path=ppt/media/f45712.txt>
</file>

<file path=ppt/media/f45713.txt>
</file>

<file path=ppt/media/f45714.txt>
</file>

<file path=ppt/media/f45715.txt>
</file>

<file path=ppt/media/f45716.txt>
</file>

<file path=ppt/media/f45717.txt>
</file>

<file path=ppt/media/f45718.txt>
</file>

<file path=ppt/media/f45719.txt>
</file>

<file path=ppt/media/f45720.txt>
</file>

<file path=ppt/media/f45721.txt>
</file>

<file path=ppt/media/f45722.txt>
</file>

<file path=ppt/media/f45723.txt>
</file>

<file path=ppt/media/f45724.txt>
</file>

<file path=ppt/media/f45725.txt>
</file>

<file path=ppt/media/f45726.txt>
</file>

<file path=ppt/media/f45727.txt>
</file>

<file path=ppt/media/f45728.txt>
</file>

<file path=ppt/media/f45729.txt>
</file>

<file path=ppt/media/f45730.txt>
</file>

<file path=ppt/media/f45731.txt>
</file>

<file path=ppt/media/f45732.txt>
</file>

<file path=ppt/media/f45733.txt>
</file>

<file path=ppt/media/f45734.txt>
</file>

<file path=ppt/media/f45735.txt>
</file>

<file path=ppt/media/f45736.txt>
</file>

<file path=ppt/media/f45737.txt>
</file>

<file path=ppt/media/f45738.txt>
</file>

<file path=ppt/media/f45739.txt>
</file>

<file path=ppt/media/f45740.txt>
</file>

<file path=ppt/media/f45741.txt>
</file>

<file path=ppt/media/f45742.txt>
</file>

<file path=ppt/media/f45743.txt>
</file>

<file path=ppt/media/f45744.txt>
</file>

<file path=ppt/media/f45745.txt>
</file>

<file path=ppt/media/f45746.txt>
</file>

<file path=ppt/media/f45747.txt>
</file>

<file path=ppt/media/f45748.txt>
</file>

<file path=ppt/media/f45749.txt>
</file>

<file path=ppt/media/f45750.txt>
</file>

<file path=ppt/media/f45751.txt>
</file>

<file path=ppt/media/f45752.txt>
</file>

<file path=ppt/media/f45753.txt>
</file>

<file path=ppt/media/f45754.txt>
</file>

<file path=ppt/media/f45755.txt>
</file>

<file path=ppt/media/f45756.txt>
</file>

<file path=ppt/media/f45757.txt>
</file>

<file path=ppt/media/f45758.txt>
</file>

<file path=ppt/media/f45759.txt>
</file>

<file path=ppt/media/f45760.txt>
</file>

<file path=ppt/media/f45761.txt>
</file>

<file path=ppt/media/f45762.txt>
</file>

<file path=ppt/media/f45763.txt>
</file>

<file path=ppt/media/f45764.txt>
</file>

<file path=ppt/media/f45765.txt>
</file>

<file path=ppt/media/f45766.txt>
</file>

<file path=ppt/media/f45767.txt>
</file>

<file path=ppt/media/f45768.txt>
</file>

<file path=ppt/media/f45769.txt>
</file>

<file path=ppt/media/f45770.txt>
</file>

<file path=ppt/media/f45771.txt>
</file>

<file path=ppt/media/f45772.txt>
</file>

<file path=ppt/media/f45773.txt>
</file>

<file path=ppt/media/f45774.txt>
</file>

<file path=ppt/media/f45775.txt>
</file>

<file path=ppt/media/f45776.txt>
</file>

<file path=ppt/media/f45777.txt>
</file>

<file path=ppt/media/f45778.txt>
</file>

<file path=ppt/media/f45779.txt>
</file>

<file path=ppt/media/f45780.txt>
</file>

<file path=ppt/media/f45781.txt>
</file>

<file path=ppt/media/f45782.txt>
</file>

<file path=ppt/media/f45783.txt>
</file>

<file path=ppt/media/f45784.txt>
</file>

<file path=ppt/media/f45785.txt>
</file>

<file path=ppt/media/f45786.txt>
</file>

<file path=ppt/media/f45787.txt>
</file>

<file path=ppt/media/f45788.txt>
</file>

<file path=ppt/media/f45789.txt>
</file>

<file path=ppt/media/f45790.txt>
</file>

<file path=ppt/media/f45791.txt>
</file>

<file path=ppt/media/f45792.txt>
</file>

<file path=ppt/media/f45793.txt>
</file>

<file path=ppt/media/f45794.txt>
</file>

<file path=ppt/media/f45795.txt>
</file>

<file path=ppt/media/f45796.txt>
</file>

<file path=ppt/media/f45797.txt>
</file>

<file path=ppt/media/f45798.txt>
</file>

<file path=ppt/media/f45799.txt>
</file>

<file path=ppt/media/f45800.txt>
</file>

<file path=ppt/media/f45801.txt>
</file>

<file path=ppt/media/f45802.txt>
</file>

<file path=ppt/media/f45803.txt>
</file>

<file path=ppt/media/f45804.txt>
</file>

<file path=ppt/media/f45805.txt>
</file>

<file path=ppt/media/f45806.txt>
</file>

<file path=ppt/media/f45807.txt>
</file>

<file path=ppt/media/f45808.txt>
</file>

<file path=ppt/media/f45809.txt>
</file>

<file path=ppt/media/f45810.txt>
</file>

<file path=ppt/media/f45811.txt>
</file>

<file path=ppt/media/f45812.txt>
</file>

<file path=ppt/media/f45813.txt>
</file>

<file path=ppt/media/f45814.txt>
</file>

<file path=ppt/media/f45815.txt>
</file>

<file path=ppt/media/f45816.txt>
</file>

<file path=ppt/media/f45817.txt>
</file>

<file path=ppt/media/f45818.txt>
</file>

<file path=ppt/media/f45819.txt>
</file>

<file path=ppt/media/f45820.txt>
</file>

<file path=ppt/media/f45821.txt>
</file>

<file path=ppt/media/f45822.txt>
</file>

<file path=ppt/media/f45823.txt>
</file>

<file path=ppt/media/f45824.txt>
</file>

<file path=ppt/media/f45825.txt>
</file>

<file path=ppt/media/f45826.txt>
</file>

<file path=ppt/media/f45827.txt>
</file>

<file path=ppt/media/f45828.txt>
</file>

<file path=ppt/media/f45829.txt>
</file>

<file path=ppt/media/f45830.txt>
</file>

<file path=ppt/media/f45831.txt>
</file>

<file path=ppt/media/f45832.txt>
</file>

<file path=ppt/media/f45833.txt>
</file>

<file path=ppt/media/f45834.txt>
</file>

<file path=ppt/media/f45835.txt>
</file>

<file path=ppt/media/f45836.txt>
</file>

<file path=ppt/media/f45837.txt>
</file>

<file path=ppt/media/f45838.txt>
</file>

<file path=ppt/media/f45839.txt>
</file>

<file path=ppt/media/f45840.txt>
</file>

<file path=ppt/media/f45841.txt>
</file>

<file path=ppt/media/f45842.txt>
</file>

<file path=ppt/media/f45843.txt>
</file>

<file path=ppt/media/f45844.txt>
</file>

<file path=ppt/media/f45845.txt>
</file>

<file path=ppt/media/f45846.txt>
</file>

<file path=ppt/media/f45847.txt>
</file>

<file path=ppt/media/f45848.txt>
</file>

<file path=ppt/media/f45849.txt>
</file>

<file path=ppt/media/f45850.txt>
</file>

<file path=ppt/media/f45851.txt>
</file>

<file path=ppt/media/f45852.txt>
</file>

<file path=ppt/media/f45853.txt>
</file>

<file path=ppt/media/f45854.txt>
</file>

<file path=ppt/media/f45855.txt>
</file>

<file path=ppt/media/f45856.txt>
</file>

<file path=ppt/media/f45857.txt>
</file>

<file path=ppt/media/f45858.txt>
</file>

<file path=ppt/media/f45859.txt>
</file>

<file path=ppt/media/f45860.txt>
</file>

<file path=ppt/media/f45861.txt>
</file>

<file path=ppt/media/f45862.txt>
</file>

<file path=ppt/media/f45863.txt>
</file>

<file path=ppt/media/f45864.txt>
</file>

<file path=ppt/media/f45865.txt>
</file>

<file path=ppt/media/f45866.txt>
</file>

<file path=ppt/media/f45867.txt>
</file>

<file path=ppt/media/f45868.txt>
</file>

<file path=ppt/media/f45869.txt>
</file>

<file path=ppt/media/f45870.txt>
</file>

<file path=ppt/media/f45871.txt>
</file>

<file path=ppt/media/f45872.txt>
</file>

<file path=ppt/media/f45873.txt>
</file>

<file path=ppt/media/f45874.txt>
</file>

<file path=ppt/media/f45875.txt>
</file>

<file path=ppt/media/f45876.txt>
</file>

<file path=ppt/media/f45877.txt>
</file>

<file path=ppt/media/f45878.txt>
</file>

<file path=ppt/media/f45879.txt>
</file>

<file path=ppt/media/f45880.txt>
</file>

<file path=ppt/media/f45881.txt>
</file>

<file path=ppt/media/f45882.txt>
</file>

<file path=ppt/media/f45883.txt>
</file>

<file path=ppt/media/f45884.txt>
</file>

<file path=ppt/media/f45885.txt>
</file>

<file path=ppt/media/f45886.txt>
</file>

<file path=ppt/media/f45887.txt>
</file>

<file path=ppt/media/f45888.txt>
</file>

<file path=ppt/media/f45889.txt>
</file>

<file path=ppt/media/f45890.txt>
</file>

<file path=ppt/media/f45891.txt>
</file>

<file path=ppt/media/f45892.txt>
</file>

<file path=ppt/media/f45893.txt>
</file>

<file path=ppt/media/f45894.txt>
</file>

<file path=ppt/media/f45895.txt>
</file>

<file path=ppt/media/f45896.txt>
</file>

<file path=ppt/media/f45897.txt>
</file>

<file path=ppt/media/f45898.txt>
</file>

<file path=ppt/media/f45899.txt>
</file>

<file path=ppt/media/f45900.txt>
</file>

<file path=ppt/media/f45901.txt>
</file>

<file path=ppt/media/f45902.txt>
</file>

<file path=ppt/media/f45903.txt>
</file>

<file path=ppt/media/f45904.txt>
</file>

<file path=ppt/media/f45905.txt>
</file>

<file path=ppt/media/f45906.txt>
</file>

<file path=ppt/media/f45907.txt>
</file>

<file path=ppt/media/f45908.txt>
</file>

<file path=ppt/media/f45909.txt>
</file>

<file path=ppt/media/f45910.txt>
</file>

<file path=ppt/media/f45911.txt>
</file>

<file path=ppt/media/f45912.txt>
</file>

<file path=ppt/media/f45913.txt>
</file>

<file path=ppt/media/f45914.txt>
</file>

<file path=ppt/media/f45915.txt>
</file>

<file path=ppt/media/f45916.txt>
</file>

<file path=ppt/media/f45917.txt>
</file>

<file path=ppt/media/f45918.txt>
</file>

<file path=ppt/media/f45919.txt>
</file>

<file path=ppt/media/f45920.txt>
</file>

<file path=ppt/media/f45921.txt>
</file>

<file path=ppt/media/f45922.txt>
</file>

<file path=ppt/media/f45923.txt>
</file>

<file path=ppt/media/f45924.txt>
</file>

<file path=ppt/media/f45925.txt>
</file>

<file path=ppt/media/f45926.txt>
</file>

<file path=ppt/media/f45927.txt>
</file>

<file path=ppt/media/f45928.txt>
</file>

<file path=ppt/media/f45929.txt>
</file>

<file path=ppt/media/f45930.txt>
</file>

<file path=ppt/media/f45931.txt>
</file>

<file path=ppt/media/f45932.txt>
</file>

<file path=ppt/media/f45933.txt>
</file>

<file path=ppt/media/f45934.txt>
</file>

<file path=ppt/media/f45935.txt>
</file>

<file path=ppt/media/f45936.txt>
</file>

<file path=ppt/media/f45937.txt>
</file>

<file path=ppt/media/f45938.txt>
</file>

<file path=ppt/media/f45939.txt>
</file>

<file path=ppt/media/f45940.txt>
</file>

<file path=ppt/media/f45941.txt>
</file>

<file path=ppt/media/f45942.txt>
</file>

<file path=ppt/media/f45943.txt>
</file>

<file path=ppt/media/f45944.txt>
</file>

<file path=ppt/media/f45945.txt>
</file>

<file path=ppt/media/f45946.txt>
</file>

<file path=ppt/media/f45947.txt>
</file>

<file path=ppt/media/f45948.txt>
</file>

<file path=ppt/media/f45949.txt>
</file>

<file path=ppt/media/f45950.txt>
</file>

<file path=ppt/media/f45951.txt>
</file>

<file path=ppt/media/f45952.txt>
</file>

<file path=ppt/media/f45953.txt>
</file>

<file path=ppt/media/f45954.txt>
</file>

<file path=ppt/media/f45955.txt>
</file>

<file path=ppt/media/f45956.txt>
</file>

<file path=ppt/media/f45957.txt>
</file>

<file path=ppt/media/f45958.txt>
</file>

<file path=ppt/media/f45959.txt>
</file>

<file path=ppt/media/f45960.txt>
</file>

<file path=ppt/media/f45961.txt>
</file>

<file path=ppt/media/f45962.txt>
</file>

<file path=ppt/media/f45963.txt>
</file>

<file path=ppt/media/f45964.txt>
</file>

<file path=ppt/media/f45965.txt>
</file>

<file path=ppt/media/f45966.txt>
</file>

<file path=ppt/media/f45967.txt>
</file>

<file path=ppt/media/f45968.txt>
</file>

<file path=ppt/media/f45969.txt>
</file>

<file path=ppt/media/f45970.txt>
</file>

<file path=ppt/media/f45971.txt>
</file>

<file path=ppt/media/f45972.txt>
</file>

<file path=ppt/media/f45973.txt>
</file>

<file path=ppt/media/f45974.txt>
</file>

<file path=ppt/media/f45975.txt>
</file>

<file path=ppt/media/f45976.txt>
</file>

<file path=ppt/media/f45977.txt>
</file>

<file path=ppt/media/f45978.txt>
</file>

<file path=ppt/media/f45979.txt>
</file>

<file path=ppt/media/f45980.txt>
</file>

<file path=ppt/media/f45981.txt>
</file>

<file path=ppt/media/f45982.txt>
</file>

<file path=ppt/media/f45983.txt>
</file>

<file path=ppt/media/f45984.txt>
</file>

<file path=ppt/media/f45985.txt>
</file>

<file path=ppt/media/f45986.txt>
</file>

<file path=ppt/media/f45987.txt>
</file>

<file path=ppt/media/f45988.txt>
</file>

<file path=ppt/media/f45989.txt>
</file>

<file path=ppt/media/f45990.txt>
</file>

<file path=ppt/media/f45991.txt>
</file>

<file path=ppt/media/f45992.txt>
</file>

<file path=ppt/media/f45993.txt>
</file>

<file path=ppt/media/f45994.txt>
</file>

<file path=ppt/media/f45995.txt>
</file>

<file path=ppt/media/f45996.txt>
</file>

<file path=ppt/media/f45997.txt>
</file>

<file path=ppt/media/f45998.txt>
</file>

<file path=ppt/media/f45999.txt>
</file>

<file path=ppt/media/f46000.txt>
</file>

<file path=ppt/media/f46001.txt>
</file>

<file path=ppt/media/f46002.txt>
</file>

<file path=ppt/media/f46003.txt>
</file>

<file path=ppt/media/f46004.txt>
</file>

<file path=ppt/media/f46005.txt>
</file>

<file path=ppt/media/f46006.txt>
</file>

<file path=ppt/media/f46007.txt>
</file>

<file path=ppt/media/f46008.txt>
</file>

<file path=ppt/media/f46009.txt>
</file>

<file path=ppt/media/f46010.txt>
</file>

<file path=ppt/media/f46011.txt>
</file>

<file path=ppt/media/f46012.txt>
</file>

<file path=ppt/media/f46013.txt>
</file>

<file path=ppt/media/f46014.txt>
</file>

<file path=ppt/media/f46015.txt>
</file>

<file path=ppt/media/f46016.txt>
</file>

<file path=ppt/media/f46017.txt>
</file>

<file path=ppt/media/f46018.txt>
</file>

<file path=ppt/media/f46019.txt>
</file>

<file path=ppt/media/f46020.txt>
</file>

<file path=ppt/media/f46021.txt>
</file>

<file path=ppt/media/f46022.txt>
</file>

<file path=ppt/media/f46023.txt>
</file>

<file path=ppt/media/f46024.txt>
</file>

<file path=ppt/media/f46025.txt>
</file>

<file path=ppt/media/f46026.txt>
</file>

<file path=ppt/media/f46027.txt>
</file>

<file path=ppt/media/f46028.txt>
</file>

<file path=ppt/media/f46029.txt>
</file>

<file path=ppt/media/f46030.txt>
</file>

<file path=ppt/media/f46031.txt>
</file>

<file path=ppt/media/f46032.txt>
</file>

<file path=ppt/media/f46033.txt>
</file>

<file path=ppt/media/f46034.txt>
</file>

<file path=ppt/media/f46035.txt>
</file>

<file path=ppt/media/f46036.txt>
</file>

<file path=ppt/media/f46037.txt>
</file>

<file path=ppt/media/f46038.txt>
</file>

<file path=ppt/media/f46039.txt>
</file>

<file path=ppt/media/f46040.txt>
</file>

<file path=ppt/media/f46041.txt>
</file>

<file path=ppt/media/f46042.txt>
</file>

<file path=ppt/media/f46043.txt>
</file>

<file path=ppt/media/f46044.txt>
</file>

<file path=ppt/media/f46045.txt>
</file>

<file path=ppt/media/f46046.txt>
</file>

<file path=ppt/media/f46047.txt>
</file>

<file path=ppt/media/f46048.txt>
</file>

<file path=ppt/media/f46049.txt>
</file>

<file path=ppt/media/f46050.txt>
</file>

<file path=ppt/media/f46051.txt>
</file>

<file path=ppt/media/f46052.txt>
</file>

<file path=ppt/media/f46053.txt>
</file>

<file path=ppt/media/f46054.txt>
</file>

<file path=ppt/media/f46055.txt>
</file>

<file path=ppt/media/f46056.txt>
</file>

<file path=ppt/media/f46057.txt>
</file>

<file path=ppt/media/f46058.txt>
</file>

<file path=ppt/media/f46059.txt>
</file>

<file path=ppt/media/f46060.txt>
</file>

<file path=ppt/media/f46061.txt>
</file>

<file path=ppt/media/f46062.txt>
</file>

<file path=ppt/media/f46063.txt>
</file>

<file path=ppt/media/f46064.txt>
</file>

<file path=ppt/media/f46065.txt>
</file>

<file path=ppt/media/f46066.txt>
</file>

<file path=ppt/media/f46067.txt>
</file>

<file path=ppt/media/f46068.txt>
</file>

<file path=ppt/media/f46069.txt>
</file>

<file path=ppt/media/f46070.txt>
</file>

<file path=ppt/media/f46071.txt>
</file>

<file path=ppt/media/f46072.txt>
</file>

<file path=ppt/media/f46073.txt>
</file>

<file path=ppt/media/f46074.txt>
</file>

<file path=ppt/media/f46075.txt>
</file>

<file path=ppt/media/f46076.txt>
</file>

<file path=ppt/media/f46077.txt>
</file>

<file path=ppt/media/f46078.txt>
</file>

<file path=ppt/media/f46079.txt>
</file>

<file path=ppt/media/f46080.txt>
</file>

<file path=ppt/media/f46081.txt>
</file>

<file path=ppt/media/f46082.txt>
</file>

<file path=ppt/media/f46083.txt>
</file>

<file path=ppt/media/f46084.txt>
</file>

<file path=ppt/media/f46085.txt>
</file>

<file path=ppt/media/f46086.txt>
</file>

<file path=ppt/media/f46087.txt>
</file>

<file path=ppt/media/f46088.txt>
</file>

<file path=ppt/media/f46089.txt>
</file>

<file path=ppt/media/f46090.txt>
</file>

<file path=ppt/media/f46091.txt>
</file>

<file path=ppt/media/f46092.txt>
</file>

<file path=ppt/media/f46093.txt>
</file>

<file path=ppt/media/f46094.txt>
</file>

<file path=ppt/media/f46095.txt>
</file>

<file path=ppt/media/f46096.txt>
</file>

<file path=ppt/media/f46097.txt>
</file>

<file path=ppt/media/f46098.txt>
</file>

<file path=ppt/media/f46099.txt>
</file>

<file path=ppt/media/f46100.txt>
</file>

<file path=ppt/media/f46101.txt>
</file>

<file path=ppt/media/f46102.txt>
</file>

<file path=ppt/media/f46103.txt>
</file>

<file path=ppt/media/f46104.txt>
</file>

<file path=ppt/media/f46105.txt>
</file>

<file path=ppt/media/f46106.txt>
</file>

<file path=ppt/media/f46107.txt>
</file>

<file path=ppt/media/f46108.txt>
</file>

<file path=ppt/media/f46109.txt>
</file>

<file path=ppt/media/f46110.txt>
</file>

<file path=ppt/media/f46111.txt>
</file>

<file path=ppt/media/f46112.txt>
</file>

<file path=ppt/media/f46113.txt>
</file>

<file path=ppt/media/f46114.txt>
</file>

<file path=ppt/media/f46115.txt>
</file>

<file path=ppt/media/f46116.txt>
</file>

<file path=ppt/media/f46117.txt>
</file>

<file path=ppt/media/f46118.txt>
</file>

<file path=ppt/media/f46119.txt>
</file>

<file path=ppt/media/f46120.txt>
</file>

<file path=ppt/media/f46121.txt>
</file>

<file path=ppt/media/f46122.txt>
</file>

<file path=ppt/media/f46123.txt>
</file>

<file path=ppt/media/f46124.txt>
</file>

<file path=ppt/media/f46125.txt>
</file>

<file path=ppt/media/f46126.txt>
</file>

<file path=ppt/media/f46127.txt>
</file>

<file path=ppt/media/f46128.txt>
</file>

<file path=ppt/media/f46129.txt>
</file>

<file path=ppt/media/f46130.txt>
</file>

<file path=ppt/media/f46131.txt>
</file>

<file path=ppt/media/f46132.txt>
</file>

<file path=ppt/media/f46133.txt>
</file>

<file path=ppt/media/f46134.txt>
</file>

<file path=ppt/media/f46135.txt>
</file>

<file path=ppt/media/f46136.txt>
</file>

<file path=ppt/media/f46137.txt>
</file>

<file path=ppt/media/f46138.txt>
</file>

<file path=ppt/media/f46139.txt>
</file>

<file path=ppt/media/f46140.txt>
</file>

<file path=ppt/media/f46141.txt>
</file>

<file path=ppt/media/f46142.txt>
</file>

<file path=ppt/media/f46143.txt>
</file>

<file path=ppt/media/f46144.txt>
</file>

<file path=ppt/media/f46145.txt>
</file>

<file path=ppt/media/f46146.txt>
</file>

<file path=ppt/media/f46147.txt>
</file>

<file path=ppt/media/f46148.txt>
</file>

<file path=ppt/media/f46149.txt>
</file>

<file path=ppt/media/f46150.txt>
</file>

<file path=ppt/media/f46151.txt>
</file>

<file path=ppt/media/f46152.txt>
</file>

<file path=ppt/media/f46153.txt>
</file>

<file path=ppt/media/f46154.txt>
</file>

<file path=ppt/media/f46155.txt>
</file>

<file path=ppt/media/f46156.txt>
</file>

<file path=ppt/media/f46157.txt>
</file>

<file path=ppt/media/f46158.txt>
</file>

<file path=ppt/media/f46159.txt>
</file>

<file path=ppt/media/f46160.txt>
</file>

<file path=ppt/media/f46161.txt>
</file>

<file path=ppt/media/f46162.txt>
</file>

<file path=ppt/media/f46163.txt>
</file>

<file path=ppt/media/f46164.txt>
</file>

<file path=ppt/media/f46165.txt>
</file>

<file path=ppt/media/f46166.txt>
</file>

<file path=ppt/media/f46167.txt>
</file>

<file path=ppt/media/f46168.txt>
</file>

<file path=ppt/media/f46169.txt>
</file>

<file path=ppt/media/f46170.txt>
</file>

<file path=ppt/media/f46171.txt>
</file>

<file path=ppt/media/f46172.txt>
</file>

<file path=ppt/media/f46173.txt>
</file>

<file path=ppt/media/f46174.txt>
</file>

<file path=ppt/media/f46175.txt>
</file>

<file path=ppt/media/f46176.txt>
</file>

<file path=ppt/media/f46177.txt>
</file>

<file path=ppt/media/f46178.txt>
</file>

<file path=ppt/media/f46179.txt>
</file>

<file path=ppt/media/f46180.txt>
</file>

<file path=ppt/media/f46181.txt>
</file>

<file path=ppt/media/f46182.txt>
</file>

<file path=ppt/media/f46183.txt>
</file>

<file path=ppt/media/f46184.txt>
</file>

<file path=ppt/media/f46185.txt>
</file>

<file path=ppt/media/f46186.txt>
</file>

<file path=ppt/media/f46187.txt>
</file>

<file path=ppt/media/f46188.txt>
</file>

<file path=ppt/media/f46189.txt>
</file>

<file path=ppt/media/f46190.txt>
</file>

<file path=ppt/media/f46191.txt>
</file>

<file path=ppt/media/f46192.txt>
</file>

<file path=ppt/media/f46193.txt>
</file>

<file path=ppt/media/f46194.txt>
</file>

<file path=ppt/media/f46195.txt>
</file>

<file path=ppt/media/f46196.txt>
</file>

<file path=ppt/media/f46197.txt>
</file>

<file path=ppt/media/f46198.txt>
</file>

<file path=ppt/media/f46199.txt>
</file>

<file path=ppt/media/f46200.txt>
</file>

<file path=ppt/media/f46201.txt>
</file>

<file path=ppt/media/f46202.txt>
</file>

<file path=ppt/media/f46203.txt>
</file>

<file path=ppt/media/f46204.txt>
</file>

<file path=ppt/media/f46205.txt>
</file>

<file path=ppt/media/f46206.txt>
</file>

<file path=ppt/media/f46207.txt>
</file>

<file path=ppt/media/f46208.txt>
</file>

<file path=ppt/media/f46209.txt>
</file>

<file path=ppt/media/f46210.txt>
</file>

<file path=ppt/media/f46211.txt>
</file>

<file path=ppt/media/f46212.txt>
</file>

<file path=ppt/media/f46213.txt>
</file>

<file path=ppt/media/f46214.txt>
</file>

<file path=ppt/media/f46215.txt>
</file>

<file path=ppt/media/f46216.txt>
</file>

<file path=ppt/media/f46217.txt>
</file>

<file path=ppt/media/f46218.txt>
</file>

<file path=ppt/media/f46219.txt>
</file>

<file path=ppt/media/f46220.txt>
</file>

<file path=ppt/media/f46221.txt>
</file>

<file path=ppt/media/f46222.txt>
</file>

<file path=ppt/media/f46223.txt>
</file>

<file path=ppt/media/f46224.txt>
</file>

<file path=ppt/media/f46225.txt>
</file>

<file path=ppt/media/f46226.txt>
</file>

<file path=ppt/media/f46227.txt>
</file>

<file path=ppt/media/f46228.txt>
</file>

<file path=ppt/media/f46229.txt>
</file>

<file path=ppt/media/f46230.txt>
</file>

<file path=ppt/media/f46231.txt>
</file>

<file path=ppt/media/f46232.txt>
</file>

<file path=ppt/media/f46233.txt>
</file>

<file path=ppt/media/f46234.txt>
</file>

<file path=ppt/media/f46235.txt>
</file>

<file path=ppt/media/f46236.txt>
</file>

<file path=ppt/media/f46237.txt>
</file>

<file path=ppt/media/f46238.txt>
</file>

<file path=ppt/media/f46239.txt>
</file>

<file path=ppt/media/f46240.txt>
</file>

<file path=ppt/media/f46241.txt>
</file>

<file path=ppt/media/f46242.txt>
</file>

<file path=ppt/media/f46243.txt>
</file>

<file path=ppt/media/f46244.txt>
</file>

<file path=ppt/media/f46245.txt>
</file>

<file path=ppt/media/f46246.txt>
</file>

<file path=ppt/media/f46247.txt>
</file>

<file path=ppt/media/f46248.txt>
</file>

<file path=ppt/media/f46249.txt>
</file>

<file path=ppt/media/f46250.txt>
</file>

<file path=ppt/media/f46251.txt>
</file>

<file path=ppt/media/f46252.txt>
</file>

<file path=ppt/media/f46253.txt>
</file>

<file path=ppt/media/f46254.txt>
</file>

<file path=ppt/media/f46255.txt>
</file>

<file path=ppt/media/f46256.txt>
</file>

<file path=ppt/media/f46257.txt>
</file>

<file path=ppt/media/f46258.txt>
</file>

<file path=ppt/media/f46259.txt>
</file>

<file path=ppt/media/f46260.txt>
</file>

<file path=ppt/media/f46261.txt>
</file>

<file path=ppt/media/f46262.txt>
</file>

<file path=ppt/media/f46263.txt>
</file>

<file path=ppt/media/f46264.txt>
</file>

<file path=ppt/media/f46265.txt>
</file>

<file path=ppt/media/f46266.txt>
</file>

<file path=ppt/media/f46267.txt>
</file>

<file path=ppt/media/f46268.txt>
</file>

<file path=ppt/media/f46269.txt>
</file>

<file path=ppt/media/f46270.txt>
</file>

<file path=ppt/media/f46271.txt>
</file>

<file path=ppt/media/f46272.txt>
</file>

<file path=ppt/media/f46273.txt>
</file>

<file path=ppt/media/f46274.txt>
</file>

<file path=ppt/media/f46275.txt>
</file>

<file path=ppt/media/f46276.txt>
</file>

<file path=ppt/media/f46277.txt>
</file>

<file path=ppt/media/f46278.txt>
</file>

<file path=ppt/media/f46279.txt>
</file>

<file path=ppt/media/f46280.txt>
</file>

<file path=ppt/media/f46281.txt>
</file>

<file path=ppt/media/f46282.txt>
</file>

<file path=ppt/media/f46283.txt>
</file>

<file path=ppt/media/f46284.txt>
</file>

<file path=ppt/media/f46285.txt>
</file>

<file path=ppt/media/f46286.txt>
</file>

<file path=ppt/media/f46287.txt>
</file>

<file path=ppt/media/f46288.txt>
</file>

<file path=ppt/media/f46289.txt>
</file>

<file path=ppt/media/f46290.txt>
</file>

<file path=ppt/media/f46291.txt>
</file>

<file path=ppt/media/f46292.txt>
</file>

<file path=ppt/media/f46293.txt>
</file>

<file path=ppt/media/f46294.txt>
</file>

<file path=ppt/media/f46295.txt>
</file>

<file path=ppt/media/f46296.txt>
</file>

<file path=ppt/media/f46297.txt>
</file>

<file path=ppt/media/f46298.txt>
</file>

<file path=ppt/media/f46299.txt>
</file>

<file path=ppt/media/f46300.txt>
</file>

<file path=ppt/media/f46301.txt>
</file>

<file path=ppt/media/f46302.txt>
</file>

<file path=ppt/media/f46303.txt>
</file>

<file path=ppt/media/f46304.txt>
</file>

<file path=ppt/media/f46305.txt>
</file>

<file path=ppt/media/f46306.txt>
</file>

<file path=ppt/media/f46307.txt>
</file>

<file path=ppt/media/f46308.txt>
</file>

<file path=ppt/media/f46309.txt>
</file>

<file path=ppt/media/f46310.txt>
</file>

<file path=ppt/media/f46311.txt>
</file>

<file path=ppt/media/f46312.txt>
</file>

<file path=ppt/media/f46313.txt>
</file>

<file path=ppt/media/f46314.txt>
</file>

<file path=ppt/media/f46315.txt>
</file>

<file path=ppt/media/f46316.txt>
</file>

<file path=ppt/media/f46317.txt>
</file>

<file path=ppt/media/f46318.txt>
</file>

<file path=ppt/media/f46319.txt>
</file>

<file path=ppt/media/f46320.txt>
</file>

<file path=ppt/media/f46321.txt>
</file>

<file path=ppt/media/f46322.txt>
</file>

<file path=ppt/media/f46323.txt>
</file>

<file path=ppt/media/f46324.txt>
</file>

<file path=ppt/media/f46325.txt>
</file>

<file path=ppt/media/f46326.txt>
</file>

<file path=ppt/media/f46327.txt>
</file>

<file path=ppt/media/f46328.txt>
</file>

<file path=ppt/media/f46329.txt>
</file>

<file path=ppt/media/f46330.txt>
</file>

<file path=ppt/media/f46331.txt>
</file>

<file path=ppt/media/f46332.txt>
</file>

<file path=ppt/media/f46333.txt>
</file>

<file path=ppt/media/f46334.txt>
</file>

<file path=ppt/media/f46335.txt>
</file>

<file path=ppt/media/f46336.txt>
</file>

<file path=ppt/media/f46337.txt>
</file>

<file path=ppt/media/f46338.txt>
</file>

<file path=ppt/media/f46339.txt>
</file>

<file path=ppt/media/f46340.txt>
</file>

<file path=ppt/media/f46341.txt>
</file>

<file path=ppt/media/f46342.txt>
</file>

<file path=ppt/media/f46343.txt>
</file>

<file path=ppt/media/f46344.txt>
</file>

<file path=ppt/media/f46345.txt>
</file>

<file path=ppt/media/f46346.txt>
</file>

<file path=ppt/media/f46347.txt>
</file>

<file path=ppt/media/f46348.txt>
</file>

<file path=ppt/media/f46349.txt>
</file>

<file path=ppt/media/f46350.txt>
</file>

<file path=ppt/media/f46351.txt>
</file>

<file path=ppt/media/f46352.txt>
</file>

<file path=ppt/media/f46353.txt>
</file>

<file path=ppt/media/f46354.txt>
</file>

<file path=ppt/media/f46355.txt>
</file>

<file path=ppt/media/f46356.txt>
</file>

<file path=ppt/media/f46357.txt>
</file>

<file path=ppt/media/f46358.txt>
</file>

<file path=ppt/media/f46359.txt>
</file>

<file path=ppt/media/f46360.txt>
</file>

<file path=ppt/media/f46361.txt>
</file>

<file path=ppt/media/f46362.txt>
</file>

<file path=ppt/media/f46363.txt>
</file>

<file path=ppt/media/f46364.txt>
</file>

<file path=ppt/media/f46365.txt>
</file>

<file path=ppt/media/f46366.txt>
</file>

<file path=ppt/media/f46367.txt>
</file>

<file path=ppt/media/f46368.txt>
</file>

<file path=ppt/media/f46369.txt>
</file>

<file path=ppt/media/f46370.txt>
</file>

<file path=ppt/media/f46371.txt>
</file>

<file path=ppt/media/f46372.txt>
</file>

<file path=ppt/media/f46373.txt>
</file>

<file path=ppt/media/f46374.txt>
</file>

<file path=ppt/media/f46375.txt>
</file>

<file path=ppt/media/f46376.txt>
</file>

<file path=ppt/media/f46377.txt>
</file>

<file path=ppt/media/f46378.txt>
</file>

<file path=ppt/media/f46379.txt>
</file>

<file path=ppt/media/f46380.txt>
</file>

<file path=ppt/media/f46381.txt>
</file>

<file path=ppt/media/f46382.txt>
</file>

<file path=ppt/media/f46383.txt>
</file>

<file path=ppt/media/f46384.txt>
</file>

<file path=ppt/media/f46385.txt>
</file>

<file path=ppt/media/f46386.txt>
</file>

<file path=ppt/media/f46387.txt>
</file>

<file path=ppt/media/f46388.txt>
</file>

<file path=ppt/media/f46389.txt>
</file>

<file path=ppt/media/f46390.txt>
</file>

<file path=ppt/media/f46391.txt>
</file>

<file path=ppt/media/f46392.txt>
</file>

<file path=ppt/media/f46393.txt>
</file>

<file path=ppt/media/f46394.txt>
</file>

<file path=ppt/media/f46395.txt>
</file>

<file path=ppt/media/f46396.txt>
</file>

<file path=ppt/media/f46397.txt>
</file>

<file path=ppt/media/f46398.txt>
</file>

<file path=ppt/media/f46399.txt>
</file>

<file path=ppt/media/f46400.txt>
</file>

<file path=ppt/media/f46401.txt>
</file>

<file path=ppt/media/f46402.txt>
</file>

<file path=ppt/media/f46403.txt>
</file>

<file path=ppt/media/f46404.txt>
</file>

<file path=ppt/media/f46405.txt>
</file>

<file path=ppt/media/f46406.txt>
</file>

<file path=ppt/media/f46407.txt>
</file>

<file path=ppt/media/f46408.txt>
</file>

<file path=ppt/media/f46409.txt>
</file>

<file path=ppt/media/f46410.txt>
</file>

<file path=ppt/media/f46411.txt>
</file>

<file path=ppt/media/f46412.txt>
</file>

<file path=ppt/media/f46413.txt>
</file>

<file path=ppt/media/f46414.txt>
</file>

<file path=ppt/media/f46415.txt>
</file>

<file path=ppt/media/f46416.txt>
</file>

<file path=ppt/media/f46417.txt>
</file>

<file path=ppt/media/f46418.txt>
</file>

<file path=ppt/media/f46419.txt>
</file>

<file path=ppt/media/f46420.txt>
</file>

<file path=ppt/media/f46421.txt>
</file>

<file path=ppt/media/f46422.txt>
</file>

<file path=ppt/media/f46423.txt>
</file>

<file path=ppt/media/f46424.txt>
</file>

<file path=ppt/media/f46425.txt>
</file>

<file path=ppt/media/f46426.txt>
</file>

<file path=ppt/media/f46427.txt>
</file>

<file path=ppt/media/f46428.txt>
</file>

<file path=ppt/media/f46429.txt>
</file>

<file path=ppt/media/f46430.txt>
</file>

<file path=ppt/media/f46431.txt>
</file>

<file path=ppt/media/f46432.txt>
</file>

<file path=ppt/media/f46433.txt>
</file>

<file path=ppt/media/f46434.txt>
</file>

<file path=ppt/media/f46435.txt>
</file>

<file path=ppt/media/f46436.txt>
</file>

<file path=ppt/media/f46437.txt>
</file>

<file path=ppt/media/f46438.txt>
</file>

<file path=ppt/media/f46439.txt>
</file>

<file path=ppt/media/f46440.txt>
</file>

<file path=ppt/media/f46441.txt>
</file>

<file path=ppt/media/f46442.txt>
</file>

<file path=ppt/media/f46443.txt>
</file>

<file path=ppt/media/f46444.txt>
</file>

<file path=ppt/media/f46445.txt>
</file>

<file path=ppt/media/f46446.txt>
</file>

<file path=ppt/media/f46447.txt>
</file>

<file path=ppt/media/f46448.txt>
</file>

<file path=ppt/media/f46449.txt>
</file>

<file path=ppt/media/f46450.txt>
</file>

<file path=ppt/media/f46451.txt>
</file>

<file path=ppt/media/f46452.txt>
</file>

<file path=ppt/media/f46453.txt>
</file>

<file path=ppt/media/f46454.txt>
</file>

<file path=ppt/media/f46455.txt>
</file>

<file path=ppt/media/f46456.txt>
</file>

<file path=ppt/media/f46457.txt>
</file>

<file path=ppt/media/f46458.txt>
</file>

<file path=ppt/media/f46459.txt>
</file>

<file path=ppt/media/f46460.txt>
</file>

<file path=ppt/media/f46461.txt>
</file>

<file path=ppt/media/f46462.txt>
</file>

<file path=ppt/media/f46463.txt>
</file>

<file path=ppt/media/f46464.txt>
</file>

<file path=ppt/media/f46465.txt>
</file>

<file path=ppt/media/f46466.txt>
</file>

<file path=ppt/media/f46467.txt>
</file>

<file path=ppt/media/f46468.txt>
</file>

<file path=ppt/media/f46469.txt>
</file>

<file path=ppt/media/f46470.txt>
</file>

<file path=ppt/media/f46471.txt>
</file>

<file path=ppt/media/f46472.txt>
</file>

<file path=ppt/media/f46473.txt>
</file>

<file path=ppt/media/f46474.txt>
</file>

<file path=ppt/media/f46475.txt>
</file>

<file path=ppt/media/f46476.txt>
</file>

<file path=ppt/media/f46477.txt>
</file>

<file path=ppt/media/f46478.txt>
</file>

<file path=ppt/media/f46479.txt>
</file>

<file path=ppt/media/f46480.txt>
</file>

<file path=ppt/media/f46481.txt>
</file>

<file path=ppt/media/f46482.txt>
</file>

<file path=ppt/media/f46483.txt>
</file>

<file path=ppt/media/f46484.txt>
</file>

<file path=ppt/media/f46485.txt>
</file>

<file path=ppt/media/f46486.txt>
</file>

<file path=ppt/media/f46487.txt>
</file>

<file path=ppt/media/f46488.txt>
</file>

<file path=ppt/media/f46489.txt>
</file>

<file path=ppt/media/f46490.txt>
</file>

<file path=ppt/media/f46491.txt>
</file>

<file path=ppt/media/f46492.txt>
</file>

<file path=ppt/media/f46493.txt>
</file>

<file path=ppt/media/f46494.txt>
</file>

<file path=ppt/media/f46495.txt>
</file>

<file path=ppt/media/f46496.txt>
</file>

<file path=ppt/media/f46497.txt>
</file>

<file path=ppt/media/f46498.txt>
</file>

<file path=ppt/media/f46499.txt>
</file>

<file path=ppt/media/f46500.txt>
</file>

<file path=ppt/media/f46501.txt>
</file>

<file path=ppt/media/f46502.txt>
</file>

<file path=ppt/media/f46503.txt>
</file>

<file path=ppt/media/f46504.txt>
</file>

<file path=ppt/media/f46505.txt>
</file>

<file path=ppt/media/f46506.txt>
</file>

<file path=ppt/media/f46507.txt>
</file>

<file path=ppt/media/f46508.txt>
</file>

<file path=ppt/media/f46509.txt>
</file>

<file path=ppt/media/f46510.txt>
</file>

<file path=ppt/media/f46511.txt>
</file>

<file path=ppt/media/f46512.txt>
</file>

<file path=ppt/media/f46513.txt>
</file>

<file path=ppt/media/f46514.txt>
</file>

<file path=ppt/media/f46515.txt>
</file>

<file path=ppt/media/f46516.txt>
</file>

<file path=ppt/media/f46517.txt>
</file>

<file path=ppt/media/f46518.txt>
</file>

<file path=ppt/media/f46519.txt>
</file>

<file path=ppt/media/f46520.txt>
</file>

<file path=ppt/media/f46521.txt>
</file>

<file path=ppt/media/f46522.txt>
</file>

<file path=ppt/media/f46523.txt>
</file>

<file path=ppt/media/f46524.txt>
</file>

<file path=ppt/media/f46525.txt>
</file>

<file path=ppt/media/f46526.txt>
</file>

<file path=ppt/media/f46527.txt>
</file>

<file path=ppt/media/f46528.txt>
</file>

<file path=ppt/media/f46529.txt>
</file>

<file path=ppt/media/f46530.txt>
</file>

<file path=ppt/media/f46531.txt>
</file>

<file path=ppt/media/f46532.txt>
</file>

<file path=ppt/media/f46533.txt>
</file>

<file path=ppt/media/f46534.txt>
</file>

<file path=ppt/media/f46535.txt>
</file>

<file path=ppt/media/f46536.txt>
</file>

<file path=ppt/media/f46537.txt>
</file>

<file path=ppt/media/f46538.txt>
</file>

<file path=ppt/media/f46539.txt>
</file>

<file path=ppt/media/f46540.txt>
</file>

<file path=ppt/media/f46541.txt>
</file>

<file path=ppt/media/f46542.txt>
</file>

<file path=ppt/media/f46543.txt>
</file>

<file path=ppt/media/f46544.txt>
</file>

<file path=ppt/media/f46545.txt>
</file>

<file path=ppt/media/f46546.txt>
</file>

<file path=ppt/media/f46547.txt>
</file>

<file path=ppt/media/f46548.txt>
</file>

<file path=ppt/media/f46549.txt>
</file>

<file path=ppt/media/f46550.txt>
</file>

<file path=ppt/media/f46551.txt>
</file>

<file path=ppt/media/f46552.txt>
</file>

<file path=ppt/media/f46553.txt>
</file>

<file path=ppt/media/f46554.txt>
</file>

<file path=ppt/media/f46555.txt>
</file>

<file path=ppt/media/f46556.txt>
</file>

<file path=ppt/media/f46557.txt>
</file>

<file path=ppt/media/f46558.txt>
</file>

<file path=ppt/media/f46559.txt>
</file>

<file path=ppt/media/f46560.txt>
</file>

<file path=ppt/media/f46561.txt>
</file>

<file path=ppt/media/f46562.txt>
</file>

<file path=ppt/media/f46563.txt>
</file>

<file path=ppt/media/f46564.txt>
</file>

<file path=ppt/media/f46565.txt>
</file>

<file path=ppt/media/f46566.txt>
</file>

<file path=ppt/media/f46567.txt>
</file>

<file path=ppt/media/f46568.txt>
</file>

<file path=ppt/media/f46569.txt>
</file>

<file path=ppt/media/f46570.txt>
</file>

<file path=ppt/media/f46571.txt>
</file>

<file path=ppt/media/f46572.txt>
</file>

<file path=ppt/media/f46573.txt>
</file>

<file path=ppt/media/f46574.txt>
</file>

<file path=ppt/media/f46575.txt>
</file>

<file path=ppt/media/f46576.txt>
</file>

<file path=ppt/media/f46577.txt>
</file>

<file path=ppt/media/f46578.txt>
</file>

<file path=ppt/media/f46579.txt>
</file>

<file path=ppt/media/f46580.txt>
</file>

<file path=ppt/media/f46581.txt>
</file>

<file path=ppt/media/f46582.txt>
</file>

<file path=ppt/media/f46583.txt>
</file>

<file path=ppt/media/f46584.txt>
</file>

<file path=ppt/media/f46585.txt>
</file>

<file path=ppt/media/f46586.txt>
</file>

<file path=ppt/media/f46587.txt>
</file>

<file path=ppt/media/f46588.txt>
</file>

<file path=ppt/media/f46589.txt>
</file>

<file path=ppt/media/f46590.txt>
</file>

<file path=ppt/media/f46591.txt>
</file>

<file path=ppt/media/f46592.txt>
</file>

<file path=ppt/media/f46593.txt>
</file>

<file path=ppt/media/f46594.txt>
</file>

<file path=ppt/media/f46595.txt>
</file>

<file path=ppt/media/f46596.txt>
</file>

<file path=ppt/media/f46597.txt>
</file>

<file path=ppt/media/f46598.txt>
</file>

<file path=ppt/media/f46599.txt>
</file>

<file path=ppt/media/f46600.txt>
</file>

<file path=ppt/media/f46601.txt>
</file>

<file path=ppt/media/f46602.txt>
</file>

<file path=ppt/media/f46603.txt>
</file>

<file path=ppt/media/f46604.txt>
</file>

<file path=ppt/media/f46605.txt>
</file>

<file path=ppt/media/f46606.txt>
</file>

<file path=ppt/media/f46607.txt>
</file>

<file path=ppt/media/f46608.txt>
</file>

<file path=ppt/media/f46609.txt>
</file>

<file path=ppt/media/f46610.txt>
</file>

<file path=ppt/media/f46611.txt>
</file>

<file path=ppt/media/f46612.txt>
</file>

<file path=ppt/media/f46613.txt>
</file>

<file path=ppt/media/f46614.txt>
</file>

<file path=ppt/media/f46615.txt>
</file>

<file path=ppt/media/f46616.txt>
</file>

<file path=ppt/media/f46617.txt>
</file>

<file path=ppt/media/f46618.txt>
</file>

<file path=ppt/media/f46619.txt>
</file>

<file path=ppt/media/f46620.txt>
</file>

<file path=ppt/media/f46621.txt>
</file>

<file path=ppt/media/f46622.txt>
</file>

<file path=ppt/media/f46623.txt>
</file>

<file path=ppt/media/f46624.txt>
</file>

<file path=ppt/media/f46625.txt>
</file>

<file path=ppt/media/f46626.txt>
</file>

<file path=ppt/media/f46627.txt>
</file>

<file path=ppt/media/f46628.txt>
</file>

<file path=ppt/media/f46629.txt>
</file>

<file path=ppt/media/f46630.txt>
</file>

<file path=ppt/media/f46631.txt>
</file>

<file path=ppt/media/f46632.txt>
</file>

<file path=ppt/media/f46633.txt>
</file>

<file path=ppt/media/f46634.txt>
</file>

<file path=ppt/media/f46635.txt>
</file>

<file path=ppt/media/f46636.txt>
</file>

<file path=ppt/media/f46637.txt>
</file>

<file path=ppt/media/f46638.txt>
</file>

<file path=ppt/media/f46639.txt>
</file>

<file path=ppt/media/f46640.txt>
</file>

<file path=ppt/media/f46641.txt>
</file>

<file path=ppt/media/f46642.txt>
</file>

<file path=ppt/media/f46643.txt>
</file>

<file path=ppt/media/f46644.txt>
</file>

<file path=ppt/media/f46645.txt>
</file>

<file path=ppt/media/f46646.txt>
</file>

<file path=ppt/media/f46647.txt>
</file>

<file path=ppt/media/f46648.txt>
</file>

<file path=ppt/media/f46649.txt>
</file>

<file path=ppt/media/f46650.txt>
</file>

<file path=ppt/media/f46651.txt>
</file>

<file path=ppt/media/f46652.txt>
</file>

<file path=ppt/media/f46653.txt>
</file>

<file path=ppt/media/f46654.txt>
</file>

<file path=ppt/media/f46655.txt>
</file>

<file path=ppt/media/f46656.txt>
</file>

<file path=ppt/media/f46657.txt>
</file>

<file path=ppt/media/f46658.txt>
</file>

<file path=ppt/media/f46659.txt>
</file>

<file path=ppt/media/f46660.txt>
</file>

<file path=ppt/media/f46661.txt>
</file>

<file path=ppt/media/f46662.txt>
</file>

<file path=ppt/media/f46663.txt>
</file>

<file path=ppt/media/f46664.txt>
</file>

<file path=ppt/media/f46665.txt>
</file>

<file path=ppt/media/f46666.txt>
</file>

<file path=ppt/media/f46667.txt>
</file>

<file path=ppt/media/f46668.txt>
</file>

<file path=ppt/media/f46669.txt>
</file>

<file path=ppt/media/f46670.txt>
</file>

<file path=ppt/media/f46671.txt>
</file>

<file path=ppt/media/f46672.txt>
</file>

<file path=ppt/media/f46673.txt>
</file>

<file path=ppt/media/f46674.txt>
</file>

<file path=ppt/media/f46675.txt>
</file>

<file path=ppt/media/f46676.txt>
</file>

<file path=ppt/media/f46677.txt>
</file>

<file path=ppt/media/f46678.txt>
</file>

<file path=ppt/media/f46679.txt>
</file>

<file path=ppt/media/f46680.txt>
</file>

<file path=ppt/media/f46681.txt>
</file>

<file path=ppt/media/f46682.txt>
</file>

<file path=ppt/media/f46683.txt>
</file>

<file path=ppt/media/f46684.txt>
</file>

<file path=ppt/media/f46685.txt>
</file>

<file path=ppt/media/f46686.txt>
</file>

<file path=ppt/media/f46687.txt>
</file>

<file path=ppt/media/f46688.txt>
</file>

<file path=ppt/media/f46689.txt>
</file>

<file path=ppt/media/f46690.txt>
</file>

<file path=ppt/media/f46691.txt>
</file>

<file path=ppt/media/f46692.txt>
</file>

<file path=ppt/media/f46693.txt>
</file>

<file path=ppt/media/f46694.txt>
</file>

<file path=ppt/media/f46695.txt>
</file>

<file path=ppt/media/f46696.txt>
</file>

<file path=ppt/media/f46697.txt>
</file>

<file path=ppt/media/f46698.txt>
</file>

<file path=ppt/media/f46699.txt>
</file>

<file path=ppt/media/f46700.txt>
</file>

<file path=ppt/media/f46701.txt>
</file>

<file path=ppt/media/f46702.txt>
</file>

<file path=ppt/media/f46703.txt>
</file>

<file path=ppt/media/f46704.txt>
</file>

<file path=ppt/media/f46705.txt>
</file>

<file path=ppt/media/f46706.txt>
</file>

<file path=ppt/media/f46707.txt>
</file>

<file path=ppt/media/f46708.txt>
</file>

<file path=ppt/media/f46709.txt>
</file>

<file path=ppt/media/f46710.txt>
</file>

<file path=ppt/media/f46711.txt>
</file>

<file path=ppt/media/f46712.txt>
</file>

<file path=ppt/media/f46713.txt>
</file>

<file path=ppt/media/f46714.txt>
</file>

<file path=ppt/media/f46715.txt>
</file>

<file path=ppt/media/f46716.txt>
</file>

<file path=ppt/media/f46717.txt>
</file>

<file path=ppt/media/f46718.txt>
</file>

<file path=ppt/media/f46719.txt>
</file>

<file path=ppt/media/f46720.txt>
</file>

<file path=ppt/media/f46721.txt>
</file>

<file path=ppt/media/f46722.txt>
</file>

<file path=ppt/media/f46723.txt>
</file>

<file path=ppt/media/f46724.txt>
</file>

<file path=ppt/media/f46725.txt>
</file>

<file path=ppt/media/f46726.txt>
</file>

<file path=ppt/media/f46727.txt>
</file>

<file path=ppt/media/f46728.txt>
</file>

<file path=ppt/media/f46729.txt>
</file>

<file path=ppt/media/f46730.txt>
</file>

<file path=ppt/media/f46731.txt>
</file>

<file path=ppt/media/f46732.txt>
</file>

<file path=ppt/media/f46733.txt>
</file>

<file path=ppt/media/f46734.txt>
</file>

<file path=ppt/media/f46735.txt>
</file>

<file path=ppt/media/f46736.txt>
</file>

<file path=ppt/media/f46737.txt>
</file>

<file path=ppt/media/f46738.txt>
</file>

<file path=ppt/media/f46739.txt>
</file>

<file path=ppt/media/f46740.txt>
</file>

<file path=ppt/media/f46741.txt>
</file>

<file path=ppt/media/f46742.txt>
</file>

<file path=ppt/media/f46743.txt>
</file>

<file path=ppt/media/f46744.txt>
</file>

<file path=ppt/media/f46745.txt>
</file>

<file path=ppt/media/f46746.txt>
</file>

<file path=ppt/media/f46747.txt>
</file>

<file path=ppt/media/f46748.txt>
</file>

<file path=ppt/media/f46749.txt>
</file>

<file path=ppt/media/f46750.txt>
</file>

<file path=ppt/media/f46751.txt>
</file>

<file path=ppt/media/f46752.txt>
</file>

<file path=ppt/media/f46753.txt>
</file>

<file path=ppt/media/f46754.txt>
</file>

<file path=ppt/media/f46755.txt>
</file>

<file path=ppt/media/f46756.txt>
</file>

<file path=ppt/media/f46757.txt>
</file>

<file path=ppt/media/f46758.txt>
</file>

<file path=ppt/media/f46759.txt>
</file>

<file path=ppt/media/f46760.txt>
</file>

<file path=ppt/media/f46761.txt>
</file>

<file path=ppt/media/f46762.txt>
</file>

<file path=ppt/media/f46763.txt>
</file>

<file path=ppt/media/f46764.txt>
</file>

<file path=ppt/media/f46765.txt>
</file>

<file path=ppt/media/f46766.txt>
</file>

<file path=ppt/media/f46767.txt>
</file>

<file path=ppt/media/f46768.txt>
</file>

<file path=ppt/media/f46769.txt>
</file>

<file path=ppt/media/f46770.txt>
</file>

<file path=ppt/media/f46771.txt>
</file>

<file path=ppt/media/f46772.txt>
</file>

<file path=ppt/media/f46773.txt>
</file>

<file path=ppt/media/f46774.txt>
</file>

<file path=ppt/media/f46775.txt>
</file>

<file path=ppt/media/f46776.txt>
</file>

<file path=ppt/media/f46777.txt>
</file>

<file path=ppt/media/f46778.txt>
</file>

<file path=ppt/media/f46779.txt>
</file>

<file path=ppt/media/f46780.txt>
</file>

<file path=ppt/media/f46781.txt>
</file>

<file path=ppt/media/f46782.txt>
</file>

<file path=ppt/media/f46783.txt>
</file>

<file path=ppt/media/f46784.txt>
</file>

<file path=ppt/media/f46785.txt>
</file>

<file path=ppt/media/f46786.txt>
</file>

<file path=ppt/media/f46787.txt>
</file>

<file path=ppt/media/f46788.txt>
</file>

<file path=ppt/media/f46789.txt>
</file>

<file path=ppt/media/f46790.txt>
</file>

<file path=ppt/media/f46791.txt>
</file>

<file path=ppt/media/f46792.txt>
</file>

<file path=ppt/media/f46793.txt>
</file>

<file path=ppt/media/f46794.txt>
</file>

<file path=ppt/media/f46795.txt>
</file>

<file path=ppt/media/f46796.txt>
</file>

<file path=ppt/media/f46797.txt>
</file>

<file path=ppt/media/f46798.txt>
</file>

<file path=ppt/media/f46799.txt>
</file>

<file path=ppt/media/f46800.txt>
</file>

<file path=ppt/media/f46801.txt>
</file>

<file path=ppt/media/f46802.txt>
</file>

<file path=ppt/media/f46803.txt>
</file>

<file path=ppt/media/f46804.txt>
</file>

<file path=ppt/media/f46805.txt>
</file>

<file path=ppt/media/f46806.txt>
</file>

<file path=ppt/media/f46807.txt>
</file>

<file path=ppt/media/f46808.txt>
</file>

<file path=ppt/media/f46809.txt>
</file>

<file path=ppt/media/f46810.txt>
</file>

<file path=ppt/media/f46811.txt>
</file>

<file path=ppt/media/f46812.txt>
</file>

<file path=ppt/media/f46813.txt>
</file>

<file path=ppt/media/f46814.txt>
</file>

<file path=ppt/media/f46815.txt>
</file>

<file path=ppt/media/f46816.txt>
</file>

<file path=ppt/media/f46817.txt>
</file>

<file path=ppt/media/f46818.txt>
</file>

<file path=ppt/media/f46819.txt>
</file>

<file path=ppt/media/f46820.txt>
</file>

<file path=ppt/media/f46821.txt>
</file>

<file path=ppt/media/f46822.txt>
</file>

<file path=ppt/media/f46823.txt>
</file>

<file path=ppt/media/f46824.txt>
</file>

<file path=ppt/media/f46825.txt>
</file>

<file path=ppt/media/f46826.txt>
</file>

<file path=ppt/media/f46827.txt>
</file>

<file path=ppt/media/f46828.txt>
</file>

<file path=ppt/media/f46829.txt>
</file>

<file path=ppt/media/f46830.txt>
</file>

<file path=ppt/media/f46831.txt>
</file>

<file path=ppt/media/f46832.txt>
</file>

<file path=ppt/media/f46833.txt>
</file>

<file path=ppt/media/f46834.txt>
</file>

<file path=ppt/media/f46835.txt>
</file>

<file path=ppt/media/f46836.txt>
</file>

<file path=ppt/media/f46837.txt>
</file>

<file path=ppt/media/f46838.txt>
</file>

<file path=ppt/media/f46839.txt>
</file>

<file path=ppt/media/f46840.txt>
</file>

<file path=ppt/media/f46841.txt>
</file>

<file path=ppt/media/f46842.txt>
</file>

<file path=ppt/media/f46843.txt>
</file>

<file path=ppt/media/f46844.txt>
</file>

<file path=ppt/media/f46845.txt>
</file>

<file path=ppt/media/f46846.txt>
</file>

<file path=ppt/media/f46847.txt>
</file>

<file path=ppt/media/f46848.txt>
</file>

<file path=ppt/media/f46849.txt>
</file>

<file path=ppt/media/f46850.txt>
</file>

<file path=ppt/media/f46851.txt>
</file>

<file path=ppt/media/f46852.txt>
</file>

<file path=ppt/media/f46853.txt>
</file>

<file path=ppt/media/f46854.txt>
</file>

<file path=ppt/media/f46855.txt>
</file>

<file path=ppt/media/f46856.txt>
</file>

<file path=ppt/media/f46857.txt>
</file>

<file path=ppt/media/f46858.txt>
</file>

<file path=ppt/media/f46859.txt>
</file>

<file path=ppt/media/f46860.txt>
</file>

<file path=ppt/media/f46861.txt>
</file>

<file path=ppt/media/f46862.txt>
</file>

<file path=ppt/media/f46863.txt>
</file>

<file path=ppt/media/f46864.txt>
</file>

<file path=ppt/media/f46865.txt>
</file>

<file path=ppt/media/f46866.txt>
</file>

<file path=ppt/media/f46867.txt>
</file>

<file path=ppt/media/f46868.txt>
</file>

<file path=ppt/media/f46869.txt>
</file>

<file path=ppt/media/f46870.txt>
</file>

<file path=ppt/media/f46871.txt>
</file>

<file path=ppt/media/f46872.txt>
</file>

<file path=ppt/media/f46873.txt>
</file>

<file path=ppt/media/f46874.txt>
</file>

<file path=ppt/media/f46875.txt>
</file>

<file path=ppt/media/f46876.txt>
</file>

<file path=ppt/media/f46877.txt>
</file>

<file path=ppt/media/f46878.txt>
</file>

<file path=ppt/media/f46879.txt>
</file>

<file path=ppt/media/f46880.txt>
</file>

<file path=ppt/media/f46881.txt>
</file>

<file path=ppt/media/f46882.txt>
</file>

<file path=ppt/media/f46883.txt>
</file>

<file path=ppt/media/f46884.txt>
</file>

<file path=ppt/media/f46885.txt>
</file>

<file path=ppt/media/f46886.txt>
</file>

<file path=ppt/media/f46887.txt>
</file>

<file path=ppt/media/f46888.txt>
</file>

<file path=ppt/media/f46889.txt>
</file>

<file path=ppt/media/f46890.txt>
</file>

<file path=ppt/media/f46891.txt>
</file>

<file path=ppt/media/f46892.txt>
</file>

<file path=ppt/media/f46893.txt>
</file>

<file path=ppt/media/f46894.txt>
</file>

<file path=ppt/media/f46895.txt>
</file>

<file path=ppt/media/f46896.txt>
</file>

<file path=ppt/media/f46897.txt>
</file>

<file path=ppt/media/f46898.txt>
</file>

<file path=ppt/media/f46899.txt>
</file>

<file path=ppt/media/f46900.txt>
</file>

<file path=ppt/media/f46901.txt>
</file>

<file path=ppt/media/f46902.txt>
</file>

<file path=ppt/media/f46903.txt>
</file>

<file path=ppt/media/f46904.txt>
</file>

<file path=ppt/media/f46905.txt>
</file>

<file path=ppt/media/f46906.txt>
</file>

<file path=ppt/media/f46907.txt>
</file>

<file path=ppt/media/f46908.txt>
</file>

<file path=ppt/media/f46909.txt>
</file>

<file path=ppt/media/f46910.txt>
</file>

<file path=ppt/media/f46911.txt>
</file>

<file path=ppt/media/f46912.txt>
</file>

<file path=ppt/media/f46913.txt>
</file>

<file path=ppt/media/f46914.txt>
</file>

<file path=ppt/media/f46915.txt>
</file>

<file path=ppt/media/f46916.txt>
</file>

<file path=ppt/media/f46917.txt>
</file>

<file path=ppt/media/f46918.txt>
</file>

<file path=ppt/media/f46919.txt>
</file>

<file path=ppt/media/f46920.txt>
</file>

<file path=ppt/media/f46921.txt>
</file>

<file path=ppt/media/f46922.txt>
</file>

<file path=ppt/media/f46923.txt>
</file>

<file path=ppt/media/f46924.txt>
</file>

<file path=ppt/media/f46925.txt>
</file>

<file path=ppt/media/f46926.txt>
</file>

<file path=ppt/media/f46927.txt>
</file>

<file path=ppt/media/f46928.txt>
</file>

<file path=ppt/media/f46929.txt>
</file>

<file path=ppt/media/f46930.txt>
</file>

<file path=ppt/media/f46931.txt>
</file>

<file path=ppt/media/f46932.txt>
</file>

<file path=ppt/media/f46933.txt>
</file>

<file path=ppt/media/f46934.txt>
</file>

<file path=ppt/media/f46935.txt>
</file>

<file path=ppt/media/f46936.txt>
</file>

<file path=ppt/media/f46937.txt>
</file>

<file path=ppt/media/f46938.txt>
</file>

<file path=ppt/media/f46939.txt>
</file>

<file path=ppt/media/f46940.txt>
</file>

<file path=ppt/media/f46941.txt>
</file>

<file path=ppt/media/f46942.txt>
</file>

<file path=ppt/media/f46943.txt>
</file>

<file path=ppt/media/f46944.txt>
</file>

<file path=ppt/media/f46945.txt>
</file>

<file path=ppt/media/f46946.txt>
</file>

<file path=ppt/media/f46947.txt>
</file>

<file path=ppt/media/f46948.txt>
</file>

<file path=ppt/media/f46949.txt>
</file>

<file path=ppt/media/f46950.txt>
</file>

<file path=ppt/media/f46951.txt>
</file>

<file path=ppt/media/f46952.txt>
</file>

<file path=ppt/media/f46953.txt>
</file>

<file path=ppt/media/f46954.txt>
</file>

<file path=ppt/media/f46955.txt>
</file>

<file path=ppt/media/f46956.txt>
</file>

<file path=ppt/media/f46957.txt>
</file>

<file path=ppt/media/f46958.txt>
</file>

<file path=ppt/media/f46959.txt>
</file>

<file path=ppt/media/f46960.txt>
</file>

<file path=ppt/media/f46961.txt>
</file>

<file path=ppt/media/f46962.txt>
</file>

<file path=ppt/media/f46963.txt>
</file>

<file path=ppt/media/f46964.txt>
</file>

<file path=ppt/media/f46965.txt>
</file>

<file path=ppt/media/f46966.txt>
</file>

<file path=ppt/media/f46967.txt>
</file>

<file path=ppt/media/f46968.txt>
</file>

<file path=ppt/media/f46969.txt>
</file>

<file path=ppt/media/f46970.txt>
</file>

<file path=ppt/media/f46971.txt>
</file>

<file path=ppt/media/f46972.txt>
</file>

<file path=ppt/media/f46973.txt>
</file>

<file path=ppt/media/f46974.txt>
</file>

<file path=ppt/media/f46975.txt>
</file>

<file path=ppt/media/f46976.txt>
</file>

<file path=ppt/media/f46977.txt>
</file>

<file path=ppt/media/f46978.txt>
</file>

<file path=ppt/media/f46979.txt>
</file>

<file path=ppt/media/f46980.txt>
</file>

<file path=ppt/media/f46981.txt>
</file>

<file path=ppt/media/f46982.txt>
</file>

<file path=ppt/media/f46983.txt>
</file>

<file path=ppt/media/f46984.txt>
</file>

<file path=ppt/media/f46985.txt>
</file>

<file path=ppt/media/f46986.txt>
</file>

<file path=ppt/media/f46987.txt>
</file>

<file path=ppt/media/f46988.txt>
</file>

<file path=ppt/media/f46989.txt>
</file>

<file path=ppt/media/f46990.txt>
</file>

<file path=ppt/media/f46991.txt>
</file>

<file path=ppt/media/f46992.txt>
</file>

<file path=ppt/media/f46993.txt>
</file>

<file path=ppt/media/f46994.txt>
</file>

<file path=ppt/media/f46995.txt>
</file>

<file path=ppt/media/f46996.txt>
</file>

<file path=ppt/media/f46997.txt>
</file>

<file path=ppt/media/f46998.txt>
</file>

<file path=ppt/media/f46999.txt>
</file>

<file path=ppt/media/f47000.txt>
</file>

<file path=ppt/media/f47001.txt>
</file>

<file path=ppt/media/f47002.txt>
</file>

<file path=ppt/media/f47003.txt>
</file>

<file path=ppt/media/f47004.txt>
</file>

<file path=ppt/media/f47005.txt>
</file>

<file path=ppt/media/f47006.txt>
</file>

<file path=ppt/media/f47007.txt>
</file>

<file path=ppt/media/f47008.txt>
</file>

<file path=ppt/media/f47009.txt>
</file>

<file path=ppt/media/f47010.txt>
</file>

<file path=ppt/media/f47011.txt>
</file>

<file path=ppt/media/f47012.txt>
</file>

<file path=ppt/media/f47013.txt>
</file>

<file path=ppt/media/f47014.txt>
</file>

<file path=ppt/media/f47015.txt>
</file>

<file path=ppt/media/f47016.txt>
</file>

<file path=ppt/media/f47017.txt>
</file>

<file path=ppt/media/f47018.txt>
</file>

<file path=ppt/media/f47019.txt>
</file>

<file path=ppt/media/f47020.txt>
</file>

<file path=ppt/media/f47021.txt>
</file>

<file path=ppt/media/f47022.txt>
</file>

<file path=ppt/media/f47023.txt>
</file>

<file path=ppt/media/f47024.txt>
</file>

<file path=ppt/media/f47025.txt>
</file>

<file path=ppt/media/f47026.txt>
</file>

<file path=ppt/media/f47027.txt>
</file>

<file path=ppt/media/f47028.txt>
</file>

<file path=ppt/media/f47029.txt>
</file>

<file path=ppt/media/f47030.txt>
</file>

<file path=ppt/media/f47031.txt>
</file>

<file path=ppt/media/f47032.txt>
</file>

<file path=ppt/media/f47033.txt>
</file>

<file path=ppt/media/f47034.txt>
</file>

<file path=ppt/media/f47035.txt>
</file>

<file path=ppt/media/f47036.txt>
</file>

<file path=ppt/media/f47037.txt>
</file>

<file path=ppt/media/f47038.txt>
</file>

<file path=ppt/media/f47039.txt>
</file>

<file path=ppt/media/f47040.txt>
</file>

<file path=ppt/media/f47041.txt>
</file>

<file path=ppt/media/f47042.txt>
</file>

<file path=ppt/media/f47043.txt>
</file>

<file path=ppt/media/f47044.txt>
</file>

<file path=ppt/media/f47045.txt>
</file>

<file path=ppt/media/f47046.txt>
</file>

<file path=ppt/media/f47047.txt>
</file>

<file path=ppt/media/f47048.txt>
</file>

<file path=ppt/media/f47049.txt>
</file>

<file path=ppt/media/f47050.txt>
</file>

<file path=ppt/media/f47051.txt>
</file>

<file path=ppt/media/f47052.txt>
</file>

<file path=ppt/media/f47053.txt>
</file>

<file path=ppt/media/f47054.txt>
</file>

<file path=ppt/media/f47055.txt>
</file>

<file path=ppt/media/f47056.txt>
</file>

<file path=ppt/media/f47057.txt>
</file>

<file path=ppt/media/f47058.txt>
</file>

<file path=ppt/media/f47059.txt>
</file>

<file path=ppt/media/f47060.txt>
</file>

<file path=ppt/media/f47061.txt>
</file>

<file path=ppt/media/f47062.txt>
</file>

<file path=ppt/media/f47063.txt>
</file>

<file path=ppt/media/f47064.txt>
</file>

<file path=ppt/media/f47065.txt>
</file>

<file path=ppt/media/f47066.txt>
</file>

<file path=ppt/media/f47067.txt>
</file>

<file path=ppt/media/f47068.txt>
</file>

<file path=ppt/media/f47069.txt>
</file>

<file path=ppt/media/f47070.txt>
</file>

<file path=ppt/media/f47071.txt>
</file>

<file path=ppt/media/f47072.txt>
</file>

<file path=ppt/media/f47073.txt>
</file>

<file path=ppt/media/f47074.txt>
</file>

<file path=ppt/media/f47075.txt>
</file>

<file path=ppt/media/f47076.txt>
</file>

<file path=ppt/media/f47077.txt>
</file>

<file path=ppt/media/f47078.txt>
</file>

<file path=ppt/media/f47079.txt>
</file>

<file path=ppt/media/f47080.txt>
</file>

<file path=ppt/media/f47081.txt>
</file>

<file path=ppt/media/f47082.txt>
</file>

<file path=ppt/media/f47083.txt>
</file>

<file path=ppt/media/f47084.txt>
</file>

<file path=ppt/media/f47085.txt>
</file>

<file path=ppt/media/f47086.txt>
</file>

<file path=ppt/media/f47087.txt>
</file>

<file path=ppt/media/f47088.txt>
</file>

<file path=ppt/media/f47089.txt>
</file>

<file path=ppt/media/f47090.txt>
</file>

<file path=ppt/media/f47091.txt>
</file>

<file path=ppt/media/f47092.txt>
</file>

<file path=ppt/media/f47093.txt>
</file>

<file path=ppt/media/f47094.txt>
</file>

<file path=ppt/media/f47095.txt>
</file>

<file path=ppt/media/f47096.txt>
</file>

<file path=ppt/media/f47097.txt>
</file>

<file path=ppt/media/f47098.txt>
</file>

<file path=ppt/media/f47099.txt>
</file>

<file path=ppt/media/f47100.txt>
</file>

<file path=ppt/media/f47101.txt>
</file>

<file path=ppt/media/f47102.txt>
</file>

<file path=ppt/media/f47103.txt>
</file>

<file path=ppt/media/f47104.txt>
</file>

<file path=ppt/media/f47105.txt>
</file>

<file path=ppt/media/f47106.txt>
</file>

<file path=ppt/media/f47107.txt>
</file>

<file path=ppt/media/f47108.txt>
</file>

<file path=ppt/media/f47109.txt>
</file>

<file path=ppt/media/f47110.txt>
</file>

<file path=ppt/media/f47111.txt>
</file>

<file path=ppt/media/f47112.txt>
</file>

<file path=ppt/media/f47113.txt>
</file>

<file path=ppt/media/f47114.txt>
</file>

<file path=ppt/media/f47115.txt>
</file>

<file path=ppt/media/f47116.txt>
</file>

<file path=ppt/media/f47117.txt>
</file>

<file path=ppt/media/f47118.txt>
</file>

<file path=ppt/media/f47119.txt>
</file>

<file path=ppt/media/f47120.txt>
</file>

<file path=ppt/media/f47121.txt>
</file>

<file path=ppt/media/f47122.txt>
</file>

<file path=ppt/media/f47123.txt>
</file>

<file path=ppt/media/f47124.txt>
</file>

<file path=ppt/media/f47125.txt>
</file>

<file path=ppt/media/f47126.txt>
</file>

<file path=ppt/media/f47127.txt>
</file>

<file path=ppt/media/f47128.txt>
</file>

<file path=ppt/media/f47129.txt>
</file>

<file path=ppt/media/f47130.txt>
</file>

<file path=ppt/media/f47131.txt>
</file>

<file path=ppt/media/f47132.txt>
</file>

<file path=ppt/media/f47133.txt>
</file>

<file path=ppt/media/f47134.txt>
</file>

<file path=ppt/media/f47135.txt>
</file>

<file path=ppt/media/f47136.txt>
</file>

<file path=ppt/media/f47137.txt>
</file>

<file path=ppt/media/f47138.txt>
</file>

<file path=ppt/media/f47139.txt>
</file>

<file path=ppt/media/f47140.txt>
</file>

<file path=ppt/media/f47141.txt>
</file>

<file path=ppt/media/f47142.txt>
</file>

<file path=ppt/media/f47143.txt>
</file>

<file path=ppt/media/f47144.txt>
</file>

<file path=ppt/media/f47145.txt>
</file>

<file path=ppt/media/f47146.txt>
</file>

<file path=ppt/media/f47147.txt>
</file>

<file path=ppt/media/f47148.txt>
</file>

<file path=ppt/media/f47149.txt>
</file>

<file path=ppt/media/f47150.txt>
</file>

<file path=ppt/media/f47151.txt>
</file>

<file path=ppt/media/f47152.txt>
</file>

<file path=ppt/media/f47153.txt>
</file>

<file path=ppt/media/f47154.txt>
</file>

<file path=ppt/media/f47155.txt>
</file>

<file path=ppt/media/f47156.txt>
</file>

<file path=ppt/media/f47157.txt>
</file>

<file path=ppt/media/f47158.txt>
</file>

<file path=ppt/media/f47159.txt>
</file>

<file path=ppt/media/f47160.txt>
</file>

<file path=ppt/media/f47161.txt>
</file>

<file path=ppt/media/f47162.txt>
</file>

<file path=ppt/media/f47163.txt>
</file>

<file path=ppt/media/f47164.txt>
</file>

<file path=ppt/media/f47165.txt>
</file>

<file path=ppt/media/f47166.txt>
</file>

<file path=ppt/media/f47167.txt>
</file>

<file path=ppt/media/f47168.txt>
</file>

<file path=ppt/media/f47169.txt>
</file>

<file path=ppt/media/f47170.txt>
</file>

<file path=ppt/media/f47171.txt>
</file>

<file path=ppt/media/f47172.txt>
</file>

<file path=ppt/media/f47173.txt>
</file>

<file path=ppt/media/f47174.txt>
</file>

<file path=ppt/media/f47175.txt>
</file>

<file path=ppt/media/f47176.txt>
</file>

<file path=ppt/media/f47177.txt>
</file>

<file path=ppt/media/f47178.txt>
</file>

<file path=ppt/media/f47179.txt>
</file>

<file path=ppt/media/f47180.txt>
</file>

<file path=ppt/media/f47181.txt>
</file>

<file path=ppt/media/f47182.txt>
</file>

<file path=ppt/media/f47183.txt>
</file>

<file path=ppt/media/f47184.txt>
</file>

<file path=ppt/media/f47185.txt>
</file>

<file path=ppt/media/f47186.txt>
</file>

<file path=ppt/media/f47187.txt>
</file>

<file path=ppt/media/f47188.txt>
</file>

<file path=ppt/media/f47189.txt>
</file>

<file path=ppt/media/f47190.txt>
</file>

<file path=ppt/media/f47191.txt>
</file>

<file path=ppt/media/f47192.txt>
</file>

<file path=ppt/media/f47193.txt>
</file>

<file path=ppt/media/f47194.txt>
</file>

<file path=ppt/media/f47195.txt>
</file>

<file path=ppt/media/f47196.txt>
</file>

<file path=ppt/media/f47197.txt>
</file>

<file path=ppt/media/f47198.txt>
</file>

<file path=ppt/media/f47199.txt>
</file>

<file path=ppt/media/f47200.txt>
</file>

<file path=ppt/media/f47201.txt>
</file>

<file path=ppt/media/f47202.txt>
</file>

<file path=ppt/media/f47203.txt>
</file>

<file path=ppt/media/f47204.txt>
</file>

<file path=ppt/media/f47205.txt>
</file>

<file path=ppt/media/f47206.txt>
</file>

<file path=ppt/media/f47207.txt>
</file>

<file path=ppt/media/f47208.txt>
</file>

<file path=ppt/media/f47209.txt>
</file>

<file path=ppt/media/f47210.txt>
</file>

<file path=ppt/media/f47211.txt>
</file>

<file path=ppt/media/f47212.txt>
</file>

<file path=ppt/media/f47213.txt>
</file>

<file path=ppt/media/f47214.txt>
</file>

<file path=ppt/media/f47215.txt>
</file>

<file path=ppt/media/f47216.txt>
</file>

<file path=ppt/media/f47217.txt>
</file>

<file path=ppt/media/f47218.txt>
</file>

<file path=ppt/media/f47219.txt>
</file>

<file path=ppt/media/f47220.txt>
</file>

<file path=ppt/media/f47221.txt>
</file>

<file path=ppt/media/f47222.txt>
</file>

<file path=ppt/media/f47223.txt>
</file>

<file path=ppt/media/f47224.txt>
</file>

<file path=ppt/media/f47225.txt>
</file>

<file path=ppt/media/f47226.txt>
</file>

<file path=ppt/media/f47227.txt>
</file>

<file path=ppt/media/f47228.txt>
</file>

<file path=ppt/media/f47229.txt>
</file>

<file path=ppt/media/f47230.txt>
</file>

<file path=ppt/media/f47231.txt>
</file>

<file path=ppt/media/f47232.txt>
</file>

<file path=ppt/media/f47233.txt>
</file>

<file path=ppt/media/f47234.txt>
</file>

<file path=ppt/media/f47235.txt>
</file>

<file path=ppt/media/f47236.txt>
</file>

<file path=ppt/media/f47237.txt>
</file>

<file path=ppt/media/f47238.txt>
</file>

<file path=ppt/media/f47239.txt>
</file>

<file path=ppt/media/f47240.txt>
</file>

<file path=ppt/media/f47241.txt>
</file>

<file path=ppt/media/f47242.txt>
</file>

<file path=ppt/media/f47243.txt>
</file>

<file path=ppt/media/f47244.txt>
</file>

<file path=ppt/media/f47245.txt>
</file>

<file path=ppt/media/f47246.txt>
</file>

<file path=ppt/media/f47247.txt>
</file>

<file path=ppt/media/f47248.txt>
</file>

<file path=ppt/media/f47249.txt>
</file>

<file path=ppt/media/f47250.txt>
</file>

<file path=ppt/media/f47251.txt>
</file>

<file path=ppt/media/f47252.txt>
</file>

<file path=ppt/media/f47253.txt>
</file>

<file path=ppt/media/f47254.txt>
</file>

<file path=ppt/media/f47255.txt>
</file>

<file path=ppt/media/f47256.txt>
</file>

<file path=ppt/media/f47257.txt>
</file>

<file path=ppt/media/f47258.txt>
</file>

<file path=ppt/media/f47259.txt>
</file>

<file path=ppt/media/f47260.txt>
</file>

<file path=ppt/media/f47261.txt>
</file>

<file path=ppt/media/f47262.txt>
</file>

<file path=ppt/media/f47263.txt>
</file>

<file path=ppt/media/f47264.txt>
</file>

<file path=ppt/media/f47265.txt>
</file>

<file path=ppt/media/f47266.txt>
</file>

<file path=ppt/media/f47267.txt>
</file>

<file path=ppt/media/f47268.txt>
</file>

<file path=ppt/media/f47269.txt>
</file>

<file path=ppt/media/f47270.txt>
</file>

<file path=ppt/media/f47271.txt>
</file>

<file path=ppt/media/f47272.txt>
</file>

<file path=ppt/media/f47273.txt>
</file>

<file path=ppt/media/f47274.txt>
</file>

<file path=ppt/media/f47275.txt>
</file>

<file path=ppt/media/f47276.txt>
</file>

<file path=ppt/media/f47277.txt>
</file>

<file path=ppt/media/f47278.txt>
</file>

<file path=ppt/media/f47279.txt>
</file>

<file path=ppt/media/f47280.txt>
</file>

<file path=ppt/media/f47281.txt>
</file>

<file path=ppt/media/f47282.txt>
</file>

<file path=ppt/media/f47283.txt>
</file>

<file path=ppt/media/f47284.txt>
</file>

<file path=ppt/media/f47285.txt>
</file>

<file path=ppt/media/f47286.txt>
</file>

<file path=ppt/media/f47287.txt>
</file>

<file path=ppt/media/f47288.txt>
</file>

<file path=ppt/media/f47289.txt>
</file>

<file path=ppt/media/f47290.txt>
</file>

<file path=ppt/media/f47291.txt>
</file>

<file path=ppt/media/f47292.txt>
</file>

<file path=ppt/media/f47293.txt>
</file>

<file path=ppt/media/f47294.txt>
</file>

<file path=ppt/media/f47295.txt>
</file>

<file path=ppt/media/f47296.txt>
</file>

<file path=ppt/media/f47297.txt>
</file>

<file path=ppt/media/f47298.txt>
</file>

<file path=ppt/media/f47299.txt>
</file>

<file path=ppt/media/f47300.txt>
</file>

<file path=ppt/media/f47301.txt>
</file>

<file path=ppt/media/f47302.txt>
</file>

<file path=ppt/media/f47303.txt>
</file>

<file path=ppt/media/f47304.txt>
</file>

<file path=ppt/media/f47305.txt>
</file>

<file path=ppt/media/f47306.txt>
</file>

<file path=ppt/media/f47307.txt>
</file>

<file path=ppt/media/f47308.txt>
</file>

<file path=ppt/media/f47309.txt>
</file>

<file path=ppt/media/f47310.txt>
</file>

<file path=ppt/media/f47311.txt>
</file>

<file path=ppt/media/f47312.txt>
</file>

<file path=ppt/media/f47313.txt>
</file>

<file path=ppt/media/f47314.txt>
</file>

<file path=ppt/media/f47315.txt>
</file>

<file path=ppt/media/f47316.txt>
</file>

<file path=ppt/media/f47317.txt>
</file>

<file path=ppt/media/f47318.txt>
</file>

<file path=ppt/media/f47319.txt>
</file>

<file path=ppt/media/f47320.txt>
</file>

<file path=ppt/media/f47321.txt>
</file>

<file path=ppt/media/f47322.txt>
</file>

<file path=ppt/media/f47323.txt>
</file>

<file path=ppt/media/f47324.txt>
</file>

<file path=ppt/media/f47325.txt>
</file>

<file path=ppt/media/f47326.txt>
</file>

<file path=ppt/media/f47327.txt>
</file>

<file path=ppt/media/f47328.txt>
</file>

<file path=ppt/media/f47329.txt>
</file>

<file path=ppt/media/f47330.txt>
</file>

<file path=ppt/media/f47331.txt>
</file>

<file path=ppt/media/f47332.txt>
</file>

<file path=ppt/media/f47333.txt>
</file>

<file path=ppt/media/f47334.txt>
</file>

<file path=ppt/media/f47335.txt>
</file>

<file path=ppt/media/f47336.txt>
</file>

<file path=ppt/media/f47337.txt>
</file>

<file path=ppt/media/f47338.txt>
</file>

<file path=ppt/media/f47339.txt>
</file>

<file path=ppt/media/f47340.txt>
</file>

<file path=ppt/media/f47341.txt>
</file>

<file path=ppt/media/f47342.txt>
</file>

<file path=ppt/media/f47343.txt>
</file>

<file path=ppt/media/f47344.txt>
</file>

<file path=ppt/media/f47345.txt>
</file>

<file path=ppt/media/f47346.txt>
</file>

<file path=ppt/media/f47347.txt>
</file>

<file path=ppt/media/f47348.txt>
</file>

<file path=ppt/media/f47349.txt>
</file>

<file path=ppt/media/f47350.txt>
</file>

<file path=ppt/media/f47351.txt>
</file>

<file path=ppt/media/f47352.txt>
</file>

<file path=ppt/media/f47353.txt>
</file>

<file path=ppt/media/f47354.txt>
</file>

<file path=ppt/media/f47355.txt>
</file>

<file path=ppt/media/f47356.txt>
</file>

<file path=ppt/media/f47357.txt>
</file>

<file path=ppt/media/f47358.txt>
</file>

<file path=ppt/media/f47359.txt>
</file>

<file path=ppt/media/f47360.txt>
</file>

<file path=ppt/media/f47361.txt>
</file>

<file path=ppt/media/f47362.txt>
</file>

<file path=ppt/media/f47363.txt>
</file>

<file path=ppt/media/f47364.txt>
</file>

<file path=ppt/media/f47365.txt>
</file>

<file path=ppt/media/f47366.txt>
</file>

<file path=ppt/media/f47367.txt>
</file>

<file path=ppt/media/f47368.txt>
</file>

<file path=ppt/media/f47369.txt>
</file>

<file path=ppt/media/f47370.txt>
</file>

<file path=ppt/media/f47371.txt>
</file>

<file path=ppt/media/f47372.txt>
</file>

<file path=ppt/media/f47373.txt>
</file>

<file path=ppt/media/f47374.txt>
</file>

<file path=ppt/media/f47375.txt>
</file>

<file path=ppt/media/f47376.txt>
</file>

<file path=ppt/media/f47377.txt>
</file>

<file path=ppt/media/f47378.txt>
</file>

<file path=ppt/media/f47379.txt>
</file>

<file path=ppt/media/f47380.txt>
</file>

<file path=ppt/media/f47381.txt>
</file>

<file path=ppt/media/f47382.txt>
</file>

<file path=ppt/media/f47383.txt>
</file>

<file path=ppt/media/f47384.txt>
</file>

<file path=ppt/media/f47385.txt>
</file>

<file path=ppt/media/f47386.txt>
</file>

<file path=ppt/media/f47387.txt>
</file>

<file path=ppt/media/f47388.txt>
</file>

<file path=ppt/media/f47389.txt>
</file>

<file path=ppt/media/f47390.txt>
</file>

<file path=ppt/media/f47391.txt>
</file>

<file path=ppt/media/f47392.txt>
</file>

<file path=ppt/media/f47393.txt>
</file>

<file path=ppt/media/f47394.txt>
</file>

<file path=ppt/media/f47395.txt>
</file>

<file path=ppt/media/f47396.txt>
</file>

<file path=ppt/media/f47397.txt>
</file>

<file path=ppt/media/f47398.txt>
</file>

<file path=ppt/media/f47399.txt>
</file>

<file path=ppt/media/f47400.txt>
</file>

<file path=ppt/media/f47401.txt>
</file>

<file path=ppt/media/f47402.txt>
</file>

<file path=ppt/media/f47403.txt>
</file>

<file path=ppt/media/f47404.txt>
</file>

<file path=ppt/media/f47405.txt>
</file>

<file path=ppt/media/f47406.txt>
</file>

<file path=ppt/media/f47407.txt>
</file>

<file path=ppt/media/f47408.txt>
</file>

<file path=ppt/media/f47409.txt>
</file>

<file path=ppt/media/f47410.txt>
</file>

<file path=ppt/media/f47411.txt>
</file>

<file path=ppt/media/f47412.txt>
</file>

<file path=ppt/media/f47413.txt>
</file>

<file path=ppt/media/f47414.txt>
</file>

<file path=ppt/media/f47415.txt>
</file>

<file path=ppt/media/f47416.txt>
</file>

<file path=ppt/media/f47417.txt>
</file>

<file path=ppt/media/f47418.txt>
</file>

<file path=ppt/media/f47419.txt>
</file>

<file path=ppt/media/f47420.txt>
</file>

<file path=ppt/media/f47421.txt>
</file>

<file path=ppt/media/f47422.txt>
</file>

<file path=ppt/media/f47423.txt>
</file>

<file path=ppt/media/f47424.txt>
</file>

<file path=ppt/media/f47425.txt>
</file>

<file path=ppt/media/f47426.txt>
</file>

<file path=ppt/media/f47427.txt>
</file>

<file path=ppt/media/f47428.txt>
</file>

<file path=ppt/media/f47429.txt>
</file>

<file path=ppt/media/f47430.txt>
</file>

<file path=ppt/media/f47431.txt>
</file>

<file path=ppt/media/f47432.txt>
</file>

<file path=ppt/media/f47433.txt>
</file>

<file path=ppt/media/f47434.txt>
</file>

<file path=ppt/media/f47435.txt>
</file>

<file path=ppt/media/f47436.txt>
</file>

<file path=ppt/media/f47437.txt>
</file>

<file path=ppt/media/f47438.txt>
</file>

<file path=ppt/media/f47439.txt>
</file>

<file path=ppt/media/f47440.txt>
</file>

<file path=ppt/media/f47441.txt>
</file>

<file path=ppt/media/f47442.txt>
</file>

<file path=ppt/media/f47443.txt>
</file>

<file path=ppt/media/f47444.txt>
</file>

<file path=ppt/media/f47445.txt>
</file>

<file path=ppt/media/f47446.txt>
</file>

<file path=ppt/media/f47447.txt>
</file>

<file path=ppt/media/f47448.txt>
</file>

<file path=ppt/media/f47449.txt>
</file>

<file path=ppt/media/f47450.txt>
</file>

<file path=ppt/media/f47451.txt>
</file>

<file path=ppt/media/f47452.txt>
</file>

<file path=ppt/media/f47453.txt>
</file>

<file path=ppt/media/f47454.txt>
</file>

<file path=ppt/media/f47455.txt>
</file>

<file path=ppt/media/f47456.txt>
</file>

<file path=ppt/media/f47457.txt>
</file>

<file path=ppt/media/f47458.txt>
</file>

<file path=ppt/media/f47459.txt>
</file>

<file path=ppt/media/f47460.txt>
</file>

<file path=ppt/media/f47461.txt>
</file>

<file path=ppt/media/f47462.txt>
</file>

<file path=ppt/media/f47463.txt>
</file>

<file path=ppt/media/f47464.txt>
</file>

<file path=ppt/media/f47465.txt>
</file>

<file path=ppt/media/f47466.txt>
</file>

<file path=ppt/media/f47467.txt>
</file>

<file path=ppt/media/f47468.txt>
</file>

<file path=ppt/media/f47469.txt>
</file>

<file path=ppt/media/f47470.txt>
</file>

<file path=ppt/media/f47471.txt>
</file>

<file path=ppt/media/f47472.txt>
</file>

<file path=ppt/media/f47473.txt>
</file>

<file path=ppt/media/f47474.txt>
</file>

<file path=ppt/media/f47475.txt>
</file>

<file path=ppt/media/f47476.txt>
</file>

<file path=ppt/media/f47477.txt>
</file>

<file path=ppt/media/f47478.txt>
</file>

<file path=ppt/media/f47479.txt>
</file>

<file path=ppt/media/f47480.txt>
</file>

<file path=ppt/media/f47481.txt>
</file>

<file path=ppt/media/f47482.txt>
</file>

<file path=ppt/media/f47483.txt>
</file>

<file path=ppt/media/f47484.txt>
</file>

<file path=ppt/media/f47485.txt>
</file>

<file path=ppt/media/f47486.txt>
</file>

<file path=ppt/media/f47487.txt>
</file>

<file path=ppt/media/f47488.txt>
</file>

<file path=ppt/media/f47489.txt>
</file>

<file path=ppt/media/f47490.txt>
</file>

<file path=ppt/media/f47491.txt>
</file>

<file path=ppt/media/f47492.txt>
</file>

<file path=ppt/media/f47493.txt>
</file>

<file path=ppt/media/f47494.txt>
</file>

<file path=ppt/media/f47495.txt>
</file>

<file path=ppt/media/f47496.txt>
</file>

<file path=ppt/media/f47497.txt>
</file>

<file path=ppt/media/f47498.txt>
</file>

<file path=ppt/media/f47499.txt>
</file>

<file path=ppt/media/f47500.txt>
</file>

<file path=ppt/media/f47501.txt>
</file>

<file path=ppt/media/f47502.txt>
</file>

<file path=ppt/media/f47503.txt>
</file>

<file path=ppt/media/f47504.txt>
</file>

<file path=ppt/media/f47505.txt>
</file>

<file path=ppt/media/f47506.txt>
</file>

<file path=ppt/media/f47507.txt>
</file>

<file path=ppt/media/f47508.txt>
</file>

<file path=ppt/media/f47509.txt>
</file>

<file path=ppt/media/f47510.txt>
</file>

<file path=ppt/media/f47511.txt>
</file>

<file path=ppt/media/f47512.txt>
</file>

<file path=ppt/media/f47513.txt>
</file>

<file path=ppt/media/f47514.txt>
</file>

<file path=ppt/media/f47515.txt>
</file>

<file path=ppt/media/f47516.txt>
</file>

<file path=ppt/media/f47517.txt>
</file>

<file path=ppt/media/f47518.txt>
</file>

<file path=ppt/media/f47519.txt>
</file>

<file path=ppt/media/f47520.txt>
</file>

<file path=ppt/media/f47521.txt>
</file>

<file path=ppt/media/f47522.txt>
</file>

<file path=ppt/media/f47523.txt>
</file>

<file path=ppt/media/f47524.txt>
</file>

<file path=ppt/media/f47525.txt>
</file>

<file path=ppt/media/f47526.txt>
</file>

<file path=ppt/media/f47527.txt>
</file>

<file path=ppt/media/f47528.txt>
</file>

<file path=ppt/media/f47529.txt>
</file>

<file path=ppt/media/f47530.txt>
</file>

<file path=ppt/media/f47531.txt>
</file>

<file path=ppt/media/f47532.txt>
</file>

<file path=ppt/media/f47533.txt>
</file>

<file path=ppt/media/f47534.txt>
</file>

<file path=ppt/media/f47535.txt>
</file>

<file path=ppt/media/f47536.txt>
</file>

<file path=ppt/media/f47537.txt>
</file>

<file path=ppt/media/f47538.txt>
</file>

<file path=ppt/media/f47539.txt>
</file>

<file path=ppt/media/f47540.txt>
</file>

<file path=ppt/media/f47541.txt>
</file>

<file path=ppt/media/f47542.txt>
</file>

<file path=ppt/media/f47543.txt>
</file>

<file path=ppt/media/f47544.txt>
</file>

<file path=ppt/media/f47545.txt>
</file>

<file path=ppt/media/f47546.txt>
</file>

<file path=ppt/media/f47547.txt>
</file>

<file path=ppt/media/f47548.txt>
</file>

<file path=ppt/media/f47549.txt>
</file>

<file path=ppt/media/f47550.txt>
</file>

<file path=ppt/media/f47551.txt>
</file>

<file path=ppt/media/f47552.txt>
</file>

<file path=ppt/media/f47553.txt>
</file>

<file path=ppt/media/f47554.txt>
</file>

<file path=ppt/media/f47555.txt>
</file>

<file path=ppt/media/f47556.txt>
</file>

<file path=ppt/media/f47557.txt>
</file>

<file path=ppt/media/f47558.txt>
</file>

<file path=ppt/media/f47559.txt>
</file>

<file path=ppt/media/f47560.txt>
</file>

<file path=ppt/media/f47561.txt>
</file>

<file path=ppt/media/f47562.txt>
</file>

<file path=ppt/media/f47563.txt>
</file>

<file path=ppt/media/f47564.txt>
</file>

<file path=ppt/media/f47565.txt>
</file>

<file path=ppt/media/f47566.txt>
</file>

<file path=ppt/media/f47567.txt>
</file>

<file path=ppt/media/f47568.txt>
</file>

<file path=ppt/media/f47569.txt>
</file>

<file path=ppt/media/f47570.txt>
</file>

<file path=ppt/media/f47571.txt>
</file>

<file path=ppt/media/f47572.txt>
</file>

<file path=ppt/media/f47573.txt>
</file>

<file path=ppt/media/f47574.txt>
</file>

<file path=ppt/media/f47575.txt>
</file>

<file path=ppt/media/f47576.txt>
</file>

<file path=ppt/media/f47577.txt>
</file>

<file path=ppt/media/f47578.txt>
</file>

<file path=ppt/media/f47579.txt>
</file>

<file path=ppt/media/f47580.txt>
</file>

<file path=ppt/media/f47581.txt>
</file>

<file path=ppt/media/f47582.txt>
</file>

<file path=ppt/media/f47583.txt>
</file>

<file path=ppt/media/f47584.txt>
</file>

<file path=ppt/media/f47585.txt>
</file>

<file path=ppt/media/f47586.txt>
</file>

<file path=ppt/media/f47587.txt>
</file>

<file path=ppt/media/f47588.txt>
</file>

<file path=ppt/media/f47589.txt>
</file>

<file path=ppt/media/f47590.txt>
</file>

<file path=ppt/media/f47591.txt>
</file>

<file path=ppt/media/f47592.txt>
</file>

<file path=ppt/media/f47593.txt>
</file>

<file path=ppt/media/f47594.txt>
</file>

<file path=ppt/media/f47595.txt>
</file>

<file path=ppt/media/f47596.txt>
</file>

<file path=ppt/media/f47597.txt>
</file>

<file path=ppt/media/f47598.txt>
</file>

<file path=ppt/media/f47599.txt>
</file>

<file path=ppt/media/f47600.txt>
</file>

<file path=ppt/media/f47601.txt>
</file>

<file path=ppt/media/f47602.txt>
</file>

<file path=ppt/media/f47603.txt>
</file>

<file path=ppt/media/f47604.txt>
</file>

<file path=ppt/media/f47605.txt>
</file>

<file path=ppt/media/f47606.txt>
</file>

<file path=ppt/media/f47607.txt>
</file>

<file path=ppt/media/f47608.txt>
</file>

<file path=ppt/media/f47609.txt>
</file>

<file path=ppt/media/f47610.txt>
</file>

<file path=ppt/media/f47611.txt>
</file>

<file path=ppt/media/f47612.txt>
</file>

<file path=ppt/media/f47613.txt>
</file>

<file path=ppt/media/f47614.txt>
</file>

<file path=ppt/media/f47615.txt>
</file>

<file path=ppt/media/f47616.txt>
</file>

<file path=ppt/media/f47617.txt>
</file>

<file path=ppt/media/f47618.txt>
</file>

<file path=ppt/media/f47619.txt>
</file>

<file path=ppt/media/f47620.txt>
</file>

<file path=ppt/media/f47621.txt>
</file>

<file path=ppt/media/f47622.txt>
</file>

<file path=ppt/media/f47623.txt>
</file>

<file path=ppt/media/f47624.txt>
</file>

<file path=ppt/media/f47625.txt>
</file>

<file path=ppt/media/f47626.txt>
</file>

<file path=ppt/media/f47627.txt>
</file>

<file path=ppt/media/f47628.txt>
</file>

<file path=ppt/media/f47629.txt>
</file>

<file path=ppt/media/f47630.txt>
</file>

<file path=ppt/media/f47631.txt>
</file>

<file path=ppt/media/f47632.txt>
</file>

<file path=ppt/media/f47633.txt>
</file>

<file path=ppt/media/f47634.txt>
</file>

<file path=ppt/media/f47635.txt>
</file>

<file path=ppt/media/f47636.txt>
</file>

<file path=ppt/media/f47637.txt>
</file>

<file path=ppt/media/f47638.txt>
</file>

<file path=ppt/media/f47639.txt>
</file>

<file path=ppt/media/f47640.txt>
</file>

<file path=ppt/media/f47641.txt>
</file>

<file path=ppt/media/f47642.txt>
</file>

<file path=ppt/media/f47643.txt>
</file>

<file path=ppt/media/f47644.txt>
</file>

<file path=ppt/media/f47645.txt>
</file>

<file path=ppt/media/f47646.txt>
</file>

<file path=ppt/media/f47647.txt>
</file>

<file path=ppt/media/f47648.txt>
</file>

<file path=ppt/media/f47649.txt>
</file>

<file path=ppt/media/f47650.txt>
</file>

<file path=ppt/media/f47651.txt>
</file>

<file path=ppt/media/f47652.txt>
</file>

<file path=ppt/media/f47653.txt>
</file>

<file path=ppt/media/f47654.txt>
</file>

<file path=ppt/media/f47655.txt>
</file>

<file path=ppt/media/f47656.txt>
</file>

<file path=ppt/media/f47657.txt>
</file>

<file path=ppt/media/f47658.txt>
</file>

<file path=ppt/media/f47659.txt>
</file>

<file path=ppt/media/f47660.txt>
</file>

<file path=ppt/media/f47661.txt>
</file>

<file path=ppt/media/f47662.txt>
</file>

<file path=ppt/media/f47663.txt>
</file>

<file path=ppt/media/f47664.txt>
</file>

<file path=ppt/media/f47665.txt>
</file>

<file path=ppt/media/f47666.txt>
</file>

<file path=ppt/media/f47667.txt>
</file>

<file path=ppt/media/f47668.txt>
</file>

<file path=ppt/media/f47669.txt>
</file>

<file path=ppt/media/f47670.txt>
</file>

<file path=ppt/media/f47671.txt>
</file>

<file path=ppt/media/f47672.txt>
</file>

<file path=ppt/media/f47673.txt>
</file>

<file path=ppt/media/f47674.txt>
</file>

<file path=ppt/media/f47675.txt>
</file>

<file path=ppt/media/f47676.txt>
</file>

<file path=ppt/media/f47677.txt>
</file>

<file path=ppt/media/f47678.txt>
</file>

<file path=ppt/media/f47679.txt>
</file>

<file path=ppt/media/f47680.txt>
</file>

<file path=ppt/media/f47681.txt>
</file>

<file path=ppt/media/f47682.txt>
</file>

<file path=ppt/media/f47683.txt>
</file>

<file path=ppt/media/f47684.txt>
</file>

<file path=ppt/media/f47685.txt>
</file>

<file path=ppt/media/f47686.txt>
</file>

<file path=ppt/media/f47687.txt>
</file>

<file path=ppt/media/f47688.txt>
</file>

<file path=ppt/media/f47689.txt>
</file>

<file path=ppt/media/f47690.txt>
</file>

<file path=ppt/media/f47691.txt>
</file>

<file path=ppt/media/f47692.txt>
</file>

<file path=ppt/media/f47693.txt>
</file>

<file path=ppt/media/f47694.txt>
</file>

<file path=ppt/media/f47695.txt>
</file>

<file path=ppt/media/f47696.txt>
</file>

<file path=ppt/media/f47697.txt>
</file>

<file path=ppt/media/f47698.txt>
</file>

<file path=ppt/media/f47699.txt>
</file>

<file path=ppt/media/f47700.txt>
</file>

<file path=ppt/media/f47701.txt>
</file>

<file path=ppt/media/f47702.txt>
</file>

<file path=ppt/media/f47703.txt>
</file>

<file path=ppt/media/f47704.txt>
</file>

<file path=ppt/media/f47705.txt>
</file>

<file path=ppt/media/f47706.txt>
</file>

<file path=ppt/media/f47707.txt>
</file>

<file path=ppt/media/f47708.txt>
</file>

<file path=ppt/media/f47709.txt>
</file>

<file path=ppt/media/f47710.txt>
</file>

<file path=ppt/media/f47711.txt>
</file>

<file path=ppt/media/f47712.txt>
</file>

<file path=ppt/media/f47713.txt>
</file>

<file path=ppt/media/f47714.txt>
</file>

<file path=ppt/media/f47715.txt>
</file>

<file path=ppt/media/f47716.txt>
</file>

<file path=ppt/media/f47717.txt>
</file>

<file path=ppt/media/f47718.txt>
</file>

<file path=ppt/media/f47719.txt>
</file>

<file path=ppt/media/f47720.txt>
</file>

<file path=ppt/media/f47721.txt>
</file>

<file path=ppt/media/f47722.txt>
</file>

<file path=ppt/media/f47723.txt>
</file>

<file path=ppt/media/f47724.txt>
</file>

<file path=ppt/media/f47725.txt>
</file>

<file path=ppt/media/f47726.txt>
</file>

<file path=ppt/media/f47727.txt>
</file>

<file path=ppt/media/f47728.txt>
</file>

<file path=ppt/media/f47729.txt>
</file>

<file path=ppt/media/f47730.txt>
</file>

<file path=ppt/media/f47731.txt>
</file>

<file path=ppt/media/f47732.txt>
</file>

<file path=ppt/media/f47733.txt>
</file>

<file path=ppt/media/f47734.txt>
</file>

<file path=ppt/media/f47735.txt>
</file>

<file path=ppt/media/f47736.txt>
</file>

<file path=ppt/media/f47737.txt>
</file>

<file path=ppt/media/f47738.txt>
</file>

<file path=ppt/media/f47739.txt>
</file>

<file path=ppt/media/f47740.txt>
</file>

<file path=ppt/media/f47741.txt>
</file>

<file path=ppt/media/f47742.txt>
</file>

<file path=ppt/media/f47743.txt>
</file>

<file path=ppt/media/f47744.txt>
</file>

<file path=ppt/media/f47745.txt>
</file>

<file path=ppt/media/f47746.txt>
</file>

<file path=ppt/media/f47747.txt>
</file>

<file path=ppt/media/f47748.txt>
</file>

<file path=ppt/media/f47749.txt>
</file>

<file path=ppt/media/f47750.txt>
</file>

<file path=ppt/media/f47751.txt>
</file>

<file path=ppt/media/f47752.txt>
</file>

<file path=ppt/media/f47753.txt>
</file>

<file path=ppt/media/f47754.txt>
</file>

<file path=ppt/media/f47755.txt>
</file>

<file path=ppt/media/f47756.txt>
</file>

<file path=ppt/media/f47757.txt>
</file>

<file path=ppt/media/f47758.txt>
</file>

<file path=ppt/media/f47759.txt>
</file>

<file path=ppt/media/f47760.txt>
</file>

<file path=ppt/media/f47761.txt>
</file>

<file path=ppt/media/f47762.txt>
</file>

<file path=ppt/media/f47763.txt>
</file>

<file path=ppt/media/f47764.txt>
</file>

<file path=ppt/media/f47765.txt>
</file>

<file path=ppt/media/f47766.txt>
</file>

<file path=ppt/media/f47767.txt>
</file>

<file path=ppt/media/f47768.txt>
</file>

<file path=ppt/media/f47769.txt>
</file>

<file path=ppt/media/f47770.txt>
</file>

<file path=ppt/media/f47771.txt>
</file>

<file path=ppt/media/f47772.txt>
</file>

<file path=ppt/media/f47773.txt>
</file>

<file path=ppt/media/f47774.txt>
</file>

<file path=ppt/media/f47775.txt>
</file>

<file path=ppt/media/f47776.txt>
</file>

<file path=ppt/media/f47777.txt>
</file>

<file path=ppt/media/f47778.txt>
</file>

<file path=ppt/media/f47779.txt>
</file>

<file path=ppt/media/f47780.txt>
</file>

<file path=ppt/media/f47781.txt>
</file>

<file path=ppt/media/f47782.txt>
</file>

<file path=ppt/media/f47783.txt>
</file>

<file path=ppt/media/f47784.txt>
</file>

<file path=ppt/media/f47785.txt>
</file>

<file path=ppt/media/f47786.txt>
</file>

<file path=ppt/media/f47787.txt>
</file>

<file path=ppt/media/f47788.txt>
</file>

<file path=ppt/media/f47789.txt>
</file>

<file path=ppt/media/f47790.txt>
</file>

<file path=ppt/media/f47791.txt>
</file>

<file path=ppt/media/f47792.txt>
</file>

<file path=ppt/media/f47793.txt>
</file>

<file path=ppt/media/f47794.txt>
</file>

<file path=ppt/media/f47795.txt>
</file>

<file path=ppt/media/f47796.txt>
</file>

<file path=ppt/media/f47797.txt>
</file>

<file path=ppt/media/f47798.txt>
</file>

<file path=ppt/media/f47799.txt>
</file>

<file path=ppt/media/f47800.txt>
</file>

<file path=ppt/media/f47801.txt>
</file>

<file path=ppt/media/f47802.txt>
</file>

<file path=ppt/media/f47803.txt>
</file>

<file path=ppt/media/f47804.txt>
</file>

<file path=ppt/media/f47805.txt>
</file>

<file path=ppt/media/f47806.txt>
</file>

<file path=ppt/media/f47807.txt>
</file>

<file path=ppt/media/f47808.txt>
</file>

<file path=ppt/media/f47809.txt>
</file>

<file path=ppt/media/f47810.txt>
</file>

<file path=ppt/media/f47811.txt>
</file>

<file path=ppt/media/f47812.txt>
</file>

<file path=ppt/media/f47813.txt>
</file>

<file path=ppt/media/f47814.txt>
</file>

<file path=ppt/media/f47815.txt>
</file>

<file path=ppt/media/f47816.txt>
</file>

<file path=ppt/media/f47817.txt>
</file>

<file path=ppt/media/f47818.txt>
</file>

<file path=ppt/media/f47819.txt>
</file>

<file path=ppt/media/f47820.txt>
</file>

<file path=ppt/media/f47821.txt>
</file>

<file path=ppt/media/f47822.txt>
</file>

<file path=ppt/media/f47823.txt>
</file>

<file path=ppt/media/f47824.txt>
</file>

<file path=ppt/media/f47825.txt>
</file>

<file path=ppt/media/f47826.txt>
</file>

<file path=ppt/media/f47827.txt>
</file>

<file path=ppt/media/f47828.txt>
</file>

<file path=ppt/media/f47829.txt>
</file>

<file path=ppt/media/f47830.txt>
</file>

<file path=ppt/media/f47831.txt>
</file>

<file path=ppt/media/f47832.txt>
</file>

<file path=ppt/media/f47833.txt>
</file>

<file path=ppt/media/f47834.txt>
</file>

<file path=ppt/media/f47835.txt>
</file>

<file path=ppt/media/f47836.txt>
</file>

<file path=ppt/media/f47837.txt>
</file>

<file path=ppt/media/f47838.txt>
</file>

<file path=ppt/media/f47839.txt>
</file>

<file path=ppt/media/f47840.txt>
</file>

<file path=ppt/media/f47841.txt>
</file>

<file path=ppt/media/f47842.txt>
</file>

<file path=ppt/media/f47843.txt>
</file>

<file path=ppt/media/f47844.txt>
</file>

<file path=ppt/media/f47845.txt>
</file>

<file path=ppt/media/f47846.txt>
</file>

<file path=ppt/media/f47847.txt>
</file>

<file path=ppt/media/f47848.txt>
</file>

<file path=ppt/media/f47849.txt>
</file>

<file path=ppt/media/f47850.txt>
</file>

<file path=ppt/media/f47851.txt>
</file>

<file path=ppt/media/f47852.txt>
</file>

<file path=ppt/media/f47853.txt>
</file>

<file path=ppt/media/f47854.txt>
</file>

<file path=ppt/media/f47855.txt>
</file>

<file path=ppt/media/f47856.txt>
</file>

<file path=ppt/media/f47857.txt>
</file>

<file path=ppt/media/f47858.txt>
</file>

<file path=ppt/media/f47859.txt>
</file>

<file path=ppt/media/f47860.txt>
</file>

<file path=ppt/media/f47861.txt>
</file>

<file path=ppt/media/f47862.txt>
</file>

<file path=ppt/media/f47863.txt>
</file>

<file path=ppt/media/f47864.txt>
</file>

<file path=ppt/media/f47865.txt>
</file>

<file path=ppt/media/f47866.txt>
</file>

<file path=ppt/media/f47867.txt>
</file>

<file path=ppt/media/f47868.txt>
</file>

<file path=ppt/media/f47869.txt>
</file>

<file path=ppt/media/f47870.txt>
</file>

<file path=ppt/media/f47871.txt>
</file>

<file path=ppt/media/f47872.txt>
</file>

<file path=ppt/media/f47873.txt>
</file>

<file path=ppt/media/f47874.txt>
</file>

<file path=ppt/media/f47875.txt>
</file>

<file path=ppt/media/f47876.txt>
</file>

<file path=ppt/media/f47877.txt>
</file>

<file path=ppt/media/f47878.txt>
</file>

<file path=ppt/media/f47879.txt>
</file>

<file path=ppt/media/f47880.txt>
</file>

<file path=ppt/media/f47881.txt>
</file>

<file path=ppt/media/f47882.txt>
</file>

<file path=ppt/media/f47883.txt>
</file>

<file path=ppt/media/f47884.txt>
</file>

<file path=ppt/media/f47885.txt>
</file>

<file path=ppt/media/f47886.txt>
</file>

<file path=ppt/media/f47887.txt>
</file>

<file path=ppt/media/f47888.txt>
</file>

<file path=ppt/media/f47889.txt>
</file>

<file path=ppt/media/f47890.txt>
</file>

<file path=ppt/media/f47891.txt>
</file>

<file path=ppt/media/f47892.txt>
</file>

<file path=ppt/media/f47893.txt>
</file>

<file path=ppt/media/f47894.txt>
</file>

<file path=ppt/media/f47895.txt>
</file>

<file path=ppt/media/f47896.txt>
</file>

<file path=ppt/media/f47897.txt>
</file>

<file path=ppt/media/f47898.txt>
</file>

<file path=ppt/media/f47899.txt>
</file>

<file path=ppt/media/f47900.txt>
</file>

<file path=ppt/media/f47901.txt>
</file>

<file path=ppt/media/f47902.txt>
</file>

<file path=ppt/media/f47903.txt>
</file>

<file path=ppt/media/f47904.txt>
</file>

<file path=ppt/media/f47905.txt>
</file>

<file path=ppt/media/f47906.txt>
</file>

<file path=ppt/media/f47907.txt>
</file>

<file path=ppt/media/f47908.txt>
</file>

<file path=ppt/media/f47909.txt>
</file>

<file path=ppt/media/f47910.txt>
</file>

<file path=ppt/media/f47911.txt>
</file>

<file path=ppt/media/f47912.txt>
</file>

<file path=ppt/media/f47913.txt>
</file>

<file path=ppt/media/f47914.txt>
</file>

<file path=ppt/media/f47915.txt>
</file>

<file path=ppt/media/f47916.txt>
</file>

<file path=ppt/media/f47917.txt>
</file>

<file path=ppt/media/f47918.txt>
</file>

<file path=ppt/media/f47919.txt>
</file>

<file path=ppt/media/f47920.txt>
</file>

<file path=ppt/media/f47921.txt>
</file>

<file path=ppt/media/f47922.txt>
</file>

<file path=ppt/media/f47923.txt>
</file>

<file path=ppt/media/f47924.txt>
</file>

<file path=ppt/media/f47925.txt>
</file>

<file path=ppt/media/f47926.txt>
</file>

<file path=ppt/media/f47927.txt>
</file>

<file path=ppt/media/f47928.txt>
</file>

<file path=ppt/media/f47929.txt>
</file>

<file path=ppt/media/f47930.txt>
</file>

<file path=ppt/media/f47931.txt>
</file>

<file path=ppt/media/f47932.txt>
</file>

<file path=ppt/media/f47933.txt>
</file>

<file path=ppt/media/f47934.txt>
</file>

<file path=ppt/media/f47935.txt>
</file>

<file path=ppt/media/f47936.txt>
</file>

<file path=ppt/media/f47937.txt>
</file>

<file path=ppt/media/f47938.txt>
</file>

<file path=ppt/media/f47939.txt>
</file>

<file path=ppt/media/f47940.txt>
</file>

<file path=ppt/media/f47941.txt>
</file>

<file path=ppt/media/f47942.txt>
</file>

<file path=ppt/media/f47943.txt>
</file>

<file path=ppt/media/f47944.txt>
</file>

<file path=ppt/media/f47945.txt>
</file>

<file path=ppt/media/f47946.txt>
</file>

<file path=ppt/media/f47947.txt>
</file>

<file path=ppt/media/f47948.txt>
</file>

<file path=ppt/media/f47949.txt>
</file>

<file path=ppt/media/f47950.txt>
</file>

<file path=ppt/media/f47951.txt>
</file>

<file path=ppt/media/f47952.txt>
</file>

<file path=ppt/media/f47953.txt>
</file>

<file path=ppt/media/f47954.txt>
</file>

<file path=ppt/media/f47955.txt>
</file>

<file path=ppt/media/f47956.txt>
</file>

<file path=ppt/media/f47957.txt>
</file>

<file path=ppt/media/f47958.txt>
</file>

<file path=ppt/media/f47959.txt>
</file>

<file path=ppt/media/f47960.txt>
</file>

<file path=ppt/media/f47961.txt>
</file>

<file path=ppt/media/f47962.txt>
</file>

<file path=ppt/media/f47963.txt>
</file>

<file path=ppt/media/f47964.txt>
</file>

<file path=ppt/media/f47965.txt>
</file>

<file path=ppt/media/f47966.txt>
</file>

<file path=ppt/media/f47967.txt>
</file>

<file path=ppt/media/f47968.txt>
</file>

<file path=ppt/media/f47969.txt>
</file>

<file path=ppt/media/f47970.txt>
</file>

<file path=ppt/media/f47971.txt>
</file>

<file path=ppt/media/f47972.txt>
</file>

<file path=ppt/media/f47973.txt>
</file>

<file path=ppt/media/f47974.txt>
</file>

<file path=ppt/media/f47975.txt>
</file>

<file path=ppt/media/f47976.txt>
</file>

<file path=ppt/media/f47977.txt>
</file>

<file path=ppt/media/f47978.txt>
</file>

<file path=ppt/media/f47979.txt>
</file>

<file path=ppt/media/f47980.txt>
</file>

<file path=ppt/media/f47981.txt>
</file>

<file path=ppt/media/f47982.txt>
</file>

<file path=ppt/media/f47983.txt>
</file>

<file path=ppt/media/f47984.txt>
</file>

<file path=ppt/media/f47985.txt>
</file>

<file path=ppt/media/f47986.txt>
</file>

<file path=ppt/media/f47987.txt>
</file>

<file path=ppt/media/f47988.txt>
</file>

<file path=ppt/media/f47989.txt>
</file>

<file path=ppt/media/f47990.txt>
</file>

<file path=ppt/media/f47991.txt>
</file>

<file path=ppt/media/f47992.txt>
</file>

<file path=ppt/media/f47993.txt>
</file>

<file path=ppt/media/f47994.txt>
</file>

<file path=ppt/media/f47995.txt>
</file>

<file path=ppt/media/f47996.txt>
</file>

<file path=ppt/media/f47997.txt>
</file>

<file path=ppt/media/f47998.txt>
</file>

<file path=ppt/media/f47999.txt>
</file>

<file path=ppt/media/f48000.txt>
</file>

<file path=ppt/media/f48001.txt>
</file>

<file path=ppt/media/f48002.txt>
</file>

<file path=ppt/media/f48003.txt>
</file>

<file path=ppt/media/f48004.txt>
</file>

<file path=ppt/media/f48005.txt>
</file>

<file path=ppt/media/f48006.txt>
</file>

<file path=ppt/media/f48007.txt>
</file>

<file path=ppt/media/f48008.txt>
</file>

<file path=ppt/media/f48009.txt>
</file>

<file path=ppt/media/f48010.txt>
</file>

<file path=ppt/media/f48011.txt>
</file>

<file path=ppt/media/f48012.txt>
</file>

<file path=ppt/media/f48013.txt>
</file>

<file path=ppt/media/f48014.txt>
</file>

<file path=ppt/media/f48015.txt>
</file>

<file path=ppt/media/f48016.txt>
</file>

<file path=ppt/media/f48017.txt>
</file>

<file path=ppt/media/f48018.txt>
</file>

<file path=ppt/media/f48019.txt>
</file>

<file path=ppt/media/f48020.txt>
</file>

<file path=ppt/media/f48021.txt>
</file>

<file path=ppt/media/f48022.txt>
</file>

<file path=ppt/media/f48023.txt>
</file>

<file path=ppt/media/f48024.txt>
</file>

<file path=ppt/media/f48025.txt>
</file>

<file path=ppt/media/f48026.txt>
</file>

<file path=ppt/media/f48027.txt>
</file>

<file path=ppt/media/f48028.txt>
</file>

<file path=ppt/media/f48029.txt>
</file>

<file path=ppt/media/f48030.txt>
</file>

<file path=ppt/media/f48031.txt>
</file>

<file path=ppt/media/f48032.txt>
</file>

<file path=ppt/media/f48033.txt>
</file>

<file path=ppt/media/f48034.txt>
</file>

<file path=ppt/media/f48035.txt>
</file>

<file path=ppt/media/f48036.txt>
</file>

<file path=ppt/media/f48037.txt>
</file>

<file path=ppt/media/f48038.txt>
</file>

<file path=ppt/media/f48039.txt>
</file>

<file path=ppt/media/f48040.txt>
</file>

<file path=ppt/media/f48041.txt>
</file>

<file path=ppt/media/f48042.txt>
</file>

<file path=ppt/media/f48043.txt>
</file>

<file path=ppt/media/f48044.txt>
</file>

<file path=ppt/media/f48045.txt>
</file>

<file path=ppt/media/f48046.txt>
</file>

<file path=ppt/media/f48047.txt>
</file>

<file path=ppt/media/f48048.txt>
</file>

<file path=ppt/media/f48049.txt>
</file>

<file path=ppt/media/f48050.txt>
</file>

<file path=ppt/media/f48051.txt>
</file>

<file path=ppt/media/f48052.txt>
</file>

<file path=ppt/media/f48053.txt>
</file>

<file path=ppt/media/f48054.txt>
</file>

<file path=ppt/media/f48055.txt>
</file>

<file path=ppt/media/f48056.txt>
</file>

<file path=ppt/media/f48057.txt>
</file>

<file path=ppt/media/f48058.txt>
</file>

<file path=ppt/media/f48059.txt>
</file>

<file path=ppt/media/f48060.txt>
</file>

<file path=ppt/media/f48061.txt>
</file>

<file path=ppt/media/f48062.txt>
</file>

<file path=ppt/media/f48063.txt>
</file>

<file path=ppt/media/f48064.txt>
</file>

<file path=ppt/media/f48065.txt>
</file>

<file path=ppt/media/f48066.txt>
</file>

<file path=ppt/media/f48067.txt>
</file>

<file path=ppt/media/f48068.txt>
</file>

<file path=ppt/media/f48069.txt>
</file>

<file path=ppt/media/f48070.txt>
</file>

<file path=ppt/media/f48071.txt>
</file>

<file path=ppt/media/f48072.txt>
</file>

<file path=ppt/media/f48073.txt>
</file>

<file path=ppt/media/f48074.txt>
</file>

<file path=ppt/media/f48075.txt>
</file>

<file path=ppt/media/f48076.txt>
</file>

<file path=ppt/media/f48077.txt>
</file>

<file path=ppt/media/f48078.txt>
</file>

<file path=ppt/media/f48079.txt>
</file>

<file path=ppt/media/f48080.txt>
</file>

<file path=ppt/media/f48081.txt>
</file>

<file path=ppt/media/f48082.txt>
</file>

<file path=ppt/media/f48083.txt>
</file>

<file path=ppt/media/f48084.txt>
</file>

<file path=ppt/media/f48085.txt>
</file>

<file path=ppt/media/f48086.txt>
</file>

<file path=ppt/media/f48087.txt>
</file>

<file path=ppt/media/f48088.txt>
</file>

<file path=ppt/media/f48089.txt>
</file>

<file path=ppt/media/f48090.txt>
</file>

<file path=ppt/media/f48091.txt>
</file>

<file path=ppt/media/f48092.txt>
</file>

<file path=ppt/media/f48093.txt>
</file>

<file path=ppt/media/f48094.txt>
</file>

<file path=ppt/media/f48095.txt>
</file>

<file path=ppt/media/f48096.txt>
</file>

<file path=ppt/media/f48097.txt>
</file>

<file path=ppt/media/f48098.txt>
</file>

<file path=ppt/media/f48099.txt>
</file>

<file path=ppt/media/f48100.txt>
</file>

<file path=ppt/media/f48101.txt>
</file>

<file path=ppt/media/f48102.txt>
</file>

<file path=ppt/media/f48103.txt>
</file>

<file path=ppt/media/f48104.txt>
</file>

<file path=ppt/media/f48105.txt>
</file>

<file path=ppt/media/f48106.txt>
</file>

<file path=ppt/media/f48107.txt>
</file>

<file path=ppt/media/f48108.txt>
</file>

<file path=ppt/media/f48109.txt>
</file>

<file path=ppt/media/f48110.txt>
</file>

<file path=ppt/media/f48111.txt>
</file>

<file path=ppt/media/f48112.txt>
</file>

<file path=ppt/media/f48113.txt>
</file>

<file path=ppt/media/f48114.txt>
</file>

<file path=ppt/media/f48115.txt>
</file>

<file path=ppt/media/f48116.txt>
</file>

<file path=ppt/media/f48117.txt>
</file>

<file path=ppt/media/f48118.txt>
</file>

<file path=ppt/media/f48119.txt>
</file>

<file path=ppt/media/f48120.txt>
</file>

<file path=ppt/media/f48121.txt>
</file>

<file path=ppt/media/f48122.txt>
</file>

<file path=ppt/media/f48123.txt>
</file>

<file path=ppt/media/f48124.txt>
</file>

<file path=ppt/media/f48125.txt>
</file>

<file path=ppt/media/f48126.txt>
</file>

<file path=ppt/media/f48127.txt>
</file>

<file path=ppt/media/f48128.txt>
</file>

<file path=ppt/media/f48129.txt>
</file>

<file path=ppt/media/f48130.txt>
</file>

<file path=ppt/media/f48131.txt>
</file>

<file path=ppt/media/f48132.txt>
</file>

<file path=ppt/media/f48133.txt>
</file>

<file path=ppt/media/f48134.txt>
</file>

<file path=ppt/media/f48135.txt>
</file>

<file path=ppt/media/f48136.txt>
</file>

<file path=ppt/media/f48137.txt>
</file>

<file path=ppt/media/f48138.txt>
</file>

<file path=ppt/media/f48139.txt>
</file>

<file path=ppt/media/f48140.txt>
</file>

<file path=ppt/media/f48141.txt>
</file>

<file path=ppt/media/f48142.txt>
</file>

<file path=ppt/media/f48143.txt>
</file>

<file path=ppt/media/f48144.txt>
</file>

<file path=ppt/media/f48145.txt>
</file>

<file path=ppt/media/f48146.txt>
</file>

<file path=ppt/media/f48147.txt>
</file>

<file path=ppt/media/f48148.txt>
</file>

<file path=ppt/media/f48149.txt>
</file>

<file path=ppt/media/f48150.txt>
</file>

<file path=ppt/media/f48151.txt>
</file>

<file path=ppt/media/f48152.txt>
</file>

<file path=ppt/media/f48153.txt>
</file>

<file path=ppt/media/f48154.txt>
</file>

<file path=ppt/media/f48155.txt>
</file>

<file path=ppt/media/f48156.txt>
</file>

<file path=ppt/media/f48157.txt>
</file>

<file path=ppt/media/f48158.txt>
</file>

<file path=ppt/media/f48159.txt>
</file>

<file path=ppt/media/f48160.txt>
</file>

<file path=ppt/media/f48161.txt>
</file>

<file path=ppt/media/f48162.txt>
</file>

<file path=ppt/media/f48163.txt>
</file>

<file path=ppt/media/f48164.txt>
</file>

<file path=ppt/media/f48165.txt>
</file>

<file path=ppt/media/f48166.txt>
</file>

<file path=ppt/media/f48167.txt>
</file>

<file path=ppt/media/f48168.txt>
</file>

<file path=ppt/media/f48169.txt>
</file>

<file path=ppt/media/f48170.txt>
</file>

<file path=ppt/media/f48171.txt>
</file>

<file path=ppt/media/f48172.txt>
</file>

<file path=ppt/media/f48173.txt>
</file>

<file path=ppt/media/f48174.txt>
</file>

<file path=ppt/media/f48175.txt>
</file>

<file path=ppt/media/f48176.txt>
</file>

<file path=ppt/media/f48177.txt>
</file>

<file path=ppt/media/f48178.txt>
</file>

<file path=ppt/media/f48179.txt>
</file>

<file path=ppt/media/f48180.txt>
</file>

<file path=ppt/media/f48181.txt>
</file>

<file path=ppt/media/f48182.txt>
</file>

<file path=ppt/media/f48183.txt>
</file>

<file path=ppt/media/f48184.txt>
</file>

<file path=ppt/media/f48185.txt>
</file>

<file path=ppt/media/f48186.txt>
</file>

<file path=ppt/media/f48187.txt>
</file>

<file path=ppt/media/f48188.txt>
</file>

<file path=ppt/media/f48189.txt>
</file>

<file path=ppt/media/f48190.txt>
</file>

<file path=ppt/media/f48191.txt>
</file>

<file path=ppt/media/f48192.txt>
</file>

<file path=ppt/media/f48193.txt>
</file>

<file path=ppt/media/f48194.txt>
</file>

<file path=ppt/media/f48195.txt>
</file>

<file path=ppt/media/f48196.txt>
</file>

<file path=ppt/media/f48197.txt>
</file>

<file path=ppt/media/f48198.txt>
</file>

<file path=ppt/media/f48199.txt>
</file>

<file path=ppt/media/f48200.txt>
</file>

<file path=ppt/media/f48201.txt>
</file>

<file path=ppt/media/f48202.txt>
</file>

<file path=ppt/media/f48203.txt>
</file>

<file path=ppt/media/f48204.txt>
</file>

<file path=ppt/media/f48205.txt>
</file>

<file path=ppt/media/f48206.txt>
</file>

<file path=ppt/media/f48207.txt>
</file>

<file path=ppt/media/f48208.txt>
</file>

<file path=ppt/media/f48209.txt>
</file>

<file path=ppt/media/f48210.txt>
</file>

<file path=ppt/media/f48211.txt>
</file>

<file path=ppt/media/f48212.txt>
</file>

<file path=ppt/media/f48213.txt>
</file>

<file path=ppt/media/f48214.txt>
</file>

<file path=ppt/media/f48215.txt>
</file>

<file path=ppt/media/f48216.txt>
</file>

<file path=ppt/media/f48217.txt>
</file>

<file path=ppt/media/f48218.txt>
</file>

<file path=ppt/media/f48219.txt>
</file>

<file path=ppt/media/f48220.txt>
</file>

<file path=ppt/media/f48221.txt>
</file>

<file path=ppt/media/f48222.txt>
</file>

<file path=ppt/media/f48223.txt>
</file>

<file path=ppt/media/f48224.txt>
</file>

<file path=ppt/media/f48225.txt>
</file>

<file path=ppt/media/f48226.txt>
</file>

<file path=ppt/media/f48227.txt>
</file>

<file path=ppt/media/f48228.txt>
</file>

<file path=ppt/media/f48229.txt>
</file>

<file path=ppt/media/f48230.txt>
</file>

<file path=ppt/media/f48231.txt>
</file>

<file path=ppt/media/f48232.txt>
</file>

<file path=ppt/media/f48233.txt>
</file>

<file path=ppt/media/f48234.txt>
</file>

<file path=ppt/media/f48235.txt>
</file>

<file path=ppt/media/f48236.txt>
</file>

<file path=ppt/media/f48237.txt>
</file>

<file path=ppt/media/f48238.txt>
</file>

<file path=ppt/media/f48239.txt>
</file>

<file path=ppt/media/f48240.txt>
</file>

<file path=ppt/media/f48241.txt>
</file>

<file path=ppt/media/f48242.txt>
</file>

<file path=ppt/media/f48243.txt>
</file>

<file path=ppt/media/f48244.txt>
</file>

<file path=ppt/media/f48245.txt>
</file>

<file path=ppt/media/f48246.txt>
</file>

<file path=ppt/media/f48247.txt>
</file>

<file path=ppt/media/f48248.txt>
</file>

<file path=ppt/media/f48249.txt>
</file>

<file path=ppt/media/f48250.txt>
</file>

<file path=ppt/media/f48251.txt>
</file>

<file path=ppt/media/f48252.txt>
</file>

<file path=ppt/media/f48253.txt>
</file>

<file path=ppt/media/f48254.txt>
</file>

<file path=ppt/media/f48255.txt>
</file>

<file path=ppt/media/f48256.txt>
</file>

<file path=ppt/media/f48257.txt>
</file>

<file path=ppt/media/f48258.txt>
</file>

<file path=ppt/media/f48259.txt>
</file>

<file path=ppt/media/f48260.txt>
</file>

<file path=ppt/media/f48261.txt>
</file>

<file path=ppt/media/f48262.txt>
</file>

<file path=ppt/media/f48263.txt>
</file>

<file path=ppt/media/f48264.txt>
</file>

<file path=ppt/media/f48265.txt>
</file>

<file path=ppt/media/f48266.txt>
</file>

<file path=ppt/media/f48267.txt>
</file>

<file path=ppt/media/f48268.txt>
</file>

<file path=ppt/media/f48269.txt>
</file>

<file path=ppt/media/f48270.txt>
</file>

<file path=ppt/media/f48271.txt>
</file>

<file path=ppt/media/f48272.txt>
</file>

<file path=ppt/media/f48273.txt>
</file>

<file path=ppt/media/f48274.txt>
</file>

<file path=ppt/media/f48275.txt>
</file>

<file path=ppt/media/f48276.txt>
</file>

<file path=ppt/media/f48277.txt>
</file>

<file path=ppt/media/f48278.txt>
</file>

<file path=ppt/media/f48279.txt>
</file>

<file path=ppt/media/f48280.txt>
</file>

<file path=ppt/media/f48281.txt>
</file>

<file path=ppt/media/f48282.txt>
</file>

<file path=ppt/media/f48283.txt>
</file>

<file path=ppt/media/f48284.txt>
</file>

<file path=ppt/media/f48285.txt>
</file>

<file path=ppt/media/f48286.txt>
</file>

<file path=ppt/media/f48287.txt>
</file>

<file path=ppt/media/f48288.txt>
</file>

<file path=ppt/media/f48289.txt>
</file>

<file path=ppt/media/f48290.txt>
</file>

<file path=ppt/media/f48291.txt>
</file>

<file path=ppt/media/f48292.txt>
</file>

<file path=ppt/media/f48293.txt>
</file>

<file path=ppt/media/f48294.txt>
</file>

<file path=ppt/media/f48295.txt>
</file>

<file path=ppt/media/f48296.txt>
</file>

<file path=ppt/media/f48297.txt>
</file>

<file path=ppt/media/f48298.txt>
</file>

<file path=ppt/media/f48299.txt>
</file>

<file path=ppt/media/f48300.txt>
</file>

<file path=ppt/media/f48301.txt>
</file>

<file path=ppt/media/f48302.txt>
</file>

<file path=ppt/media/f48303.txt>
</file>

<file path=ppt/media/f48304.txt>
</file>

<file path=ppt/media/f48305.txt>
</file>

<file path=ppt/media/f48306.txt>
</file>

<file path=ppt/media/f48307.txt>
</file>

<file path=ppt/media/f48308.txt>
</file>

<file path=ppt/media/f48309.txt>
</file>

<file path=ppt/media/f48310.txt>
</file>

<file path=ppt/media/f48311.txt>
</file>

<file path=ppt/media/f48312.txt>
</file>

<file path=ppt/media/f48313.txt>
</file>

<file path=ppt/media/f48314.txt>
</file>

<file path=ppt/media/f48315.txt>
</file>

<file path=ppt/media/f48316.txt>
</file>

<file path=ppt/media/f48317.txt>
</file>

<file path=ppt/media/f48318.txt>
</file>

<file path=ppt/media/f48319.txt>
</file>

<file path=ppt/media/f48320.txt>
</file>

<file path=ppt/media/f48321.txt>
</file>

<file path=ppt/media/f48322.txt>
</file>

<file path=ppt/media/f48323.txt>
</file>

<file path=ppt/media/f48324.txt>
</file>

<file path=ppt/media/f48325.txt>
</file>

<file path=ppt/media/f48326.txt>
</file>

<file path=ppt/media/f48327.txt>
</file>

<file path=ppt/media/f48328.txt>
</file>

<file path=ppt/media/f48329.txt>
</file>

<file path=ppt/media/f48330.txt>
</file>

<file path=ppt/media/f48331.txt>
</file>

<file path=ppt/media/f48332.txt>
</file>

<file path=ppt/media/f48333.txt>
</file>

<file path=ppt/media/f48334.txt>
</file>

<file path=ppt/media/f48335.txt>
</file>

<file path=ppt/media/f48336.txt>
</file>

<file path=ppt/media/f48337.txt>
</file>

<file path=ppt/media/f48338.txt>
</file>

<file path=ppt/media/f48339.txt>
</file>

<file path=ppt/media/f48340.txt>
</file>

<file path=ppt/media/f48341.txt>
</file>

<file path=ppt/media/f48342.txt>
</file>

<file path=ppt/media/f48343.txt>
</file>

<file path=ppt/media/f48344.txt>
</file>

<file path=ppt/media/f48345.txt>
</file>

<file path=ppt/media/f48346.txt>
</file>

<file path=ppt/media/f48347.txt>
</file>

<file path=ppt/media/f48348.txt>
</file>

<file path=ppt/media/f48349.txt>
</file>

<file path=ppt/media/f48350.txt>
</file>

<file path=ppt/media/f48351.txt>
</file>

<file path=ppt/media/f48352.txt>
</file>

<file path=ppt/media/f48353.txt>
</file>

<file path=ppt/media/f48354.txt>
</file>

<file path=ppt/media/f48355.txt>
</file>

<file path=ppt/media/f48356.txt>
</file>

<file path=ppt/media/f48357.txt>
</file>

<file path=ppt/media/f48358.txt>
</file>

<file path=ppt/media/f48359.txt>
</file>

<file path=ppt/media/f48360.txt>
</file>

<file path=ppt/media/f48361.txt>
</file>

<file path=ppt/media/f48362.txt>
</file>

<file path=ppt/media/f48363.txt>
</file>

<file path=ppt/media/f48364.txt>
</file>

<file path=ppt/media/f48365.txt>
</file>

<file path=ppt/media/f48366.txt>
</file>

<file path=ppt/media/f48367.txt>
</file>

<file path=ppt/media/f48368.txt>
</file>

<file path=ppt/media/f48369.txt>
</file>

<file path=ppt/media/f48370.txt>
</file>

<file path=ppt/media/f48371.txt>
</file>

<file path=ppt/media/f48372.txt>
</file>

<file path=ppt/media/f48373.txt>
</file>

<file path=ppt/media/f48374.txt>
</file>

<file path=ppt/media/f48375.txt>
</file>

<file path=ppt/media/f48376.txt>
</file>

<file path=ppt/media/f48377.txt>
</file>

<file path=ppt/media/f48378.txt>
</file>

<file path=ppt/media/f48379.txt>
</file>

<file path=ppt/media/f48380.txt>
</file>

<file path=ppt/media/f48381.txt>
</file>

<file path=ppt/media/f48382.txt>
</file>

<file path=ppt/media/f48383.txt>
</file>

<file path=ppt/media/f48384.txt>
</file>

<file path=ppt/media/f48385.txt>
</file>

<file path=ppt/media/f48386.txt>
</file>

<file path=ppt/media/f48387.txt>
</file>

<file path=ppt/media/f48388.txt>
</file>

<file path=ppt/media/f48389.txt>
</file>

<file path=ppt/media/f48390.txt>
</file>

<file path=ppt/media/f48391.txt>
</file>

<file path=ppt/media/f48392.txt>
</file>

<file path=ppt/media/f48393.txt>
</file>

<file path=ppt/media/f48394.txt>
</file>

<file path=ppt/media/f48395.txt>
</file>

<file path=ppt/media/f48396.txt>
</file>

<file path=ppt/media/f48397.txt>
</file>

<file path=ppt/media/f48398.txt>
</file>

<file path=ppt/media/f48399.txt>
</file>

<file path=ppt/media/f48400.txt>
</file>

<file path=ppt/media/f48401.txt>
</file>

<file path=ppt/media/f48402.txt>
</file>

<file path=ppt/media/f48403.txt>
</file>

<file path=ppt/media/f48404.txt>
</file>

<file path=ppt/media/f48405.txt>
</file>

<file path=ppt/media/f48406.txt>
</file>

<file path=ppt/media/f48407.txt>
</file>

<file path=ppt/media/f48408.txt>
</file>

<file path=ppt/media/f48409.txt>
</file>

<file path=ppt/media/f48410.txt>
</file>

<file path=ppt/media/f48411.txt>
</file>

<file path=ppt/media/f48412.txt>
</file>

<file path=ppt/media/f48413.txt>
</file>

<file path=ppt/media/f48414.txt>
</file>

<file path=ppt/media/f48415.txt>
</file>

<file path=ppt/media/f48416.txt>
</file>

<file path=ppt/media/f48417.txt>
</file>

<file path=ppt/media/f48418.txt>
</file>

<file path=ppt/media/f48419.txt>
</file>

<file path=ppt/media/f48420.txt>
</file>

<file path=ppt/media/f48421.txt>
</file>

<file path=ppt/media/f48422.txt>
</file>

<file path=ppt/media/f48423.txt>
</file>

<file path=ppt/media/f48424.txt>
</file>

<file path=ppt/media/f48425.txt>
</file>

<file path=ppt/media/f48426.txt>
</file>

<file path=ppt/media/f48427.txt>
</file>

<file path=ppt/media/f48428.txt>
</file>

<file path=ppt/media/f48429.txt>
</file>

<file path=ppt/media/f48430.txt>
</file>

<file path=ppt/media/f48431.txt>
</file>

<file path=ppt/media/f48432.txt>
</file>

<file path=ppt/media/f48433.txt>
</file>

<file path=ppt/media/f48434.txt>
</file>

<file path=ppt/media/f48435.txt>
</file>

<file path=ppt/media/f48436.txt>
</file>

<file path=ppt/media/f48437.txt>
</file>

<file path=ppt/media/f48438.txt>
</file>

<file path=ppt/media/f48439.txt>
</file>

<file path=ppt/media/f48440.txt>
</file>

<file path=ppt/media/f48441.txt>
</file>

<file path=ppt/media/f48442.txt>
</file>

<file path=ppt/media/f48443.txt>
</file>

<file path=ppt/media/f48444.txt>
</file>

<file path=ppt/media/f48445.txt>
</file>

<file path=ppt/media/f48446.txt>
</file>

<file path=ppt/media/f48447.txt>
</file>

<file path=ppt/media/f48448.txt>
</file>

<file path=ppt/media/f48449.txt>
</file>

<file path=ppt/media/f48450.txt>
</file>

<file path=ppt/media/f48451.txt>
</file>

<file path=ppt/media/f48452.txt>
</file>

<file path=ppt/media/f48453.txt>
</file>

<file path=ppt/media/f48454.txt>
</file>

<file path=ppt/media/f48455.txt>
</file>

<file path=ppt/media/f48456.txt>
</file>

<file path=ppt/media/f48457.txt>
</file>

<file path=ppt/media/f48458.txt>
</file>

<file path=ppt/media/f48459.txt>
</file>

<file path=ppt/media/f48460.txt>
</file>

<file path=ppt/media/f48461.txt>
</file>

<file path=ppt/media/f48462.txt>
</file>

<file path=ppt/media/f48463.txt>
</file>

<file path=ppt/media/f48464.txt>
</file>

<file path=ppt/media/f48465.txt>
</file>

<file path=ppt/media/f48466.txt>
</file>

<file path=ppt/media/f48467.txt>
</file>

<file path=ppt/media/f48468.txt>
</file>

<file path=ppt/media/f48469.txt>
</file>

<file path=ppt/media/f48470.txt>
</file>

<file path=ppt/media/f48471.txt>
</file>

<file path=ppt/media/f48472.txt>
</file>

<file path=ppt/media/f48473.txt>
</file>

<file path=ppt/media/f48474.txt>
</file>

<file path=ppt/media/f48475.txt>
</file>

<file path=ppt/media/f48476.txt>
</file>

<file path=ppt/media/f48477.txt>
</file>

<file path=ppt/media/f48478.txt>
</file>

<file path=ppt/media/f48479.txt>
</file>

<file path=ppt/media/f48480.txt>
</file>

<file path=ppt/media/f48481.txt>
</file>

<file path=ppt/media/f48482.txt>
</file>

<file path=ppt/media/f48483.txt>
</file>

<file path=ppt/media/f48484.txt>
</file>

<file path=ppt/media/f48485.txt>
</file>

<file path=ppt/media/f48486.txt>
</file>

<file path=ppt/media/f48487.txt>
</file>

<file path=ppt/media/f48488.txt>
</file>

<file path=ppt/media/f48489.txt>
</file>

<file path=ppt/media/f48490.txt>
</file>

<file path=ppt/media/f48491.txt>
</file>

<file path=ppt/media/f48492.txt>
</file>

<file path=ppt/media/f48493.txt>
</file>

<file path=ppt/media/f48494.txt>
</file>

<file path=ppt/media/f48495.txt>
</file>

<file path=ppt/media/f48496.txt>
</file>

<file path=ppt/media/f48497.txt>
</file>

<file path=ppt/media/f48498.txt>
</file>

<file path=ppt/media/f48499.txt>
</file>

<file path=ppt/media/f48500.txt>
</file>

<file path=ppt/media/f48501.txt>
</file>

<file path=ppt/media/f48502.txt>
</file>

<file path=ppt/media/f48503.txt>
</file>

<file path=ppt/media/f48504.txt>
</file>

<file path=ppt/media/f48505.txt>
</file>

<file path=ppt/media/f48506.txt>
</file>

<file path=ppt/media/f48507.txt>
</file>

<file path=ppt/media/f48508.txt>
</file>

<file path=ppt/media/f48509.txt>
</file>

<file path=ppt/media/f48510.txt>
</file>

<file path=ppt/media/f48511.txt>
</file>

<file path=ppt/media/f48512.txt>
</file>

<file path=ppt/media/f48513.txt>
</file>

<file path=ppt/media/f48514.txt>
</file>

<file path=ppt/media/f48515.txt>
</file>

<file path=ppt/media/f48516.txt>
</file>

<file path=ppt/media/f48517.txt>
</file>

<file path=ppt/media/f48518.txt>
</file>

<file path=ppt/media/f48519.txt>
</file>

<file path=ppt/media/f48520.txt>
</file>

<file path=ppt/media/f48521.txt>
</file>

<file path=ppt/media/f48522.txt>
</file>

<file path=ppt/media/f48523.txt>
</file>

<file path=ppt/media/f48524.txt>
</file>

<file path=ppt/media/f48525.txt>
</file>

<file path=ppt/media/f48526.txt>
</file>

<file path=ppt/media/f48527.txt>
</file>

<file path=ppt/media/f48528.txt>
</file>

<file path=ppt/media/f48529.txt>
</file>

<file path=ppt/media/f48530.txt>
</file>

<file path=ppt/media/f48531.txt>
</file>

<file path=ppt/media/f48532.txt>
</file>

<file path=ppt/media/f48533.txt>
</file>

<file path=ppt/media/f48534.txt>
</file>

<file path=ppt/media/f48535.txt>
</file>

<file path=ppt/media/f48536.txt>
</file>

<file path=ppt/media/f48537.txt>
</file>

<file path=ppt/media/f48538.txt>
</file>

<file path=ppt/media/f48539.txt>
</file>

<file path=ppt/media/f48540.txt>
</file>

<file path=ppt/media/f48541.txt>
</file>

<file path=ppt/media/f48542.txt>
</file>

<file path=ppt/media/f48543.txt>
</file>

<file path=ppt/media/f48544.txt>
</file>

<file path=ppt/media/f48545.txt>
</file>

<file path=ppt/media/f48546.txt>
</file>

<file path=ppt/media/f48547.txt>
</file>

<file path=ppt/media/f48548.txt>
</file>

<file path=ppt/media/f48549.txt>
</file>

<file path=ppt/media/f48550.txt>
</file>

<file path=ppt/media/f48551.txt>
</file>

<file path=ppt/media/f48552.txt>
</file>

<file path=ppt/media/f48553.txt>
</file>

<file path=ppt/media/f48554.txt>
</file>

<file path=ppt/media/f48555.txt>
</file>

<file path=ppt/media/f48556.txt>
</file>

<file path=ppt/media/f48557.txt>
</file>

<file path=ppt/media/f48558.txt>
</file>

<file path=ppt/media/f48559.txt>
</file>

<file path=ppt/media/f48560.txt>
</file>

<file path=ppt/media/f48561.txt>
</file>

<file path=ppt/media/f48562.txt>
</file>

<file path=ppt/media/f48563.txt>
</file>

<file path=ppt/media/f48564.txt>
</file>

<file path=ppt/media/f48565.txt>
</file>

<file path=ppt/media/f48566.txt>
</file>

<file path=ppt/media/f48567.txt>
</file>

<file path=ppt/media/f48568.txt>
</file>

<file path=ppt/media/f48569.txt>
</file>

<file path=ppt/media/f48570.txt>
</file>

<file path=ppt/media/f48571.txt>
</file>

<file path=ppt/media/f48572.txt>
</file>

<file path=ppt/media/f48573.txt>
</file>

<file path=ppt/media/f48574.txt>
</file>

<file path=ppt/media/f48575.txt>
</file>

<file path=ppt/media/f48576.txt>
</file>

<file path=ppt/media/f48577.txt>
</file>

<file path=ppt/media/f48578.txt>
</file>

<file path=ppt/media/f48579.txt>
</file>

<file path=ppt/media/f48580.txt>
</file>

<file path=ppt/media/f48581.txt>
</file>

<file path=ppt/media/f48582.txt>
</file>

<file path=ppt/media/f48583.txt>
</file>

<file path=ppt/media/f48584.txt>
</file>

<file path=ppt/media/f48585.txt>
</file>

<file path=ppt/media/f48586.txt>
</file>

<file path=ppt/media/f48587.txt>
</file>

<file path=ppt/media/f48588.txt>
</file>

<file path=ppt/media/f48589.txt>
</file>

<file path=ppt/media/f48590.txt>
</file>

<file path=ppt/media/f48591.txt>
</file>

<file path=ppt/media/f48592.txt>
</file>

<file path=ppt/media/f48593.txt>
</file>

<file path=ppt/media/f48594.txt>
</file>

<file path=ppt/media/f48595.txt>
</file>

<file path=ppt/media/f48596.txt>
</file>

<file path=ppt/media/f48597.txt>
</file>

<file path=ppt/media/f48598.txt>
</file>

<file path=ppt/media/f48599.txt>
</file>

<file path=ppt/media/f48600.txt>
</file>

<file path=ppt/media/f48601.txt>
</file>

<file path=ppt/media/f48602.txt>
</file>

<file path=ppt/media/f48603.txt>
</file>

<file path=ppt/media/f48604.txt>
</file>

<file path=ppt/media/f48605.txt>
</file>

<file path=ppt/media/f48606.txt>
</file>

<file path=ppt/media/f48607.txt>
</file>

<file path=ppt/media/f48608.txt>
</file>

<file path=ppt/media/f48609.txt>
</file>

<file path=ppt/media/f48610.txt>
</file>

<file path=ppt/media/f48611.txt>
</file>

<file path=ppt/media/f48612.txt>
</file>

<file path=ppt/media/f48613.txt>
</file>

<file path=ppt/media/f48614.txt>
</file>

<file path=ppt/media/f48615.txt>
</file>

<file path=ppt/media/f48616.txt>
</file>

<file path=ppt/media/f48617.txt>
</file>

<file path=ppt/media/f48618.txt>
</file>

<file path=ppt/media/f48619.txt>
</file>

<file path=ppt/media/f48620.txt>
</file>

<file path=ppt/media/f48621.txt>
</file>

<file path=ppt/media/f48622.txt>
</file>

<file path=ppt/media/f48623.txt>
</file>

<file path=ppt/media/f48624.txt>
</file>

<file path=ppt/media/f48625.txt>
</file>

<file path=ppt/media/f48626.txt>
</file>

<file path=ppt/media/f48627.txt>
</file>

<file path=ppt/media/f48628.txt>
</file>

<file path=ppt/media/f48629.txt>
</file>

<file path=ppt/media/f48630.txt>
</file>

<file path=ppt/media/f48631.txt>
</file>

<file path=ppt/media/f48632.txt>
</file>

<file path=ppt/media/f48633.txt>
</file>

<file path=ppt/media/f48634.txt>
</file>

<file path=ppt/media/f48635.txt>
</file>

<file path=ppt/media/f48636.txt>
</file>

<file path=ppt/media/f48637.txt>
</file>

<file path=ppt/media/f48638.txt>
</file>

<file path=ppt/media/f48639.txt>
</file>

<file path=ppt/media/f48640.txt>
</file>

<file path=ppt/media/f48641.txt>
</file>

<file path=ppt/media/f48642.txt>
</file>

<file path=ppt/media/f48643.txt>
</file>

<file path=ppt/media/f48644.txt>
</file>

<file path=ppt/media/f48645.txt>
</file>

<file path=ppt/media/f48646.txt>
</file>

<file path=ppt/media/f48647.txt>
</file>

<file path=ppt/media/f48648.txt>
</file>

<file path=ppt/media/f48649.txt>
</file>

<file path=ppt/media/f48650.txt>
</file>

<file path=ppt/media/f48651.txt>
</file>

<file path=ppt/media/f48652.txt>
</file>

<file path=ppt/media/f48653.txt>
</file>

<file path=ppt/media/f48654.txt>
</file>

<file path=ppt/media/f48655.txt>
</file>

<file path=ppt/media/f48656.txt>
</file>

<file path=ppt/media/f48657.txt>
</file>

<file path=ppt/media/f48658.txt>
</file>

<file path=ppt/media/f48659.txt>
</file>

<file path=ppt/media/f48660.txt>
</file>

<file path=ppt/media/f48661.txt>
</file>

<file path=ppt/media/f48662.txt>
</file>

<file path=ppt/media/f48663.txt>
</file>

<file path=ppt/media/f48664.txt>
</file>

<file path=ppt/media/f48665.txt>
</file>

<file path=ppt/media/f48666.txt>
</file>

<file path=ppt/media/f48667.txt>
</file>

<file path=ppt/media/f48668.txt>
</file>

<file path=ppt/media/f48669.txt>
</file>

<file path=ppt/media/f48670.txt>
</file>

<file path=ppt/media/f48671.txt>
</file>

<file path=ppt/media/f48672.txt>
</file>

<file path=ppt/media/f48673.txt>
</file>

<file path=ppt/media/f48674.txt>
</file>

<file path=ppt/media/f48675.txt>
</file>

<file path=ppt/media/f48676.txt>
</file>

<file path=ppt/media/f48677.txt>
</file>

<file path=ppt/media/f48678.txt>
</file>

<file path=ppt/media/f48679.txt>
</file>

<file path=ppt/media/f48680.txt>
</file>

<file path=ppt/media/f48681.txt>
</file>

<file path=ppt/media/f48682.txt>
</file>

<file path=ppt/media/f48683.txt>
</file>

<file path=ppt/media/f48684.txt>
</file>

<file path=ppt/media/f48685.txt>
</file>

<file path=ppt/media/f48686.txt>
</file>

<file path=ppt/media/f48687.txt>
</file>

<file path=ppt/media/f48688.txt>
</file>

<file path=ppt/media/f48689.txt>
</file>

<file path=ppt/media/f48690.txt>
</file>

<file path=ppt/media/f48691.txt>
</file>

<file path=ppt/media/f48692.txt>
</file>

<file path=ppt/media/f48693.txt>
</file>

<file path=ppt/media/f48694.txt>
</file>

<file path=ppt/media/f48695.txt>
</file>

<file path=ppt/media/f48696.txt>
</file>

<file path=ppt/media/f48697.txt>
</file>

<file path=ppt/media/f48698.txt>
</file>

<file path=ppt/media/f48699.txt>
</file>

<file path=ppt/media/f48700.txt>
</file>

<file path=ppt/media/f48701.txt>
</file>

<file path=ppt/media/f48702.txt>
</file>

<file path=ppt/media/f48703.txt>
</file>

<file path=ppt/media/f48704.txt>
</file>

<file path=ppt/media/f48705.txt>
</file>

<file path=ppt/media/f48706.txt>
</file>

<file path=ppt/media/f48707.txt>
</file>

<file path=ppt/media/f48708.txt>
</file>

<file path=ppt/media/f48709.txt>
</file>

<file path=ppt/media/f48710.txt>
</file>

<file path=ppt/media/f48711.txt>
</file>

<file path=ppt/media/f48712.txt>
</file>

<file path=ppt/media/f48713.txt>
</file>

<file path=ppt/media/f48714.txt>
</file>

<file path=ppt/media/f48715.txt>
</file>

<file path=ppt/media/f48716.txt>
</file>

<file path=ppt/media/f48717.txt>
</file>

<file path=ppt/media/f48718.txt>
</file>

<file path=ppt/media/f48719.txt>
</file>

<file path=ppt/media/f48720.txt>
</file>

<file path=ppt/media/f48721.txt>
</file>

<file path=ppt/media/f48722.txt>
</file>

<file path=ppt/media/f48723.txt>
</file>

<file path=ppt/media/f48724.txt>
</file>

<file path=ppt/media/f48725.txt>
</file>

<file path=ppt/media/f48726.txt>
</file>

<file path=ppt/media/f48727.txt>
</file>

<file path=ppt/media/f48728.txt>
</file>

<file path=ppt/media/f48729.txt>
</file>

<file path=ppt/media/f48730.txt>
</file>

<file path=ppt/media/f48731.txt>
</file>

<file path=ppt/media/f48732.txt>
</file>

<file path=ppt/media/f48733.txt>
</file>

<file path=ppt/media/f48734.txt>
</file>

<file path=ppt/media/f48735.txt>
</file>

<file path=ppt/media/f48736.txt>
</file>

<file path=ppt/media/f48737.txt>
</file>

<file path=ppt/media/f48738.txt>
</file>

<file path=ppt/media/f48739.txt>
</file>

<file path=ppt/media/f48740.txt>
</file>

<file path=ppt/media/f48741.txt>
</file>

<file path=ppt/media/f48742.txt>
</file>

<file path=ppt/media/f48743.txt>
</file>

<file path=ppt/media/f48744.txt>
</file>

<file path=ppt/media/f48745.txt>
</file>

<file path=ppt/media/f48746.txt>
</file>

<file path=ppt/media/f48747.txt>
</file>

<file path=ppt/media/f48748.txt>
</file>

<file path=ppt/media/f48749.txt>
</file>

<file path=ppt/media/f48750.txt>
</file>

<file path=ppt/media/f48751.txt>
</file>

<file path=ppt/media/f48752.txt>
</file>

<file path=ppt/media/f48753.txt>
</file>

<file path=ppt/media/f48754.txt>
</file>

<file path=ppt/media/f48755.txt>
</file>

<file path=ppt/media/f48756.txt>
</file>

<file path=ppt/media/f48757.txt>
</file>

<file path=ppt/media/f48758.txt>
</file>

<file path=ppt/media/f48759.txt>
</file>

<file path=ppt/media/f48760.txt>
</file>

<file path=ppt/media/f48761.txt>
</file>

<file path=ppt/media/f48762.txt>
</file>

<file path=ppt/media/f48763.txt>
</file>

<file path=ppt/media/f48764.txt>
</file>

<file path=ppt/media/f48765.txt>
</file>

<file path=ppt/media/f48766.txt>
</file>

<file path=ppt/media/f48767.txt>
</file>

<file path=ppt/media/f48768.txt>
</file>

<file path=ppt/media/f48769.txt>
</file>

<file path=ppt/media/f48770.txt>
</file>

<file path=ppt/media/f48771.txt>
</file>

<file path=ppt/media/f48772.txt>
</file>

<file path=ppt/media/f48773.txt>
</file>

<file path=ppt/media/f48774.txt>
</file>

<file path=ppt/media/f48775.txt>
</file>

<file path=ppt/media/f48776.txt>
</file>

<file path=ppt/media/f48777.txt>
</file>

<file path=ppt/media/f48778.txt>
</file>

<file path=ppt/media/f48779.txt>
</file>

<file path=ppt/media/f48780.txt>
</file>

<file path=ppt/media/f48781.txt>
</file>

<file path=ppt/media/f48782.txt>
</file>

<file path=ppt/media/f48783.txt>
</file>

<file path=ppt/media/f48784.txt>
</file>

<file path=ppt/media/f48785.txt>
</file>

<file path=ppt/media/f48786.txt>
</file>

<file path=ppt/media/f48787.txt>
</file>

<file path=ppt/media/f48788.txt>
</file>

<file path=ppt/media/f48789.txt>
</file>

<file path=ppt/media/f48790.txt>
</file>

<file path=ppt/media/f48791.txt>
</file>

<file path=ppt/media/f48792.txt>
</file>

<file path=ppt/media/f48793.txt>
</file>

<file path=ppt/media/f48794.txt>
</file>

<file path=ppt/media/f48795.txt>
</file>

<file path=ppt/media/f48796.txt>
</file>

<file path=ppt/media/f48797.txt>
</file>

<file path=ppt/media/f48798.txt>
</file>

<file path=ppt/media/f48799.txt>
</file>

<file path=ppt/media/f48800.txt>
</file>

<file path=ppt/media/f48801.txt>
</file>

<file path=ppt/media/f48802.txt>
</file>

<file path=ppt/media/f48803.txt>
</file>

<file path=ppt/media/f48804.txt>
</file>

<file path=ppt/media/f48805.txt>
</file>

<file path=ppt/media/f48806.txt>
</file>

<file path=ppt/media/f48807.txt>
</file>

<file path=ppt/media/f48808.txt>
</file>

<file path=ppt/media/f48809.txt>
</file>

<file path=ppt/media/f48810.txt>
</file>

<file path=ppt/media/f48811.txt>
</file>

<file path=ppt/media/f48812.txt>
</file>

<file path=ppt/media/f48813.txt>
</file>

<file path=ppt/media/f48814.txt>
</file>

<file path=ppt/media/f48815.txt>
</file>

<file path=ppt/media/f48816.txt>
</file>

<file path=ppt/media/f48817.txt>
</file>

<file path=ppt/media/f48818.txt>
</file>

<file path=ppt/media/f48819.txt>
</file>

<file path=ppt/media/f48820.txt>
</file>

<file path=ppt/media/f48821.txt>
</file>

<file path=ppt/media/f48822.txt>
</file>

<file path=ppt/media/f48823.txt>
</file>

<file path=ppt/media/f48824.txt>
</file>

<file path=ppt/media/f48825.txt>
</file>

<file path=ppt/media/f48826.txt>
</file>

<file path=ppt/media/f48827.txt>
</file>

<file path=ppt/media/f48828.txt>
</file>

<file path=ppt/media/f48829.txt>
</file>

<file path=ppt/media/f48830.txt>
</file>

<file path=ppt/media/f48831.txt>
</file>

<file path=ppt/media/f48832.txt>
</file>

<file path=ppt/media/f48833.txt>
</file>

<file path=ppt/media/f48834.txt>
</file>

<file path=ppt/media/f48835.txt>
</file>

<file path=ppt/media/f48836.txt>
</file>

<file path=ppt/media/f48837.txt>
</file>

<file path=ppt/media/f48838.txt>
</file>

<file path=ppt/media/f48839.txt>
</file>

<file path=ppt/media/f48840.txt>
</file>

<file path=ppt/media/f48841.txt>
</file>

<file path=ppt/media/f48842.txt>
</file>

<file path=ppt/media/f48843.txt>
</file>

<file path=ppt/media/f48844.txt>
</file>

<file path=ppt/media/f48845.txt>
</file>

<file path=ppt/media/f48846.txt>
</file>

<file path=ppt/media/f48847.txt>
</file>

<file path=ppt/media/f48848.txt>
</file>

<file path=ppt/media/f48849.txt>
</file>

<file path=ppt/media/f48850.txt>
</file>

<file path=ppt/media/f48851.txt>
</file>

<file path=ppt/media/f48852.txt>
</file>

<file path=ppt/media/f48853.txt>
</file>

<file path=ppt/media/f48854.txt>
</file>

<file path=ppt/media/f48855.txt>
</file>

<file path=ppt/media/f48856.txt>
</file>

<file path=ppt/media/f48857.txt>
</file>

<file path=ppt/media/f48858.txt>
</file>

<file path=ppt/media/f48859.txt>
</file>

<file path=ppt/media/f48860.txt>
</file>

<file path=ppt/media/f48861.txt>
</file>

<file path=ppt/media/f48862.txt>
</file>

<file path=ppt/media/f48863.txt>
</file>

<file path=ppt/media/f48864.txt>
</file>

<file path=ppt/media/f48865.txt>
</file>

<file path=ppt/media/f48866.txt>
</file>

<file path=ppt/media/f48867.txt>
</file>

<file path=ppt/media/f48868.txt>
</file>

<file path=ppt/media/f48869.txt>
</file>

<file path=ppt/media/f48870.txt>
</file>

<file path=ppt/media/f48871.txt>
</file>

<file path=ppt/media/f48872.txt>
</file>

<file path=ppt/media/f48873.txt>
</file>

<file path=ppt/media/f48874.txt>
</file>

<file path=ppt/media/f48875.txt>
</file>

<file path=ppt/media/f48876.txt>
</file>

<file path=ppt/media/f48877.txt>
</file>

<file path=ppt/media/f48878.txt>
</file>

<file path=ppt/media/f48879.txt>
</file>

<file path=ppt/media/f48880.txt>
</file>

<file path=ppt/media/f48881.txt>
</file>

<file path=ppt/media/f48882.txt>
</file>

<file path=ppt/media/f48883.txt>
</file>

<file path=ppt/media/f48884.txt>
</file>

<file path=ppt/media/f48885.txt>
</file>

<file path=ppt/media/f48886.txt>
</file>

<file path=ppt/media/f48887.txt>
</file>

<file path=ppt/media/f48888.txt>
</file>

<file path=ppt/media/f48889.txt>
</file>

<file path=ppt/media/f48890.txt>
</file>

<file path=ppt/media/f48891.txt>
</file>

<file path=ppt/media/f48892.txt>
</file>

<file path=ppt/media/f48893.txt>
</file>

<file path=ppt/media/f48894.txt>
</file>

<file path=ppt/media/f48895.txt>
</file>

<file path=ppt/media/f48896.txt>
</file>

<file path=ppt/media/f48897.txt>
</file>

<file path=ppt/media/f48898.txt>
</file>

<file path=ppt/media/f48899.txt>
</file>

<file path=ppt/media/f48900.txt>
</file>

<file path=ppt/media/f48901.txt>
</file>

<file path=ppt/media/f48902.txt>
</file>

<file path=ppt/media/f48903.txt>
</file>

<file path=ppt/media/f48904.txt>
</file>

<file path=ppt/media/f48905.txt>
</file>

<file path=ppt/media/f48906.txt>
</file>

<file path=ppt/media/f48907.txt>
</file>

<file path=ppt/media/f48908.txt>
</file>

<file path=ppt/media/f48909.txt>
</file>

<file path=ppt/media/f48910.txt>
</file>

<file path=ppt/media/f48911.txt>
</file>

<file path=ppt/media/f48912.txt>
</file>

<file path=ppt/media/f48913.txt>
</file>

<file path=ppt/media/f48914.txt>
</file>

<file path=ppt/media/f48915.txt>
</file>

<file path=ppt/media/f48916.txt>
</file>

<file path=ppt/media/f48917.txt>
</file>

<file path=ppt/media/f48918.txt>
</file>

<file path=ppt/media/f48919.txt>
</file>

<file path=ppt/media/f48920.txt>
</file>

<file path=ppt/media/f48921.txt>
</file>

<file path=ppt/media/f48922.txt>
</file>

<file path=ppt/media/f48923.txt>
</file>

<file path=ppt/media/f48924.txt>
</file>

<file path=ppt/media/f48925.txt>
</file>

<file path=ppt/media/f48926.txt>
</file>

<file path=ppt/media/f48927.txt>
</file>

<file path=ppt/media/f48928.txt>
</file>

<file path=ppt/media/f48929.txt>
</file>

<file path=ppt/media/f48930.txt>
</file>

<file path=ppt/media/f48931.txt>
</file>

<file path=ppt/media/f48932.txt>
</file>

<file path=ppt/media/f48933.txt>
</file>

<file path=ppt/media/f48934.txt>
</file>

<file path=ppt/media/f48935.txt>
</file>

<file path=ppt/media/f48936.txt>
</file>

<file path=ppt/media/f48937.txt>
</file>

<file path=ppt/media/f48938.txt>
</file>

<file path=ppt/media/f48939.txt>
</file>

<file path=ppt/media/f48940.txt>
</file>

<file path=ppt/media/f48941.txt>
</file>

<file path=ppt/media/f48942.txt>
</file>

<file path=ppt/media/f48943.txt>
</file>

<file path=ppt/media/f48944.txt>
</file>

<file path=ppt/media/f48945.txt>
</file>

<file path=ppt/media/f48946.txt>
</file>

<file path=ppt/media/f48947.txt>
</file>

<file path=ppt/media/f48948.txt>
</file>

<file path=ppt/media/f48949.txt>
</file>

<file path=ppt/media/f48950.txt>
</file>

<file path=ppt/media/f48951.txt>
</file>

<file path=ppt/media/f48952.txt>
</file>

<file path=ppt/media/f48953.txt>
</file>

<file path=ppt/media/f48954.txt>
</file>

<file path=ppt/media/f48955.txt>
</file>

<file path=ppt/media/f48956.txt>
</file>

<file path=ppt/media/f48957.txt>
</file>

<file path=ppt/media/f48958.txt>
</file>

<file path=ppt/media/f48959.txt>
</file>

<file path=ppt/media/f48960.txt>
</file>

<file path=ppt/media/f48961.txt>
</file>

<file path=ppt/media/f48962.txt>
</file>

<file path=ppt/media/f48963.txt>
</file>

<file path=ppt/media/f48964.txt>
</file>

<file path=ppt/media/f48965.txt>
</file>

<file path=ppt/media/f48966.txt>
</file>

<file path=ppt/media/f48967.txt>
</file>

<file path=ppt/media/f48968.txt>
</file>

<file path=ppt/media/f48969.txt>
</file>

<file path=ppt/media/f48970.txt>
</file>

<file path=ppt/media/f48971.txt>
</file>

<file path=ppt/media/f48972.txt>
</file>

<file path=ppt/media/f48973.txt>
</file>

<file path=ppt/media/f48974.txt>
</file>

<file path=ppt/media/f48975.txt>
</file>

<file path=ppt/media/f48976.txt>
</file>

<file path=ppt/media/f48977.txt>
</file>

<file path=ppt/media/f48978.txt>
</file>

<file path=ppt/media/f48979.txt>
</file>

<file path=ppt/media/f48980.txt>
</file>

<file path=ppt/media/f48981.txt>
</file>

<file path=ppt/media/f48982.txt>
</file>

<file path=ppt/media/f48983.txt>
</file>

<file path=ppt/media/f48984.txt>
</file>

<file path=ppt/media/f48985.txt>
</file>

<file path=ppt/media/f48986.txt>
</file>

<file path=ppt/media/f48987.txt>
</file>

<file path=ppt/media/f48988.txt>
</file>

<file path=ppt/media/f48989.txt>
</file>

<file path=ppt/media/f48990.txt>
</file>

<file path=ppt/media/f48991.txt>
</file>

<file path=ppt/media/f48992.txt>
</file>

<file path=ppt/media/f48993.txt>
</file>

<file path=ppt/media/f48994.txt>
</file>

<file path=ppt/media/f48995.txt>
</file>

<file path=ppt/media/f48996.txt>
</file>

<file path=ppt/media/f48997.txt>
</file>

<file path=ppt/media/f48998.txt>
</file>

<file path=ppt/media/f48999.txt>
</file>

<file path=ppt/media/f49000.txt>
</file>

<file path=ppt/media/f49001.txt>
</file>

<file path=ppt/media/f49002.txt>
</file>

<file path=ppt/media/f49003.txt>
</file>

<file path=ppt/media/f49004.txt>
</file>

<file path=ppt/media/f49005.txt>
</file>

<file path=ppt/media/f49006.txt>
</file>

<file path=ppt/media/f49007.txt>
</file>

<file path=ppt/media/f49008.txt>
</file>

<file path=ppt/media/f49009.txt>
</file>

<file path=ppt/media/f49010.txt>
</file>

<file path=ppt/media/f49011.txt>
</file>

<file path=ppt/media/f49012.txt>
</file>

<file path=ppt/media/f49013.txt>
</file>

<file path=ppt/media/f49014.txt>
</file>

<file path=ppt/media/f49015.txt>
</file>

<file path=ppt/media/f49016.txt>
</file>

<file path=ppt/media/f49017.txt>
</file>

<file path=ppt/media/f49018.txt>
</file>

<file path=ppt/media/f49019.txt>
</file>

<file path=ppt/media/f49020.txt>
</file>

<file path=ppt/media/f49021.txt>
</file>

<file path=ppt/media/f49022.txt>
</file>

<file path=ppt/media/f49023.txt>
</file>

<file path=ppt/media/f49024.txt>
</file>

<file path=ppt/media/f49025.txt>
</file>

<file path=ppt/media/f49026.txt>
</file>

<file path=ppt/media/f49027.txt>
</file>

<file path=ppt/media/f49028.txt>
</file>

<file path=ppt/media/f49029.txt>
</file>

<file path=ppt/media/f49030.txt>
</file>

<file path=ppt/media/f49031.txt>
</file>

<file path=ppt/media/f49032.txt>
</file>

<file path=ppt/media/f49033.txt>
</file>

<file path=ppt/media/f49034.txt>
</file>

<file path=ppt/media/f49035.txt>
</file>

<file path=ppt/media/f49036.txt>
</file>

<file path=ppt/media/f49037.txt>
</file>

<file path=ppt/media/f49038.txt>
</file>

<file path=ppt/media/f49039.txt>
</file>

<file path=ppt/media/f49040.txt>
</file>

<file path=ppt/media/f49041.txt>
</file>

<file path=ppt/media/f49042.txt>
</file>

<file path=ppt/media/f49043.txt>
</file>

<file path=ppt/media/f49044.txt>
</file>

<file path=ppt/media/f49045.txt>
</file>

<file path=ppt/media/f49046.txt>
</file>

<file path=ppt/media/f49047.txt>
</file>

<file path=ppt/media/f49048.txt>
</file>

<file path=ppt/media/f49049.txt>
</file>

<file path=ppt/media/f49050.txt>
</file>

<file path=ppt/media/f49051.txt>
</file>

<file path=ppt/media/f49052.txt>
</file>

<file path=ppt/media/f49053.txt>
</file>

<file path=ppt/media/f49054.txt>
</file>

<file path=ppt/media/f49055.txt>
</file>

<file path=ppt/media/f49056.txt>
</file>

<file path=ppt/media/f49057.txt>
</file>

<file path=ppt/media/f49058.txt>
</file>

<file path=ppt/media/f49059.txt>
</file>

<file path=ppt/media/f49060.txt>
</file>

<file path=ppt/media/f49061.txt>
</file>

<file path=ppt/media/f49062.txt>
</file>

<file path=ppt/media/f49063.txt>
</file>

<file path=ppt/media/f49064.txt>
</file>

<file path=ppt/media/f49065.txt>
</file>

<file path=ppt/media/f49066.txt>
</file>

<file path=ppt/media/f49067.txt>
</file>

<file path=ppt/media/f49068.txt>
</file>

<file path=ppt/media/f49069.txt>
</file>

<file path=ppt/media/f49070.txt>
</file>

<file path=ppt/media/f49071.txt>
</file>

<file path=ppt/media/f49072.txt>
</file>

<file path=ppt/media/f49073.txt>
</file>

<file path=ppt/media/f49074.txt>
</file>

<file path=ppt/media/f49075.txt>
</file>

<file path=ppt/media/f49076.txt>
</file>

<file path=ppt/media/f49077.txt>
</file>

<file path=ppt/media/f49078.txt>
</file>

<file path=ppt/media/f49079.txt>
</file>

<file path=ppt/media/f49080.txt>
</file>

<file path=ppt/media/f49081.txt>
</file>

<file path=ppt/media/f49082.txt>
</file>

<file path=ppt/media/f49083.txt>
</file>

<file path=ppt/media/f49084.txt>
</file>

<file path=ppt/media/f49085.txt>
</file>

<file path=ppt/media/f49086.txt>
</file>

<file path=ppt/media/f49087.txt>
</file>

<file path=ppt/media/f49088.txt>
</file>

<file path=ppt/media/f49089.txt>
</file>

<file path=ppt/media/f49090.txt>
</file>

<file path=ppt/media/f49091.txt>
</file>

<file path=ppt/media/f49092.txt>
</file>

<file path=ppt/media/f49093.txt>
</file>

<file path=ppt/media/f49094.txt>
</file>

<file path=ppt/media/f49095.txt>
</file>

<file path=ppt/media/f49096.txt>
</file>

<file path=ppt/media/f49097.txt>
</file>

<file path=ppt/media/f49098.txt>
</file>

<file path=ppt/media/f49099.txt>
</file>

<file path=ppt/media/f49100.txt>
</file>

<file path=ppt/media/f49101.txt>
</file>

<file path=ppt/media/f49102.txt>
</file>

<file path=ppt/media/f49103.txt>
</file>

<file path=ppt/media/f49104.txt>
</file>

<file path=ppt/media/f49105.txt>
</file>

<file path=ppt/media/f49106.txt>
</file>

<file path=ppt/media/f49107.txt>
</file>

<file path=ppt/media/f49108.txt>
</file>

<file path=ppt/media/f49109.txt>
</file>

<file path=ppt/media/f49110.txt>
</file>

<file path=ppt/media/f49111.txt>
</file>

<file path=ppt/media/f49112.txt>
</file>

<file path=ppt/media/f49113.txt>
</file>

<file path=ppt/media/f49114.txt>
</file>

<file path=ppt/media/f49115.txt>
</file>

<file path=ppt/media/f49116.txt>
</file>

<file path=ppt/media/f49117.txt>
</file>

<file path=ppt/media/f49118.txt>
</file>

<file path=ppt/media/f49119.txt>
</file>

<file path=ppt/media/f49120.txt>
</file>

<file path=ppt/media/f49121.txt>
</file>

<file path=ppt/media/f49122.txt>
</file>

<file path=ppt/media/f49123.txt>
</file>

<file path=ppt/media/f49124.txt>
</file>

<file path=ppt/media/f49125.txt>
</file>

<file path=ppt/media/f49126.txt>
</file>

<file path=ppt/media/f49127.txt>
</file>

<file path=ppt/media/f49128.txt>
</file>

<file path=ppt/media/f49129.txt>
</file>

<file path=ppt/media/f49130.txt>
</file>

<file path=ppt/media/f49131.txt>
</file>

<file path=ppt/media/f49132.txt>
</file>

<file path=ppt/media/f49133.txt>
</file>

<file path=ppt/media/f49134.txt>
</file>

<file path=ppt/media/f49135.txt>
</file>

<file path=ppt/media/f49136.txt>
</file>

<file path=ppt/media/f49137.txt>
</file>

<file path=ppt/media/f49138.txt>
</file>

<file path=ppt/media/f49139.txt>
</file>

<file path=ppt/media/f49140.txt>
</file>

<file path=ppt/media/f49141.txt>
</file>

<file path=ppt/media/f49142.txt>
</file>

<file path=ppt/media/f49143.txt>
</file>

<file path=ppt/media/f49144.txt>
</file>

<file path=ppt/media/f49145.txt>
</file>

<file path=ppt/media/f49146.txt>
</file>

<file path=ppt/media/f49147.txt>
</file>

<file path=ppt/media/f49148.txt>
</file>

<file path=ppt/media/f49149.txt>
</file>

<file path=ppt/media/f49150.txt>
</file>

<file path=ppt/media/f49151.txt>
</file>

<file path=ppt/media/f49152.txt>
</file>

<file path=ppt/media/f49153.txt>
</file>

<file path=ppt/media/f49154.txt>
</file>

<file path=ppt/media/f49155.txt>
</file>

<file path=ppt/media/f49156.txt>
</file>

<file path=ppt/media/f49157.txt>
</file>

<file path=ppt/media/f49158.txt>
</file>

<file path=ppt/media/f49159.txt>
</file>

<file path=ppt/media/f49160.txt>
</file>

<file path=ppt/media/f49161.txt>
</file>

<file path=ppt/media/f49162.txt>
</file>

<file path=ppt/media/f49163.txt>
</file>

<file path=ppt/media/f49164.txt>
</file>

<file path=ppt/media/f49165.txt>
</file>

<file path=ppt/media/f49166.txt>
</file>

<file path=ppt/media/f49167.txt>
</file>

<file path=ppt/media/f49168.txt>
</file>

<file path=ppt/media/f49169.txt>
</file>

<file path=ppt/media/f49170.txt>
</file>

<file path=ppt/media/f49171.txt>
</file>

<file path=ppt/media/f49172.txt>
</file>

<file path=ppt/media/f49173.txt>
</file>

<file path=ppt/media/f49174.txt>
</file>

<file path=ppt/media/f49175.txt>
</file>

<file path=ppt/media/f49176.txt>
</file>

<file path=ppt/media/f49177.txt>
</file>

<file path=ppt/media/f49178.txt>
</file>

<file path=ppt/media/f49179.txt>
</file>

<file path=ppt/media/f49180.txt>
</file>

<file path=ppt/media/f49181.txt>
</file>

<file path=ppt/media/f49182.txt>
</file>

<file path=ppt/media/f49183.txt>
</file>

<file path=ppt/media/f49184.txt>
</file>

<file path=ppt/media/f49185.txt>
</file>

<file path=ppt/media/f49186.txt>
</file>

<file path=ppt/media/f49187.txt>
</file>

<file path=ppt/media/f49188.txt>
</file>

<file path=ppt/media/f49189.txt>
</file>

<file path=ppt/media/f49190.txt>
</file>

<file path=ppt/media/f49191.txt>
</file>

<file path=ppt/media/f49192.txt>
</file>

<file path=ppt/media/f49193.txt>
</file>

<file path=ppt/media/f49194.txt>
</file>

<file path=ppt/media/f49195.txt>
</file>

<file path=ppt/media/f49196.txt>
</file>

<file path=ppt/media/f49197.txt>
</file>

<file path=ppt/media/f49198.txt>
</file>

<file path=ppt/media/f49199.txt>
</file>

<file path=ppt/media/f49200.txt>
</file>

<file path=ppt/media/f49201.txt>
</file>

<file path=ppt/media/f49202.txt>
</file>

<file path=ppt/media/f49203.txt>
</file>

<file path=ppt/media/f49204.txt>
</file>

<file path=ppt/media/f49205.txt>
</file>

<file path=ppt/media/f49206.txt>
</file>

<file path=ppt/media/f49207.txt>
</file>

<file path=ppt/media/f49208.txt>
</file>

<file path=ppt/media/f49209.txt>
</file>

<file path=ppt/media/f49210.txt>
</file>

<file path=ppt/media/f49211.txt>
</file>

<file path=ppt/media/f49212.txt>
</file>

<file path=ppt/media/f49213.txt>
</file>

<file path=ppt/media/f49214.txt>
</file>

<file path=ppt/media/f49215.txt>
</file>

<file path=ppt/media/f49216.txt>
</file>

<file path=ppt/media/f49217.txt>
</file>

<file path=ppt/media/f49218.txt>
</file>

<file path=ppt/media/f49219.txt>
</file>

<file path=ppt/media/f49220.txt>
</file>

<file path=ppt/media/f49221.txt>
</file>

<file path=ppt/media/f49222.txt>
</file>

<file path=ppt/media/f49223.txt>
</file>

<file path=ppt/media/f49224.txt>
</file>

<file path=ppt/media/f49225.txt>
</file>

<file path=ppt/media/f49226.txt>
</file>

<file path=ppt/media/f49227.txt>
</file>

<file path=ppt/media/f49228.txt>
</file>

<file path=ppt/media/f49229.txt>
</file>

<file path=ppt/media/f49230.txt>
</file>

<file path=ppt/media/f49231.txt>
</file>

<file path=ppt/media/f49232.txt>
</file>

<file path=ppt/media/f49233.txt>
</file>

<file path=ppt/media/f49234.txt>
</file>

<file path=ppt/media/f49235.txt>
</file>

<file path=ppt/media/f49236.txt>
</file>

<file path=ppt/media/f49237.txt>
</file>

<file path=ppt/media/f49238.txt>
</file>

<file path=ppt/media/f49239.txt>
</file>

<file path=ppt/media/f49240.txt>
</file>

<file path=ppt/media/f49241.txt>
</file>

<file path=ppt/media/f49242.txt>
</file>

<file path=ppt/media/f49243.txt>
</file>

<file path=ppt/media/f49244.txt>
</file>

<file path=ppt/media/f49245.txt>
</file>

<file path=ppt/media/f49246.txt>
</file>

<file path=ppt/media/f49247.txt>
</file>

<file path=ppt/media/f49248.txt>
</file>

<file path=ppt/media/f49249.txt>
</file>

<file path=ppt/media/f49250.txt>
</file>

<file path=ppt/media/f49251.txt>
</file>

<file path=ppt/media/f49252.txt>
</file>

<file path=ppt/media/f49253.txt>
</file>

<file path=ppt/media/f49254.txt>
</file>

<file path=ppt/media/f49255.txt>
</file>

<file path=ppt/media/f49256.txt>
</file>

<file path=ppt/media/f49257.txt>
</file>

<file path=ppt/media/f49258.txt>
</file>

<file path=ppt/media/f49259.txt>
</file>

<file path=ppt/media/f49260.txt>
</file>

<file path=ppt/media/f49261.txt>
</file>

<file path=ppt/media/f49262.txt>
</file>

<file path=ppt/media/f49263.txt>
</file>

<file path=ppt/media/f49264.txt>
</file>

<file path=ppt/media/f49265.txt>
</file>

<file path=ppt/media/f49266.txt>
</file>

<file path=ppt/media/f49267.txt>
</file>

<file path=ppt/media/f49268.txt>
</file>

<file path=ppt/media/f49269.txt>
</file>

<file path=ppt/media/f49270.txt>
</file>

<file path=ppt/media/f49271.txt>
</file>

<file path=ppt/media/f49272.txt>
</file>

<file path=ppt/media/f49273.txt>
</file>

<file path=ppt/media/f49274.txt>
</file>

<file path=ppt/media/f49275.txt>
</file>

<file path=ppt/media/f49276.txt>
</file>

<file path=ppt/media/f49277.txt>
</file>

<file path=ppt/media/f49278.txt>
</file>

<file path=ppt/media/f49279.txt>
</file>

<file path=ppt/media/f49280.txt>
</file>

<file path=ppt/media/f49281.txt>
</file>

<file path=ppt/media/f49282.txt>
</file>

<file path=ppt/media/f49283.txt>
</file>

<file path=ppt/media/f49284.txt>
</file>

<file path=ppt/media/f49285.txt>
</file>

<file path=ppt/media/f49286.txt>
</file>

<file path=ppt/media/f49287.txt>
</file>

<file path=ppt/media/f49288.txt>
</file>

<file path=ppt/media/f49289.txt>
</file>

<file path=ppt/media/f49290.txt>
</file>

<file path=ppt/media/f49291.txt>
</file>

<file path=ppt/media/f49292.txt>
</file>

<file path=ppt/media/f49293.txt>
</file>

<file path=ppt/media/f49294.txt>
</file>

<file path=ppt/media/f49295.txt>
</file>

<file path=ppt/media/f49296.txt>
</file>

<file path=ppt/media/f49297.txt>
</file>

<file path=ppt/media/f49298.txt>
</file>

<file path=ppt/media/f49299.txt>
</file>

<file path=ppt/media/f49300.txt>
</file>

<file path=ppt/media/f49301.txt>
</file>

<file path=ppt/media/f49302.txt>
</file>

<file path=ppt/media/f49303.txt>
</file>

<file path=ppt/media/f49304.txt>
</file>

<file path=ppt/media/f49305.txt>
</file>

<file path=ppt/media/f49306.txt>
</file>

<file path=ppt/media/f49307.txt>
</file>

<file path=ppt/media/f49308.txt>
</file>

<file path=ppt/media/f49309.txt>
</file>

<file path=ppt/media/f49310.txt>
</file>

<file path=ppt/media/f49311.txt>
</file>

<file path=ppt/media/f49312.txt>
</file>

<file path=ppt/media/f49313.txt>
</file>

<file path=ppt/media/f49314.txt>
</file>

<file path=ppt/media/f49315.txt>
</file>

<file path=ppt/media/f49316.txt>
</file>

<file path=ppt/media/f49317.txt>
</file>

<file path=ppt/media/f49318.txt>
</file>

<file path=ppt/media/f49319.txt>
</file>

<file path=ppt/media/f49320.txt>
</file>

<file path=ppt/media/f49321.txt>
</file>

<file path=ppt/media/f49322.txt>
</file>

<file path=ppt/media/f49323.txt>
</file>

<file path=ppt/media/f49324.txt>
</file>

<file path=ppt/media/f49325.txt>
</file>

<file path=ppt/media/f49326.txt>
</file>

<file path=ppt/media/f49327.txt>
</file>

<file path=ppt/media/f49328.txt>
</file>

<file path=ppt/media/f49329.txt>
</file>

<file path=ppt/media/f49330.txt>
</file>

<file path=ppt/media/f49331.txt>
</file>

<file path=ppt/media/f49332.txt>
</file>

<file path=ppt/media/f49333.txt>
</file>

<file path=ppt/media/f49334.txt>
</file>

<file path=ppt/media/f49335.txt>
</file>

<file path=ppt/media/f49336.txt>
</file>

<file path=ppt/media/f49337.txt>
</file>

<file path=ppt/media/f49338.txt>
</file>

<file path=ppt/media/f49339.txt>
</file>

<file path=ppt/media/f49340.txt>
</file>

<file path=ppt/media/f49341.txt>
</file>

<file path=ppt/media/f49342.txt>
</file>

<file path=ppt/media/f49343.txt>
</file>

<file path=ppt/media/f49344.txt>
</file>

<file path=ppt/media/f49345.txt>
</file>

<file path=ppt/media/f49346.txt>
</file>

<file path=ppt/media/f49347.txt>
</file>

<file path=ppt/media/f49348.txt>
</file>

<file path=ppt/media/f49349.txt>
</file>

<file path=ppt/media/f49350.txt>
</file>

<file path=ppt/media/f49351.txt>
</file>

<file path=ppt/media/f49352.txt>
</file>

<file path=ppt/media/f49353.txt>
</file>

<file path=ppt/media/f49354.txt>
</file>

<file path=ppt/media/f49355.txt>
</file>

<file path=ppt/media/f49356.txt>
</file>

<file path=ppt/media/f49357.txt>
</file>

<file path=ppt/media/f49358.txt>
</file>

<file path=ppt/media/f49359.txt>
</file>

<file path=ppt/media/f49360.txt>
</file>

<file path=ppt/media/f49361.txt>
</file>

<file path=ppt/media/f49362.txt>
</file>

<file path=ppt/media/f49363.txt>
</file>

<file path=ppt/media/f49364.txt>
</file>

<file path=ppt/media/f49365.txt>
</file>

<file path=ppt/media/f49366.txt>
</file>

<file path=ppt/media/f49367.txt>
</file>

<file path=ppt/media/f49368.txt>
</file>

<file path=ppt/media/f49369.txt>
</file>

<file path=ppt/media/f49370.txt>
</file>

<file path=ppt/media/f49371.txt>
</file>

<file path=ppt/media/f49372.txt>
</file>

<file path=ppt/media/f49373.txt>
</file>

<file path=ppt/media/f49374.txt>
</file>

<file path=ppt/media/f49375.txt>
</file>

<file path=ppt/media/f49376.txt>
</file>

<file path=ppt/media/f49377.txt>
</file>

<file path=ppt/media/f49378.txt>
</file>

<file path=ppt/media/f49379.txt>
</file>

<file path=ppt/media/f49380.txt>
</file>

<file path=ppt/media/f49381.txt>
</file>

<file path=ppt/media/f49382.txt>
</file>

<file path=ppt/media/f49383.txt>
</file>

<file path=ppt/media/f49384.txt>
</file>

<file path=ppt/media/f49385.txt>
</file>

<file path=ppt/media/f49386.txt>
</file>

<file path=ppt/media/f49387.txt>
</file>

<file path=ppt/media/f49388.txt>
</file>

<file path=ppt/media/f49389.txt>
</file>

<file path=ppt/media/f49390.txt>
</file>

<file path=ppt/media/f49391.txt>
</file>

<file path=ppt/media/f49392.txt>
</file>

<file path=ppt/media/f49393.txt>
</file>

<file path=ppt/media/f49394.txt>
</file>

<file path=ppt/media/f49395.txt>
</file>

<file path=ppt/media/f49396.txt>
</file>

<file path=ppt/media/f49397.txt>
</file>

<file path=ppt/media/f49398.txt>
</file>

<file path=ppt/media/f49399.txt>
</file>

<file path=ppt/media/f49400.txt>
</file>

<file path=ppt/media/f49401.txt>
</file>

<file path=ppt/media/f49402.txt>
</file>

<file path=ppt/media/f49403.txt>
</file>

<file path=ppt/media/f49404.txt>
</file>

<file path=ppt/media/f49405.txt>
</file>

<file path=ppt/media/f49406.txt>
</file>

<file path=ppt/media/f49407.txt>
</file>

<file path=ppt/media/f49408.txt>
</file>

<file path=ppt/media/f49409.txt>
</file>

<file path=ppt/media/f49410.txt>
</file>

<file path=ppt/media/f49411.txt>
</file>

<file path=ppt/media/f49412.txt>
</file>

<file path=ppt/media/f49413.txt>
</file>

<file path=ppt/media/f49414.txt>
</file>

<file path=ppt/media/f49415.txt>
</file>

<file path=ppt/media/f49416.txt>
</file>

<file path=ppt/media/f49417.txt>
</file>

<file path=ppt/media/f49418.txt>
</file>

<file path=ppt/media/f49419.txt>
</file>

<file path=ppt/media/f49420.txt>
</file>

<file path=ppt/media/f49421.txt>
</file>

<file path=ppt/media/f49422.txt>
</file>

<file path=ppt/media/f49423.txt>
</file>

<file path=ppt/media/f49424.txt>
</file>

<file path=ppt/media/f49425.txt>
</file>

<file path=ppt/media/f49426.txt>
</file>

<file path=ppt/media/f49427.txt>
</file>

<file path=ppt/media/f49428.txt>
</file>

<file path=ppt/media/f49429.txt>
</file>

<file path=ppt/media/f49430.txt>
</file>

<file path=ppt/media/f49431.txt>
</file>

<file path=ppt/media/f49432.txt>
</file>

<file path=ppt/media/f49433.txt>
</file>

<file path=ppt/media/f49434.txt>
</file>

<file path=ppt/media/f49435.txt>
</file>

<file path=ppt/media/f49436.txt>
</file>

<file path=ppt/media/f49437.txt>
</file>

<file path=ppt/media/f49438.txt>
</file>

<file path=ppt/media/f49439.txt>
</file>

<file path=ppt/media/f49440.txt>
</file>

<file path=ppt/media/f49441.txt>
</file>

<file path=ppt/media/f49442.txt>
</file>

<file path=ppt/media/f49443.txt>
</file>

<file path=ppt/media/f49444.txt>
</file>

<file path=ppt/media/f49445.txt>
</file>

<file path=ppt/media/f49446.txt>
</file>

<file path=ppt/media/f49447.txt>
</file>

<file path=ppt/media/f49448.txt>
</file>

<file path=ppt/media/f49449.txt>
</file>

<file path=ppt/media/f49450.txt>
</file>

<file path=ppt/media/f49451.txt>
</file>

<file path=ppt/media/f49452.txt>
</file>

<file path=ppt/media/f49453.txt>
</file>

<file path=ppt/media/f49454.txt>
</file>

<file path=ppt/media/f49455.txt>
</file>

<file path=ppt/media/f49456.txt>
</file>

<file path=ppt/media/f49457.txt>
</file>

<file path=ppt/media/f49458.txt>
</file>

<file path=ppt/media/f49459.txt>
</file>

<file path=ppt/media/f49460.txt>
</file>

<file path=ppt/media/f49461.txt>
</file>

<file path=ppt/media/f49462.txt>
</file>

<file path=ppt/media/f49463.txt>
</file>

<file path=ppt/media/f49464.txt>
</file>

<file path=ppt/media/f49465.txt>
</file>

<file path=ppt/media/f49466.txt>
</file>

<file path=ppt/media/f49467.txt>
</file>

<file path=ppt/media/f49468.txt>
</file>

<file path=ppt/media/f49469.txt>
</file>

<file path=ppt/media/f49470.txt>
</file>

<file path=ppt/media/f49471.txt>
</file>

<file path=ppt/media/f49472.txt>
</file>

<file path=ppt/media/f49473.txt>
</file>

<file path=ppt/media/f49474.txt>
</file>

<file path=ppt/media/f49475.txt>
</file>

<file path=ppt/media/f49476.txt>
</file>

<file path=ppt/media/f49477.txt>
</file>

<file path=ppt/media/f49478.txt>
</file>

<file path=ppt/media/f49479.txt>
</file>

<file path=ppt/media/f49480.txt>
</file>

<file path=ppt/media/f49481.txt>
</file>

<file path=ppt/media/f49482.txt>
</file>

<file path=ppt/media/f49483.txt>
</file>

<file path=ppt/media/f49484.txt>
</file>

<file path=ppt/media/f49485.txt>
</file>

<file path=ppt/media/f49486.txt>
</file>

<file path=ppt/media/f49487.txt>
</file>

<file path=ppt/media/f49488.txt>
</file>

<file path=ppt/media/f49489.txt>
</file>

<file path=ppt/media/f49490.txt>
</file>

<file path=ppt/media/f49491.txt>
</file>

<file path=ppt/media/f49492.txt>
</file>

<file path=ppt/media/f49493.txt>
</file>

<file path=ppt/media/f49494.txt>
</file>

<file path=ppt/media/f49495.txt>
</file>

<file path=ppt/media/f49496.txt>
</file>

<file path=ppt/media/f49497.txt>
</file>

<file path=ppt/media/f49498.txt>
</file>

<file path=ppt/media/f49499.txt>
</file>

<file path=ppt/media/f49500.txt>
</file>

<file path=ppt/media/f49501.txt>
</file>

<file path=ppt/media/f49502.txt>
</file>

<file path=ppt/media/f49503.txt>
</file>

<file path=ppt/media/f49504.txt>
</file>

<file path=ppt/media/f49505.txt>
</file>

<file path=ppt/media/f49506.txt>
</file>

<file path=ppt/media/f49507.txt>
</file>

<file path=ppt/media/f49508.txt>
</file>

<file path=ppt/media/f49509.txt>
</file>

<file path=ppt/media/f49510.txt>
</file>

<file path=ppt/media/f49511.txt>
</file>

<file path=ppt/media/f49512.txt>
</file>

<file path=ppt/media/f49513.txt>
</file>

<file path=ppt/media/f49514.txt>
</file>

<file path=ppt/media/f49515.txt>
</file>

<file path=ppt/media/f49516.txt>
</file>

<file path=ppt/media/f49517.txt>
</file>

<file path=ppt/media/f49518.txt>
</file>

<file path=ppt/media/f49519.txt>
</file>

<file path=ppt/media/f49520.txt>
</file>

<file path=ppt/media/f49521.txt>
</file>

<file path=ppt/media/f49522.txt>
</file>

<file path=ppt/media/f49523.txt>
</file>

<file path=ppt/media/f49524.txt>
</file>

<file path=ppt/media/f49525.txt>
</file>

<file path=ppt/media/f49526.txt>
</file>

<file path=ppt/media/f49527.txt>
</file>

<file path=ppt/media/f49528.txt>
</file>

<file path=ppt/media/f49529.txt>
</file>

<file path=ppt/media/f49530.txt>
</file>

<file path=ppt/media/f49531.txt>
</file>

<file path=ppt/media/f49532.txt>
</file>

<file path=ppt/media/f49533.txt>
</file>

<file path=ppt/media/f49534.txt>
</file>

<file path=ppt/media/f49535.txt>
</file>

<file path=ppt/media/f49536.txt>
</file>

<file path=ppt/media/f49537.txt>
</file>

<file path=ppt/media/f49538.txt>
</file>

<file path=ppt/media/f49539.txt>
</file>

<file path=ppt/media/f49540.txt>
</file>

<file path=ppt/media/f49541.txt>
</file>

<file path=ppt/media/f49542.txt>
</file>

<file path=ppt/media/f49543.txt>
</file>

<file path=ppt/media/f49544.txt>
</file>

<file path=ppt/media/f49545.txt>
</file>

<file path=ppt/media/f49546.txt>
</file>

<file path=ppt/media/f49547.txt>
</file>

<file path=ppt/media/f49548.txt>
</file>

<file path=ppt/media/f49549.txt>
</file>

<file path=ppt/media/f49550.txt>
</file>

<file path=ppt/media/f49551.txt>
</file>

<file path=ppt/media/f49552.txt>
</file>

<file path=ppt/media/f49553.txt>
</file>

<file path=ppt/media/f49554.txt>
</file>

<file path=ppt/media/f49555.txt>
</file>

<file path=ppt/media/f49556.txt>
</file>

<file path=ppt/media/f49557.txt>
</file>

<file path=ppt/media/f49558.txt>
</file>

<file path=ppt/media/f49559.txt>
</file>

<file path=ppt/media/f49560.txt>
</file>

<file path=ppt/media/f49561.txt>
</file>

<file path=ppt/media/f49562.txt>
</file>

<file path=ppt/media/f49563.txt>
</file>

<file path=ppt/media/f49564.txt>
</file>

<file path=ppt/media/f49565.txt>
</file>

<file path=ppt/media/f49566.txt>
</file>

<file path=ppt/media/f49567.txt>
</file>

<file path=ppt/media/f49568.txt>
</file>

<file path=ppt/media/f49569.txt>
</file>

<file path=ppt/media/f49570.txt>
</file>

<file path=ppt/media/f49571.txt>
</file>

<file path=ppt/media/f49572.txt>
</file>

<file path=ppt/media/f49573.txt>
</file>

<file path=ppt/media/f49574.txt>
</file>

<file path=ppt/media/f49575.txt>
</file>

<file path=ppt/media/f49576.txt>
</file>

<file path=ppt/media/f49577.txt>
</file>

<file path=ppt/media/f49578.txt>
</file>

<file path=ppt/media/f49579.txt>
</file>

<file path=ppt/media/f49580.txt>
</file>

<file path=ppt/media/f49581.txt>
</file>

<file path=ppt/media/f49582.txt>
</file>

<file path=ppt/media/f49583.txt>
</file>

<file path=ppt/media/f49584.txt>
</file>

<file path=ppt/media/f49585.txt>
</file>

<file path=ppt/media/f49586.txt>
</file>

<file path=ppt/media/f49587.txt>
</file>

<file path=ppt/media/f49588.txt>
</file>

<file path=ppt/media/f49589.txt>
</file>

<file path=ppt/media/f49590.txt>
</file>

<file path=ppt/media/f49591.txt>
</file>

<file path=ppt/media/f49592.txt>
</file>

<file path=ppt/media/f49593.txt>
</file>

<file path=ppt/media/f49594.txt>
</file>

<file path=ppt/media/f49595.txt>
</file>

<file path=ppt/media/f49596.txt>
</file>

<file path=ppt/media/f49597.txt>
</file>

<file path=ppt/media/f49598.txt>
</file>

<file path=ppt/media/f49599.txt>
</file>

<file path=ppt/media/f49600.txt>
</file>

<file path=ppt/media/f49601.txt>
</file>

<file path=ppt/media/f49602.txt>
</file>

<file path=ppt/media/f49603.txt>
</file>

<file path=ppt/media/f49604.txt>
</file>

<file path=ppt/media/f49605.txt>
</file>

<file path=ppt/media/f49606.txt>
</file>

<file path=ppt/media/f49607.txt>
</file>

<file path=ppt/media/f49608.txt>
</file>

<file path=ppt/media/f49609.txt>
</file>

<file path=ppt/media/f49610.txt>
</file>

<file path=ppt/media/f49611.txt>
</file>

<file path=ppt/media/f49612.txt>
</file>

<file path=ppt/media/f49613.txt>
</file>

<file path=ppt/media/f49614.txt>
</file>

<file path=ppt/media/f49615.txt>
</file>

<file path=ppt/media/f49616.txt>
</file>

<file path=ppt/media/f49617.txt>
</file>

<file path=ppt/media/f49618.txt>
</file>

<file path=ppt/media/f49619.txt>
</file>

<file path=ppt/media/f49620.txt>
</file>

<file path=ppt/media/f49621.txt>
</file>

<file path=ppt/media/f49622.txt>
</file>

<file path=ppt/media/f49623.txt>
</file>

<file path=ppt/media/f49624.txt>
</file>

<file path=ppt/media/f49625.txt>
</file>

<file path=ppt/media/f49626.txt>
</file>

<file path=ppt/media/f49627.txt>
</file>

<file path=ppt/media/f49628.txt>
</file>

<file path=ppt/media/f49629.txt>
</file>

<file path=ppt/media/f49630.txt>
</file>

<file path=ppt/media/f49631.txt>
</file>

<file path=ppt/media/f49632.txt>
</file>

<file path=ppt/media/f49633.txt>
</file>

<file path=ppt/media/f49634.txt>
</file>

<file path=ppt/media/f49635.txt>
</file>

<file path=ppt/media/f49636.txt>
</file>

<file path=ppt/media/f49637.txt>
</file>

<file path=ppt/media/f49638.txt>
</file>

<file path=ppt/media/f49639.txt>
</file>

<file path=ppt/media/f49640.txt>
</file>

<file path=ppt/media/f49641.txt>
</file>

<file path=ppt/media/f49642.txt>
</file>

<file path=ppt/media/f49643.txt>
</file>

<file path=ppt/media/f49644.txt>
</file>

<file path=ppt/media/f49645.txt>
</file>

<file path=ppt/media/f49646.txt>
</file>

<file path=ppt/media/f49647.txt>
</file>

<file path=ppt/media/f49648.txt>
</file>

<file path=ppt/media/f49649.txt>
</file>

<file path=ppt/media/f49650.txt>
</file>

<file path=ppt/media/f49651.txt>
</file>

<file path=ppt/media/f49652.txt>
</file>

<file path=ppt/media/f49653.txt>
</file>

<file path=ppt/media/f49654.txt>
</file>

<file path=ppt/media/f49655.txt>
</file>

<file path=ppt/media/f49656.txt>
</file>

<file path=ppt/media/f49657.txt>
</file>

<file path=ppt/media/f49658.txt>
</file>

<file path=ppt/media/f49659.txt>
</file>

<file path=ppt/media/f49660.txt>
</file>

<file path=ppt/media/f49661.txt>
</file>

<file path=ppt/media/f49662.txt>
</file>

<file path=ppt/media/f49663.txt>
</file>

<file path=ppt/media/f49664.txt>
</file>

<file path=ppt/media/f49665.txt>
</file>

<file path=ppt/media/f49666.txt>
</file>

<file path=ppt/media/f49667.txt>
</file>

<file path=ppt/media/f49668.txt>
</file>

<file path=ppt/media/f49669.txt>
</file>

<file path=ppt/media/f49670.txt>
</file>

<file path=ppt/media/f49671.txt>
</file>

<file path=ppt/media/f49672.txt>
</file>

<file path=ppt/media/f49673.txt>
</file>

<file path=ppt/media/f49674.txt>
</file>

<file path=ppt/media/f49675.txt>
</file>

<file path=ppt/media/f49676.txt>
</file>

<file path=ppt/media/f49677.txt>
</file>

<file path=ppt/media/f49678.txt>
</file>

<file path=ppt/media/f49679.txt>
</file>

<file path=ppt/media/f49680.txt>
</file>

<file path=ppt/media/f49681.txt>
</file>

<file path=ppt/media/f49682.txt>
</file>

<file path=ppt/media/f49683.txt>
</file>

<file path=ppt/media/f49684.txt>
</file>

<file path=ppt/media/f49685.txt>
</file>

<file path=ppt/media/f49686.txt>
</file>

<file path=ppt/media/f49687.txt>
</file>

<file path=ppt/media/f49688.txt>
</file>

<file path=ppt/media/f49689.txt>
</file>

<file path=ppt/media/f49690.txt>
</file>

<file path=ppt/media/f49691.txt>
</file>

<file path=ppt/media/f49692.txt>
</file>

<file path=ppt/media/f49693.txt>
</file>

<file path=ppt/media/f49694.txt>
</file>

<file path=ppt/media/f49695.txt>
</file>

<file path=ppt/media/f49696.txt>
</file>

<file path=ppt/media/f49697.txt>
</file>

<file path=ppt/media/f49698.txt>
</file>

<file path=ppt/media/f49699.txt>
</file>

<file path=ppt/media/f49700.txt>
</file>

<file path=ppt/media/f49701.txt>
</file>

<file path=ppt/media/f49702.txt>
</file>

<file path=ppt/media/f49703.txt>
</file>

<file path=ppt/media/f49704.txt>
</file>

<file path=ppt/media/f49705.txt>
</file>

<file path=ppt/media/f49706.txt>
</file>

<file path=ppt/media/f49707.txt>
</file>

<file path=ppt/media/f49708.txt>
</file>

<file path=ppt/media/f49709.txt>
</file>

<file path=ppt/media/f49710.txt>
</file>

<file path=ppt/media/f49711.txt>
</file>

<file path=ppt/media/f49712.txt>
</file>

<file path=ppt/media/f49713.txt>
</file>

<file path=ppt/media/f49714.txt>
</file>

<file path=ppt/media/f49715.txt>
</file>

<file path=ppt/media/f49716.txt>
</file>

<file path=ppt/media/f49717.txt>
</file>

<file path=ppt/media/f49718.txt>
</file>

<file path=ppt/media/f49719.txt>
</file>

<file path=ppt/media/f49720.txt>
</file>

<file path=ppt/media/f49721.txt>
</file>

<file path=ppt/media/f49722.txt>
</file>

<file path=ppt/media/f49723.txt>
</file>

<file path=ppt/media/f49724.txt>
</file>

<file path=ppt/media/f49725.txt>
</file>

<file path=ppt/media/f49726.txt>
</file>

<file path=ppt/media/f49727.txt>
</file>

<file path=ppt/media/f49728.txt>
</file>

<file path=ppt/media/f49729.txt>
</file>

<file path=ppt/media/f49730.txt>
</file>

<file path=ppt/media/f49731.txt>
</file>

<file path=ppt/media/f49732.txt>
</file>

<file path=ppt/media/f49733.txt>
</file>

<file path=ppt/media/f49734.txt>
</file>

<file path=ppt/media/f49735.txt>
</file>

<file path=ppt/media/f49736.txt>
</file>

<file path=ppt/media/f49737.txt>
</file>

<file path=ppt/media/f49738.txt>
</file>

<file path=ppt/media/f49739.txt>
</file>

<file path=ppt/media/f49740.txt>
</file>

<file path=ppt/media/f49741.txt>
</file>

<file path=ppt/media/f49742.txt>
</file>

<file path=ppt/media/f49743.txt>
</file>

<file path=ppt/media/f49744.txt>
</file>

<file path=ppt/media/f49745.txt>
</file>

<file path=ppt/media/f49746.txt>
</file>

<file path=ppt/media/f49747.txt>
</file>

<file path=ppt/media/f49748.txt>
</file>

<file path=ppt/media/f49749.txt>
</file>

<file path=ppt/media/f49750.txt>
</file>

<file path=ppt/media/f49751.txt>
</file>

<file path=ppt/media/f49752.txt>
</file>

<file path=ppt/media/f49753.txt>
</file>

<file path=ppt/media/f49754.txt>
</file>

<file path=ppt/media/f49755.txt>
</file>

<file path=ppt/media/f49756.txt>
</file>

<file path=ppt/media/f49757.txt>
</file>

<file path=ppt/media/f49758.txt>
</file>

<file path=ppt/media/f49759.txt>
</file>

<file path=ppt/media/f49760.txt>
</file>

<file path=ppt/media/f49761.txt>
</file>

<file path=ppt/media/f49762.txt>
</file>

<file path=ppt/media/f49763.txt>
</file>

<file path=ppt/media/f49764.txt>
</file>

<file path=ppt/media/f49765.txt>
</file>

<file path=ppt/media/f49766.txt>
</file>

<file path=ppt/media/f49767.txt>
</file>

<file path=ppt/media/f49768.txt>
</file>

<file path=ppt/media/f49769.txt>
</file>

<file path=ppt/media/f49770.txt>
</file>

<file path=ppt/media/f49771.txt>
</file>

<file path=ppt/media/f49772.txt>
</file>

<file path=ppt/media/f49773.txt>
</file>

<file path=ppt/media/f49774.txt>
</file>

<file path=ppt/media/f49775.txt>
</file>

<file path=ppt/media/f49776.txt>
</file>

<file path=ppt/media/f49777.txt>
</file>

<file path=ppt/media/f49778.txt>
</file>

<file path=ppt/media/f49779.txt>
</file>

<file path=ppt/media/f49780.txt>
</file>

<file path=ppt/media/f49781.txt>
</file>

<file path=ppt/media/f49782.txt>
</file>

<file path=ppt/media/f49783.txt>
</file>

<file path=ppt/media/f49784.txt>
</file>

<file path=ppt/media/f49785.txt>
</file>

<file path=ppt/media/f49786.txt>
</file>

<file path=ppt/media/f49787.txt>
</file>

<file path=ppt/media/f49788.txt>
</file>

<file path=ppt/media/f49789.txt>
</file>

<file path=ppt/media/f49790.txt>
</file>

<file path=ppt/media/f49791.txt>
</file>

<file path=ppt/media/f49792.txt>
</file>

<file path=ppt/media/f49793.txt>
</file>

<file path=ppt/media/f49794.txt>
</file>

<file path=ppt/media/f49795.txt>
</file>

<file path=ppt/media/f49796.txt>
</file>

<file path=ppt/media/f49797.txt>
</file>

<file path=ppt/media/f49798.txt>
</file>

<file path=ppt/media/f49799.txt>
</file>

<file path=ppt/media/f49800.txt>
</file>

<file path=ppt/media/f49801.txt>
</file>

<file path=ppt/media/f49802.txt>
</file>

<file path=ppt/media/f49803.txt>
</file>

<file path=ppt/media/f49804.txt>
</file>

<file path=ppt/media/f49805.txt>
</file>

<file path=ppt/media/f49806.txt>
</file>

<file path=ppt/media/f49807.txt>
</file>

<file path=ppt/media/f49808.txt>
</file>

<file path=ppt/media/f49809.txt>
</file>

<file path=ppt/media/f49810.txt>
</file>

<file path=ppt/media/f49811.txt>
</file>

<file path=ppt/media/f49812.txt>
</file>

<file path=ppt/media/f49813.txt>
</file>

<file path=ppt/media/f49814.txt>
</file>

<file path=ppt/media/f49815.txt>
</file>

<file path=ppt/media/f49816.txt>
</file>

<file path=ppt/media/f49817.txt>
</file>

<file path=ppt/media/f49818.txt>
</file>

<file path=ppt/media/f49819.txt>
</file>

<file path=ppt/media/f49820.txt>
</file>

<file path=ppt/media/f49821.txt>
</file>

<file path=ppt/media/f49822.txt>
</file>

<file path=ppt/media/f49823.txt>
</file>

<file path=ppt/media/f49824.txt>
</file>

<file path=ppt/media/f49825.txt>
</file>

<file path=ppt/media/f49826.txt>
</file>

<file path=ppt/media/f49827.txt>
</file>

<file path=ppt/media/f49828.txt>
</file>

<file path=ppt/media/f49829.txt>
</file>

<file path=ppt/media/f49830.txt>
</file>

<file path=ppt/media/f49831.txt>
</file>

<file path=ppt/media/f49832.txt>
</file>

<file path=ppt/media/f49833.txt>
</file>

<file path=ppt/media/f49834.txt>
</file>

<file path=ppt/media/f49835.txt>
</file>

<file path=ppt/media/f49836.txt>
</file>

<file path=ppt/media/f49837.txt>
</file>

<file path=ppt/media/f49838.txt>
</file>

<file path=ppt/media/f49839.txt>
</file>

<file path=ppt/media/f49840.txt>
</file>

<file path=ppt/media/f49841.txt>
</file>

<file path=ppt/media/f49842.txt>
</file>

<file path=ppt/media/f49843.txt>
</file>

<file path=ppt/media/f49844.txt>
</file>

<file path=ppt/media/f49845.txt>
</file>

<file path=ppt/media/f49846.txt>
</file>

<file path=ppt/media/f49847.txt>
</file>

<file path=ppt/media/f49848.txt>
</file>

<file path=ppt/media/f49849.txt>
</file>

<file path=ppt/media/f49850.txt>
</file>

<file path=ppt/media/f49851.txt>
</file>

<file path=ppt/media/f49852.txt>
</file>

<file path=ppt/media/f49853.txt>
</file>

<file path=ppt/media/f49854.txt>
</file>

<file path=ppt/media/f49855.txt>
</file>

<file path=ppt/media/f49856.txt>
</file>

<file path=ppt/media/f49857.txt>
</file>

<file path=ppt/media/f49858.txt>
</file>

<file path=ppt/media/f49859.txt>
</file>

<file path=ppt/media/f49860.txt>
</file>

<file path=ppt/media/f49861.txt>
</file>

<file path=ppt/media/f49862.txt>
</file>

<file path=ppt/media/f49863.txt>
</file>

<file path=ppt/media/f49864.txt>
</file>

<file path=ppt/media/f49865.txt>
</file>

<file path=ppt/media/f49866.txt>
</file>

<file path=ppt/media/f49867.txt>
</file>

<file path=ppt/media/f49868.txt>
</file>

<file path=ppt/media/f49869.txt>
</file>

<file path=ppt/media/f49870.txt>
</file>

<file path=ppt/media/f49871.txt>
</file>

<file path=ppt/media/f49872.txt>
</file>

<file path=ppt/media/f49873.txt>
</file>

<file path=ppt/media/f49874.txt>
</file>

<file path=ppt/media/f49875.txt>
</file>

<file path=ppt/media/f49876.txt>
</file>

<file path=ppt/media/f49877.txt>
</file>

<file path=ppt/media/f49878.txt>
</file>

<file path=ppt/media/f49879.txt>
</file>

<file path=ppt/media/f49880.txt>
</file>

<file path=ppt/media/f49881.txt>
</file>

<file path=ppt/media/f49882.txt>
</file>

<file path=ppt/media/f49883.txt>
</file>

<file path=ppt/media/f49884.txt>
</file>

<file path=ppt/media/f49885.txt>
</file>

<file path=ppt/media/f49886.txt>
</file>

<file path=ppt/media/f49887.txt>
</file>

<file path=ppt/media/f49888.txt>
</file>

<file path=ppt/media/f49889.txt>
</file>

<file path=ppt/media/f49890.txt>
</file>

<file path=ppt/media/f49891.txt>
</file>

<file path=ppt/media/f49892.txt>
</file>

<file path=ppt/media/f49893.txt>
</file>

<file path=ppt/media/f49894.txt>
</file>

<file path=ppt/media/f49895.txt>
</file>

<file path=ppt/media/f49896.txt>
</file>

<file path=ppt/media/f49897.txt>
</file>

<file path=ppt/media/f49898.txt>
</file>

<file path=ppt/media/f49899.txt>
</file>

<file path=ppt/media/f49900.txt>
</file>

<file path=ppt/media/f49901.txt>
</file>

<file path=ppt/media/f49902.txt>
</file>

<file path=ppt/media/f49903.txt>
</file>

<file path=ppt/media/f49904.txt>
</file>

<file path=ppt/media/f49905.txt>
</file>

<file path=ppt/media/f49906.txt>
</file>

<file path=ppt/media/f49907.txt>
</file>

<file path=ppt/media/f49908.txt>
</file>

<file path=ppt/media/f49909.txt>
</file>

<file path=ppt/media/f49910.txt>
</file>

<file path=ppt/media/f49911.txt>
</file>

<file path=ppt/media/f49912.txt>
</file>

<file path=ppt/media/f49913.txt>
</file>

<file path=ppt/media/f49914.txt>
</file>

<file path=ppt/media/f49915.txt>
</file>

<file path=ppt/media/f49916.txt>
</file>

<file path=ppt/media/f49917.txt>
</file>

<file path=ppt/media/f49918.txt>
</file>

<file path=ppt/media/f49919.txt>
</file>

<file path=ppt/media/f49920.txt>
</file>

<file path=ppt/media/f49921.txt>
</file>

<file path=ppt/media/f49922.txt>
</file>

<file path=ppt/media/f49923.txt>
</file>

<file path=ppt/media/f49924.txt>
</file>

<file path=ppt/media/f49925.txt>
</file>

<file path=ppt/media/f49926.txt>
</file>

<file path=ppt/media/f49927.txt>
</file>

<file path=ppt/media/f49928.txt>
</file>

<file path=ppt/media/f49929.txt>
</file>

<file path=ppt/media/f49930.txt>
</file>

<file path=ppt/media/f49931.txt>
</file>

<file path=ppt/media/f49932.txt>
</file>

<file path=ppt/media/f49933.txt>
</file>

<file path=ppt/media/f49934.txt>
</file>

<file path=ppt/media/f49935.txt>
</file>

<file path=ppt/media/f49936.txt>
</file>

<file path=ppt/media/f49937.txt>
</file>

<file path=ppt/media/f49938.txt>
</file>

<file path=ppt/media/f49939.txt>
</file>

<file path=ppt/media/f49940.txt>
</file>

<file path=ppt/media/f49941.txt>
</file>

<file path=ppt/media/f49942.txt>
</file>

<file path=ppt/media/f49943.txt>
</file>

<file path=ppt/media/f49944.txt>
</file>

<file path=ppt/media/f49945.txt>
</file>

<file path=ppt/media/f49946.txt>
</file>

<file path=ppt/media/f49947.txt>
</file>

<file path=ppt/media/f49948.txt>
</file>

<file path=ppt/media/f49949.txt>
</file>

<file path=ppt/media/f49950.txt>
</file>

<file path=ppt/media/f49951.txt>
</file>

<file path=ppt/media/f49952.txt>
</file>

<file path=ppt/media/f49953.txt>
</file>

<file path=ppt/media/f49954.txt>
</file>

<file path=ppt/media/f49955.txt>
</file>

<file path=ppt/media/f49956.txt>
</file>

<file path=ppt/media/f49957.txt>
</file>

<file path=ppt/media/f49958.txt>
</file>

<file path=ppt/media/f49959.txt>
</file>

<file path=ppt/media/f49960.txt>
</file>

<file path=ppt/media/f49961.txt>
</file>

<file path=ppt/media/f49962.txt>
</file>

<file path=ppt/media/f49963.txt>
</file>

<file path=ppt/media/f49964.txt>
</file>

<file path=ppt/media/f49965.txt>
</file>

<file path=ppt/media/f49966.txt>
</file>

<file path=ppt/media/f49967.txt>
</file>

<file path=ppt/media/f49968.txt>
</file>

<file path=ppt/media/f49969.txt>
</file>

<file path=ppt/media/f49970.txt>
</file>

<file path=ppt/media/f49971.txt>
</file>

<file path=ppt/media/f49972.txt>
</file>

<file path=ppt/media/f49973.txt>
</file>

<file path=ppt/media/f49974.txt>
</file>

<file path=ppt/media/f49975.txt>
</file>

<file path=ppt/media/f49976.txt>
</file>

<file path=ppt/media/f49977.txt>
</file>

<file path=ppt/media/f49978.txt>
</file>

<file path=ppt/media/f49979.txt>
</file>

<file path=ppt/media/f49980.txt>
</file>

<file path=ppt/media/f49981.txt>
</file>

<file path=ppt/media/f49982.txt>
</file>

<file path=ppt/media/f49983.txt>
</file>

<file path=ppt/media/f49984.txt>
</file>

<file path=ppt/media/f49985.txt>
</file>

<file path=ppt/media/f49986.txt>
</file>

<file path=ppt/media/f49987.txt>
</file>

<file path=ppt/media/f49988.txt>
</file>

<file path=ppt/media/f49989.txt>
</file>

<file path=ppt/media/f49990.txt>
</file>

<file path=ppt/media/f49991.txt>
</file>

<file path=ppt/media/f49992.txt>
</file>

<file path=ppt/media/f49993.txt>
</file>

<file path=ppt/media/f49994.txt>
</file>

<file path=ppt/media/f49995.txt>
</file>

<file path=ppt/media/f49996.txt>
</file>

<file path=ppt/media/f49997.txt>
</file>

<file path=ppt/media/f49998.txt>
</file>

<file path=ppt/media/f49999.txt>
</file>

<file path=ppt/media/f50000.txt>
</file>

<file path=ppt/media/f50001.txt>
</file>

<file path=ppt/media/f50002.txt>
</file>

<file path=ppt/media/f50003.txt>
</file>

<file path=ppt/media/f50004.txt>
</file>

<file path=ppt/media/f50005.txt>
</file>

<file path=ppt/media/f50006.txt>
</file>

<file path=ppt/media/f50007.txt>
</file>

<file path=ppt/media/f50008.txt>
</file>

<file path=ppt/media/f50009.txt>
</file>

<file path=ppt/media/f50010.txt>
</file>

<file path=ppt/media/f50011.txt>
</file>

<file path=ppt/media/f50012.txt>
</file>

<file path=ppt/media/f50013.txt>
</file>

<file path=ppt/media/f50014.txt>
</file>

<file path=ppt/media/f50015.txt>
</file>

<file path=ppt/media/f50016.txt>
</file>

<file path=ppt/media/f50017.txt>
</file>

<file path=ppt/media/f50018.txt>
</file>

<file path=ppt/media/f50019.txt>
</file>

<file path=ppt/media/f50020.txt>
</file>

<file path=ppt/media/f50021.txt>
</file>

<file path=ppt/media/f50022.txt>
</file>

<file path=ppt/media/f50023.txt>
</file>

<file path=ppt/media/f50024.txt>
</file>

<file path=ppt/media/f50025.txt>
</file>

<file path=ppt/media/f50026.txt>
</file>

<file path=ppt/media/f50027.txt>
</file>

<file path=ppt/media/f50028.txt>
</file>

<file path=ppt/media/f50029.txt>
</file>

<file path=ppt/media/f50030.txt>
</file>

<file path=ppt/media/f50031.txt>
</file>

<file path=ppt/media/f50032.txt>
</file>

<file path=ppt/media/f50033.txt>
</file>

<file path=ppt/media/f50034.txt>
</file>

<file path=ppt/media/f50035.txt>
</file>

<file path=ppt/media/f50036.txt>
</file>

<file path=ppt/media/f50037.txt>
</file>

<file path=ppt/media/f50038.txt>
</file>

<file path=ppt/media/f50039.txt>
</file>

<file path=ppt/media/f50040.txt>
</file>

<file path=ppt/media/f50041.txt>
</file>

<file path=ppt/media/f50042.txt>
</file>

<file path=ppt/media/f50043.txt>
</file>

<file path=ppt/media/f50044.txt>
</file>

<file path=ppt/media/f50045.txt>
</file>

<file path=ppt/media/f50046.txt>
</file>

<file path=ppt/media/f50047.txt>
</file>

<file path=ppt/media/f50048.txt>
</file>

<file path=ppt/media/f50049.txt>
</file>

<file path=ppt/media/f50050.txt>
</file>

<file path=ppt/media/f50051.txt>
</file>

<file path=ppt/media/f50052.txt>
</file>

<file path=ppt/media/f50053.txt>
</file>

<file path=ppt/media/f50054.txt>
</file>

<file path=ppt/media/f50055.txt>
</file>

<file path=ppt/media/f50056.txt>
</file>

<file path=ppt/media/f50057.txt>
</file>

<file path=ppt/media/f50058.txt>
</file>

<file path=ppt/media/f50059.txt>
</file>

<file path=ppt/media/f50060.txt>
</file>

<file path=ppt/media/f50061.txt>
</file>

<file path=ppt/media/f50062.txt>
</file>

<file path=ppt/media/f50063.txt>
</file>

<file path=ppt/media/f50064.txt>
</file>

<file path=ppt/media/f50065.txt>
</file>

<file path=ppt/media/f50066.txt>
</file>

<file path=ppt/media/f50067.txt>
</file>

<file path=ppt/media/f50068.txt>
</file>

<file path=ppt/media/f50069.txt>
</file>

<file path=ppt/media/f50070.txt>
</file>

<file path=ppt/media/f50071.txt>
</file>

<file path=ppt/media/f50072.txt>
</file>

<file path=ppt/media/f50073.txt>
</file>

<file path=ppt/media/f50074.txt>
</file>

<file path=ppt/media/f50075.txt>
</file>

<file path=ppt/media/f50076.txt>
</file>

<file path=ppt/media/f50077.txt>
</file>

<file path=ppt/media/f50078.txt>
</file>

<file path=ppt/media/f50079.txt>
</file>

<file path=ppt/media/f50080.txt>
</file>

<file path=ppt/media/f50081.txt>
</file>

<file path=ppt/media/f50082.txt>
</file>

<file path=ppt/media/f50083.txt>
</file>

<file path=ppt/media/f50084.txt>
</file>

<file path=ppt/media/f50085.txt>
</file>

<file path=ppt/media/f50086.txt>
</file>

<file path=ppt/media/f50087.txt>
</file>

<file path=ppt/media/f50088.txt>
</file>

<file path=ppt/media/f50089.txt>
</file>

<file path=ppt/media/f50090.txt>
</file>

<file path=ppt/media/f50091.txt>
</file>

<file path=ppt/media/f50092.txt>
</file>

<file path=ppt/media/f50093.txt>
</file>

<file path=ppt/media/f50094.txt>
</file>

<file path=ppt/media/f50095.txt>
</file>

<file path=ppt/media/f50096.txt>
</file>

<file path=ppt/media/f50097.txt>
</file>

<file path=ppt/media/f50098.txt>
</file>

<file path=ppt/media/f50099.txt>
</file>

<file path=ppt/media/f50100.txt>
</file>

<file path=ppt/media/f50101.txt>
</file>

<file path=ppt/media/f50102.txt>
</file>

<file path=ppt/media/f50103.txt>
</file>

<file path=ppt/media/f50104.txt>
</file>

<file path=ppt/media/f50105.txt>
</file>

<file path=ppt/media/f50106.txt>
</file>

<file path=ppt/media/f50107.txt>
</file>

<file path=ppt/media/f50108.txt>
</file>

<file path=ppt/media/f50109.txt>
</file>

<file path=ppt/media/f50110.txt>
</file>

<file path=ppt/media/f50111.txt>
</file>

<file path=ppt/media/f50112.txt>
</file>

<file path=ppt/media/f50113.txt>
</file>

<file path=ppt/media/f50114.txt>
</file>

<file path=ppt/media/f50115.txt>
</file>

<file path=ppt/media/f50116.txt>
</file>

<file path=ppt/media/f50117.txt>
</file>

<file path=ppt/media/f50118.txt>
</file>

<file path=ppt/media/f50119.txt>
</file>

<file path=ppt/media/f50120.txt>
</file>

<file path=ppt/media/f50121.txt>
</file>

<file path=ppt/media/f50122.txt>
</file>

<file path=ppt/media/f50123.txt>
</file>

<file path=ppt/media/f50124.txt>
</file>

<file path=ppt/media/f50125.txt>
</file>

<file path=ppt/media/f50126.txt>
</file>

<file path=ppt/media/f50127.txt>
</file>

<file path=ppt/media/f50128.txt>
</file>

<file path=ppt/media/f50129.txt>
</file>

<file path=ppt/media/f50130.txt>
</file>

<file path=ppt/media/f50131.txt>
</file>

<file path=ppt/media/f50132.txt>
</file>

<file path=ppt/media/f50133.txt>
</file>

<file path=ppt/media/f50134.txt>
</file>

<file path=ppt/media/f50135.txt>
</file>

<file path=ppt/media/f50136.txt>
</file>

<file path=ppt/media/f50137.txt>
</file>

<file path=ppt/media/f50138.txt>
</file>

<file path=ppt/media/f50139.txt>
</file>

<file path=ppt/media/f50140.txt>
</file>

<file path=ppt/media/f50141.txt>
</file>

<file path=ppt/media/f50142.txt>
</file>

<file path=ppt/media/f50143.txt>
</file>

<file path=ppt/media/f50144.txt>
</file>

<file path=ppt/media/f50145.txt>
</file>

<file path=ppt/media/f50146.txt>
</file>

<file path=ppt/media/f50147.txt>
</file>

<file path=ppt/media/f50148.txt>
</file>

<file path=ppt/media/f50149.txt>
</file>

<file path=ppt/media/f50150.txt>
</file>

<file path=ppt/media/f50151.txt>
</file>

<file path=ppt/media/f50152.txt>
</file>

<file path=ppt/media/f50153.txt>
</file>

<file path=ppt/media/f50154.txt>
</file>

<file path=ppt/media/f50155.txt>
</file>

<file path=ppt/media/f50156.txt>
</file>

<file path=ppt/media/f50157.txt>
</file>

<file path=ppt/media/f50158.txt>
</file>

<file path=ppt/media/f50159.txt>
</file>

<file path=ppt/media/f50160.txt>
</file>

<file path=ppt/media/f50161.txt>
</file>

<file path=ppt/media/f50162.txt>
</file>

<file path=ppt/media/f50163.txt>
</file>

<file path=ppt/media/f50164.txt>
</file>

<file path=ppt/media/f50165.txt>
</file>

<file path=ppt/media/f50166.txt>
</file>

<file path=ppt/media/f50167.txt>
</file>

<file path=ppt/media/f50168.txt>
</file>

<file path=ppt/media/f50169.txt>
</file>

<file path=ppt/media/f50170.txt>
</file>

<file path=ppt/media/f50171.txt>
</file>

<file path=ppt/media/f50172.txt>
</file>

<file path=ppt/media/f50173.txt>
</file>

<file path=ppt/media/f50174.txt>
</file>

<file path=ppt/media/f50175.txt>
</file>

<file path=ppt/media/f50176.txt>
</file>

<file path=ppt/media/f50177.txt>
</file>

<file path=ppt/media/f50178.txt>
</file>

<file path=ppt/media/f50179.txt>
</file>

<file path=ppt/media/f50180.txt>
</file>

<file path=ppt/media/f50181.txt>
</file>

<file path=ppt/media/f50182.txt>
</file>

<file path=ppt/media/f50183.txt>
</file>

<file path=ppt/media/f50184.txt>
</file>

<file path=ppt/media/f50185.txt>
</file>

<file path=ppt/media/f50186.txt>
</file>

<file path=ppt/media/f50187.txt>
</file>

<file path=ppt/media/f50188.txt>
</file>

<file path=ppt/media/f50189.txt>
</file>

<file path=ppt/media/f50190.txt>
</file>

<file path=ppt/media/f50191.txt>
</file>

<file path=ppt/media/f50192.txt>
</file>

<file path=ppt/media/f50193.txt>
</file>

<file path=ppt/media/f50194.txt>
</file>

<file path=ppt/media/f50195.txt>
</file>

<file path=ppt/media/f50196.txt>
</file>

<file path=ppt/media/f50197.txt>
</file>

<file path=ppt/media/f50198.txt>
</file>

<file path=ppt/media/f50199.txt>
</file>

<file path=ppt/media/f50200.txt>
</file>

<file path=ppt/media/f50201.txt>
</file>

<file path=ppt/media/f50202.txt>
</file>

<file path=ppt/media/f50203.txt>
</file>

<file path=ppt/media/f50204.txt>
</file>

<file path=ppt/media/f50205.txt>
</file>

<file path=ppt/media/f50206.txt>
</file>

<file path=ppt/media/f50207.txt>
</file>

<file path=ppt/media/f50208.txt>
</file>

<file path=ppt/media/f50209.txt>
</file>

<file path=ppt/media/f50210.txt>
</file>

<file path=ppt/media/f50211.txt>
</file>

<file path=ppt/media/f50212.txt>
</file>

<file path=ppt/media/f50213.txt>
</file>

<file path=ppt/media/f50214.txt>
</file>

<file path=ppt/media/f50215.txt>
</file>

<file path=ppt/media/f50216.txt>
</file>

<file path=ppt/media/f50217.txt>
</file>

<file path=ppt/media/f50218.txt>
</file>

<file path=ppt/media/f50219.txt>
</file>

<file path=ppt/media/f50220.txt>
</file>

<file path=ppt/media/f50221.txt>
</file>

<file path=ppt/media/f50222.txt>
</file>

<file path=ppt/media/f50223.txt>
</file>

<file path=ppt/media/f50224.txt>
</file>

<file path=ppt/media/f50225.txt>
</file>

<file path=ppt/media/f50226.txt>
</file>

<file path=ppt/media/f50227.txt>
</file>

<file path=ppt/media/f50228.txt>
</file>

<file path=ppt/media/f50229.txt>
</file>

<file path=ppt/media/f50230.txt>
</file>

<file path=ppt/media/f50231.txt>
</file>

<file path=ppt/media/f50232.txt>
</file>

<file path=ppt/media/f50233.txt>
</file>

<file path=ppt/media/f50234.txt>
</file>

<file path=ppt/media/f50235.txt>
</file>

<file path=ppt/media/f50236.txt>
</file>

<file path=ppt/media/f50237.txt>
</file>

<file path=ppt/media/f50238.txt>
</file>

<file path=ppt/media/f50239.txt>
</file>

<file path=ppt/media/f50240.txt>
</file>

<file path=ppt/media/f50241.txt>
</file>

<file path=ppt/media/f50242.txt>
</file>

<file path=ppt/media/f50243.txt>
</file>

<file path=ppt/media/f50244.txt>
</file>

<file path=ppt/media/f50245.txt>
</file>

<file path=ppt/media/f50246.txt>
</file>

<file path=ppt/media/f50247.txt>
</file>

<file path=ppt/media/f50248.txt>
</file>

<file path=ppt/media/f50249.txt>
</file>

<file path=ppt/media/f50250.txt>
</file>

<file path=ppt/media/f50251.txt>
</file>

<file path=ppt/media/f50252.txt>
</file>

<file path=ppt/media/f50253.txt>
</file>

<file path=ppt/media/f50254.txt>
</file>

<file path=ppt/media/f50255.txt>
</file>

<file path=ppt/media/f50256.txt>
</file>

<file path=ppt/media/f50257.txt>
</file>

<file path=ppt/media/f50258.txt>
</file>

<file path=ppt/media/f50259.txt>
</file>

<file path=ppt/media/f50260.txt>
</file>

<file path=ppt/media/f50261.txt>
</file>

<file path=ppt/media/f50262.txt>
</file>

<file path=ppt/media/f50263.txt>
</file>

<file path=ppt/media/f50264.txt>
</file>

<file path=ppt/media/f50265.txt>
</file>

<file path=ppt/media/f50266.txt>
</file>

<file path=ppt/media/f50267.txt>
</file>

<file path=ppt/media/f50268.txt>
</file>

<file path=ppt/media/f50269.txt>
</file>

<file path=ppt/media/f50270.txt>
</file>

<file path=ppt/media/f50271.txt>
</file>

<file path=ppt/media/f50272.txt>
</file>

<file path=ppt/media/f50273.txt>
</file>

<file path=ppt/media/f50274.txt>
</file>

<file path=ppt/media/f50275.txt>
</file>

<file path=ppt/media/f50276.txt>
</file>

<file path=ppt/media/f50277.txt>
</file>

<file path=ppt/media/f50278.txt>
</file>

<file path=ppt/media/f50279.txt>
</file>

<file path=ppt/media/f50280.txt>
</file>

<file path=ppt/media/f50281.txt>
</file>

<file path=ppt/media/f50282.txt>
</file>

<file path=ppt/media/f50283.txt>
</file>

<file path=ppt/media/f50284.txt>
</file>

<file path=ppt/media/f50285.txt>
</file>

<file path=ppt/media/f50286.txt>
</file>

<file path=ppt/media/f50287.txt>
</file>

<file path=ppt/media/f50288.txt>
</file>

<file path=ppt/media/f50289.txt>
</file>

<file path=ppt/media/f50290.txt>
</file>

<file path=ppt/media/f50291.txt>
</file>

<file path=ppt/media/f50292.txt>
</file>

<file path=ppt/media/f50293.txt>
</file>

<file path=ppt/media/f50294.txt>
</file>

<file path=ppt/media/f50295.txt>
</file>

<file path=ppt/media/f50296.txt>
</file>

<file path=ppt/media/f50297.txt>
</file>

<file path=ppt/media/f50298.txt>
</file>

<file path=ppt/media/f50299.txt>
</file>

<file path=ppt/media/f50300.txt>
</file>

<file path=ppt/media/f50301.txt>
</file>

<file path=ppt/media/f50302.txt>
</file>

<file path=ppt/media/f50303.txt>
</file>

<file path=ppt/media/f50304.txt>
</file>

<file path=ppt/media/f50305.txt>
</file>

<file path=ppt/media/f50306.txt>
</file>

<file path=ppt/media/f50307.txt>
</file>

<file path=ppt/media/f50308.txt>
</file>

<file path=ppt/media/f50309.txt>
</file>

<file path=ppt/media/f50310.txt>
</file>

<file path=ppt/media/f50311.txt>
</file>

<file path=ppt/media/f50312.txt>
</file>

<file path=ppt/media/f50313.txt>
</file>

<file path=ppt/media/f50314.txt>
</file>

<file path=ppt/media/f50315.txt>
</file>

<file path=ppt/media/f50316.txt>
</file>

<file path=ppt/media/f50317.txt>
</file>

<file path=ppt/media/f50318.txt>
</file>

<file path=ppt/media/f50319.txt>
</file>

<file path=ppt/media/f50320.txt>
</file>

<file path=ppt/media/f50321.txt>
</file>

<file path=ppt/media/f50322.txt>
</file>

<file path=ppt/media/f50323.txt>
</file>

<file path=ppt/media/f50324.txt>
</file>

<file path=ppt/media/f50325.txt>
</file>

<file path=ppt/media/f50326.txt>
</file>

<file path=ppt/media/f50327.txt>
</file>

<file path=ppt/media/f50328.txt>
</file>

<file path=ppt/media/f50329.txt>
</file>

<file path=ppt/media/f50330.txt>
</file>

<file path=ppt/media/f50331.txt>
</file>

<file path=ppt/media/f50332.txt>
</file>

<file path=ppt/media/f50333.txt>
</file>

<file path=ppt/media/f50334.txt>
</file>

<file path=ppt/media/f50335.txt>
</file>

<file path=ppt/media/f50336.txt>
</file>

<file path=ppt/media/f50337.txt>
</file>

<file path=ppt/media/f50338.txt>
</file>

<file path=ppt/media/f50339.txt>
</file>

<file path=ppt/media/f50340.txt>
</file>

<file path=ppt/media/f50341.txt>
</file>

<file path=ppt/media/f50342.txt>
</file>

<file path=ppt/media/f50343.txt>
</file>

<file path=ppt/media/f50344.txt>
</file>

<file path=ppt/media/f50345.txt>
</file>

<file path=ppt/media/f50346.txt>
</file>

<file path=ppt/media/f50347.txt>
</file>

<file path=ppt/media/f50348.txt>
</file>

<file path=ppt/media/f50349.txt>
</file>

<file path=ppt/media/f50350.txt>
</file>

<file path=ppt/media/f50351.txt>
</file>

<file path=ppt/media/f50352.txt>
</file>

<file path=ppt/media/f50353.txt>
</file>

<file path=ppt/media/f50354.txt>
</file>

<file path=ppt/media/f50355.txt>
</file>

<file path=ppt/media/f50356.txt>
</file>

<file path=ppt/media/f50357.txt>
</file>

<file path=ppt/media/f50358.txt>
</file>

<file path=ppt/media/f50359.txt>
</file>

<file path=ppt/media/f50360.txt>
</file>

<file path=ppt/media/f50361.txt>
</file>

<file path=ppt/media/f50362.txt>
</file>

<file path=ppt/media/f50363.txt>
</file>

<file path=ppt/media/f50364.txt>
</file>

<file path=ppt/media/f50365.txt>
</file>

<file path=ppt/media/f50366.txt>
</file>

<file path=ppt/media/f50367.txt>
</file>

<file path=ppt/media/f50368.txt>
</file>

<file path=ppt/media/f50369.txt>
</file>

<file path=ppt/media/f50370.txt>
</file>

<file path=ppt/media/f50371.txt>
</file>

<file path=ppt/media/f50372.txt>
</file>

<file path=ppt/media/f50373.txt>
</file>

<file path=ppt/media/f50374.txt>
</file>

<file path=ppt/media/f50375.txt>
</file>

<file path=ppt/media/f50376.txt>
</file>

<file path=ppt/media/f50377.txt>
</file>

<file path=ppt/media/f50378.txt>
</file>

<file path=ppt/media/f50379.txt>
</file>

<file path=ppt/media/f50380.txt>
</file>

<file path=ppt/media/f50381.txt>
</file>

<file path=ppt/media/f50382.txt>
</file>

<file path=ppt/media/f50383.txt>
</file>

<file path=ppt/media/f50384.txt>
</file>

<file path=ppt/media/f50385.txt>
</file>

<file path=ppt/media/f50386.txt>
</file>

<file path=ppt/media/f50387.txt>
</file>

<file path=ppt/media/f50388.txt>
</file>

<file path=ppt/media/f50389.txt>
</file>

<file path=ppt/media/f50390.txt>
</file>

<file path=ppt/media/f50391.txt>
</file>

<file path=ppt/media/f50392.txt>
</file>

<file path=ppt/media/f50393.txt>
</file>

<file path=ppt/media/f50394.txt>
</file>

<file path=ppt/media/f50395.txt>
</file>

<file path=ppt/media/f50396.txt>
</file>

<file path=ppt/media/f50397.txt>
</file>

<file path=ppt/media/f50398.txt>
</file>

<file path=ppt/media/f50399.txt>
</file>

<file path=ppt/media/f50400.txt>
</file>

<file path=ppt/media/f50401.txt>
</file>

<file path=ppt/media/f50402.txt>
</file>

<file path=ppt/media/f50403.txt>
</file>

<file path=ppt/media/f50404.txt>
</file>

<file path=ppt/media/f50405.txt>
</file>

<file path=ppt/media/f50406.txt>
</file>

<file path=ppt/media/f50407.txt>
</file>

<file path=ppt/media/f50408.txt>
</file>

<file path=ppt/media/f50409.txt>
</file>

<file path=ppt/media/f50410.txt>
</file>

<file path=ppt/media/f50411.txt>
</file>

<file path=ppt/media/f50412.txt>
</file>

<file path=ppt/media/f50413.txt>
</file>

<file path=ppt/media/f50414.txt>
</file>

<file path=ppt/media/f50415.txt>
</file>

<file path=ppt/media/f50416.txt>
</file>

<file path=ppt/media/f50417.txt>
</file>

<file path=ppt/media/f50418.txt>
</file>

<file path=ppt/media/f50419.txt>
</file>

<file path=ppt/media/f50420.txt>
</file>

<file path=ppt/media/f50421.txt>
</file>

<file path=ppt/media/f50422.txt>
</file>

<file path=ppt/media/f50423.txt>
</file>

<file path=ppt/media/f50424.txt>
</file>

<file path=ppt/media/f50425.txt>
</file>

<file path=ppt/media/f50426.txt>
</file>

<file path=ppt/media/f50427.txt>
</file>

<file path=ppt/media/f50428.txt>
</file>

<file path=ppt/media/f50429.txt>
</file>

<file path=ppt/media/f50430.txt>
</file>

<file path=ppt/media/f50431.txt>
</file>

<file path=ppt/media/f50432.txt>
</file>

<file path=ppt/media/f50433.txt>
</file>

<file path=ppt/media/f50434.txt>
</file>

<file path=ppt/media/f50435.txt>
</file>

<file path=ppt/media/f50436.txt>
</file>

<file path=ppt/media/f50437.txt>
</file>

<file path=ppt/media/f50438.txt>
</file>

<file path=ppt/media/f50439.txt>
</file>

<file path=ppt/media/f50440.txt>
</file>

<file path=ppt/media/f50441.txt>
</file>

<file path=ppt/media/f50442.txt>
</file>

<file path=ppt/media/f50443.txt>
</file>

<file path=ppt/media/f50444.txt>
</file>

<file path=ppt/media/f50445.txt>
</file>

<file path=ppt/media/f50446.txt>
</file>

<file path=ppt/media/f50447.txt>
</file>

<file path=ppt/media/f50448.txt>
</file>

<file path=ppt/media/f50449.txt>
</file>

<file path=ppt/media/f50450.txt>
</file>

<file path=ppt/media/f50451.txt>
</file>

<file path=ppt/media/f50452.txt>
</file>

<file path=ppt/media/f50453.txt>
</file>

<file path=ppt/media/f50454.txt>
</file>

<file path=ppt/media/f50455.txt>
</file>

<file path=ppt/media/f50456.txt>
</file>

<file path=ppt/media/f50457.txt>
</file>

<file path=ppt/media/f50458.txt>
</file>

<file path=ppt/media/f50459.txt>
</file>

<file path=ppt/media/f50460.txt>
</file>

<file path=ppt/media/f50461.txt>
</file>

<file path=ppt/media/f50462.txt>
</file>

<file path=ppt/media/f50463.txt>
</file>

<file path=ppt/media/f50464.txt>
</file>

<file path=ppt/media/f50465.txt>
</file>

<file path=ppt/media/f50466.txt>
</file>

<file path=ppt/media/f50467.txt>
</file>

<file path=ppt/media/f50468.txt>
</file>

<file path=ppt/media/f50469.txt>
</file>

<file path=ppt/media/f50470.txt>
</file>

<file path=ppt/media/f50471.txt>
</file>

<file path=ppt/media/f50472.txt>
</file>

<file path=ppt/media/f50473.txt>
</file>

<file path=ppt/media/f50474.txt>
</file>

<file path=ppt/media/f50475.txt>
</file>

<file path=ppt/media/f50476.txt>
</file>

<file path=ppt/media/f50477.txt>
</file>

<file path=ppt/media/f50478.txt>
</file>

<file path=ppt/media/f50479.txt>
</file>

<file path=ppt/media/f50480.txt>
</file>

<file path=ppt/media/f50481.txt>
</file>

<file path=ppt/media/f50482.txt>
</file>

<file path=ppt/media/f50483.txt>
</file>

<file path=ppt/media/f50484.txt>
</file>

<file path=ppt/media/f50485.txt>
</file>

<file path=ppt/media/f50486.txt>
</file>

<file path=ppt/media/f50487.txt>
</file>

<file path=ppt/media/f50488.txt>
</file>

<file path=ppt/media/f50489.txt>
</file>

<file path=ppt/media/f50490.txt>
</file>

<file path=ppt/media/f50491.txt>
</file>

<file path=ppt/media/f50492.txt>
</file>

<file path=ppt/media/f50493.txt>
</file>

<file path=ppt/media/f50494.txt>
</file>

<file path=ppt/media/f50495.txt>
</file>

<file path=ppt/media/f50496.txt>
</file>

<file path=ppt/media/f50497.txt>
</file>

<file path=ppt/media/f50498.txt>
</file>

<file path=ppt/media/f50499.txt>
</file>

<file path=ppt/media/f50500.txt>
</file>

<file path=ppt/media/f50501.txt>
</file>

<file path=ppt/media/f50502.txt>
</file>

<file path=ppt/media/f50503.txt>
</file>

<file path=ppt/media/f50504.txt>
</file>

<file path=ppt/media/f50505.txt>
</file>

<file path=ppt/media/f50506.txt>
</file>

<file path=ppt/media/f50507.txt>
</file>

<file path=ppt/media/f50508.txt>
</file>

<file path=ppt/media/f50509.txt>
</file>

<file path=ppt/media/f50510.txt>
</file>

<file path=ppt/media/f50511.txt>
</file>

<file path=ppt/media/f50512.txt>
</file>

<file path=ppt/media/f50513.txt>
</file>

<file path=ppt/media/f50514.txt>
</file>

<file path=ppt/media/f50515.txt>
</file>

<file path=ppt/media/f50516.txt>
</file>

<file path=ppt/media/f50517.txt>
</file>

<file path=ppt/media/f50518.txt>
</file>

<file path=ppt/media/f50519.txt>
</file>

<file path=ppt/media/f50520.txt>
</file>

<file path=ppt/media/f50521.txt>
</file>

<file path=ppt/media/f50522.txt>
</file>

<file path=ppt/media/f50523.txt>
</file>

<file path=ppt/media/f50524.txt>
</file>

<file path=ppt/media/f50525.txt>
</file>

<file path=ppt/media/f50526.txt>
</file>

<file path=ppt/media/f50527.txt>
</file>

<file path=ppt/media/f50528.txt>
</file>

<file path=ppt/media/f50529.txt>
</file>

<file path=ppt/media/f50530.txt>
</file>

<file path=ppt/media/f50531.txt>
</file>

<file path=ppt/media/f50532.txt>
</file>

<file path=ppt/media/f50533.txt>
</file>

<file path=ppt/media/f50534.txt>
</file>

<file path=ppt/media/f50535.txt>
</file>

<file path=ppt/media/f50536.txt>
</file>

<file path=ppt/media/f50537.txt>
</file>

<file path=ppt/media/f50538.txt>
</file>

<file path=ppt/media/f50539.txt>
</file>

<file path=ppt/media/f50540.txt>
</file>

<file path=ppt/media/f50541.txt>
</file>

<file path=ppt/media/f50542.txt>
</file>

<file path=ppt/media/f50543.txt>
</file>

<file path=ppt/media/f50544.txt>
</file>

<file path=ppt/media/f50545.txt>
</file>

<file path=ppt/media/f50546.txt>
</file>

<file path=ppt/media/f50547.txt>
</file>

<file path=ppt/media/f50548.txt>
</file>

<file path=ppt/media/f50549.txt>
</file>

<file path=ppt/media/f50550.txt>
</file>

<file path=ppt/media/f50551.txt>
</file>

<file path=ppt/media/f50552.txt>
</file>

<file path=ppt/media/f50553.txt>
</file>

<file path=ppt/media/f50554.txt>
</file>

<file path=ppt/media/f50555.txt>
</file>

<file path=ppt/media/f50556.txt>
</file>

<file path=ppt/media/f50557.txt>
</file>

<file path=ppt/media/f50558.txt>
</file>

<file path=ppt/media/f50559.txt>
</file>

<file path=ppt/media/f50560.txt>
</file>

<file path=ppt/media/f50561.txt>
</file>

<file path=ppt/media/f50562.txt>
</file>

<file path=ppt/media/f50563.txt>
</file>

<file path=ppt/media/f50564.txt>
</file>

<file path=ppt/media/f50565.txt>
</file>

<file path=ppt/media/f50566.txt>
</file>

<file path=ppt/media/f50567.txt>
</file>

<file path=ppt/media/f50568.txt>
</file>

<file path=ppt/media/f50569.txt>
</file>

<file path=ppt/media/f50570.txt>
</file>

<file path=ppt/media/f50571.txt>
</file>

<file path=ppt/media/f50572.txt>
</file>

<file path=ppt/media/f50573.txt>
</file>

<file path=ppt/media/f50574.txt>
</file>

<file path=ppt/media/f50575.txt>
</file>

<file path=ppt/media/f50576.txt>
</file>

<file path=ppt/media/f50577.txt>
</file>

<file path=ppt/media/f50578.txt>
</file>

<file path=ppt/media/f50579.txt>
</file>

<file path=ppt/media/f50580.txt>
</file>

<file path=ppt/media/f50581.txt>
</file>

<file path=ppt/media/f50582.txt>
</file>

<file path=ppt/media/f50583.txt>
</file>

<file path=ppt/media/f50584.txt>
</file>

<file path=ppt/media/f50585.txt>
</file>

<file path=ppt/media/f50586.txt>
</file>

<file path=ppt/media/f50587.txt>
</file>

<file path=ppt/media/f50588.txt>
</file>

<file path=ppt/media/f50589.txt>
</file>

<file path=ppt/media/f50590.txt>
</file>

<file path=ppt/media/f50591.txt>
</file>

<file path=ppt/media/f50592.txt>
</file>

<file path=ppt/media/f50593.txt>
</file>

<file path=ppt/media/f50594.txt>
</file>

<file path=ppt/media/f50595.txt>
</file>

<file path=ppt/media/f50596.txt>
</file>

<file path=ppt/media/f50597.txt>
</file>

<file path=ppt/media/f50598.txt>
</file>

<file path=ppt/media/f50599.txt>
</file>

<file path=ppt/media/f50600.txt>
</file>

<file path=ppt/media/f50601.txt>
</file>

<file path=ppt/media/f50602.txt>
</file>

<file path=ppt/media/f50603.txt>
</file>

<file path=ppt/media/f50604.txt>
</file>

<file path=ppt/media/f50605.txt>
</file>

<file path=ppt/media/f50606.txt>
</file>

<file path=ppt/media/f50607.txt>
</file>

<file path=ppt/media/f50608.txt>
</file>

<file path=ppt/media/f50609.txt>
</file>

<file path=ppt/media/f50610.txt>
</file>

<file path=ppt/media/f50611.txt>
</file>

<file path=ppt/media/f50612.txt>
</file>

<file path=ppt/media/f50613.txt>
</file>

<file path=ppt/media/f50614.txt>
</file>

<file path=ppt/media/f50615.txt>
</file>

<file path=ppt/media/f50616.txt>
</file>

<file path=ppt/media/f50617.txt>
</file>

<file path=ppt/media/f50618.txt>
</file>

<file path=ppt/media/f50619.txt>
</file>

<file path=ppt/media/f50620.txt>
</file>

<file path=ppt/media/f50621.txt>
</file>

<file path=ppt/media/f50622.txt>
</file>

<file path=ppt/media/f50623.txt>
</file>

<file path=ppt/media/f50624.txt>
</file>

<file path=ppt/media/f50625.txt>
</file>

<file path=ppt/media/f50626.txt>
</file>

<file path=ppt/media/f50627.txt>
</file>

<file path=ppt/media/f50628.txt>
</file>

<file path=ppt/media/f50629.txt>
</file>

<file path=ppt/media/f50630.txt>
</file>

<file path=ppt/media/f50631.txt>
</file>

<file path=ppt/media/f50632.txt>
</file>

<file path=ppt/media/f50633.txt>
</file>

<file path=ppt/media/f50634.txt>
</file>

<file path=ppt/media/f50635.txt>
</file>

<file path=ppt/media/f50636.txt>
</file>

<file path=ppt/media/f50637.txt>
</file>

<file path=ppt/media/f50638.txt>
</file>

<file path=ppt/media/f50639.txt>
</file>

<file path=ppt/media/f50640.txt>
</file>

<file path=ppt/media/f50641.txt>
</file>

<file path=ppt/media/f50642.txt>
</file>

<file path=ppt/media/f50643.txt>
</file>

<file path=ppt/media/f50644.txt>
</file>

<file path=ppt/media/f50645.txt>
</file>

<file path=ppt/media/f50646.txt>
</file>

<file path=ppt/media/f50647.txt>
</file>

<file path=ppt/media/f50648.txt>
</file>

<file path=ppt/media/f50649.txt>
</file>

<file path=ppt/media/f50650.txt>
</file>

<file path=ppt/media/f50651.txt>
</file>

<file path=ppt/media/f50652.txt>
</file>

<file path=ppt/media/f50653.txt>
</file>

<file path=ppt/media/f50654.txt>
</file>

<file path=ppt/media/f50655.txt>
</file>

<file path=ppt/media/f50656.txt>
</file>

<file path=ppt/media/f50657.txt>
</file>

<file path=ppt/media/f50658.txt>
</file>

<file path=ppt/media/f50659.txt>
</file>

<file path=ppt/media/f50660.txt>
</file>

<file path=ppt/media/f50661.txt>
</file>

<file path=ppt/media/f50662.txt>
</file>

<file path=ppt/media/f50663.txt>
</file>

<file path=ppt/media/f50664.txt>
</file>

<file path=ppt/media/f50665.txt>
</file>

<file path=ppt/media/f50666.txt>
</file>

<file path=ppt/media/f50667.txt>
</file>

<file path=ppt/media/f50668.txt>
</file>

<file path=ppt/media/f50669.txt>
</file>

<file path=ppt/media/f50670.txt>
</file>

<file path=ppt/media/f50671.txt>
</file>

<file path=ppt/media/f50672.txt>
</file>

<file path=ppt/media/f50673.txt>
</file>

<file path=ppt/media/f50674.txt>
</file>

<file path=ppt/media/f50675.txt>
</file>

<file path=ppt/media/f50676.txt>
</file>

<file path=ppt/media/f50677.txt>
</file>

<file path=ppt/media/f50678.txt>
</file>

<file path=ppt/media/f50679.txt>
</file>

<file path=ppt/media/f50680.txt>
</file>

<file path=ppt/media/f50681.txt>
</file>

<file path=ppt/media/f50682.txt>
</file>

<file path=ppt/media/f50683.txt>
</file>

<file path=ppt/media/f50684.txt>
</file>

<file path=ppt/media/f50685.txt>
</file>

<file path=ppt/media/f50686.txt>
</file>

<file path=ppt/media/f50687.txt>
</file>

<file path=ppt/media/f50688.txt>
</file>

<file path=ppt/media/f50689.txt>
</file>

<file path=ppt/media/f50690.txt>
</file>

<file path=ppt/media/f50691.txt>
</file>

<file path=ppt/media/f50692.txt>
</file>

<file path=ppt/media/f50693.txt>
</file>

<file path=ppt/media/f50694.txt>
</file>

<file path=ppt/media/f50695.txt>
</file>

<file path=ppt/media/f50696.txt>
</file>

<file path=ppt/media/f50697.txt>
</file>

<file path=ppt/media/f50698.txt>
</file>

<file path=ppt/media/f50699.txt>
</file>

<file path=ppt/media/f50700.txt>
</file>

<file path=ppt/media/f50701.txt>
</file>

<file path=ppt/media/f50702.txt>
</file>

<file path=ppt/media/f50703.txt>
</file>

<file path=ppt/media/f50704.txt>
</file>

<file path=ppt/media/f50705.txt>
</file>

<file path=ppt/media/f50706.txt>
</file>

<file path=ppt/media/f50707.txt>
</file>

<file path=ppt/media/f50708.txt>
</file>

<file path=ppt/media/f50709.txt>
</file>

<file path=ppt/media/f50710.txt>
</file>

<file path=ppt/media/f50711.txt>
</file>

<file path=ppt/media/f50712.txt>
</file>

<file path=ppt/media/f50713.txt>
</file>

<file path=ppt/media/f50714.txt>
</file>

<file path=ppt/media/f50715.txt>
</file>

<file path=ppt/media/f50716.txt>
</file>

<file path=ppt/media/f50717.txt>
</file>

<file path=ppt/media/f50718.txt>
</file>

<file path=ppt/media/f50719.txt>
</file>

<file path=ppt/media/f50720.txt>
</file>

<file path=ppt/media/f50721.txt>
</file>

<file path=ppt/media/f50722.txt>
</file>

<file path=ppt/media/f50723.txt>
</file>

<file path=ppt/media/f50724.txt>
</file>

<file path=ppt/media/f50725.txt>
</file>

<file path=ppt/media/f50726.txt>
</file>

<file path=ppt/media/f50727.txt>
</file>

<file path=ppt/media/f50728.txt>
</file>

<file path=ppt/media/f50729.txt>
</file>

<file path=ppt/media/f50730.txt>
</file>

<file path=ppt/media/f50731.txt>
</file>

<file path=ppt/media/f50732.txt>
</file>

<file path=ppt/media/f50733.txt>
</file>

<file path=ppt/media/f50734.txt>
</file>

<file path=ppt/media/f50735.txt>
</file>

<file path=ppt/media/f50736.txt>
</file>

<file path=ppt/media/f50737.txt>
</file>

<file path=ppt/media/f50738.txt>
</file>

<file path=ppt/media/f50739.txt>
</file>

<file path=ppt/media/f50740.txt>
</file>

<file path=ppt/media/f50741.txt>
</file>

<file path=ppt/media/f50742.txt>
</file>

<file path=ppt/media/f50743.txt>
</file>

<file path=ppt/media/f50744.txt>
</file>

<file path=ppt/media/f50745.txt>
</file>

<file path=ppt/media/f50746.txt>
</file>

<file path=ppt/media/f50747.txt>
</file>

<file path=ppt/media/f50748.txt>
</file>

<file path=ppt/media/f50749.txt>
</file>

<file path=ppt/media/f50750.txt>
</file>

<file path=ppt/media/f50751.txt>
</file>

<file path=ppt/media/f50752.txt>
</file>

<file path=ppt/media/f50753.txt>
</file>

<file path=ppt/media/f50754.txt>
</file>

<file path=ppt/media/f50755.txt>
</file>

<file path=ppt/media/f50756.txt>
</file>

<file path=ppt/media/f50757.txt>
</file>

<file path=ppt/media/f50758.txt>
</file>

<file path=ppt/media/f50759.txt>
</file>

<file path=ppt/media/f50760.txt>
</file>

<file path=ppt/media/f50761.txt>
</file>

<file path=ppt/media/f50762.txt>
</file>

<file path=ppt/media/f50763.txt>
</file>

<file path=ppt/media/f50764.txt>
</file>

<file path=ppt/media/f50765.txt>
</file>

<file path=ppt/media/f50766.txt>
</file>

<file path=ppt/media/f50767.txt>
</file>

<file path=ppt/media/f50768.txt>
</file>

<file path=ppt/media/f50769.txt>
</file>

<file path=ppt/media/f50770.txt>
</file>

<file path=ppt/media/f50771.txt>
</file>

<file path=ppt/media/f50772.txt>
</file>

<file path=ppt/media/f50773.txt>
</file>

<file path=ppt/media/f50774.txt>
</file>

<file path=ppt/media/f50775.txt>
</file>

<file path=ppt/media/f50776.txt>
</file>

<file path=ppt/media/f50777.txt>
</file>

<file path=ppt/media/f50778.txt>
</file>

<file path=ppt/media/f50779.txt>
</file>

<file path=ppt/media/f50780.txt>
</file>

<file path=ppt/media/f50781.txt>
</file>

<file path=ppt/media/f50782.txt>
</file>

<file path=ppt/media/f50783.txt>
</file>

<file path=ppt/media/f50784.txt>
</file>

<file path=ppt/media/f50785.txt>
</file>

<file path=ppt/media/f50786.txt>
</file>

<file path=ppt/media/f50787.txt>
</file>

<file path=ppt/media/f50788.txt>
</file>

<file path=ppt/media/f50789.txt>
</file>

<file path=ppt/media/f50790.txt>
</file>

<file path=ppt/media/f50791.txt>
</file>

<file path=ppt/media/f50792.txt>
</file>

<file path=ppt/media/f50793.txt>
</file>

<file path=ppt/media/f50794.txt>
</file>

<file path=ppt/media/f50795.txt>
</file>

<file path=ppt/media/f50796.txt>
</file>

<file path=ppt/media/f50797.txt>
</file>

<file path=ppt/media/f50798.txt>
</file>

<file path=ppt/media/f50799.txt>
</file>

<file path=ppt/media/f50800.txt>
</file>

<file path=ppt/media/f50801.txt>
</file>

<file path=ppt/media/f50802.txt>
</file>

<file path=ppt/media/f50803.txt>
</file>

<file path=ppt/media/f50804.txt>
</file>

<file path=ppt/media/f50805.txt>
</file>

<file path=ppt/media/f50806.txt>
</file>

<file path=ppt/media/f50807.txt>
</file>

<file path=ppt/media/f50808.txt>
</file>

<file path=ppt/media/f50809.txt>
</file>

<file path=ppt/media/f50810.txt>
</file>

<file path=ppt/media/f50811.txt>
</file>

<file path=ppt/media/f50812.txt>
</file>

<file path=ppt/media/f50813.txt>
</file>

<file path=ppt/media/f50814.txt>
</file>

<file path=ppt/media/f50815.txt>
</file>

<file path=ppt/media/f50816.txt>
</file>

<file path=ppt/media/f50817.txt>
</file>

<file path=ppt/media/f50818.txt>
</file>

<file path=ppt/media/f50819.txt>
</file>

<file path=ppt/media/f50820.txt>
</file>

<file path=ppt/media/f50821.txt>
</file>

<file path=ppt/media/f50822.txt>
</file>

<file path=ppt/media/f50823.txt>
</file>

<file path=ppt/media/f50824.txt>
</file>

<file path=ppt/media/f50825.txt>
</file>

<file path=ppt/media/f50826.txt>
</file>

<file path=ppt/media/f50827.txt>
</file>

<file path=ppt/media/f50828.txt>
</file>

<file path=ppt/media/f50829.txt>
</file>

<file path=ppt/media/f50830.txt>
</file>

<file path=ppt/media/f50831.txt>
</file>

<file path=ppt/media/f50832.txt>
</file>

<file path=ppt/media/f50833.txt>
</file>

<file path=ppt/media/f50834.txt>
</file>

<file path=ppt/media/f50835.txt>
</file>

<file path=ppt/media/f50836.txt>
</file>

<file path=ppt/media/f50837.txt>
</file>

<file path=ppt/media/f50838.txt>
</file>

<file path=ppt/media/f50839.txt>
</file>

<file path=ppt/media/f50840.txt>
</file>

<file path=ppt/media/f50841.txt>
</file>

<file path=ppt/media/f50842.txt>
</file>

<file path=ppt/media/f50843.txt>
</file>

<file path=ppt/media/f50844.txt>
</file>

<file path=ppt/media/f50845.txt>
</file>

<file path=ppt/media/f50846.txt>
</file>

<file path=ppt/media/f50847.txt>
</file>

<file path=ppt/media/f50848.txt>
</file>

<file path=ppt/media/f50849.txt>
</file>

<file path=ppt/media/f50850.txt>
</file>

<file path=ppt/media/f50851.txt>
</file>

<file path=ppt/media/f50852.txt>
</file>

<file path=ppt/media/f50853.txt>
</file>

<file path=ppt/media/f50854.txt>
</file>

<file path=ppt/media/f50855.txt>
</file>

<file path=ppt/media/f50856.txt>
</file>

<file path=ppt/media/f50857.txt>
</file>

<file path=ppt/media/f50858.txt>
</file>

<file path=ppt/media/f50859.txt>
</file>

<file path=ppt/media/f50860.txt>
</file>

<file path=ppt/media/f50861.txt>
</file>

<file path=ppt/media/f50862.txt>
</file>

<file path=ppt/media/f50863.txt>
</file>

<file path=ppt/media/f50864.txt>
</file>

<file path=ppt/media/f50865.txt>
</file>

<file path=ppt/media/f50866.txt>
</file>

<file path=ppt/media/f50867.txt>
</file>

<file path=ppt/media/f50868.txt>
</file>

<file path=ppt/media/f50869.txt>
</file>

<file path=ppt/media/f50870.txt>
</file>

<file path=ppt/media/f50871.txt>
</file>

<file path=ppt/media/f50872.txt>
</file>

<file path=ppt/media/f50873.txt>
</file>

<file path=ppt/media/f50874.txt>
</file>

<file path=ppt/media/f50875.txt>
</file>

<file path=ppt/media/f50876.txt>
</file>

<file path=ppt/media/f50877.txt>
</file>

<file path=ppt/media/f50878.txt>
</file>

<file path=ppt/media/f50879.txt>
</file>

<file path=ppt/media/f50880.txt>
</file>

<file path=ppt/media/f50881.txt>
</file>

<file path=ppt/media/f50882.txt>
</file>

<file path=ppt/media/f50883.txt>
</file>

<file path=ppt/media/f50884.txt>
</file>

<file path=ppt/media/f50885.txt>
</file>

<file path=ppt/media/f50886.txt>
</file>

<file path=ppt/media/f50887.txt>
</file>

<file path=ppt/media/f50888.txt>
</file>

<file path=ppt/media/f50889.txt>
</file>

<file path=ppt/media/f50890.txt>
</file>

<file path=ppt/media/f50891.txt>
</file>

<file path=ppt/media/f50892.txt>
</file>

<file path=ppt/media/f50893.txt>
</file>

<file path=ppt/media/f50894.txt>
</file>

<file path=ppt/media/f50895.txt>
</file>

<file path=ppt/media/f50896.txt>
</file>

<file path=ppt/media/f50897.txt>
</file>

<file path=ppt/media/f50898.txt>
</file>

<file path=ppt/media/f50899.txt>
</file>

<file path=ppt/media/f50900.txt>
</file>

<file path=ppt/media/f50901.txt>
</file>

<file path=ppt/media/f50902.txt>
</file>

<file path=ppt/media/f50903.txt>
</file>

<file path=ppt/media/f50904.txt>
</file>

<file path=ppt/media/f50905.txt>
</file>

<file path=ppt/media/f50906.txt>
</file>

<file path=ppt/media/f50907.txt>
</file>

<file path=ppt/media/f50908.txt>
</file>

<file path=ppt/media/f50909.txt>
</file>

<file path=ppt/media/f50910.txt>
</file>

<file path=ppt/media/f50911.txt>
</file>

<file path=ppt/media/f50912.txt>
</file>

<file path=ppt/media/f50913.txt>
</file>

<file path=ppt/media/f50914.txt>
</file>

<file path=ppt/media/f50915.txt>
</file>

<file path=ppt/media/f50916.txt>
</file>

<file path=ppt/media/f50917.txt>
</file>

<file path=ppt/media/f50918.txt>
</file>

<file path=ppt/media/f50919.txt>
</file>

<file path=ppt/media/f50920.txt>
</file>

<file path=ppt/media/f50921.txt>
</file>

<file path=ppt/media/f50922.txt>
</file>

<file path=ppt/media/f50923.txt>
</file>

<file path=ppt/media/f50924.txt>
</file>

<file path=ppt/media/f50925.txt>
</file>

<file path=ppt/media/f50926.txt>
</file>

<file path=ppt/media/f50927.txt>
</file>

<file path=ppt/media/f50928.txt>
</file>

<file path=ppt/media/f50929.txt>
</file>

<file path=ppt/media/f50930.txt>
</file>

<file path=ppt/media/f50931.txt>
</file>

<file path=ppt/media/f50932.txt>
</file>

<file path=ppt/media/f50933.txt>
</file>

<file path=ppt/media/f50934.txt>
</file>

<file path=ppt/media/f50935.txt>
</file>

<file path=ppt/media/f50936.txt>
</file>

<file path=ppt/media/f50937.txt>
</file>

<file path=ppt/media/f50938.txt>
</file>

<file path=ppt/media/f50939.txt>
</file>

<file path=ppt/media/f50940.txt>
</file>

<file path=ppt/media/f50941.txt>
</file>

<file path=ppt/media/f50942.txt>
</file>

<file path=ppt/media/f50943.txt>
</file>

<file path=ppt/media/f50944.txt>
</file>

<file path=ppt/media/f50945.txt>
</file>

<file path=ppt/media/f50946.txt>
</file>

<file path=ppt/media/f50947.txt>
</file>

<file path=ppt/media/f50948.txt>
</file>

<file path=ppt/media/f50949.txt>
</file>

<file path=ppt/media/f50950.txt>
</file>

<file path=ppt/media/f50951.txt>
</file>

<file path=ppt/media/f50952.txt>
</file>

<file path=ppt/media/f50953.txt>
</file>

<file path=ppt/media/f50954.txt>
</file>

<file path=ppt/media/f50955.txt>
</file>

<file path=ppt/media/f50956.txt>
</file>

<file path=ppt/media/f50957.txt>
</file>

<file path=ppt/media/f50958.txt>
</file>

<file path=ppt/media/f50959.txt>
</file>

<file path=ppt/media/f50960.txt>
</file>

<file path=ppt/media/f50961.txt>
</file>

<file path=ppt/media/f50962.txt>
</file>

<file path=ppt/media/f50963.txt>
</file>

<file path=ppt/media/f50964.txt>
</file>

<file path=ppt/media/f50965.txt>
</file>

<file path=ppt/media/f50966.txt>
</file>

<file path=ppt/media/f50967.txt>
</file>

<file path=ppt/media/f50968.txt>
</file>

<file path=ppt/media/f50969.txt>
</file>

<file path=ppt/media/f50970.txt>
</file>

<file path=ppt/media/f50971.txt>
</file>

<file path=ppt/media/f50972.txt>
</file>

<file path=ppt/media/f50973.txt>
</file>

<file path=ppt/media/f50974.txt>
</file>

<file path=ppt/media/f50975.txt>
</file>

<file path=ppt/media/f50976.txt>
</file>

<file path=ppt/media/f50977.txt>
</file>

<file path=ppt/media/f50978.txt>
</file>

<file path=ppt/media/f50979.txt>
</file>

<file path=ppt/media/f50980.txt>
</file>

<file path=ppt/media/f50981.txt>
</file>

<file path=ppt/media/f50982.txt>
</file>

<file path=ppt/media/f50983.txt>
</file>

<file path=ppt/media/f50984.txt>
</file>

<file path=ppt/media/f50985.txt>
</file>

<file path=ppt/media/f50986.txt>
</file>

<file path=ppt/media/f50987.txt>
</file>

<file path=ppt/media/f50988.txt>
</file>

<file path=ppt/media/f50989.txt>
</file>

<file path=ppt/media/f50990.txt>
</file>

<file path=ppt/media/f50991.txt>
</file>

<file path=ppt/media/f50992.txt>
</file>

<file path=ppt/media/f50993.txt>
</file>

<file path=ppt/media/f50994.txt>
</file>

<file path=ppt/media/f50995.txt>
</file>

<file path=ppt/media/f50996.txt>
</file>

<file path=ppt/media/f50997.txt>
</file>

<file path=ppt/media/f50998.txt>
</file>

<file path=ppt/media/f50999.txt>
</file>

<file path=ppt/media/f51000.txt>
</file>

<file path=ppt/media/f51001.txt>
</file>

<file path=ppt/media/f51002.txt>
</file>

<file path=ppt/media/f51003.txt>
</file>

<file path=ppt/media/f51004.txt>
</file>

<file path=ppt/media/f51005.txt>
</file>

<file path=ppt/media/f51006.txt>
</file>

<file path=ppt/media/f51007.txt>
</file>

<file path=ppt/media/f51008.txt>
</file>

<file path=ppt/media/f51009.txt>
</file>

<file path=ppt/media/f51010.txt>
</file>

<file path=ppt/media/f51011.txt>
</file>

<file path=ppt/media/f51012.txt>
</file>

<file path=ppt/media/f51013.txt>
</file>

<file path=ppt/media/f51014.txt>
</file>

<file path=ppt/media/f51015.txt>
</file>

<file path=ppt/media/f51016.txt>
</file>

<file path=ppt/media/f51017.txt>
</file>

<file path=ppt/media/f51018.txt>
</file>

<file path=ppt/media/f51019.txt>
</file>

<file path=ppt/media/f51020.txt>
</file>

<file path=ppt/media/f51021.txt>
</file>

<file path=ppt/media/f51022.txt>
</file>

<file path=ppt/media/f51023.txt>
</file>

<file path=ppt/media/f51024.txt>
</file>

<file path=ppt/media/f51025.txt>
</file>

<file path=ppt/media/f51026.txt>
</file>

<file path=ppt/media/f51027.txt>
</file>

<file path=ppt/media/f51028.txt>
</file>

<file path=ppt/media/f51029.txt>
</file>

<file path=ppt/media/f51030.txt>
</file>

<file path=ppt/media/f51031.txt>
</file>

<file path=ppt/media/f51032.txt>
</file>

<file path=ppt/media/f51033.txt>
</file>

<file path=ppt/media/f51034.txt>
</file>

<file path=ppt/media/f51035.txt>
</file>

<file path=ppt/media/f51036.txt>
</file>

<file path=ppt/media/f51037.txt>
</file>

<file path=ppt/media/f51038.txt>
</file>

<file path=ppt/media/f51039.txt>
</file>

<file path=ppt/media/f51040.txt>
</file>

<file path=ppt/media/f51041.txt>
</file>

<file path=ppt/media/f51042.txt>
</file>

<file path=ppt/media/f51043.txt>
</file>

<file path=ppt/media/f51044.txt>
</file>

<file path=ppt/media/f51045.txt>
</file>

<file path=ppt/media/f51046.txt>
</file>

<file path=ppt/media/f51047.txt>
</file>

<file path=ppt/media/f51048.txt>
</file>

<file path=ppt/media/f51049.txt>
</file>

<file path=ppt/media/f51050.txt>
</file>

<file path=ppt/media/f51051.txt>
</file>

<file path=ppt/media/f51052.txt>
</file>

<file path=ppt/media/f51053.txt>
</file>

<file path=ppt/media/f51054.txt>
</file>

<file path=ppt/media/f51055.txt>
</file>

<file path=ppt/media/f51056.txt>
</file>

<file path=ppt/media/f51057.txt>
</file>

<file path=ppt/media/f51058.txt>
</file>

<file path=ppt/media/f51059.txt>
</file>

<file path=ppt/media/f51060.txt>
</file>

<file path=ppt/media/f51061.txt>
</file>

<file path=ppt/media/f51062.txt>
</file>

<file path=ppt/media/f51063.txt>
</file>

<file path=ppt/media/f51064.txt>
</file>

<file path=ppt/media/f51065.txt>
</file>

<file path=ppt/media/f51066.txt>
</file>

<file path=ppt/media/f51067.txt>
</file>

<file path=ppt/media/f51068.txt>
</file>

<file path=ppt/media/f51069.txt>
</file>

<file path=ppt/media/f51070.txt>
</file>

<file path=ppt/media/f51071.txt>
</file>

<file path=ppt/media/f51072.txt>
</file>

<file path=ppt/media/f51073.txt>
</file>

<file path=ppt/media/f51074.txt>
</file>

<file path=ppt/media/f51075.txt>
</file>

<file path=ppt/media/f51076.txt>
</file>

<file path=ppt/media/f51077.txt>
</file>

<file path=ppt/media/f51078.txt>
</file>

<file path=ppt/media/f51079.txt>
</file>

<file path=ppt/media/f51080.txt>
</file>

<file path=ppt/media/f51081.txt>
</file>

<file path=ppt/media/f51082.txt>
</file>

<file path=ppt/media/f51083.txt>
</file>

<file path=ppt/media/f51084.txt>
</file>

<file path=ppt/media/f51085.txt>
</file>

<file path=ppt/media/f51086.txt>
</file>

<file path=ppt/media/f51087.txt>
</file>

<file path=ppt/media/f51088.txt>
</file>

<file path=ppt/media/f51089.txt>
</file>

<file path=ppt/media/f51090.txt>
</file>

<file path=ppt/media/f51091.txt>
</file>

<file path=ppt/media/f51092.txt>
</file>

<file path=ppt/media/f51093.txt>
</file>

<file path=ppt/media/f51094.txt>
</file>

<file path=ppt/media/f51095.txt>
</file>

<file path=ppt/media/f51096.txt>
</file>

<file path=ppt/media/f51097.txt>
</file>

<file path=ppt/media/f51098.txt>
</file>

<file path=ppt/media/f51099.txt>
</file>

<file path=ppt/media/f51100.txt>
</file>

<file path=ppt/media/f51101.txt>
</file>

<file path=ppt/media/f51102.txt>
</file>

<file path=ppt/media/f51103.txt>
</file>

<file path=ppt/media/f51104.txt>
</file>

<file path=ppt/media/f51105.txt>
</file>

<file path=ppt/media/f51106.txt>
</file>

<file path=ppt/media/f51107.txt>
</file>

<file path=ppt/media/f51108.txt>
</file>

<file path=ppt/media/f51109.txt>
</file>

<file path=ppt/media/f51110.txt>
</file>

<file path=ppt/media/f51111.txt>
</file>

<file path=ppt/media/f51112.txt>
</file>

<file path=ppt/media/f51113.txt>
</file>

<file path=ppt/media/f51114.txt>
</file>

<file path=ppt/media/f51115.txt>
</file>

<file path=ppt/media/f51116.txt>
</file>

<file path=ppt/media/f51117.txt>
</file>

<file path=ppt/media/f51118.txt>
</file>

<file path=ppt/media/f51119.txt>
</file>

<file path=ppt/media/f51120.txt>
</file>

<file path=ppt/media/f51121.txt>
</file>

<file path=ppt/media/f51122.txt>
</file>

<file path=ppt/media/f51123.txt>
</file>

<file path=ppt/media/f51124.txt>
</file>

<file path=ppt/media/f51125.txt>
</file>

<file path=ppt/media/f51126.txt>
</file>

<file path=ppt/media/f51127.txt>
</file>

<file path=ppt/media/f51128.txt>
</file>

<file path=ppt/media/f51129.txt>
</file>

<file path=ppt/media/f51130.txt>
</file>

<file path=ppt/media/f51131.txt>
</file>

<file path=ppt/media/f51132.txt>
</file>

<file path=ppt/media/f51133.txt>
</file>

<file path=ppt/media/f51134.txt>
</file>

<file path=ppt/media/f51135.txt>
</file>

<file path=ppt/media/f51136.txt>
</file>

<file path=ppt/media/f51137.txt>
</file>

<file path=ppt/media/f51138.txt>
</file>

<file path=ppt/media/f51139.txt>
</file>

<file path=ppt/media/f51140.txt>
</file>

<file path=ppt/media/f51141.txt>
</file>

<file path=ppt/media/f51142.txt>
</file>

<file path=ppt/media/f51143.txt>
</file>

<file path=ppt/media/f51144.txt>
</file>

<file path=ppt/media/f51145.txt>
</file>

<file path=ppt/media/f51146.txt>
</file>

<file path=ppt/media/f51147.txt>
</file>

<file path=ppt/media/f51148.txt>
</file>

<file path=ppt/media/f51149.txt>
</file>

<file path=ppt/media/f51150.txt>
</file>

<file path=ppt/media/f51151.txt>
</file>

<file path=ppt/media/f51152.txt>
</file>

<file path=ppt/media/f51153.txt>
</file>

<file path=ppt/media/f51154.txt>
</file>

<file path=ppt/media/f51155.txt>
</file>

<file path=ppt/media/f51156.txt>
</file>

<file path=ppt/media/f51157.txt>
</file>

<file path=ppt/media/f51158.txt>
</file>

<file path=ppt/media/f51159.txt>
</file>

<file path=ppt/media/f51160.txt>
</file>

<file path=ppt/media/f51161.txt>
</file>

<file path=ppt/media/f51162.txt>
</file>

<file path=ppt/media/f51163.txt>
</file>

<file path=ppt/media/f51164.txt>
</file>

<file path=ppt/media/f51165.txt>
</file>

<file path=ppt/media/f51166.txt>
</file>

<file path=ppt/media/f51167.txt>
</file>

<file path=ppt/media/f51168.txt>
</file>

<file path=ppt/media/f51169.txt>
</file>

<file path=ppt/media/f51170.txt>
</file>

<file path=ppt/media/f51171.txt>
</file>

<file path=ppt/media/f51172.txt>
</file>

<file path=ppt/media/f51173.txt>
</file>

<file path=ppt/media/f51174.txt>
</file>

<file path=ppt/media/f51175.txt>
</file>

<file path=ppt/media/f51176.txt>
</file>

<file path=ppt/media/f51177.txt>
</file>

<file path=ppt/media/f51178.txt>
</file>

<file path=ppt/media/f51179.txt>
</file>

<file path=ppt/media/f51180.txt>
</file>

<file path=ppt/media/f51181.txt>
</file>

<file path=ppt/media/f51182.txt>
</file>

<file path=ppt/media/f51183.txt>
</file>

<file path=ppt/media/f51184.txt>
</file>

<file path=ppt/media/f51185.txt>
</file>

<file path=ppt/media/f51186.txt>
</file>

<file path=ppt/media/f51187.txt>
</file>

<file path=ppt/media/f51188.txt>
</file>

<file path=ppt/media/f51189.txt>
</file>

<file path=ppt/media/f51190.txt>
</file>

<file path=ppt/media/f51191.txt>
</file>

<file path=ppt/media/f51192.txt>
</file>

<file path=ppt/media/f51193.txt>
</file>

<file path=ppt/media/f51194.txt>
</file>

<file path=ppt/media/f51195.txt>
</file>

<file path=ppt/media/f51196.txt>
</file>

<file path=ppt/media/f51197.txt>
</file>

<file path=ppt/media/f51198.txt>
</file>

<file path=ppt/media/f51199.txt>
</file>

<file path=ppt/media/f51200.txt>
</file>

<file path=ppt/media/f51201.txt>
</file>

<file path=ppt/media/f51202.txt>
</file>

<file path=ppt/media/f51203.txt>
</file>

<file path=ppt/media/f51204.txt>
</file>

<file path=ppt/media/f51205.txt>
</file>

<file path=ppt/media/f51206.txt>
</file>

<file path=ppt/media/f51207.txt>
</file>

<file path=ppt/media/f51208.txt>
</file>

<file path=ppt/media/f51209.txt>
</file>

<file path=ppt/media/f51210.txt>
</file>

<file path=ppt/media/f51211.txt>
</file>

<file path=ppt/media/f51212.txt>
</file>

<file path=ppt/media/f51213.txt>
</file>

<file path=ppt/media/f51214.txt>
</file>

<file path=ppt/media/f51215.txt>
</file>

<file path=ppt/media/f51216.txt>
</file>

<file path=ppt/media/f51217.txt>
</file>

<file path=ppt/media/f51218.txt>
</file>

<file path=ppt/media/f51219.txt>
</file>

<file path=ppt/media/f51220.txt>
</file>

<file path=ppt/media/f51221.txt>
</file>

<file path=ppt/media/f51222.txt>
</file>

<file path=ppt/media/f51223.txt>
</file>

<file path=ppt/media/f51224.txt>
</file>

<file path=ppt/media/f51225.txt>
</file>

<file path=ppt/media/f51226.txt>
</file>

<file path=ppt/media/f51227.txt>
</file>

<file path=ppt/media/f51228.txt>
</file>

<file path=ppt/media/f51229.txt>
</file>

<file path=ppt/media/f51230.txt>
</file>

<file path=ppt/media/f51231.txt>
</file>

<file path=ppt/media/f51232.txt>
</file>

<file path=ppt/media/f51233.txt>
</file>

<file path=ppt/media/f51234.txt>
</file>

<file path=ppt/media/f51235.txt>
</file>

<file path=ppt/media/f51236.txt>
</file>

<file path=ppt/media/f51237.txt>
</file>

<file path=ppt/media/f51238.txt>
</file>

<file path=ppt/media/f51239.txt>
</file>

<file path=ppt/media/f51240.txt>
</file>

<file path=ppt/media/f51241.txt>
</file>

<file path=ppt/media/f51242.txt>
</file>

<file path=ppt/media/f51243.txt>
</file>

<file path=ppt/media/f51244.txt>
</file>

<file path=ppt/media/f51245.txt>
</file>

<file path=ppt/media/f51246.txt>
</file>

<file path=ppt/media/f51247.txt>
</file>

<file path=ppt/media/f51248.txt>
</file>

<file path=ppt/media/f51249.txt>
</file>

<file path=ppt/media/f51250.txt>
</file>

<file path=ppt/media/f51251.txt>
</file>

<file path=ppt/media/f51252.txt>
</file>

<file path=ppt/media/f51253.txt>
</file>

<file path=ppt/media/f51254.txt>
</file>

<file path=ppt/media/f51255.txt>
</file>

<file path=ppt/media/f51256.txt>
</file>

<file path=ppt/media/f51257.txt>
</file>

<file path=ppt/media/f51258.txt>
</file>

<file path=ppt/media/f51259.txt>
</file>

<file path=ppt/media/f51260.txt>
</file>

<file path=ppt/media/f51261.txt>
</file>

<file path=ppt/media/f51262.txt>
</file>

<file path=ppt/media/f51263.txt>
</file>

<file path=ppt/media/f51264.txt>
</file>

<file path=ppt/media/f51265.txt>
</file>

<file path=ppt/media/f51266.txt>
</file>

<file path=ppt/media/f51267.txt>
</file>

<file path=ppt/media/f51268.txt>
</file>

<file path=ppt/media/f51269.txt>
</file>

<file path=ppt/media/f51270.txt>
</file>

<file path=ppt/media/f51271.txt>
</file>

<file path=ppt/media/f51272.txt>
</file>

<file path=ppt/media/f51273.txt>
</file>

<file path=ppt/media/f51274.txt>
</file>

<file path=ppt/media/f51275.txt>
</file>

<file path=ppt/media/f51276.txt>
</file>

<file path=ppt/media/f51277.txt>
</file>

<file path=ppt/media/f51278.txt>
</file>

<file path=ppt/media/f51279.txt>
</file>

<file path=ppt/media/f51280.txt>
</file>

<file path=ppt/media/f51281.txt>
</file>

<file path=ppt/media/f51282.txt>
</file>

<file path=ppt/media/f51283.txt>
</file>

<file path=ppt/media/f51284.txt>
</file>

<file path=ppt/media/f51285.txt>
</file>

<file path=ppt/media/f51286.txt>
</file>

<file path=ppt/media/f51287.txt>
</file>

<file path=ppt/media/f51288.txt>
</file>

<file path=ppt/media/f51289.txt>
</file>

<file path=ppt/media/f51290.txt>
</file>

<file path=ppt/media/f51291.txt>
</file>

<file path=ppt/media/f51292.txt>
</file>

<file path=ppt/media/f51293.txt>
</file>

<file path=ppt/media/f51294.txt>
</file>

<file path=ppt/media/f51295.txt>
</file>

<file path=ppt/media/f51296.txt>
</file>

<file path=ppt/media/f51297.txt>
</file>

<file path=ppt/media/f51298.txt>
</file>

<file path=ppt/media/f51299.txt>
</file>

<file path=ppt/media/f51300.txt>
</file>

<file path=ppt/media/f51301.txt>
</file>

<file path=ppt/media/f51302.txt>
</file>

<file path=ppt/media/f51303.txt>
</file>

<file path=ppt/media/f51304.txt>
</file>

<file path=ppt/media/f51305.txt>
</file>

<file path=ppt/media/f51306.txt>
</file>

<file path=ppt/media/f51307.txt>
</file>

<file path=ppt/media/f51308.txt>
</file>

<file path=ppt/media/f51309.txt>
</file>

<file path=ppt/media/f51310.txt>
</file>

<file path=ppt/media/f51311.txt>
</file>

<file path=ppt/media/f51312.txt>
</file>

<file path=ppt/media/f51313.txt>
</file>

<file path=ppt/media/f51314.txt>
</file>

<file path=ppt/media/f51315.txt>
</file>

<file path=ppt/media/f51316.txt>
</file>

<file path=ppt/media/f51317.txt>
</file>

<file path=ppt/media/f51318.txt>
</file>

<file path=ppt/media/f51319.txt>
</file>

<file path=ppt/media/f51320.txt>
</file>

<file path=ppt/media/f51321.txt>
</file>

<file path=ppt/media/f51322.txt>
</file>

<file path=ppt/media/f51323.txt>
</file>

<file path=ppt/media/f51324.txt>
</file>

<file path=ppt/media/f51325.txt>
</file>

<file path=ppt/media/f51326.txt>
</file>

<file path=ppt/media/f51327.txt>
</file>

<file path=ppt/media/f51328.txt>
</file>

<file path=ppt/media/f51329.txt>
</file>

<file path=ppt/media/f51330.txt>
</file>

<file path=ppt/media/f51331.txt>
</file>

<file path=ppt/media/f51332.txt>
</file>

<file path=ppt/media/f51333.txt>
</file>

<file path=ppt/media/f51334.txt>
</file>

<file path=ppt/media/f51335.txt>
</file>

<file path=ppt/media/f51336.txt>
</file>

<file path=ppt/media/f51337.txt>
</file>

<file path=ppt/media/f51338.txt>
</file>

<file path=ppt/media/f51339.txt>
</file>

<file path=ppt/media/f51340.txt>
</file>

<file path=ppt/media/f51341.txt>
</file>

<file path=ppt/media/f51342.txt>
</file>

<file path=ppt/media/f51343.txt>
</file>

<file path=ppt/media/f51344.txt>
</file>

<file path=ppt/media/f51345.txt>
</file>

<file path=ppt/media/f51346.txt>
</file>

<file path=ppt/media/f51347.txt>
</file>

<file path=ppt/media/f51348.txt>
</file>

<file path=ppt/media/f51349.txt>
</file>

<file path=ppt/media/f51350.txt>
</file>

<file path=ppt/media/f51351.txt>
</file>

<file path=ppt/media/f51352.txt>
</file>

<file path=ppt/media/f51353.txt>
</file>

<file path=ppt/media/f51354.txt>
</file>

<file path=ppt/media/f51355.txt>
</file>

<file path=ppt/media/f51356.txt>
</file>

<file path=ppt/media/f51357.txt>
</file>

<file path=ppt/media/f51358.txt>
</file>

<file path=ppt/media/f51359.txt>
</file>

<file path=ppt/media/f51360.txt>
</file>

<file path=ppt/media/f51361.txt>
</file>

<file path=ppt/media/f51362.txt>
</file>

<file path=ppt/media/f51363.txt>
</file>

<file path=ppt/media/f51364.txt>
</file>

<file path=ppt/media/f51365.txt>
</file>

<file path=ppt/media/f51366.txt>
</file>

<file path=ppt/media/f51367.txt>
</file>

<file path=ppt/media/f51368.txt>
</file>

<file path=ppt/media/f51369.txt>
</file>

<file path=ppt/media/f51370.txt>
</file>

<file path=ppt/media/f51371.txt>
</file>

<file path=ppt/media/f51372.txt>
</file>

<file path=ppt/media/f51373.txt>
</file>

<file path=ppt/media/f51374.txt>
</file>

<file path=ppt/media/f51375.txt>
</file>

<file path=ppt/media/f51376.txt>
</file>

<file path=ppt/media/f51377.txt>
</file>

<file path=ppt/media/f51378.txt>
</file>

<file path=ppt/media/f51379.txt>
</file>

<file path=ppt/media/f51380.txt>
</file>

<file path=ppt/media/f51381.txt>
</file>

<file path=ppt/media/f51382.txt>
</file>

<file path=ppt/media/f51383.txt>
</file>

<file path=ppt/media/f51384.txt>
</file>

<file path=ppt/media/f51385.txt>
</file>

<file path=ppt/media/f51386.txt>
</file>

<file path=ppt/media/f51387.txt>
</file>

<file path=ppt/media/f51388.txt>
</file>

<file path=ppt/media/f51389.txt>
</file>

<file path=ppt/media/f51390.txt>
</file>

<file path=ppt/media/f51391.txt>
</file>

<file path=ppt/media/f51392.txt>
</file>

<file path=ppt/media/f51393.txt>
</file>

<file path=ppt/media/f51394.txt>
</file>

<file path=ppt/media/f51395.txt>
</file>

<file path=ppt/media/f51396.txt>
</file>

<file path=ppt/media/f51397.txt>
</file>

<file path=ppt/media/f51398.txt>
</file>

<file path=ppt/media/f51399.txt>
</file>

<file path=ppt/media/f51400.txt>
</file>

<file path=ppt/media/f51401.txt>
</file>

<file path=ppt/media/f51402.txt>
</file>

<file path=ppt/media/f51403.txt>
</file>

<file path=ppt/media/f51404.txt>
</file>

<file path=ppt/media/f51405.txt>
</file>

<file path=ppt/media/f51406.txt>
</file>

<file path=ppt/media/f51407.txt>
</file>

<file path=ppt/media/f51408.txt>
</file>

<file path=ppt/media/f51409.txt>
</file>

<file path=ppt/media/f51410.txt>
</file>

<file path=ppt/media/f51411.txt>
</file>

<file path=ppt/media/f51412.txt>
</file>

<file path=ppt/media/f51413.txt>
</file>

<file path=ppt/media/f51414.txt>
</file>

<file path=ppt/media/f51415.txt>
</file>

<file path=ppt/media/f51416.txt>
</file>

<file path=ppt/media/f51417.txt>
</file>

<file path=ppt/media/f51418.txt>
</file>

<file path=ppt/media/f51419.txt>
</file>

<file path=ppt/media/f51420.txt>
</file>

<file path=ppt/media/f51421.txt>
</file>

<file path=ppt/media/f51422.txt>
</file>

<file path=ppt/media/f51423.txt>
</file>

<file path=ppt/media/f51424.txt>
</file>

<file path=ppt/media/f51425.txt>
</file>

<file path=ppt/media/f51426.txt>
</file>

<file path=ppt/media/f51427.txt>
</file>

<file path=ppt/media/f51428.txt>
</file>

<file path=ppt/media/f51429.txt>
</file>

<file path=ppt/media/f51430.txt>
</file>

<file path=ppt/media/f51431.txt>
</file>

<file path=ppt/media/f51432.txt>
</file>

<file path=ppt/media/f51433.txt>
</file>

<file path=ppt/media/f51434.txt>
</file>

<file path=ppt/media/f51435.txt>
</file>

<file path=ppt/media/f51436.txt>
</file>

<file path=ppt/media/f51437.txt>
</file>

<file path=ppt/media/f51438.txt>
</file>

<file path=ppt/media/f51439.txt>
</file>

<file path=ppt/media/f51440.txt>
</file>

<file path=ppt/media/f51441.txt>
</file>

<file path=ppt/media/f51442.txt>
</file>

<file path=ppt/media/f51443.txt>
</file>

<file path=ppt/media/f51444.txt>
</file>

<file path=ppt/media/f51445.txt>
</file>

<file path=ppt/media/f51446.txt>
</file>

<file path=ppt/media/f51447.txt>
</file>

<file path=ppt/media/f51448.txt>
</file>

<file path=ppt/media/f51449.txt>
</file>

<file path=ppt/media/f51450.txt>
</file>

<file path=ppt/media/f51451.txt>
</file>

<file path=ppt/media/f51452.txt>
</file>

<file path=ppt/media/f51453.txt>
</file>

<file path=ppt/media/f51454.txt>
</file>

<file path=ppt/media/f51455.txt>
</file>

<file path=ppt/media/f51456.txt>
</file>

<file path=ppt/media/f51457.txt>
</file>

<file path=ppt/media/f51458.txt>
</file>

<file path=ppt/media/f51459.txt>
</file>

<file path=ppt/media/f51460.txt>
</file>

<file path=ppt/media/f51461.txt>
</file>

<file path=ppt/media/f51462.txt>
</file>

<file path=ppt/media/f51463.txt>
</file>

<file path=ppt/media/f51464.txt>
</file>

<file path=ppt/media/f51465.txt>
</file>

<file path=ppt/media/f51466.txt>
</file>

<file path=ppt/media/f51467.txt>
</file>

<file path=ppt/media/f51468.txt>
</file>

<file path=ppt/media/f51469.txt>
</file>

<file path=ppt/media/f51470.txt>
</file>

<file path=ppt/media/f51471.txt>
</file>

<file path=ppt/media/f51472.txt>
</file>

<file path=ppt/media/f51473.txt>
</file>

<file path=ppt/media/f51474.txt>
</file>

<file path=ppt/media/f51475.txt>
</file>

<file path=ppt/media/f51476.txt>
</file>

<file path=ppt/media/f51477.txt>
</file>

<file path=ppt/media/f51478.txt>
</file>

<file path=ppt/media/f51479.txt>
</file>

<file path=ppt/media/f51480.txt>
</file>

<file path=ppt/media/f51481.txt>
</file>

<file path=ppt/media/f51482.txt>
</file>

<file path=ppt/media/f51483.txt>
</file>

<file path=ppt/media/f51484.txt>
</file>

<file path=ppt/media/f51485.txt>
</file>

<file path=ppt/media/f51486.txt>
</file>

<file path=ppt/media/f51487.txt>
</file>

<file path=ppt/media/f51488.txt>
</file>

<file path=ppt/media/f51489.txt>
</file>

<file path=ppt/media/f51490.txt>
</file>

<file path=ppt/media/f51491.txt>
</file>

<file path=ppt/media/f51492.txt>
</file>

<file path=ppt/media/f51493.txt>
</file>

<file path=ppt/media/f51494.txt>
</file>

<file path=ppt/media/f51495.txt>
</file>

<file path=ppt/media/f51496.txt>
</file>

<file path=ppt/media/f51497.txt>
</file>

<file path=ppt/media/f51498.txt>
</file>

<file path=ppt/media/f51499.txt>
</file>

<file path=ppt/media/f51500.txt>
</file>

<file path=ppt/media/f51501.txt>
</file>

<file path=ppt/media/f51502.txt>
</file>

<file path=ppt/media/f51503.txt>
</file>

<file path=ppt/media/f51504.txt>
</file>

<file path=ppt/media/f51505.txt>
</file>

<file path=ppt/media/f51506.txt>
</file>

<file path=ppt/media/f51507.txt>
</file>

<file path=ppt/media/f51508.txt>
</file>

<file path=ppt/media/f51509.txt>
</file>

<file path=ppt/media/f51510.txt>
</file>

<file path=ppt/media/f51511.txt>
</file>

<file path=ppt/media/f51512.txt>
</file>

<file path=ppt/media/f51513.txt>
</file>

<file path=ppt/media/f51514.txt>
</file>

<file path=ppt/media/f51515.txt>
</file>

<file path=ppt/media/f51516.txt>
</file>

<file path=ppt/media/f51517.txt>
</file>

<file path=ppt/media/f51518.txt>
</file>

<file path=ppt/media/f51519.txt>
</file>

<file path=ppt/media/f51520.txt>
</file>

<file path=ppt/media/f51521.txt>
</file>

<file path=ppt/media/f51522.txt>
</file>

<file path=ppt/media/f51523.txt>
</file>

<file path=ppt/media/f51524.txt>
</file>

<file path=ppt/media/f51525.txt>
</file>

<file path=ppt/media/f51526.txt>
</file>

<file path=ppt/media/f51527.txt>
</file>

<file path=ppt/media/f51528.txt>
</file>

<file path=ppt/media/f51529.txt>
</file>

<file path=ppt/media/f51530.txt>
</file>

<file path=ppt/media/f51531.txt>
</file>

<file path=ppt/media/f51532.txt>
</file>

<file path=ppt/media/f51533.txt>
</file>

<file path=ppt/media/f51534.txt>
</file>

<file path=ppt/media/f51535.txt>
</file>

<file path=ppt/media/f51536.txt>
</file>

<file path=ppt/media/f51537.txt>
</file>

<file path=ppt/media/f51538.txt>
</file>

<file path=ppt/media/f51539.txt>
</file>

<file path=ppt/media/f51540.txt>
</file>

<file path=ppt/media/f51541.txt>
</file>

<file path=ppt/media/f51542.txt>
</file>

<file path=ppt/media/f51543.txt>
</file>

<file path=ppt/media/f51544.txt>
</file>

<file path=ppt/media/f51545.txt>
</file>

<file path=ppt/media/f51546.txt>
</file>

<file path=ppt/media/f51547.txt>
</file>

<file path=ppt/media/f51548.txt>
</file>

<file path=ppt/media/f51549.txt>
</file>

<file path=ppt/media/f51550.txt>
</file>

<file path=ppt/media/f51551.txt>
</file>

<file path=ppt/media/f51552.txt>
</file>

<file path=ppt/media/f51553.txt>
</file>

<file path=ppt/media/f51554.txt>
</file>

<file path=ppt/media/f51555.txt>
</file>

<file path=ppt/media/f51556.txt>
</file>

<file path=ppt/media/f51557.txt>
</file>

<file path=ppt/media/f51558.txt>
</file>

<file path=ppt/media/f51559.txt>
</file>

<file path=ppt/media/f51560.txt>
</file>

<file path=ppt/media/f51561.txt>
</file>

<file path=ppt/media/f51562.txt>
</file>

<file path=ppt/media/f51563.txt>
</file>

<file path=ppt/media/f51564.txt>
</file>

<file path=ppt/media/f51565.txt>
</file>

<file path=ppt/media/f51566.txt>
</file>

<file path=ppt/media/f51567.txt>
</file>

<file path=ppt/media/f51568.txt>
</file>

<file path=ppt/media/f51569.txt>
</file>

<file path=ppt/media/f51570.txt>
</file>

<file path=ppt/media/f51571.txt>
</file>

<file path=ppt/media/f51572.txt>
</file>

<file path=ppt/media/f51573.txt>
</file>

<file path=ppt/media/f51574.txt>
</file>

<file path=ppt/media/f51575.txt>
</file>

<file path=ppt/media/f51576.txt>
</file>

<file path=ppt/media/f51577.txt>
</file>

<file path=ppt/media/f51578.txt>
</file>

<file path=ppt/media/f51579.txt>
</file>

<file path=ppt/media/f51580.txt>
</file>

<file path=ppt/media/f51581.txt>
</file>

<file path=ppt/media/f51582.txt>
</file>

<file path=ppt/media/f51583.txt>
</file>

<file path=ppt/media/f51584.txt>
</file>

<file path=ppt/media/f51585.txt>
</file>

<file path=ppt/media/f51586.txt>
</file>

<file path=ppt/media/f51587.txt>
</file>

<file path=ppt/media/f51588.txt>
</file>

<file path=ppt/media/f51589.txt>
</file>

<file path=ppt/media/f51590.txt>
</file>

<file path=ppt/media/f51591.txt>
</file>

<file path=ppt/media/f51592.txt>
</file>

<file path=ppt/media/f51593.txt>
</file>

<file path=ppt/media/f51594.txt>
</file>

<file path=ppt/media/f51595.txt>
</file>

<file path=ppt/media/f51596.txt>
</file>

<file path=ppt/media/f51597.txt>
</file>

<file path=ppt/media/f51598.txt>
</file>

<file path=ppt/media/f51599.txt>
</file>

<file path=ppt/media/f51600.txt>
</file>

<file path=ppt/media/f51601.txt>
</file>

<file path=ppt/media/f51602.txt>
</file>

<file path=ppt/media/f51603.txt>
</file>

<file path=ppt/media/f51604.txt>
</file>

<file path=ppt/media/f51605.txt>
</file>

<file path=ppt/media/f51606.txt>
</file>

<file path=ppt/media/f51607.txt>
</file>

<file path=ppt/media/f51608.txt>
</file>

<file path=ppt/media/f51609.txt>
</file>

<file path=ppt/media/f51610.txt>
</file>

<file path=ppt/media/f51611.txt>
</file>

<file path=ppt/media/f51612.txt>
</file>

<file path=ppt/media/f51613.txt>
</file>

<file path=ppt/media/f51614.txt>
</file>

<file path=ppt/media/f51615.txt>
</file>

<file path=ppt/media/f51616.txt>
</file>

<file path=ppt/media/f51617.txt>
</file>

<file path=ppt/media/f51618.txt>
</file>

<file path=ppt/media/f51619.txt>
</file>

<file path=ppt/media/f51620.txt>
</file>

<file path=ppt/media/f51621.txt>
</file>

<file path=ppt/media/f51622.txt>
</file>

<file path=ppt/media/f51623.txt>
</file>

<file path=ppt/media/f51624.txt>
</file>

<file path=ppt/media/f51625.txt>
</file>

<file path=ppt/media/f51626.txt>
</file>

<file path=ppt/media/f51627.txt>
</file>

<file path=ppt/media/f51628.txt>
</file>

<file path=ppt/media/f51629.txt>
</file>

<file path=ppt/media/f51630.txt>
</file>

<file path=ppt/media/f51631.txt>
</file>

<file path=ppt/media/f51632.txt>
</file>

<file path=ppt/media/f51633.txt>
</file>

<file path=ppt/media/f51634.txt>
</file>

<file path=ppt/media/f51635.txt>
</file>

<file path=ppt/media/f51636.txt>
</file>

<file path=ppt/media/f51637.txt>
</file>

<file path=ppt/media/f51638.txt>
</file>

<file path=ppt/media/f51639.txt>
</file>

<file path=ppt/media/f51640.txt>
</file>

<file path=ppt/media/f51641.txt>
</file>

<file path=ppt/media/f51642.txt>
</file>

<file path=ppt/media/f51643.txt>
</file>

<file path=ppt/media/f51644.txt>
</file>

<file path=ppt/media/f51645.txt>
</file>

<file path=ppt/media/f51646.txt>
</file>

<file path=ppt/media/f51647.txt>
</file>

<file path=ppt/media/f51648.txt>
</file>

<file path=ppt/media/f51649.txt>
</file>

<file path=ppt/media/f51650.txt>
</file>

<file path=ppt/media/f51651.txt>
</file>

<file path=ppt/media/f51652.txt>
</file>

<file path=ppt/media/f51653.txt>
</file>

<file path=ppt/media/f51654.txt>
</file>

<file path=ppt/media/f51655.txt>
</file>

<file path=ppt/media/f51656.txt>
</file>

<file path=ppt/media/f51657.txt>
</file>

<file path=ppt/media/f51658.txt>
</file>

<file path=ppt/media/f51659.txt>
</file>

<file path=ppt/media/f51660.txt>
</file>

<file path=ppt/media/f51661.txt>
</file>

<file path=ppt/media/f51662.txt>
</file>

<file path=ppt/media/f51663.txt>
</file>

<file path=ppt/media/f51664.txt>
</file>

<file path=ppt/media/f51665.txt>
</file>

<file path=ppt/media/f51666.txt>
</file>

<file path=ppt/media/f51667.txt>
</file>

<file path=ppt/media/f51668.txt>
</file>

<file path=ppt/media/f51669.txt>
</file>

<file path=ppt/media/f51670.txt>
</file>

<file path=ppt/media/f51671.txt>
</file>

<file path=ppt/media/f51672.txt>
</file>

<file path=ppt/media/f51673.txt>
</file>

<file path=ppt/media/f51674.txt>
</file>

<file path=ppt/media/f51675.txt>
</file>

<file path=ppt/media/f51676.txt>
</file>

<file path=ppt/media/f51677.txt>
</file>

<file path=ppt/media/f51678.txt>
</file>

<file path=ppt/media/f51679.txt>
</file>

<file path=ppt/media/f51680.txt>
</file>

<file path=ppt/media/f51681.txt>
</file>

<file path=ppt/media/f51682.txt>
</file>

<file path=ppt/media/f51683.txt>
</file>

<file path=ppt/media/f51684.txt>
</file>

<file path=ppt/media/f51685.txt>
</file>

<file path=ppt/media/f51686.txt>
</file>

<file path=ppt/media/f51687.txt>
</file>

<file path=ppt/media/f51688.txt>
</file>

<file path=ppt/media/f51689.txt>
</file>

<file path=ppt/media/f51690.txt>
</file>

<file path=ppt/media/f51691.txt>
</file>

<file path=ppt/media/f51692.txt>
</file>

<file path=ppt/media/f51693.txt>
</file>

<file path=ppt/media/f51694.txt>
</file>

<file path=ppt/media/f51695.txt>
</file>

<file path=ppt/media/f51696.txt>
</file>

<file path=ppt/media/f51697.txt>
</file>

<file path=ppt/media/f51698.txt>
</file>

<file path=ppt/media/f51699.txt>
</file>

<file path=ppt/media/f51700.txt>
</file>

<file path=ppt/media/f51701.txt>
</file>

<file path=ppt/media/f51702.txt>
</file>

<file path=ppt/media/f51703.txt>
</file>

<file path=ppt/media/f51704.txt>
</file>

<file path=ppt/media/f51705.txt>
</file>

<file path=ppt/media/f51706.txt>
</file>

<file path=ppt/media/f51707.txt>
</file>

<file path=ppt/media/f51708.txt>
</file>

<file path=ppt/media/f51709.txt>
</file>

<file path=ppt/media/f51710.txt>
</file>

<file path=ppt/media/f51711.txt>
</file>

<file path=ppt/media/f51712.txt>
</file>

<file path=ppt/media/f51713.txt>
</file>

<file path=ppt/media/f51714.txt>
</file>

<file path=ppt/media/f51715.txt>
</file>

<file path=ppt/media/f51716.txt>
</file>

<file path=ppt/media/f51717.txt>
</file>

<file path=ppt/media/f51718.txt>
</file>

<file path=ppt/media/f51719.txt>
</file>

<file path=ppt/media/f51720.txt>
</file>

<file path=ppt/media/f51721.txt>
</file>

<file path=ppt/media/f51722.txt>
</file>

<file path=ppt/media/f51723.txt>
</file>

<file path=ppt/media/f51724.txt>
</file>

<file path=ppt/media/f51725.txt>
</file>

<file path=ppt/media/f51726.txt>
</file>

<file path=ppt/media/f51727.txt>
</file>

<file path=ppt/media/f51728.txt>
</file>

<file path=ppt/media/f51729.txt>
</file>

<file path=ppt/media/f51730.txt>
</file>

<file path=ppt/media/f51731.txt>
</file>

<file path=ppt/media/f51732.txt>
</file>

<file path=ppt/media/f51733.txt>
</file>

<file path=ppt/media/f51734.txt>
</file>

<file path=ppt/media/f51735.txt>
</file>

<file path=ppt/media/f51736.txt>
</file>

<file path=ppt/media/f51737.txt>
</file>

<file path=ppt/media/f51738.txt>
</file>

<file path=ppt/media/f51739.txt>
</file>

<file path=ppt/media/f51740.txt>
</file>

<file path=ppt/media/f51741.txt>
</file>

<file path=ppt/media/f51742.txt>
</file>

<file path=ppt/media/f51743.txt>
</file>

<file path=ppt/media/f51744.txt>
</file>

<file path=ppt/media/f51745.txt>
</file>

<file path=ppt/media/f51746.txt>
</file>

<file path=ppt/media/f51747.txt>
</file>

<file path=ppt/media/f51748.txt>
</file>

<file path=ppt/media/f51749.txt>
</file>

<file path=ppt/media/f51750.txt>
</file>

<file path=ppt/media/f51751.txt>
</file>

<file path=ppt/media/f51752.txt>
</file>

<file path=ppt/media/f51753.txt>
</file>

<file path=ppt/media/f51754.txt>
</file>

<file path=ppt/media/f51755.txt>
</file>

<file path=ppt/media/f51756.txt>
</file>

<file path=ppt/media/f51757.txt>
</file>

<file path=ppt/media/f51758.txt>
</file>

<file path=ppt/media/f51759.txt>
</file>

<file path=ppt/media/f51760.txt>
</file>

<file path=ppt/media/f51761.txt>
</file>

<file path=ppt/media/f51762.txt>
</file>

<file path=ppt/media/f51763.txt>
</file>

<file path=ppt/media/f51764.txt>
</file>

<file path=ppt/media/f51765.txt>
</file>

<file path=ppt/media/f51766.txt>
</file>

<file path=ppt/media/f51767.txt>
</file>

<file path=ppt/media/f51768.txt>
</file>

<file path=ppt/media/f51769.txt>
</file>

<file path=ppt/media/f51770.txt>
</file>

<file path=ppt/media/f51771.txt>
</file>

<file path=ppt/media/f51772.txt>
</file>

<file path=ppt/media/f51773.txt>
</file>

<file path=ppt/media/f51774.txt>
</file>

<file path=ppt/media/f51775.txt>
</file>

<file path=ppt/media/f51776.txt>
</file>

<file path=ppt/media/f51777.txt>
</file>

<file path=ppt/media/f51778.txt>
</file>

<file path=ppt/media/f51779.txt>
</file>

<file path=ppt/media/f51780.txt>
</file>

<file path=ppt/media/f51781.txt>
</file>

<file path=ppt/media/f51782.txt>
</file>

<file path=ppt/media/f51783.txt>
</file>

<file path=ppt/media/f51784.txt>
</file>

<file path=ppt/media/f51785.txt>
</file>

<file path=ppt/media/f51786.txt>
</file>

<file path=ppt/media/f51787.txt>
</file>

<file path=ppt/media/f51788.txt>
</file>

<file path=ppt/media/f51789.txt>
</file>

<file path=ppt/media/f51790.txt>
</file>

<file path=ppt/media/f51791.txt>
</file>

<file path=ppt/media/f51792.txt>
</file>

<file path=ppt/media/f51793.txt>
</file>

<file path=ppt/media/f51794.txt>
</file>

<file path=ppt/media/f51795.txt>
</file>

<file path=ppt/media/f51796.txt>
</file>

<file path=ppt/media/f51797.txt>
</file>

<file path=ppt/media/f51798.txt>
</file>

<file path=ppt/media/f51799.txt>
</file>

<file path=ppt/media/f51800.txt>
</file>

<file path=ppt/media/f51801.txt>
</file>

<file path=ppt/media/f51802.txt>
</file>

<file path=ppt/media/f51803.txt>
</file>

<file path=ppt/media/f51804.txt>
</file>

<file path=ppt/media/f51805.txt>
</file>

<file path=ppt/media/f51806.txt>
</file>

<file path=ppt/media/f51807.txt>
</file>

<file path=ppt/media/f51808.txt>
</file>

<file path=ppt/media/f51809.txt>
</file>

<file path=ppt/media/f51810.txt>
</file>

<file path=ppt/media/f51811.txt>
</file>

<file path=ppt/media/f51812.txt>
</file>

<file path=ppt/media/f51813.txt>
</file>

<file path=ppt/media/f51814.txt>
</file>

<file path=ppt/media/f51815.txt>
</file>

<file path=ppt/media/f51816.txt>
</file>

<file path=ppt/media/f51817.txt>
</file>

<file path=ppt/media/f51818.txt>
</file>

<file path=ppt/media/f51819.txt>
</file>

<file path=ppt/media/f51820.txt>
</file>

<file path=ppt/media/f51821.txt>
</file>

<file path=ppt/media/f51822.txt>
</file>

<file path=ppt/media/f51823.txt>
</file>

<file path=ppt/media/f51824.txt>
</file>

<file path=ppt/media/f51825.txt>
</file>

<file path=ppt/media/f51826.txt>
</file>

<file path=ppt/media/f51827.txt>
</file>

<file path=ppt/media/f51828.txt>
</file>

<file path=ppt/media/f51829.txt>
</file>

<file path=ppt/media/f51830.txt>
</file>

<file path=ppt/media/f51831.txt>
</file>

<file path=ppt/media/f51832.txt>
</file>

<file path=ppt/media/f51833.txt>
</file>

<file path=ppt/media/f51834.txt>
</file>

<file path=ppt/media/f51835.txt>
</file>

<file path=ppt/media/f51836.txt>
</file>

<file path=ppt/media/f51837.txt>
</file>

<file path=ppt/media/f51838.txt>
</file>

<file path=ppt/media/f51839.txt>
</file>

<file path=ppt/media/f51840.txt>
</file>

<file path=ppt/media/f51841.txt>
</file>

<file path=ppt/media/f51842.txt>
</file>

<file path=ppt/media/f51843.txt>
</file>

<file path=ppt/media/f51844.txt>
</file>

<file path=ppt/media/f51845.txt>
</file>

<file path=ppt/media/f51846.txt>
</file>

<file path=ppt/media/f51847.txt>
</file>

<file path=ppt/media/f51848.txt>
</file>

<file path=ppt/media/f51849.txt>
</file>

<file path=ppt/media/f51850.txt>
</file>

<file path=ppt/media/f51851.txt>
</file>

<file path=ppt/media/f51852.txt>
</file>

<file path=ppt/media/f51853.txt>
</file>

<file path=ppt/media/f51854.txt>
</file>

<file path=ppt/media/f51855.txt>
</file>

<file path=ppt/media/f51856.txt>
</file>

<file path=ppt/media/f51857.txt>
</file>

<file path=ppt/media/f51858.txt>
</file>

<file path=ppt/media/f51859.txt>
</file>

<file path=ppt/media/f51860.txt>
</file>

<file path=ppt/media/f51861.txt>
</file>

<file path=ppt/media/f51862.txt>
</file>

<file path=ppt/media/f51863.txt>
</file>

<file path=ppt/media/f51864.txt>
</file>

<file path=ppt/media/f51865.txt>
</file>

<file path=ppt/media/f51866.txt>
</file>

<file path=ppt/media/f51867.txt>
</file>

<file path=ppt/media/f51868.txt>
</file>

<file path=ppt/media/f51869.txt>
</file>

<file path=ppt/media/f51870.txt>
</file>

<file path=ppt/media/f51871.txt>
</file>

<file path=ppt/media/f51872.txt>
</file>

<file path=ppt/media/f51873.txt>
</file>

<file path=ppt/media/f51874.txt>
</file>

<file path=ppt/media/f51875.txt>
</file>

<file path=ppt/media/f51876.txt>
</file>

<file path=ppt/media/f51877.txt>
</file>

<file path=ppt/media/f51878.txt>
</file>

<file path=ppt/media/f51879.txt>
</file>

<file path=ppt/media/f51880.txt>
</file>

<file path=ppt/media/f51881.txt>
</file>

<file path=ppt/media/f51882.txt>
</file>

<file path=ppt/media/f51883.txt>
</file>

<file path=ppt/media/f51884.txt>
</file>

<file path=ppt/media/f51885.txt>
</file>

<file path=ppt/media/f51886.txt>
</file>

<file path=ppt/media/f51887.txt>
</file>

<file path=ppt/media/f51888.txt>
</file>

<file path=ppt/media/f51889.txt>
</file>

<file path=ppt/media/f51890.txt>
</file>

<file path=ppt/media/f51891.txt>
</file>

<file path=ppt/media/f51892.txt>
</file>

<file path=ppt/media/f51893.txt>
</file>

<file path=ppt/media/f51894.txt>
</file>

<file path=ppt/media/f51895.txt>
</file>

<file path=ppt/media/f51896.txt>
</file>

<file path=ppt/media/f51897.txt>
</file>

<file path=ppt/media/f51898.txt>
</file>

<file path=ppt/media/f51899.txt>
</file>

<file path=ppt/media/f51900.txt>
</file>

<file path=ppt/media/f51901.txt>
</file>

<file path=ppt/media/f51902.txt>
</file>

<file path=ppt/media/f51903.txt>
</file>

<file path=ppt/media/f51904.txt>
</file>

<file path=ppt/media/f51905.txt>
</file>

<file path=ppt/media/f51906.txt>
</file>

<file path=ppt/media/f51907.txt>
</file>

<file path=ppt/media/f51908.txt>
</file>

<file path=ppt/media/f51909.txt>
</file>

<file path=ppt/media/f51910.txt>
</file>

<file path=ppt/media/f51911.txt>
</file>

<file path=ppt/media/f51912.txt>
</file>

<file path=ppt/media/f51913.txt>
</file>

<file path=ppt/media/f51914.txt>
</file>

<file path=ppt/media/f51915.txt>
</file>

<file path=ppt/media/f51916.txt>
</file>

<file path=ppt/media/f51917.txt>
</file>

<file path=ppt/media/f51918.txt>
</file>

<file path=ppt/media/f51919.txt>
</file>

<file path=ppt/media/f51920.txt>
</file>

<file path=ppt/media/f51921.txt>
</file>

<file path=ppt/media/f51922.txt>
</file>

<file path=ppt/media/f51923.txt>
</file>

<file path=ppt/media/f51924.txt>
</file>

<file path=ppt/media/f51925.txt>
</file>

<file path=ppt/media/f51926.txt>
</file>

<file path=ppt/media/f51927.txt>
</file>

<file path=ppt/media/f51928.txt>
</file>

<file path=ppt/media/f51929.txt>
</file>

<file path=ppt/media/f51930.txt>
</file>

<file path=ppt/media/f51931.txt>
</file>

<file path=ppt/media/f51932.txt>
</file>

<file path=ppt/media/f51933.txt>
</file>

<file path=ppt/media/f51934.txt>
</file>

<file path=ppt/media/f51935.txt>
</file>

<file path=ppt/media/f51936.txt>
</file>

<file path=ppt/media/f51937.txt>
</file>

<file path=ppt/media/f51938.txt>
</file>

<file path=ppt/media/f51939.txt>
</file>

<file path=ppt/media/f51940.txt>
</file>

<file path=ppt/media/f51941.txt>
</file>

<file path=ppt/media/f51942.txt>
</file>

<file path=ppt/media/f51943.txt>
</file>

<file path=ppt/media/f51944.txt>
</file>

<file path=ppt/media/f51945.txt>
</file>

<file path=ppt/media/f51946.txt>
</file>

<file path=ppt/media/f51947.txt>
</file>

<file path=ppt/media/f51948.txt>
</file>

<file path=ppt/media/f51949.txt>
</file>

<file path=ppt/media/f51950.txt>
</file>

<file path=ppt/media/f51951.txt>
</file>

<file path=ppt/media/f51952.txt>
</file>

<file path=ppt/media/f51953.txt>
</file>

<file path=ppt/media/f51954.txt>
</file>

<file path=ppt/media/f51955.txt>
</file>

<file path=ppt/media/f51956.txt>
</file>

<file path=ppt/media/f51957.txt>
</file>

<file path=ppt/media/f51958.txt>
</file>

<file path=ppt/media/f51959.txt>
</file>

<file path=ppt/media/f51960.txt>
</file>

<file path=ppt/media/f51961.txt>
</file>

<file path=ppt/media/f51962.txt>
</file>

<file path=ppt/media/f51963.txt>
</file>

<file path=ppt/media/f51964.txt>
</file>

<file path=ppt/media/f51965.txt>
</file>

<file path=ppt/media/f51966.txt>
</file>

<file path=ppt/media/f51967.txt>
</file>

<file path=ppt/media/f51968.txt>
</file>

<file path=ppt/media/f51969.txt>
</file>

<file path=ppt/media/f51970.txt>
</file>

<file path=ppt/media/f51971.txt>
</file>

<file path=ppt/media/f51972.txt>
</file>

<file path=ppt/media/f51973.txt>
</file>

<file path=ppt/media/f51974.txt>
</file>

<file path=ppt/media/f51975.txt>
</file>

<file path=ppt/media/f51976.txt>
</file>

<file path=ppt/media/f51977.txt>
</file>

<file path=ppt/media/f51978.txt>
</file>

<file path=ppt/media/f51979.txt>
</file>

<file path=ppt/media/f51980.txt>
</file>

<file path=ppt/media/f51981.txt>
</file>

<file path=ppt/media/f51982.txt>
</file>

<file path=ppt/media/f51983.txt>
</file>

<file path=ppt/media/f51984.txt>
</file>

<file path=ppt/media/f51985.txt>
</file>

<file path=ppt/media/f51986.txt>
</file>

<file path=ppt/media/f51987.txt>
</file>

<file path=ppt/media/f51988.txt>
</file>

<file path=ppt/media/f51989.txt>
</file>

<file path=ppt/media/f51990.txt>
</file>

<file path=ppt/media/f51991.txt>
</file>

<file path=ppt/media/f51992.txt>
</file>

<file path=ppt/media/f51993.txt>
</file>

<file path=ppt/media/f51994.txt>
</file>

<file path=ppt/media/f51995.txt>
</file>

<file path=ppt/media/f51996.txt>
</file>

<file path=ppt/media/f51997.txt>
</file>

<file path=ppt/media/f51998.txt>
</file>

<file path=ppt/media/f51999.txt>
</file>

<file path=ppt/media/f52000.txt>
</file>

<file path=ppt/media/f52001.txt>
</file>

<file path=ppt/media/f52002.txt>
</file>

<file path=ppt/media/f52003.txt>
</file>

<file path=ppt/media/f52004.txt>
</file>

<file path=ppt/media/f52005.txt>
</file>

<file path=ppt/media/f52006.txt>
</file>

<file path=ppt/media/f52007.txt>
</file>

<file path=ppt/media/f52008.txt>
</file>

<file path=ppt/media/f52009.txt>
</file>

<file path=ppt/media/f52010.txt>
</file>

<file path=ppt/media/f52011.txt>
</file>

<file path=ppt/media/f52012.txt>
</file>

<file path=ppt/media/f52013.txt>
</file>

<file path=ppt/media/f52014.txt>
</file>

<file path=ppt/media/f52015.txt>
</file>

<file path=ppt/media/f52016.txt>
</file>

<file path=ppt/media/f52017.txt>
</file>

<file path=ppt/media/f52018.txt>
</file>

<file path=ppt/media/f52019.txt>
</file>

<file path=ppt/media/f52020.txt>
</file>

<file path=ppt/media/f52021.txt>
</file>

<file path=ppt/media/f52022.txt>
</file>

<file path=ppt/media/f52023.txt>
</file>

<file path=ppt/media/f52024.txt>
</file>

<file path=ppt/media/f52025.txt>
</file>

<file path=ppt/media/f52026.txt>
</file>

<file path=ppt/media/f52027.txt>
</file>

<file path=ppt/media/f52028.txt>
</file>

<file path=ppt/media/f52029.txt>
</file>

<file path=ppt/media/f52030.txt>
</file>

<file path=ppt/media/f52031.txt>
</file>

<file path=ppt/media/f52032.txt>
</file>

<file path=ppt/media/f52033.txt>
</file>

<file path=ppt/media/f52034.txt>
</file>

<file path=ppt/media/f52035.txt>
</file>

<file path=ppt/media/f52036.txt>
</file>

<file path=ppt/media/f52037.txt>
</file>

<file path=ppt/media/f52038.txt>
</file>

<file path=ppt/media/f52039.txt>
</file>

<file path=ppt/media/f52040.txt>
</file>

<file path=ppt/media/f52041.txt>
</file>

<file path=ppt/media/f52042.txt>
</file>

<file path=ppt/media/f52043.txt>
</file>

<file path=ppt/media/f52044.txt>
</file>

<file path=ppt/media/f52045.txt>
</file>

<file path=ppt/media/f52046.txt>
</file>

<file path=ppt/media/f52047.txt>
</file>

<file path=ppt/media/f52048.txt>
</file>

<file path=ppt/media/f52049.txt>
</file>

<file path=ppt/media/f52050.txt>
</file>

<file path=ppt/media/f52051.txt>
</file>

<file path=ppt/media/f52052.txt>
</file>

<file path=ppt/media/f52053.txt>
</file>

<file path=ppt/media/f52054.txt>
</file>

<file path=ppt/media/f52055.txt>
</file>

<file path=ppt/media/f52056.txt>
</file>

<file path=ppt/media/f52057.txt>
</file>

<file path=ppt/media/f52058.txt>
</file>

<file path=ppt/media/f52059.txt>
</file>

<file path=ppt/media/f52060.txt>
</file>

<file path=ppt/media/f52061.txt>
</file>

<file path=ppt/media/f52062.txt>
</file>

<file path=ppt/media/f52063.txt>
</file>

<file path=ppt/media/f52064.txt>
</file>

<file path=ppt/media/f52065.txt>
</file>

<file path=ppt/media/f52066.txt>
</file>

<file path=ppt/media/f52067.txt>
</file>

<file path=ppt/media/f52068.txt>
</file>

<file path=ppt/media/f52069.txt>
</file>

<file path=ppt/media/f52070.txt>
</file>

<file path=ppt/media/f52071.txt>
</file>

<file path=ppt/media/f52072.txt>
</file>

<file path=ppt/media/f52073.txt>
</file>

<file path=ppt/media/f52074.txt>
</file>

<file path=ppt/media/f52075.txt>
</file>

<file path=ppt/media/f52076.txt>
</file>

<file path=ppt/media/f52077.txt>
</file>

<file path=ppt/media/f52078.txt>
</file>

<file path=ppt/media/f52079.txt>
</file>

<file path=ppt/media/f52080.txt>
</file>

<file path=ppt/media/f52081.txt>
</file>

<file path=ppt/media/f52082.txt>
</file>

<file path=ppt/media/f52083.txt>
</file>

<file path=ppt/media/f52084.txt>
</file>

<file path=ppt/media/f52085.txt>
</file>

<file path=ppt/media/f52086.txt>
</file>

<file path=ppt/media/f52087.txt>
</file>

<file path=ppt/media/f52088.txt>
</file>

<file path=ppt/media/f52089.txt>
</file>

<file path=ppt/media/f52090.txt>
</file>

<file path=ppt/media/f52091.txt>
</file>

<file path=ppt/media/f52092.txt>
</file>

<file path=ppt/media/f52093.txt>
</file>

<file path=ppt/media/f52094.txt>
</file>

<file path=ppt/media/f52095.txt>
</file>

<file path=ppt/media/f52096.txt>
</file>

<file path=ppt/media/f52097.txt>
</file>

<file path=ppt/media/f52098.txt>
</file>

<file path=ppt/media/f52099.txt>
</file>

<file path=ppt/media/f52100.txt>
</file>

<file path=ppt/media/f52101.txt>
</file>

<file path=ppt/media/f52102.txt>
</file>

<file path=ppt/media/f52103.txt>
</file>

<file path=ppt/media/f52104.txt>
</file>

<file path=ppt/media/f52105.txt>
</file>

<file path=ppt/media/f52106.txt>
</file>

<file path=ppt/media/f52107.txt>
</file>

<file path=ppt/media/f52108.txt>
</file>

<file path=ppt/media/f52109.txt>
</file>

<file path=ppt/media/f52110.txt>
</file>

<file path=ppt/media/f52111.txt>
</file>

<file path=ppt/media/f52112.txt>
</file>

<file path=ppt/media/f52113.txt>
</file>

<file path=ppt/media/f52114.txt>
</file>

<file path=ppt/media/f52115.txt>
</file>

<file path=ppt/media/f52116.txt>
</file>

<file path=ppt/media/f52117.txt>
</file>

<file path=ppt/media/f52118.txt>
</file>

<file path=ppt/media/f52119.txt>
</file>

<file path=ppt/media/f52120.txt>
</file>

<file path=ppt/media/f52121.txt>
</file>

<file path=ppt/media/f52122.txt>
</file>

<file path=ppt/media/f52123.txt>
</file>

<file path=ppt/media/f52124.txt>
</file>

<file path=ppt/media/f52125.txt>
</file>

<file path=ppt/media/f52126.txt>
</file>

<file path=ppt/media/f52127.txt>
</file>

<file path=ppt/media/f52128.txt>
</file>

<file path=ppt/media/f52129.txt>
</file>

<file path=ppt/media/f52130.txt>
</file>

<file path=ppt/media/f52131.txt>
</file>

<file path=ppt/media/f52132.txt>
</file>

<file path=ppt/media/f52133.txt>
</file>

<file path=ppt/media/f52134.txt>
</file>

<file path=ppt/media/f52135.txt>
</file>

<file path=ppt/media/f52136.txt>
</file>

<file path=ppt/media/f52137.txt>
</file>

<file path=ppt/media/f52138.txt>
</file>

<file path=ppt/media/f52139.txt>
</file>

<file path=ppt/media/f52140.txt>
</file>

<file path=ppt/media/f52141.txt>
</file>

<file path=ppt/media/f52142.txt>
</file>

<file path=ppt/media/f52143.txt>
</file>

<file path=ppt/media/f52144.txt>
</file>

<file path=ppt/media/f52145.txt>
</file>

<file path=ppt/media/f52146.txt>
</file>

<file path=ppt/media/f52147.txt>
</file>

<file path=ppt/media/f52148.txt>
</file>

<file path=ppt/media/f52149.txt>
</file>

<file path=ppt/media/f52150.txt>
</file>

<file path=ppt/media/f52151.txt>
</file>

<file path=ppt/media/f52152.txt>
</file>

<file path=ppt/media/f52153.txt>
</file>

<file path=ppt/media/f52154.txt>
</file>

<file path=ppt/media/f52155.txt>
</file>

<file path=ppt/media/f52156.txt>
</file>

<file path=ppt/media/f52157.txt>
</file>

<file path=ppt/media/f52158.txt>
</file>

<file path=ppt/media/f52159.txt>
</file>

<file path=ppt/media/f52160.txt>
</file>

<file path=ppt/media/f52161.txt>
</file>

<file path=ppt/media/f52162.txt>
</file>

<file path=ppt/media/f52163.txt>
</file>

<file path=ppt/media/f52164.txt>
</file>

<file path=ppt/media/f52165.txt>
</file>

<file path=ppt/media/f52166.txt>
</file>

<file path=ppt/media/f52167.txt>
</file>

<file path=ppt/media/f52168.txt>
</file>

<file path=ppt/media/f52169.txt>
</file>

<file path=ppt/media/f52170.txt>
</file>

<file path=ppt/media/f52171.txt>
</file>

<file path=ppt/media/f52172.txt>
</file>

<file path=ppt/media/f52173.txt>
</file>

<file path=ppt/media/f52174.txt>
</file>

<file path=ppt/media/f52175.txt>
</file>

<file path=ppt/media/f52176.txt>
</file>

<file path=ppt/media/f52177.txt>
</file>

<file path=ppt/media/f52178.txt>
</file>

<file path=ppt/media/f52179.txt>
</file>

<file path=ppt/media/f52180.txt>
</file>

<file path=ppt/media/f52181.txt>
</file>

<file path=ppt/media/f52182.txt>
</file>

<file path=ppt/media/f52183.txt>
</file>

<file path=ppt/media/f52184.txt>
</file>

<file path=ppt/media/f52185.txt>
</file>

<file path=ppt/media/f52186.txt>
</file>

<file path=ppt/media/f52187.txt>
</file>

<file path=ppt/media/f52188.txt>
</file>

<file path=ppt/media/f52189.txt>
</file>

<file path=ppt/media/f52190.txt>
</file>

<file path=ppt/media/f52191.txt>
</file>

<file path=ppt/media/f52192.txt>
</file>

<file path=ppt/media/f52193.txt>
</file>

<file path=ppt/media/f52194.txt>
</file>

<file path=ppt/media/f52195.txt>
</file>

<file path=ppt/media/f52196.txt>
</file>

<file path=ppt/media/f52197.txt>
</file>

<file path=ppt/media/f52198.txt>
</file>

<file path=ppt/media/f52199.txt>
</file>

<file path=ppt/media/f52200.txt>
</file>

<file path=ppt/media/f52201.txt>
</file>

<file path=ppt/media/f52202.txt>
</file>

<file path=ppt/media/f52203.txt>
</file>

<file path=ppt/media/f52204.txt>
</file>

<file path=ppt/media/f52205.txt>
</file>

<file path=ppt/media/f52206.txt>
</file>

<file path=ppt/media/f52207.txt>
</file>

<file path=ppt/media/f52208.txt>
</file>

<file path=ppt/media/f52209.txt>
</file>

<file path=ppt/media/f52210.txt>
</file>

<file path=ppt/media/f52211.txt>
</file>

<file path=ppt/media/f52212.txt>
</file>

<file path=ppt/media/f52213.txt>
</file>

<file path=ppt/media/f52214.txt>
</file>

<file path=ppt/media/f52215.txt>
</file>

<file path=ppt/media/f52216.txt>
</file>

<file path=ppt/media/f52217.txt>
</file>

<file path=ppt/media/f52218.txt>
</file>

<file path=ppt/media/f52219.txt>
</file>

<file path=ppt/media/f52220.txt>
</file>

<file path=ppt/media/f52221.txt>
</file>

<file path=ppt/media/f52222.txt>
</file>

<file path=ppt/media/f52223.txt>
</file>

<file path=ppt/media/f52224.txt>
</file>

<file path=ppt/media/f52225.txt>
</file>

<file path=ppt/media/f52226.txt>
</file>

<file path=ppt/media/f52227.txt>
</file>

<file path=ppt/media/f52228.txt>
</file>

<file path=ppt/media/f52229.txt>
</file>

<file path=ppt/media/f52230.txt>
</file>

<file path=ppt/media/f52231.txt>
</file>

<file path=ppt/media/f52232.txt>
</file>

<file path=ppt/media/f52233.txt>
</file>

<file path=ppt/media/f52234.txt>
</file>

<file path=ppt/media/f52235.txt>
</file>

<file path=ppt/media/f52236.txt>
</file>

<file path=ppt/media/f52237.txt>
</file>

<file path=ppt/media/f52238.txt>
</file>

<file path=ppt/media/f52239.txt>
</file>

<file path=ppt/media/f52240.txt>
</file>

<file path=ppt/media/f52241.txt>
</file>

<file path=ppt/media/f52242.txt>
</file>

<file path=ppt/media/f52243.txt>
</file>

<file path=ppt/media/f52244.txt>
</file>

<file path=ppt/media/f52245.txt>
</file>

<file path=ppt/media/f52246.txt>
</file>

<file path=ppt/media/f52247.txt>
</file>

<file path=ppt/media/f52248.txt>
</file>

<file path=ppt/media/f52249.txt>
</file>

<file path=ppt/media/f52250.txt>
</file>

<file path=ppt/media/f52251.txt>
</file>

<file path=ppt/media/f52252.txt>
</file>

<file path=ppt/media/f52253.txt>
</file>

<file path=ppt/media/f52254.txt>
</file>

<file path=ppt/media/f52255.txt>
</file>

<file path=ppt/media/f52256.txt>
</file>

<file path=ppt/media/f52257.txt>
</file>

<file path=ppt/media/f52258.txt>
</file>

<file path=ppt/media/f52259.txt>
</file>

<file path=ppt/media/f52260.txt>
</file>

<file path=ppt/media/f52261.txt>
</file>

<file path=ppt/media/f52262.txt>
</file>

<file path=ppt/media/f52263.txt>
</file>

<file path=ppt/media/f52264.txt>
</file>

<file path=ppt/media/f52265.txt>
</file>

<file path=ppt/media/f52266.txt>
</file>

<file path=ppt/media/f52267.txt>
</file>

<file path=ppt/media/f52268.txt>
</file>

<file path=ppt/media/f52269.txt>
</file>

<file path=ppt/media/f52270.txt>
</file>

<file path=ppt/media/f52271.txt>
</file>

<file path=ppt/media/f52272.txt>
</file>

<file path=ppt/media/f52273.txt>
</file>

<file path=ppt/media/f52274.txt>
</file>

<file path=ppt/media/f52275.txt>
</file>

<file path=ppt/media/f52276.txt>
</file>

<file path=ppt/media/f52277.txt>
</file>

<file path=ppt/media/f52278.txt>
</file>

<file path=ppt/media/f52279.txt>
</file>

<file path=ppt/media/f52280.txt>
</file>

<file path=ppt/media/f52281.txt>
</file>

<file path=ppt/media/f52282.txt>
</file>

<file path=ppt/media/f52283.txt>
</file>

<file path=ppt/media/f52284.txt>
</file>

<file path=ppt/media/f52285.txt>
</file>

<file path=ppt/media/f52286.txt>
</file>

<file path=ppt/media/f52287.txt>
</file>

<file path=ppt/media/f52288.txt>
</file>

<file path=ppt/media/f52289.txt>
</file>

<file path=ppt/media/f52290.txt>
</file>

<file path=ppt/media/f52291.txt>
</file>

<file path=ppt/media/f52292.txt>
</file>

<file path=ppt/media/f52293.txt>
</file>

<file path=ppt/media/f52294.txt>
</file>

<file path=ppt/media/f52295.txt>
</file>

<file path=ppt/media/f52296.txt>
</file>

<file path=ppt/media/f52297.txt>
</file>

<file path=ppt/media/f52298.txt>
</file>

<file path=ppt/media/f52299.txt>
</file>

<file path=ppt/media/f52300.txt>
</file>

<file path=ppt/media/f52301.txt>
</file>

<file path=ppt/media/f52302.txt>
</file>

<file path=ppt/media/f52303.txt>
</file>

<file path=ppt/media/f52304.txt>
</file>

<file path=ppt/media/f52305.txt>
</file>

<file path=ppt/media/f52306.txt>
</file>

<file path=ppt/media/f52307.txt>
</file>

<file path=ppt/media/f52308.txt>
</file>

<file path=ppt/media/f52309.txt>
</file>

<file path=ppt/media/f52310.txt>
</file>

<file path=ppt/media/f52311.txt>
</file>

<file path=ppt/media/f52312.txt>
</file>

<file path=ppt/media/f52313.txt>
</file>

<file path=ppt/media/f52314.txt>
</file>

<file path=ppt/media/f52315.txt>
</file>

<file path=ppt/media/f52316.txt>
</file>

<file path=ppt/media/f52317.txt>
</file>

<file path=ppt/media/f52318.txt>
</file>

<file path=ppt/media/f52319.txt>
</file>

<file path=ppt/media/f52320.txt>
</file>

<file path=ppt/media/f52321.txt>
</file>

<file path=ppt/media/f52322.txt>
</file>

<file path=ppt/media/f52323.txt>
</file>

<file path=ppt/media/f52324.txt>
</file>

<file path=ppt/media/f52325.txt>
</file>

<file path=ppt/media/f52326.txt>
</file>

<file path=ppt/media/f52327.txt>
</file>

<file path=ppt/media/f52328.txt>
</file>

<file path=ppt/media/f52329.txt>
</file>

<file path=ppt/media/f52330.txt>
</file>

<file path=ppt/media/f52331.txt>
</file>

<file path=ppt/media/f52332.txt>
</file>

<file path=ppt/media/f52333.txt>
</file>

<file path=ppt/media/f52334.txt>
</file>

<file path=ppt/media/f52335.txt>
</file>

<file path=ppt/media/f52336.txt>
</file>

<file path=ppt/media/f52337.txt>
</file>

<file path=ppt/media/f52338.txt>
</file>

<file path=ppt/media/f52339.txt>
</file>

<file path=ppt/media/f52340.txt>
</file>

<file path=ppt/media/f52341.txt>
</file>

<file path=ppt/media/f52342.txt>
</file>

<file path=ppt/media/f52343.txt>
</file>

<file path=ppt/media/f52344.txt>
</file>

<file path=ppt/media/f52345.txt>
</file>

<file path=ppt/media/f52346.txt>
</file>

<file path=ppt/media/f52347.txt>
</file>

<file path=ppt/media/f52348.txt>
</file>

<file path=ppt/media/f52349.txt>
</file>

<file path=ppt/media/f52350.txt>
</file>

<file path=ppt/media/f52351.txt>
</file>

<file path=ppt/media/f52352.txt>
</file>

<file path=ppt/media/f52353.txt>
</file>

<file path=ppt/media/f52354.txt>
</file>

<file path=ppt/media/f52355.txt>
</file>

<file path=ppt/media/f52356.txt>
</file>

<file path=ppt/media/f52357.txt>
</file>

<file path=ppt/media/f52358.txt>
</file>

<file path=ppt/media/f52359.txt>
</file>

<file path=ppt/media/f52360.txt>
</file>

<file path=ppt/media/f52361.txt>
</file>

<file path=ppt/media/f52362.txt>
</file>

<file path=ppt/media/f52363.txt>
</file>

<file path=ppt/media/f52364.txt>
</file>

<file path=ppt/media/f52365.txt>
</file>

<file path=ppt/media/f52366.txt>
</file>

<file path=ppt/media/f52367.txt>
</file>

<file path=ppt/media/f52368.txt>
</file>

<file path=ppt/media/f52369.txt>
</file>

<file path=ppt/media/f52370.txt>
</file>

<file path=ppt/media/f52371.txt>
</file>

<file path=ppt/media/f52372.txt>
</file>

<file path=ppt/media/f52373.txt>
</file>

<file path=ppt/media/f52374.txt>
</file>

<file path=ppt/media/f52375.txt>
</file>

<file path=ppt/media/f52376.txt>
</file>

<file path=ppt/media/f52377.txt>
</file>

<file path=ppt/media/f52378.txt>
</file>

<file path=ppt/media/f52379.txt>
</file>

<file path=ppt/media/f52380.txt>
</file>

<file path=ppt/media/f52381.txt>
</file>

<file path=ppt/media/f52382.txt>
</file>

<file path=ppt/media/f52383.txt>
</file>

<file path=ppt/media/f52384.txt>
</file>

<file path=ppt/media/f52385.txt>
</file>

<file path=ppt/media/f52386.txt>
</file>

<file path=ppt/media/f52387.txt>
</file>

<file path=ppt/media/f52388.txt>
</file>

<file path=ppt/media/f52389.txt>
</file>

<file path=ppt/media/f52390.txt>
</file>

<file path=ppt/media/f52391.txt>
</file>

<file path=ppt/media/f52392.txt>
</file>

<file path=ppt/media/f52393.txt>
</file>

<file path=ppt/media/f52394.txt>
</file>

<file path=ppt/media/f52395.txt>
</file>

<file path=ppt/media/f52396.txt>
</file>

<file path=ppt/media/f52397.txt>
</file>

<file path=ppt/media/f52398.txt>
</file>

<file path=ppt/media/f52399.txt>
</file>

<file path=ppt/media/f52400.txt>
</file>

<file path=ppt/media/f52401.txt>
</file>

<file path=ppt/media/f52402.txt>
</file>

<file path=ppt/media/f52403.txt>
</file>

<file path=ppt/media/f52404.txt>
</file>

<file path=ppt/media/f52405.txt>
</file>

<file path=ppt/media/f52406.txt>
</file>

<file path=ppt/media/f52407.txt>
</file>

<file path=ppt/media/f52408.txt>
</file>

<file path=ppt/media/f52409.txt>
</file>

<file path=ppt/media/f52410.txt>
</file>

<file path=ppt/media/f52411.txt>
</file>

<file path=ppt/media/f52412.txt>
</file>

<file path=ppt/media/f52413.txt>
</file>

<file path=ppt/media/f52414.txt>
</file>

<file path=ppt/media/f52415.txt>
</file>

<file path=ppt/media/f52416.txt>
</file>

<file path=ppt/media/f52417.txt>
</file>

<file path=ppt/media/f52418.txt>
</file>

<file path=ppt/media/f52419.txt>
</file>

<file path=ppt/media/f52420.txt>
</file>

<file path=ppt/media/f52421.txt>
</file>

<file path=ppt/media/f52422.txt>
</file>

<file path=ppt/media/f52423.txt>
</file>

<file path=ppt/media/f52424.txt>
</file>

<file path=ppt/media/f52425.txt>
</file>

<file path=ppt/media/f52426.txt>
</file>

<file path=ppt/media/f52427.txt>
</file>

<file path=ppt/media/f52428.txt>
</file>

<file path=ppt/media/f52429.txt>
</file>

<file path=ppt/media/f52430.txt>
</file>

<file path=ppt/media/f52431.txt>
</file>

<file path=ppt/media/f52432.txt>
</file>

<file path=ppt/media/f52433.txt>
</file>

<file path=ppt/media/f52434.txt>
</file>

<file path=ppt/media/f52435.txt>
</file>

<file path=ppt/media/f52436.txt>
</file>

<file path=ppt/media/f52437.txt>
</file>

<file path=ppt/media/f52438.txt>
</file>

<file path=ppt/media/f52439.txt>
</file>

<file path=ppt/media/f52440.txt>
</file>

<file path=ppt/media/f52441.txt>
</file>

<file path=ppt/media/f52442.txt>
</file>

<file path=ppt/media/f52443.txt>
</file>

<file path=ppt/media/f52444.txt>
</file>

<file path=ppt/media/f52445.txt>
</file>

<file path=ppt/media/f52446.txt>
</file>

<file path=ppt/media/f52447.txt>
</file>

<file path=ppt/media/f52448.txt>
</file>

<file path=ppt/media/f52449.txt>
</file>

<file path=ppt/media/f52450.txt>
</file>

<file path=ppt/media/f52451.txt>
</file>

<file path=ppt/media/f52452.txt>
</file>

<file path=ppt/media/f52453.txt>
</file>

<file path=ppt/media/f52454.txt>
</file>

<file path=ppt/media/f52455.txt>
</file>

<file path=ppt/media/f52456.txt>
</file>

<file path=ppt/media/f52457.txt>
</file>

<file path=ppt/media/f52458.txt>
</file>

<file path=ppt/media/f52459.txt>
</file>

<file path=ppt/media/f52460.txt>
</file>

<file path=ppt/media/f52461.txt>
</file>

<file path=ppt/media/f52462.txt>
</file>

<file path=ppt/media/f52463.txt>
</file>

<file path=ppt/media/f52464.txt>
</file>

<file path=ppt/media/f52465.txt>
</file>

<file path=ppt/media/f52466.txt>
</file>

<file path=ppt/media/f52467.txt>
</file>

<file path=ppt/media/f52468.txt>
</file>

<file path=ppt/media/f52469.txt>
</file>

<file path=ppt/media/f52470.txt>
</file>

<file path=ppt/media/f52471.txt>
</file>

<file path=ppt/media/f52472.txt>
</file>

<file path=ppt/media/f52473.txt>
</file>

<file path=ppt/media/f52474.txt>
</file>

<file path=ppt/media/f52475.txt>
</file>

<file path=ppt/media/f52476.txt>
</file>

<file path=ppt/media/f52477.txt>
</file>

<file path=ppt/media/f52478.txt>
</file>

<file path=ppt/media/f52479.txt>
</file>

<file path=ppt/media/f52480.txt>
</file>

<file path=ppt/media/f52481.txt>
</file>

<file path=ppt/media/f52482.txt>
</file>

<file path=ppt/media/f52483.txt>
</file>

<file path=ppt/media/f52484.txt>
</file>

<file path=ppt/media/f52485.txt>
</file>

<file path=ppt/media/f52486.txt>
</file>

<file path=ppt/media/f52487.txt>
</file>

<file path=ppt/media/f52488.txt>
</file>

<file path=ppt/media/f52489.txt>
</file>

<file path=ppt/media/f52490.txt>
</file>

<file path=ppt/media/f52491.txt>
</file>

<file path=ppt/media/f52492.txt>
</file>

<file path=ppt/media/f52493.txt>
</file>

<file path=ppt/media/f52494.txt>
</file>

<file path=ppt/media/f52495.txt>
</file>

<file path=ppt/media/f52496.txt>
</file>

<file path=ppt/media/f52497.txt>
</file>

<file path=ppt/media/f52498.txt>
</file>

<file path=ppt/media/f52499.txt>
</file>

<file path=ppt/media/f52500.txt>
</file>

<file path=ppt/media/f52501.txt>
</file>

<file path=ppt/media/f52502.txt>
</file>

<file path=ppt/media/f52503.txt>
</file>

<file path=ppt/media/f52504.txt>
</file>

<file path=ppt/media/f52505.txt>
</file>

<file path=ppt/media/f52506.txt>
</file>

<file path=ppt/media/f52507.txt>
</file>

<file path=ppt/media/f52508.txt>
</file>

<file path=ppt/media/f52509.txt>
</file>

<file path=ppt/media/f52510.txt>
</file>

<file path=ppt/media/f52511.txt>
</file>

<file path=ppt/media/f52512.txt>
</file>

<file path=ppt/media/f52513.txt>
</file>

<file path=ppt/media/f52514.txt>
</file>

<file path=ppt/media/f52515.txt>
</file>

<file path=ppt/media/f52516.txt>
</file>

<file path=ppt/media/f52517.txt>
</file>

<file path=ppt/media/f52518.txt>
</file>

<file path=ppt/media/f52519.txt>
</file>

<file path=ppt/media/f52520.txt>
</file>

<file path=ppt/media/f52521.txt>
</file>

<file path=ppt/media/f52522.txt>
</file>

<file path=ppt/media/f52523.txt>
</file>

<file path=ppt/media/f52524.txt>
</file>

<file path=ppt/media/f52525.txt>
</file>

<file path=ppt/media/f52526.txt>
</file>

<file path=ppt/media/f52527.txt>
</file>

<file path=ppt/media/f52528.txt>
</file>

<file path=ppt/media/f52529.txt>
</file>

<file path=ppt/media/f52530.txt>
</file>

<file path=ppt/media/f52531.txt>
</file>

<file path=ppt/media/f52532.txt>
</file>

<file path=ppt/media/f52533.txt>
</file>

<file path=ppt/media/f52534.txt>
</file>

<file path=ppt/media/f52535.txt>
</file>

<file path=ppt/media/f52536.txt>
</file>

<file path=ppt/media/f52537.txt>
</file>

<file path=ppt/media/f52538.txt>
</file>

<file path=ppt/media/f52539.txt>
</file>

<file path=ppt/media/f52540.txt>
</file>

<file path=ppt/media/f52541.txt>
</file>

<file path=ppt/media/f52542.txt>
</file>

<file path=ppt/media/f52543.txt>
</file>

<file path=ppt/media/f52544.txt>
</file>

<file path=ppt/media/f52545.txt>
</file>

<file path=ppt/media/f52546.txt>
</file>

<file path=ppt/media/f52547.txt>
</file>

<file path=ppt/media/f52548.txt>
</file>

<file path=ppt/media/f52549.txt>
</file>

<file path=ppt/media/f52550.txt>
</file>

<file path=ppt/media/f52551.txt>
</file>

<file path=ppt/media/f52552.txt>
</file>

<file path=ppt/media/f52553.txt>
</file>

<file path=ppt/media/f52554.txt>
</file>

<file path=ppt/media/f52555.txt>
</file>

<file path=ppt/media/f52556.txt>
</file>

<file path=ppt/media/f52557.txt>
</file>

<file path=ppt/media/f52558.txt>
</file>

<file path=ppt/media/f52559.txt>
</file>

<file path=ppt/media/f52560.txt>
</file>

<file path=ppt/media/f52561.txt>
</file>

<file path=ppt/media/f52562.txt>
</file>

<file path=ppt/media/f52563.txt>
</file>

<file path=ppt/media/f52564.txt>
</file>

<file path=ppt/media/f52565.txt>
</file>

<file path=ppt/media/f52566.txt>
</file>

<file path=ppt/media/f52567.txt>
</file>

<file path=ppt/media/f52568.txt>
</file>

<file path=ppt/media/f52569.txt>
</file>

<file path=ppt/media/f52570.txt>
</file>

<file path=ppt/media/f52571.txt>
</file>

<file path=ppt/media/f52572.txt>
</file>

<file path=ppt/media/f52573.txt>
</file>

<file path=ppt/media/f52574.txt>
</file>

<file path=ppt/media/f52575.txt>
</file>

<file path=ppt/media/f52576.txt>
</file>

<file path=ppt/media/f52577.txt>
</file>

<file path=ppt/media/f52578.txt>
</file>

<file path=ppt/media/f52579.txt>
</file>

<file path=ppt/media/f52580.txt>
</file>

<file path=ppt/media/f52581.txt>
</file>

<file path=ppt/media/f52582.txt>
</file>

<file path=ppt/media/f52583.txt>
</file>

<file path=ppt/media/f52584.txt>
</file>

<file path=ppt/media/f52585.txt>
</file>

<file path=ppt/media/f52586.txt>
</file>

<file path=ppt/media/f52587.txt>
</file>

<file path=ppt/media/f52588.txt>
</file>

<file path=ppt/media/f52589.txt>
</file>

<file path=ppt/media/f52590.txt>
</file>

<file path=ppt/media/f52591.txt>
</file>

<file path=ppt/media/f52592.txt>
</file>

<file path=ppt/media/f52593.txt>
</file>

<file path=ppt/media/f52594.txt>
</file>

<file path=ppt/media/f52595.txt>
</file>

<file path=ppt/media/f52596.txt>
</file>

<file path=ppt/media/f52597.txt>
</file>

<file path=ppt/media/f52598.txt>
</file>

<file path=ppt/media/f52599.txt>
</file>

<file path=ppt/media/f52600.txt>
</file>

<file path=ppt/media/f52601.txt>
</file>

<file path=ppt/media/f52602.txt>
</file>

<file path=ppt/media/f52603.txt>
</file>

<file path=ppt/media/f52604.txt>
</file>

<file path=ppt/media/f52605.txt>
</file>

<file path=ppt/media/f52606.txt>
</file>

<file path=ppt/media/f52607.txt>
</file>

<file path=ppt/media/f52608.txt>
</file>

<file path=ppt/media/f52609.txt>
</file>

<file path=ppt/media/f52610.txt>
</file>

<file path=ppt/media/f52611.txt>
</file>

<file path=ppt/media/f52612.txt>
</file>

<file path=ppt/media/f52613.txt>
</file>

<file path=ppt/media/f52614.txt>
</file>

<file path=ppt/media/f52615.txt>
</file>

<file path=ppt/media/f52616.txt>
</file>

<file path=ppt/media/f52617.txt>
</file>

<file path=ppt/media/f52618.txt>
</file>

<file path=ppt/media/f52619.txt>
</file>

<file path=ppt/media/f52620.txt>
</file>

<file path=ppt/media/f52621.txt>
</file>

<file path=ppt/media/f52622.txt>
</file>

<file path=ppt/media/f52623.txt>
</file>

<file path=ppt/media/f52624.txt>
</file>

<file path=ppt/media/f52625.txt>
</file>

<file path=ppt/media/f52626.txt>
</file>

<file path=ppt/media/f52627.txt>
</file>

<file path=ppt/media/f52628.txt>
</file>

<file path=ppt/media/f52629.txt>
</file>

<file path=ppt/media/f52630.txt>
</file>

<file path=ppt/media/f52631.txt>
</file>

<file path=ppt/media/f52632.txt>
</file>

<file path=ppt/media/f52633.txt>
</file>

<file path=ppt/media/f52634.txt>
</file>

<file path=ppt/media/f52635.txt>
</file>

<file path=ppt/media/f52636.txt>
</file>

<file path=ppt/media/f52637.txt>
</file>

<file path=ppt/media/f52638.txt>
</file>

<file path=ppt/media/f52639.txt>
</file>

<file path=ppt/media/f52640.txt>
</file>

<file path=ppt/media/f52641.txt>
</file>

<file path=ppt/media/f52642.txt>
</file>

<file path=ppt/media/f52643.txt>
</file>

<file path=ppt/media/f52644.txt>
</file>

<file path=ppt/media/f52645.txt>
</file>

<file path=ppt/media/f52646.txt>
</file>

<file path=ppt/media/f52647.txt>
</file>

<file path=ppt/media/f52648.txt>
</file>

<file path=ppt/media/f52649.txt>
</file>

<file path=ppt/media/f52650.txt>
</file>

<file path=ppt/media/f52651.txt>
</file>

<file path=ppt/media/f52652.txt>
</file>

<file path=ppt/media/f52653.txt>
</file>

<file path=ppt/media/f52654.txt>
</file>

<file path=ppt/media/f52655.txt>
</file>

<file path=ppt/media/f52656.txt>
</file>

<file path=ppt/media/f52657.txt>
</file>

<file path=ppt/media/f52658.txt>
</file>

<file path=ppt/media/f52659.txt>
</file>

<file path=ppt/media/f52660.txt>
</file>

<file path=ppt/media/f52661.txt>
</file>

<file path=ppt/media/f52662.txt>
</file>

<file path=ppt/media/f52663.txt>
</file>

<file path=ppt/media/f52664.txt>
</file>

<file path=ppt/media/f52665.txt>
</file>

<file path=ppt/media/f52666.txt>
</file>

<file path=ppt/media/f52667.txt>
</file>

<file path=ppt/media/f52668.txt>
</file>

<file path=ppt/media/f52669.txt>
</file>

<file path=ppt/media/f52670.txt>
</file>

<file path=ppt/media/f52671.txt>
</file>

<file path=ppt/media/f52672.txt>
</file>

<file path=ppt/media/f52673.txt>
</file>

<file path=ppt/media/f52674.txt>
</file>

<file path=ppt/media/f52675.txt>
</file>

<file path=ppt/media/f52676.txt>
</file>

<file path=ppt/media/f52677.txt>
</file>

<file path=ppt/media/f52678.txt>
</file>

<file path=ppt/media/f52679.txt>
</file>

<file path=ppt/media/f52680.txt>
</file>

<file path=ppt/media/f52681.txt>
</file>

<file path=ppt/media/f52682.txt>
</file>

<file path=ppt/media/f52683.txt>
</file>

<file path=ppt/media/f52684.txt>
</file>

<file path=ppt/media/f52685.txt>
</file>

<file path=ppt/media/f52686.txt>
</file>

<file path=ppt/media/f52687.txt>
</file>

<file path=ppt/media/f52688.txt>
</file>

<file path=ppt/media/f52689.txt>
</file>

<file path=ppt/media/f52690.txt>
</file>

<file path=ppt/media/f52691.txt>
</file>

<file path=ppt/media/f52692.txt>
</file>

<file path=ppt/media/f52693.txt>
</file>

<file path=ppt/media/f52694.txt>
</file>

<file path=ppt/media/f52695.txt>
</file>

<file path=ppt/media/f52696.txt>
</file>

<file path=ppt/media/f52697.txt>
</file>

<file path=ppt/media/f52698.txt>
</file>

<file path=ppt/media/f52699.txt>
</file>

<file path=ppt/media/f52700.txt>
</file>

<file path=ppt/media/f52701.txt>
</file>

<file path=ppt/media/f52702.txt>
</file>

<file path=ppt/media/f52703.txt>
</file>

<file path=ppt/media/f52704.txt>
</file>

<file path=ppt/media/f52705.txt>
</file>

<file path=ppt/media/f52706.txt>
</file>

<file path=ppt/media/f52707.txt>
</file>

<file path=ppt/media/f52708.txt>
</file>

<file path=ppt/media/f52709.txt>
</file>

<file path=ppt/media/f52710.txt>
</file>

<file path=ppt/media/f52711.txt>
</file>

<file path=ppt/media/f52712.txt>
</file>

<file path=ppt/media/f52713.txt>
</file>

<file path=ppt/media/f52714.txt>
</file>

<file path=ppt/media/f52715.txt>
</file>

<file path=ppt/media/f52716.txt>
</file>

<file path=ppt/media/f52717.txt>
</file>

<file path=ppt/media/f52718.txt>
</file>

<file path=ppt/media/f52719.txt>
</file>

<file path=ppt/media/f52720.txt>
</file>

<file path=ppt/media/f52721.txt>
</file>

<file path=ppt/media/f52722.txt>
</file>

<file path=ppt/media/f52723.txt>
</file>

<file path=ppt/media/f52724.txt>
</file>

<file path=ppt/media/f52725.txt>
</file>

<file path=ppt/media/f52726.txt>
</file>

<file path=ppt/media/f52727.txt>
</file>

<file path=ppt/media/f52728.txt>
</file>

<file path=ppt/media/f52729.txt>
</file>

<file path=ppt/media/f52730.txt>
</file>

<file path=ppt/media/f52731.txt>
</file>

<file path=ppt/media/f52732.txt>
</file>

<file path=ppt/media/f52733.txt>
</file>

<file path=ppt/media/f52734.txt>
</file>

<file path=ppt/media/f52735.txt>
</file>

<file path=ppt/media/f52736.txt>
</file>

<file path=ppt/media/f52737.txt>
</file>

<file path=ppt/media/f52738.txt>
</file>

<file path=ppt/media/f52739.txt>
</file>

<file path=ppt/media/f52740.txt>
</file>

<file path=ppt/media/f52741.txt>
</file>

<file path=ppt/media/f52742.txt>
</file>

<file path=ppt/media/f52743.txt>
</file>

<file path=ppt/media/f52744.txt>
</file>

<file path=ppt/media/f52745.txt>
</file>

<file path=ppt/media/f52746.txt>
</file>

<file path=ppt/media/f52747.txt>
</file>

<file path=ppt/media/f52748.txt>
</file>

<file path=ppt/media/f52749.txt>
</file>

<file path=ppt/media/f52750.txt>
</file>

<file path=ppt/media/f52751.txt>
</file>

<file path=ppt/media/f52752.txt>
</file>

<file path=ppt/media/f52753.txt>
</file>

<file path=ppt/media/f52754.txt>
</file>

<file path=ppt/media/f52755.txt>
</file>

<file path=ppt/media/f52756.txt>
</file>

<file path=ppt/media/f52757.txt>
</file>

<file path=ppt/media/f52758.txt>
</file>

<file path=ppt/media/f52759.txt>
</file>

<file path=ppt/media/f52760.txt>
</file>

<file path=ppt/media/f52761.txt>
</file>

<file path=ppt/media/f52762.txt>
</file>

<file path=ppt/media/f52763.txt>
</file>

<file path=ppt/media/f52764.txt>
</file>

<file path=ppt/media/f52765.txt>
</file>

<file path=ppt/media/f52766.txt>
</file>

<file path=ppt/media/f52767.txt>
</file>

<file path=ppt/media/f52768.txt>
</file>

<file path=ppt/media/f52769.txt>
</file>

<file path=ppt/media/f52770.txt>
</file>

<file path=ppt/media/f52771.txt>
</file>

<file path=ppt/media/f52772.txt>
</file>

<file path=ppt/media/f52773.txt>
</file>

<file path=ppt/media/f52774.txt>
</file>

<file path=ppt/media/f52775.txt>
</file>

<file path=ppt/media/f52776.txt>
</file>

<file path=ppt/media/f52777.txt>
</file>

<file path=ppt/media/f52778.txt>
</file>

<file path=ppt/media/f52779.txt>
</file>

<file path=ppt/media/f52780.txt>
</file>

<file path=ppt/media/f52781.txt>
</file>

<file path=ppt/media/f52782.txt>
</file>

<file path=ppt/media/f52783.txt>
</file>

<file path=ppt/media/f52784.txt>
</file>

<file path=ppt/media/f52785.txt>
</file>

<file path=ppt/media/f52786.txt>
</file>

<file path=ppt/media/f52787.txt>
</file>

<file path=ppt/media/f52788.txt>
</file>

<file path=ppt/media/f52789.txt>
</file>

<file path=ppt/media/f52790.txt>
</file>

<file path=ppt/media/f52791.txt>
</file>

<file path=ppt/media/f52792.txt>
</file>

<file path=ppt/media/f52793.txt>
</file>

<file path=ppt/media/f52794.txt>
</file>

<file path=ppt/media/f52795.txt>
</file>

<file path=ppt/media/f52796.txt>
</file>

<file path=ppt/media/f52797.txt>
</file>

<file path=ppt/media/f52798.txt>
</file>

<file path=ppt/media/f52799.txt>
</file>

<file path=ppt/media/f52800.txt>
</file>

<file path=ppt/media/f52801.txt>
</file>

<file path=ppt/media/f52802.txt>
</file>

<file path=ppt/media/f52803.txt>
</file>

<file path=ppt/media/f52804.txt>
</file>

<file path=ppt/media/f52805.txt>
</file>

<file path=ppt/media/f52806.txt>
</file>

<file path=ppt/media/f52807.txt>
</file>

<file path=ppt/media/f52808.txt>
</file>

<file path=ppt/media/f52809.txt>
</file>

<file path=ppt/media/f52810.txt>
</file>

<file path=ppt/media/f52811.txt>
</file>

<file path=ppt/media/f52812.txt>
</file>

<file path=ppt/media/f52813.txt>
</file>

<file path=ppt/media/f52814.txt>
</file>

<file path=ppt/media/f52815.txt>
</file>

<file path=ppt/media/f52816.txt>
</file>

<file path=ppt/media/f52817.txt>
</file>

<file path=ppt/media/f52818.txt>
</file>

<file path=ppt/media/f52819.txt>
</file>

<file path=ppt/media/f52820.txt>
</file>

<file path=ppt/media/f52821.txt>
</file>

<file path=ppt/media/f52822.txt>
</file>

<file path=ppt/media/f52823.txt>
</file>

<file path=ppt/media/f52824.txt>
</file>

<file path=ppt/media/f52825.txt>
</file>

<file path=ppt/media/f52826.txt>
</file>

<file path=ppt/media/f52827.txt>
</file>

<file path=ppt/media/f52828.txt>
</file>

<file path=ppt/media/f52829.txt>
</file>

<file path=ppt/media/f52830.txt>
</file>

<file path=ppt/media/f52831.txt>
</file>

<file path=ppt/media/f52832.txt>
</file>

<file path=ppt/media/f52833.txt>
</file>

<file path=ppt/media/f52834.txt>
</file>

<file path=ppt/media/f52835.txt>
</file>

<file path=ppt/media/f52836.txt>
</file>

<file path=ppt/media/f52837.txt>
</file>

<file path=ppt/media/f52838.txt>
</file>

<file path=ppt/media/f52839.txt>
</file>

<file path=ppt/media/f52840.txt>
</file>

<file path=ppt/media/f52841.txt>
</file>

<file path=ppt/media/f52842.txt>
</file>

<file path=ppt/media/f52843.txt>
</file>

<file path=ppt/media/f52844.txt>
</file>

<file path=ppt/media/f52845.txt>
</file>

<file path=ppt/media/f52846.txt>
</file>

<file path=ppt/media/f52847.txt>
</file>

<file path=ppt/media/f52848.txt>
</file>

<file path=ppt/media/f52849.txt>
</file>

<file path=ppt/media/f52850.txt>
</file>

<file path=ppt/media/f52851.txt>
</file>

<file path=ppt/media/f52852.txt>
</file>

<file path=ppt/media/f52853.txt>
</file>

<file path=ppt/media/f52854.txt>
</file>

<file path=ppt/media/f52855.txt>
</file>

<file path=ppt/media/f52856.txt>
</file>

<file path=ppt/media/f52857.txt>
</file>

<file path=ppt/media/f52858.txt>
</file>

<file path=ppt/media/f52859.txt>
</file>

<file path=ppt/media/f52860.txt>
</file>

<file path=ppt/media/f52861.txt>
</file>

<file path=ppt/media/f52862.txt>
</file>

<file path=ppt/media/f52863.txt>
</file>

<file path=ppt/media/f52864.txt>
</file>

<file path=ppt/media/f52865.txt>
</file>

<file path=ppt/media/f52866.txt>
</file>

<file path=ppt/media/f52867.txt>
</file>

<file path=ppt/media/f52868.txt>
</file>

<file path=ppt/media/f52869.txt>
</file>

<file path=ppt/media/f52870.txt>
</file>

<file path=ppt/media/f52871.txt>
</file>

<file path=ppt/media/f52872.txt>
</file>

<file path=ppt/media/f52873.txt>
</file>

<file path=ppt/media/f52874.txt>
</file>

<file path=ppt/media/f52875.txt>
</file>

<file path=ppt/media/f52876.txt>
</file>

<file path=ppt/media/f52877.txt>
</file>

<file path=ppt/media/f52878.txt>
</file>

<file path=ppt/media/f52879.txt>
</file>

<file path=ppt/media/f52880.txt>
</file>

<file path=ppt/media/f52881.txt>
</file>

<file path=ppt/media/f52882.txt>
</file>

<file path=ppt/media/f52883.txt>
</file>

<file path=ppt/media/f52884.txt>
</file>

<file path=ppt/media/f52885.txt>
</file>

<file path=ppt/media/f52886.txt>
</file>

<file path=ppt/media/f52887.txt>
</file>

<file path=ppt/media/f52888.txt>
</file>

<file path=ppt/media/f52889.txt>
</file>

<file path=ppt/media/f52890.txt>
</file>

<file path=ppt/media/f52891.txt>
</file>

<file path=ppt/media/f52892.txt>
</file>

<file path=ppt/media/f52893.txt>
</file>

<file path=ppt/media/f52894.txt>
</file>

<file path=ppt/media/f52895.txt>
</file>

<file path=ppt/media/f52896.txt>
</file>

<file path=ppt/media/f52897.txt>
</file>

<file path=ppt/media/f52898.txt>
</file>

<file path=ppt/media/f52899.txt>
</file>

<file path=ppt/media/f52900.txt>
</file>

<file path=ppt/media/f52901.txt>
</file>

<file path=ppt/media/f52902.txt>
</file>

<file path=ppt/media/f52903.txt>
</file>

<file path=ppt/media/f52904.txt>
</file>

<file path=ppt/media/f52905.txt>
</file>

<file path=ppt/media/f52906.txt>
</file>

<file path=ppt/media/f52907.txt>
</file>

<file path=ppt/media/f52908.txt>
</file>

<file path=ppt/media/f52909.txt>
</file>

<file path=ppt/media/f52910.txt>
</file>

<file path=ppt/media/f52911.txt>
</file>

<file path=ppt/media/f52912.txt>
</file>

<file path=ppt/media/f52913.txt>
</file>

<file path=ppt/media/f52914.txt>
</file>

<file path=ppt/media/f52915.txt>
</file>

<file path=ppt/media/f52916.txt>
</file>

<file path=ppt/media/f52917.txt>
</file>

<file path=ppt/media/f52918.txt>
</file>

<file path=ppt/media/f52919.txt>
</file>

<file path=ppt/media/f52920.txt>
</file>

<file path=ppt/media/f52921.txt>
</file>

<file path=ppt/media/f52922.txt>
</file>

<file path=ppt/media/f52923.txt>
</file>

<file path=ppt/media/f52924.txt>
</file>

<file path=ppt/media/f52925.txt>
</file>

<file path=ppt/media/f52926.txt>
</file>

<file path=ppt/media/f52927.txt>
</file>

<file path=ppt/media/f52928.txt>
</file>

<file path=ppt/media/f52929.txt>
</file>

<file path=ppt/media/f52930.txt>
</file>

<file path=ppt/media/f52931.txt>
</file>

<file path=ppt/media/f52932.txt>
</file>

<file path=ppt/media/f52933.txt>
</file>

<file path=ppt/media/f52934.txt>
</file>

<file path=ppt/media/f52935.txt>
</file>

<file path=ppt/media/f52936.txt>
</file>

<file path=ppt/media/f52937.txt>
</file>

<file path=ppt/media/f52938.txt>
</file>

<file path=ppt/media/f52939.txt>
</file>

<file path=ppt/media/f52940.txt>
</file>

<file path=ppt/media/f52941.txt>
</file>

<file path=ppt/media/f52942.txt>
</file>

<file path=ppt/media/f52943.txt>
</file>

<file path=ppt/media/f52944.txt>
</file>

<file path=ppt/media/f52945.txt>
</file>

<file path=ppt/media/f52946.txt>
</file>

<file path=ppt/media/f52947.txt>
</file>

<file path=ppt/media/f52948.txt>
</file>

<file path=ppt/media/f52949.txt>
</file>

<file path=ppt/media/f52950.txt>
</file>

<file path=ppt/media/f52951.txt>
</file>

<file path=ppt/media/f52952.txt>
</file>

<file path=ppt/media/f52953.txt>
</file>

<file path=ppt/media/f52954.txt>
</file>

<file path=ppt/media/f52955.txt>
</file>

<file path=ppt/media/f52956.txt>
</file>

<file path=ppt/media/f52957.txt>
</file>

<file path=ppt/media/f52958.txt>
</file>

<file path=ppt/media/f52959.txt>
</file>

<file path=ppt/media/f52960.txt>
</file>

<file path=ppt/media/f52961.txt>
</file>

<file path=ppt/media/f52962.txt>
</file>

<file path=ppt/media/f52963.txt>
</file>

<file path=ppt/media/f52964.txt>
</file>

<file path=ppt/media/f52965.txt>
</file>

<file path=ppt/media/f52966.txt>
</file>

<file path=ppt/media/f52967.txt>
</file>

<file path=ppt/media/f52968.txt>
</file>

<file path=ppt/media/f52969.txt>
</file>

<file path=ppt/media/f52970.txt>
</file>

<file path=ppt/media/f52971.txt>
</file>

<file path=ppt/media/f52972.txt>
</file>

<file path=ppt/media/f52973.txt>
</file>

<file path=ppt/media/f52974.txt>
</file>

<file path=ppt/media/f52975.txt>
</file>

<file path=ppt/media/f52976.txt>
</file>

<file path=ppt/media/f52977.txt>
</file>

<file path=ppt/media/f52978.txt>
</file>

<file path=ppt/media/f52979.txt>
</file>

<file path=ppt/media/f52980.txt>
</file>

<file path=ppt/media/f52981.txt>
</file>

<file path=ppt/media/f52982.txt>
</file>

<file path=ppt/media/f52983.txt>
</file>

<file path=ppt/media/f52984.txt>
</file>

<file path=ppt/media/f52985.txt>
</file>

<file path=ppt/media/f52986.txt>
</file>

<file path=ppt/media/f52987.txt>
</file>

<file path=ppt/media/f52988.txt>
</file>

<file path=ppt/media/f52989.txt>
</file>

<file path=ppt/media/f52990.txt>
</file>

<file path=ppt/media/f52991.txt>
</file>

<file path=ppt/media/f52992.txt>
</file>

<file path=ppt/media/f52993.txt>
</file>

<file path=ppt/media/f52994.txt>
</file>

<file path=ppt/media/f52995.txt>
</file>

<file path=ppt/media/f52996.txt>
</file>

<file path=ppt/media/f52997.txt>
</file>

<file path=ppt/media/f52998.txt>
</file>

<file path=ppt/media/f52999.txt>
</file>

<file path=ppt/media/f53000.txt>
</file>

<file path=ppt/media/f53001.txt>
</file>

<file path=ppt/media/f53002.txt>
</file>

<file path=ppt/media/f53003.txt>
</file>

<file path=ppt/media/f53004.txt>
</file>

<file path=ppt/media/f53005.txt>
</file>

<file path=ppt/media/f53006.txt>
</file>

<file path=ppt/media/f53007.txt>
</file>

<file path=ppt/media/f53008.txt>
</file>

<file path=ppt/media/f53009.txt>
</file>

<file path=ppt/media/f53010.txt>
</file>

<file path=ppt/media/f53011.txt>
</file>

<file path=ppt/media/f53012.txt>
</file>

<file path=ppt/media/f53013.txt>
</file>

<file path=ppt/media/f53014.txt>
</file>

<file path=ppt/media/f53015.txt>
</file>

<file path=ppt/media/f53016.txt>
</file>

<file path=ppt/media/f53017.txt>
</file>

<file path=ppt/media/f53018.txt>
</file>

<file path=ppt/media/f53019.txt>
</file>

<file path=ppt/media/f53020.txt>
</file>

<file path=ppt/media/f53021.txt>
</file>

<file path=ppt/media/f53022.txt>
</file>

<file path=ppt/media/f53023.txt>
</file>

<file path=ppt/media/f53024.txt>
</file>

<file path=ppt/media/f53025.txt>
</file>

<file path=ppt/media/f53026.txt>
</file>

<file path=ppt/media/f53027.txt>
</file>

<file path=ppt/media/f53028.txt>
</file>

<file path=ppt/media/f53029.txt>
</file>

<file path=ppt/media/f53030.txt>
</file>

<file path=ppt/media/f53031.txt>
</file>

<file path=ppt/media/f53032.txt>
</file>

<file path=ppt/media/f53033.txt>
</file>

<file path=ppt/media/f53034.txt>
</file>

<file path=ppt/media/f53035.txt>
</file>

<file path=ppt/media/f53036.txt>
</file>

<file path=ppt/media/f53037.txt>
</file>

<file path=ppt/media/f53038.txt>
</file>

<file path=ppt/media/f53039.txt>
</file>

<file path=ppt/media/f53040.txt>
</file>

<file path=ppt/media/f53041.txt>
</file>

<file path=ppt/media/f53042.txt>
</file>

<file path=ppt/media/f53043.txt>
</file>

<file path=ppt/media/f53044.txt>
</file>

<file path=ppt/media/f53045.txt>
</file>

<file path=ppt/media/f53046.txt>
</file>

<file path=ppt/media/f53047.txt>
</file>

<file path=ppt/media/f53048.txt>
</file>

<file path=ppt/media/f53049.txt>
</file>

<file path=ppt/media/f53050.txt>
</file>

<file path=ppt/media/f53051.txt>
</file>

<file path=ppt/media/f53052.txt>
</file>

<file path=ppt/media/f53053.txt>
</file>

<file path=ppt/media/f53054.txt>
</file>

<file path=ppt/media/f53055.txt>
</file>

<file path=ppt/media/f53056.txt>
</file>

<file path=ppt/media/f53057.txt>
</file>

<file path=ppt/media/f53058.txt>
</file>

<file path=ppt/media/f53059.txt>
</file>

<file path=ppt/media/f53060.txt>
</file>

<file path=ppt/media/f53061.txt>
</file>

<file path=ppt/media/f53062.txt>
</file>

<file path=ppt/media/f53063.txt>
</file>

<file path=ppt/media/f53064.txt>
</file>

<file path=ppt/media/f53065.txt>
</file>

<file path=ppt/media/f53066.txt>
</file>

<file path=ppt/media/f53067.txt>
</file>

<file path=ppt/media/f53068.txt>
</file>

<file path=ppt/media/f53069.txt>
</file>

<file path=ppt/media/f53070.txt>
</file>

<file path=ppt/media/f53071.txt>
</file>

<file path=ppt/media/f53072.txt>
</file>

<file path=ppt/media/f53073.txt>
</file>

<file path=ppt/media/f53074.txt>
</file>

<file path=ppt/media/f53075.txt>
</file>

<file path=ppt/media/f53076.txt>
</file>

<file path=ppt/media/f53077.txt>
</file>

<file path=ppt/media/f53078.txt>
</file>

<file path=ppt/media/f53079.txt>
</file>

<file path=ppt/media/f53080.txt>
</file>

<file path=ppt/media/f53081.txt>
</file>

<file path=ppt/media/f53082.txt>
</file>

<file path=ppt/media/f53083.txt>
</file>

<file path=ppt/media/f53084.txt>
</file>

<file path=ppt/media/f53085.txt>
</file>

<file path=ppt/media/f53086.txt>
</file>

<file path=ppt/media/f53087.txt>
</file>

<file path=ppt/media/f53088.txt>
</file>

<file path=ppt/media/f53089.txt>
</file>

<file path=ppt/media/f53090.txt>
</file>

<file path=ppt/media/f53091.txt>
</file>

<file path=ppt/media/f53092.txt>
</file>

<file path=ppt/media/f53093.txt>
</file>

<file path=ppt/media/f53094.txt>
</file>

<file path=ppt/media/f53095.txt>
</file>

<file path=ppt/media/f53096.txt>
</file>

<file path=ppt/media/f53097.txt>
</file>

<file path=ppt/media/f53098.txt>
</file>

<file path=ppt/media/f53099.txt>
</file>

<file path=ppt/media/f53100.txt>
</file>

<file path=ppt/media/f53101.txt>
</file>

<file path=ppt/media/f53102.txt>
</file>

<file path=ppt/media/f53103.txt>
</file>

<file path=ppt/media/f53104.txt>
</file>

<file path=ppt/media/f53105.txt>
</file>

<file path=ppt/media/f53106.txt>
</file>

<file path=ppt/media/f53107.txt>
</file>

<file path=ppt/media/f53108.txt>
</file>

<file path=ppt/media/f53109.txt>
</file>

<file path=ppt/media/f53110.txt>
</file>

<file path=ppt/media/f53111.txt>
</file>

<file path=ppt/media/f53112.txt>
</file>

<file path=ppt/media/f53113.txt>
</file>

<file path=ppt/media/f53114.txt>
</file>

<file path=ppt/media/f53115.txt>
</file>

<file path=ppt/media/f53116.txt>
</file>

<file path=ppt/media/f53117.txt>
</file>

<file path=ppt/media/f53118.txt>
</file>

<file path=ppt/media/f53119.txt>
</file>

<file path=ppt/media/f53120.txt>
</file>

<file path=ppt/media/f53121.txt>
</file>

<file path=ppt/media/f53122.txt>
</file>

<file path=ppt/media/f53123.txt>
</file>

<file path=ppt/media/f53124.txt>
</file>

<file path=ppt/media/f53125.txt>
</file>

<file path=ppt/media/f53126.txt>
</file>

<file path=ppt/media/f53127.txt>
</file>

<file path=ppt/media/f53128.txt>
</file>

<file path=ppt/media/f53129.txt>
</file>

<file path=ppt/media/f53130.txt>
</file>

<file path=ppt/media/f53131.txt>
</file>

<file path=ppt/media/f53132.txt>
</file>

<file path=ppt/media/f53133.txt>
</file>

<file path=ppt/media/f53134.txt>
</file>

<file path=ppt/media/f53135.txt>
</file>

<file path=ppt/media/f53136.txt>
</file>

<file path=ppt/media/f53137.txt>
</file>

<file path=ppt/media/f53138.txt>
</file>

<file path=ppt/media/f53139.txt>
</file>

<file path=ppt/media/f53140.txt>
</file>

<file path=ppt/media/f53141.txt>
</file>

<file path=ppt/media/f53142.txt>
</file>

<file path=ppt/media/f53143.txt>
</file>

<file path=ppt/media/f53144.txt>
</file>

<file path=ppt/media/f53145.txt>
</file>

<file path=ppt/media/f53146.txt>
</file>

<file path=ppt/media/f53147.txt>
</file>

<file path=ppt/media/f53148.txt>
</file>

<file path=ppt/media/f53149.txt>
</file>

<file path=ppt/media/f53150.txt>
</file>

<file path=ppt/media/f53151.txt>
</file>

<file path=ppt/media/f53152.txt>
</file>

<file path=ppt/media/f53153.txt>
</file>

<file path=ppt/media/f53154.txt>
</file>

<file path=ppt/media/f53155.txt>
</file>

<file path=ppt/media/f53156.txt>
</file>

<file path=ppt/media/f53157.txt>
</file>

<file path=ppt/media/f53158.txt>
</file>

<file path=ppt/media/f53159.txt>
</file>

<file path=ppt/media/f53160.txt>
</file>

<file path=ppt/media/f53161.txt>
</file>

<file path=ppt/media/f53162.txt>
</file>

<file path=ppt/media/f53163.txt>
</file>

<file path=ppt/media/f53164.txt>
</file>

<file path=ppt/media/f53165.txt>
</file>

<file path=ppt/media/f53166.txt>
</file>

<file path=ppt/media/f53167.txt>
</file>

<file path=ppt/media/f53168.txt>
</file>

<file path=ppt/media/f53169.txt>
</file>

<file path=ppt/media/f53170.txt>
</file>

<file path=ppt/media/f53171.txt>
</file>

<file path=ppt/media/f53172.txt>
</file>

<file path=ppt/media/f53173.txt>
</file>

<file path=ppt/media/f53174.txt>
</file>

<file path=ppt/media/f53175.txt>
</file>

<file path=ppt/media/f53176.txt>
</file>

<file path=ppt/media/f53177.txt>
</file>

<file path=ppt/media/f53178.txt>
</file>

<file path=ppt/media/f53179.txt>
</file>

<file path=ppt/media/f53180.txt>
</file>

<file path=ppt/media/f53181.txt>
</file>

<file path=ppt/media/f53182.txt>
</file>

<file path=ppt/media/f53183.txt>
</file>

<file path=ppt/media/f53184.txt>
</file>

<file path=ppt/media/f53185.txt>
</file>

<file path=ppt/media/f53186.txt>
</file>

<file path=ppt/media/f53187.txt>
</file>

<file path=ppt/media/f53188.txt>
</file>

<file path=ppt/media/f53189.txt>
</file>

<file path=ppt/media/f53190.txt>
</file>

<file path=ppt/media/f53191.txt>
</file>

<file path=ppt/media/f53192.txt>
</file>

<file path=ppt/media/f53193.txt>
</file>

<file path=ppt/media/f53194.txt>
</file>

<file path=ppt/media/f53195.txt>
</file>

<file path=ppt/media/f53196.txt>
</file>

<file path=ppt/media/f53197.txt>
</file>

<file path=ppt/media/f53198.txt>
</file>

<file path=ppt/media/f53199.txt>
</file>

<file path=ppt/media/f53200.txt>
</file>

<file path=ppt/media/f53201.txt>
</file>

<file path=ppt/media/f53202.txt>
</file>

<file path=ppt/media/f53203.txt>
</file>

<file path=ppt/media/f53204.txt>
</file>

<file path=ppt/media/f53205.txt>
</file>

<file path=ppt/media/f53206.txt>
</file>

<file path=ppt/media/f53207.txt>
</file>

<file path=ppt/media/f53208.txt>
</file>

<file path=ppt/media/f53209.txt>
</file>

<file path=ppt/media/f53210.txt>
</file>

<file path=ppt/media/f53211.txt>
</file>

<file path=ppt/media/f53212.txt>
</file>

<file path=ppt/media/f53213.txt>
</file>

<file path=ppt/media/f53214.txt>
</file>

<file path=ppt/media/f53215.txt>
</file>

<file path=ppt/media/f53216.txt>
</file>

<file path=ppt/media/f53217.txt>
</file>

<file path=ppt/media/f53218.txt>
</file>

<file path=ppt/media/f53219.txt>
</file>

<file path=ppt/media/f53220.txt>
</file>

<file path=ppt/media/f53221.txt>
</file>

<file path=ppt/media/f53222.txt>
</file>

<file path=ppt/media/f53223.txt>
</file>

<file path=ppt/media/f53224.txt>
</file>

<file path=ppt/media/f53225.txt>
</file>

<file path=ppt/media/f53226.txt>
</file>

<file path=ppt/media/f53227.txt>
</file>

<file path=ppt/media/f53228.txt>
</file>

<file path=ppt/media/f53229.txt>
</file>

<file path=ppt/media/f53230.txt>
</file>

<file path=ppt/media/f53231.txt>
</file>

<file path=ppt/media/f53232.txt>
</file>

<file path=ppt/media/f53233.txt>
</file>

<file path=ppt/media/f53234.txt>
</file>

<file path=ppt/media/f53235.txt>
</file>

<file path=ppt/media/f53236.txt>
</file>

<file path=ppt/media/f53237.txt>
</file>

<file path=ppt/media/f53238.txt>
</file>

<file path=ppt/media/f53239.txt>
</file>

<file path=ppt/media/f53240.txt>
</file>

<file path=ppt/media/f53241.txt>
</file>

<file path=ppt/media/f53242.txt>
</file>

<file path=ppt/media/f53243.txt>
</file>

<file path=ppt/media/f53244.txt>
</file>

<file path=ppt/media/f53245.txt>
</file>

<file path=ppt/media/f53246.txt>
</file>

<file path=ppt/media/f53247.txt>
</file>

<file path=ppt/media/f53248.txt>
</file>

<file path=ppt/media/f53249.txt>
</file>

<file path=ppt/media/f53250.txt>
</file>

<file path=ppt/media/f53251.txt>
</file>

<file path=ppt/media/f53252.txt>
</file>

<file path=ppt/media/f53253.txt>
</file>

<file path=ppt/media/f53254.txt>
</file>

<file path=ppt/media/f53255.txt>
</file>

<file path=ppt/media/f53256.txt>
</file>

<file path=ppt/media/f53257.txt>
</file>

<file path=ppt/media/f53258.txt>
</file>

<file path=ppt/media/f53259.txt>
</file>

<file path=ppt/media/f53260.txt>
</file>

<file path=ppt/media/f53261.txt>
</file>

<file path=ppt/media/f53262.txt>
</file>

<file path=ppt/media/f53263.txt>
</file>

<file path=ppt/media/f53264.txt>
</file>

<file path=ppt/media/f53265.txt>
</file>

<file path=ppt/media/f53266.txt>
</file>

<file path=ppt/media/f53267.txt>
</file>

<file path=ppt/media/f53268.txt>
</file>

<file path=ppt/media/f53269.txt>
</file>

<file path=ppt/media/f53270.txt>
</file>

<file path=ppt/media/f53271.txt>
</file>

<file path=ppt/media/f53272.txt>
</file>

<file path=ppt/media/f53273.txt>
</file>

<file path=ppt/media/f53274.txt>
</file>

<file path=ppt/media/f53275.txt>
</file>

<file path=ppt/media/f53276.txt>
</file>

<file path=ppt/media/f53277.txt>
</file>

<file path=ppt/media/f53278.txt>
</file>

<file path=ppt/media/f53279.txt>
</file>

<file path=ppt/media/f53280.txt>
</file>

<file path=ppt/media/f53281.txt>
</file>

<file path=ppt/media/f53282.txt>
</file>

<file path=ppt/media/f53283.txt>
</file>

<file path=ppt/media/f53284.txt>
</file>

<file path=ppt/media/f53285.txt>
</file>

<file path=ppt/media/f53286.txt>
</file>

<file path=ppt/media/f53287.txt>
</file>

<file path=ppt/media/f53288.txt>
</file>

<file path=ppt/media/f53289.txt>
</file>

<file path=ppt/media/f53290.txt>
</file>

<file path=ppt/media/f53291.txt>
</file>

<file path=ppt/media/f53292.txt>
</file>

<file path=ppt/media/f53293.txt>
</file>

<file path=ppt/media/f53294.txt>
</file>

<file path=ppt/media/f53295.txt>
</file>

<file path=ppt/media/f53296.txt>
</file>

<file path=ppt/media/f53297.txt>
</file>

<file path=ppt/media/f53298.txt>
</file>

<file path=ppt/media/f53299.txt>
</file>

<file path=ppt/media/f53300.txt>
</file>

<file path=ppt/media/f53301.txt>
</file>

<file path=ppt/media/f53302.txt>
</file>

<file path=ppt/media/f53303.txt>
</file>

<file path=ppt/media/f53304.txt>
</file>

<file path=ppt/media/f53305.txt>
</file>

<file path=ppt/media/f53306.txt>
</file>

<file path=ppt/media/f53307.txt>
</file>

<file path=ppt/media/f53308.txt>
</file>

<file path=ppt/media/f53309.txt>
</file>

<file path=ppt/media/f53310.txt>
</file>

<file path=ppt/media/f53311.txt>
</file>

<file path=ppt/media/f53312.txt>
</file>

<file path=ppt/media/f53313.txt>
</file>

<file path=ppt/media/f53314.txt>
</file>

<file path=ppt/media/f53315.txt>
</file>

<file path=ppt/media/f53316.txt>
</file>

<file path=ppt/media/f53317.txt>
</file>

<file path=ppt/media/f53318.txt>
</file>

<file path=ppt/media/f53319.txt>
</file>

<file path=ppt/media/f53320.txt>
</file>

<file path=ppt/media/f53321.txt>
</file>

<file path=ppt/media/f53322.txt>
</file>

<file path=ppt/media/f53323.txt>
</file>

<file path=ppt/media/f53324.txt>
</file>

<file path=ppt/media/f53325.txt>
</file>

<file path=ppt/media/f53326.txt>
</file>

<file path=ppt/media/f53327.txt>
</file>

<file path=ppt/media/f53328.txt>
</file>

<file path=ppt/media/f53329.txt>
</file>

<file path=ppt/media/f53330.txt>
</file>

<file path=ppt/media/f53331.txt>
</file>

<file path=ppt/media/f53332.txt>
</file>

<file path=ppt/media/f53333.txt>
</file>

<file path=ppt/media/f53334.txt>
</file>

<file path=ppt/media/f53335.txt>
</file>

<file path=ppt/media/f53336.txt>
</file>

<file path=ppt/media/f53337.txt>
</file>

<file path=ppt/media/f53338.txt>
</file>

<file path=ppt/media/f53339.txt>
</file>

<file path=ppt/media/f53340.txt>
</file>

<file path=ppt/media/f53341.txt>
</file>

<file path=ppt/media/f53342.txt>
</file>

<file path=ppt/media/f53343.txt>
</file>

<file path=ppt/media/f53344.txt>
</file>

<file path=ppt/media/f53345.txt>
</file>

<file path=ppt/media/f53346.txt>
</file>

<file path=ppt/media/f53347.txt>
</file>

<file path=ppt/media/f53348.txt>
</file>

<file path=ppt/media/f53349.txt>
</file>

<file path=ppt/media/f53350.txt>
</file>

<file path=ppt/media/f53351.txt>
</file>

<file path=ppt/media/f53352.txt>
</file>

<file path=ppt/media/f53353.txt>
</file>

<file path=ppt/media/f53354.txt>
</file>

<file path=ppt/media/f53355.txt>
</file>

<file path=ppt/media/f53356.txt>
</file>

<file path=ppt/media/f53357.txt>
</file>

<file path=ppt/media/f53358.txt>
</file>

<file path=ppt/media/f53359.txt>
</file>

<file path=ppt/media/f53360.txt>
</file>

<file path=ppt/media/f53361.txt>
</file>

<file path=ppt/media/f53362.txt>
</file>

<file path=ppt/media/f53363.txt>
</file>

<file path=ppt/media/f53364.txt>
</file>

<file path=ppt/media/f53365.txt>
</file>

<file path=ppt/media/f53366.txt>
</file>

<file path=ppt/media/f53367.txt>
</file>

<file path=ppt/media/f53368.txt>
</file>

<file path=ppt/media/f53369.txt>
</file>

<file path=ppt/media/f53370.txt>
</file>

<file path=ppt/media/f53371.txt>
</file>

<file path=ppt/media/f53372.txt>
</file>

<file path=ppt/media/f53373.txt>
</file>

<file path=ppt/media/f53374.txt>
</file>

<file path=ppt/media/f53375.txt>
</file>

<file path=ppt/media/f53376.txt>
</file>

<file path=ppt/media/f53377.txt>
</file>

<file path=ppt/media/f53378.txt>
</file>

<file path=ppt/media/f53379.txt>
</file>

<file path=ppt/media/f53380.txt>
</file>

<file path=ppt/media/f53381.txt>
</file>

<file path=ppt/media/f53382.txt>
</file>

<file path=ppt/media/f53383.txt>
</file>

<file path=ppt/media/f53384.txt>
</file>

<file path=ppt/media/f53385.txt>
</file>

<file path=ppt/media/f53386.txt>
</file>

<file path=ppt/media/f53387.txt>
</file>

<file path=ppt/media/f53388.txt>
</file>

<file path=ppt/media/f53389.txt>
</file>

<file path=ppt/media/f53390.txt>
</file>

<file path=ppt/media/f53391.txt>
</file>

<file path=ppt/media/f53392.txt>
</file>

<file path=ppt/media/f53393.txt>
</file>

<file path=ppt/media/f53394.txt>
</file>

<file path=ppt/media/f53395.txt>
</file>

<file path=ppt/media/f53396.txt>
</file>

<file path=ppt/media/f53397.txt>
</file>

<file path=ppt/media/f53398.txt>
</file>

<file path=ppt/media/f53399.txt>
</file>

<file path=ppt/media/f53400.txt>
</file>

<file path=ppt/media/f53401.txt>
</file>

<file path=ppt/media/f53402.txt>
</file>

<file path=ppt/media/f53403.txt>
</file>

<file path=ppt/media/f53404.txt>
</file>

<file path=ppt/media/f53405.txt>
</file>

<file path=ppt/media/f53406.txt>
</file>

<file path=ppt/media/f53407.txt>
</file>

<file path=ppt/media/f53408.txt>
</file>

<file path=ppt/media/f53409.txt>
</file>

<file path=ppt/media/f53410.txt>
</file>

<file path=ppt/media/f53411.txt>
</file>

<file path=ppt/media/f53412.txt>
</file>

<file path=ppt/media/f53413.txt>
</file>

<file path=ppt/media/f53414.txt>
</file>

<file path=ppt/media/f53415.txt>
</file>

<file path=ppt/media/f53416.txt>
</file>

<file path=ppt/media/f53417.txt>
</file>

<file path=ppt/media/f53418.txt>
</file>

<file path=ppt/media/f53419.txt>
</file>

<file path=ppt/media/f53420.txt>
</file>

<file path=ppt/media/f53421.txt>
</file>

<file path=ppt/media/f53422.txt>
</file>

<file path=ppt/media/f53423.txt>
</file>

<file path=ppt/media/f53424.txt>
</file>

<file path=ppt/media/f53425.txt>
</file>

<file path=ppt/media/f53426.txt>
</file>

<file path=ppt/media/f53427.txt>
</file>

<file path=ppt/media/f53428.txt>
</file>

<file path=ppt/media/f53429.txt>
</file>

<file path=ppt/media/f53430.txt>
</file>

<file path=ppt/media/f53431.txt>
</file>

<file path=ppt/media/f53432.txt>
</file>

<file path=ppt/media/f53433.txt>
</file>

<file path=ppt/media/f53434.txt>
</file>

<file path=ppt/media/f53435.txt>
</file>

<file path=ppt/media/f53436.txt>
</file>

<file path=ppt/media/f53437.txt>
</file>

<file path=ppt/media/f53438.txt>
</file>

<file path=ppt/media/f53439.txt>
</file>

<file path=ppt/media/f53440.txt>
</file>

<file path=ppt/media/f53441.txt>
</file>

<file path=ppt/media/f53442.txt>
</file>

<file path=ppt/media/f53443.txt>
</file>

<file path=ppt/media/f53444.txt>
</file>

<file path=ppt/media/f53445.txt>
</file>

<file path=ppt/media/f53446.txt>
</file>

<file path=ppt/media/f53447.txt>
</file>

<file path=ppt/media/f53448.txt>
</file>

<file path=ppt/media/f53449.txt>
</file>

<file path=ppt/media/f53450.txt>
</file>

<file path=ppt/media/f53451.txt>
</file>

<file path=ppt/media/f53452.txt>
</file>

<file path=ppt/media/f53453.txt>
</file>

<file path=ppt/media/f53454.txt>
</file>

<file path=ppt/media/f53455.txt>
</file>

<file path=ppt/media/f53456.txt>
</file>

<file path=ppt/media/f53457.txt>
</file>

<file path=ppt/media/f53458.txt>
</file>

<file path=ppt/media/f53459.txt>
</file>

<file path=ppt/media/f53460.txt>
</file>

<file path=ppt/media/f53461.txt>
</file>

<file path=ppt/media/f53462.txt>
</file>

<file path=ppt/media/f53463.txt>
</file>

<file path=ppt/media/f53464.txt>
</file>

<file path=ppt/media/f53465.txt>
</file>

<file path=ppt/media/f53466.txt>
</file>

<file path=ppt/media/f53467.txt>
</file>

<file path=ppt/media/f53468.txt>
</file>

<file path=ppt/media/f53469.txt>
</file>

<file path=ppt/media/f53470.txt>
</file>

<file path=ppt/media/f53471.txt>
</file>

<file path=ppt/media/f53472.txt>
</file>

<file path=ppt/media/f53473.txt>
</file>

<file path=ppt/media/f53474.txt>
</file>

<file path=ppt/media/f53475.txt>
</file>

<file path=ppt/media/f53476.txt>
</file>

<file path=ppt/media/f53477.txt>
</file>

<file path=ppt/media/f53478.txt>
</file>

<file path=ppt/media/f53479.txt>
</file>

<file path=ppt/media/f53480.txt>
</file>

<file path=ppt/media/f53481.txt>
</file>

<file path=ppt/media/f53482.txt>
</file>

<file path=ppt/media/f53483.txt>
</file>

<file path=ppt/media/f53484.txt>
</file>

<file path=ppt/media/f53485.txt>
</file>

<file path=ppt/media/f53486.txt>
</file>

<file path=ppt/media/f53487.txt>
</file>

<file path=ppt/media/f53488.txt>
</file>

<file path=ppt/media/f53489.txt>
</file>

<file path=ppt/media/f53490.txt>
</file>

<file path=ppt/media/f53491.txt>
</file>

<file path=ppt/media/f53492.txt>
</file>

<file path=ppt/media/f53493.txt>
</file>

<file path=ppt/media/f53494.txt>
</file>

<file path=ppt/media/f53495.txt>
</file>

<file path=ppt/media/f53496.txt>
</file>

<file path=ppt/media/f53497.txt>
</file>

<file path=ppt/media/f53498.txt>
</file>

<file path=ppt/media/f53499.txt>
</file>

<file path=ppt/media/f53500.txt>
</file>

<file path=ppt/media/f53501.txt>
</file>

<file path=ppt/media/f53502.txt>
</file>

<file path=ppt/media/f53503.txt>
</file>

<file path=ppt/media/f53504.txt>
</file>

<file path=ppt/media/f53505.txt>
</file>

<file path=ppt/media/f53506.txt>
</file>

<file path=ppt/media/f53507.txt>
</file>

<file path=ppt/media/f53508.txt>
</file>

<file path=ppt/media/f53509.txt>
</file>

<file path=ppt/media/f53510.txt>
</file>

<file path=ppt/media/f53511.txt>
</file>

<file path=ppt/media/f53512.txt>
</file>

<file path=ppt/media/f53513.txt>
</file>

<file path=ppt/media/f53514.txt>
</file>

<file path=ppt/media/f53515.txt>
</file>

<file path=ppt/media/f53516.txt>
</file>

<file path=ppt/media/f53517.txt>
</file>

<file path=ppt/media/f53518.txt>
</file>

<file path=ppt/media/f53519.txt>
</file>

<file path=ppt/media/f53520.txt>
</file>

<file path=ppt/media/f53521.txt>
</file>

<file path=ppt/media/f53522.txt>
</file>

<file path=ppt/media/f53523.txt>
</file>

<file path=ppt/media/f53524.txt>
</file>

<file path=ppt/media/f53525.txt>
</file>

<file path=ppt/media/f53526.txt>
</file>

<file path=ppt/media/f53527.txt>
</file>

<file path=ppt/media/f53528.txt>
</file>

<file path=ppt/media/f53529.txt>
</file>

<file path=ppt/media/f53530.txt>
</file>

<file path=ppt/media/f53531.txt>
</file>

<file path=ppt/media/f53532.txt>
</file>

<file path=ppt/media/f53533.txt>
</file>

<file path=ppt/media/f53534.txt>
</file>

<file path=ppt/media/f53535.txt>
</file>

<file path=ppt/media/f53536.txt>
</file>

<file path=ppt/media/f53537.txt>
</file>

<file path=ppt/media/f53538.txt>
</file>

<file path=ppt/media/f53539.txt>
</file>

<file path=ppt/media/f53540.txt>
</file>

<file path=ppt/media/f53541.txt>
</file>

<file path=ppt/media/f53542.txt>
</file>

<file path=ppt/media/f53543.txt>
</file>

<file path=ppt/media/f53544.txt>
</file>

<file path=ppt/media/f53545.txt>
</file>

<file path=ppt/media/f53546.txt>
</file>

<file path=ppt/media/f53547.txt>
</file>

<file path=ppt/media/f53548.txt>
</file>

<file path=ppt/media/f53549.txt>
</file>

<file path=ppt/media/f53550.txt>
</file>

<file path=ppt/media/f53551.txt>
</file>

<file path=ppt/media/f53552.txt>
</file>

<file path=ppt/media/f53553.txt>
</file>

<file path=ppt/media/f53554.txt>
</file>

<file path=ppt/media/f53555.txt>
</file>

<file path=ppt/media/f53556.txt>
</file>

<file path=ppt/media/f53557.txt>
</file>

<file path=ppt/media/f53558.txt>
</file>

<file path=ppt/media/f53559.txt>
</file>

<file path=ppt/media/f53560.txt>
</file>

<file path=ppt/media/f53561.txt>
</file>

<file path=ppt/media/f53562.txt>
</file>

<file path=ppt/media/f53563.txt>
</file>

<file path=ppt/media/f53564.txt>
</file>

<file path=ppt/media/f53565.txt>
</file>

<file path=ppt/media/f53566.txt>
</file>

<file path=ppt/media/f53567.txt>
</file>

<file path=ppt/media/f53568.txt>
</file>

<file path=ppt/media/f53569.txt>
</file>

<file path=ppt/media/f53570.txt>
</file>

<file path=ppt/media/f53571.txt>
</file>

<file path=ppt/media/f53572.txt>
</file>

<file path=ppt/media/f53573.txt>
</file>

<file path=ppt/media/f53574.txt>
</file>

<file path=ppt/media/f53575.txt>
</file>

<file path=ppt/media/f53576.txt>
</file>

<file path=ppt/media/f53577.txt>
</file>

<file path=ppt/media/f53578.txt>
</file>

<file path=ppt/media/f53579.txt>
</file>

<file path=ppt/media/f53580.txt>
</file>

<file path=ppt/media/f53581.txt>
</file>

<file path=ppt/media/f53582.txt>
</file>

<file path=ppt/media/f53583.txt>
</file>

<file path=ppt/media/f53584.txt>
</file>

<file path=ppt/media/f53585.txt>
</file>

<file path=ppt/media/f53586.txt>
</file>

<file path=ppt/media/f53587.txt>
</file>

<file path=ppt/media/f53588.txt>
</file>

<file path=ppt/media/f53589.txt>
</file>

<file path=ppt/media/f53590.txt>
</file>

<file path=ppt/media/f53591.txt>
</file>

<file path=ppt/media/f53592.txt>
</file>

<file path=ppt/media/f53593.txt>
</file>

<file path=ppt/media/f53594.txt>
</file>

<file path=ppt/media/f53595.txt>
</file>

<file path=ppt/media/f53596.txt>
</file>

<file path=ppt/media/f53597.txt>
</file>

<file path=ppt/media/f53598.txt>
</file>

<file path=ppt/media/f53599.txt>
</file>

<file path=ppt/media/f53600.txt>
</file>

<file path=ppt/media/f53601.txt>
</file>

<file path=ppt/media/f53602.txt>
</file>

<file path=ppt/media/f53603.txt>
</file>

<file path=ppt/media/f53604.txt>
</file>

<file path=ppt/media/f53605.txt>
</file>

<file path=ppt/media/f53606.txt>
</file>

<file path=ppt/media/f53607.txt>
</file>

<file path=ppt/media/f53608.txt>
</file>

<file path=ppt/media/f53609.txt>
</file>

<file path=ppt/media/f53610.txt>
</file>

<file path=ppt/media/f53611.txt>
</file>

<file path=ppt/media/f53612.txt>
</file>

<file path=ppt/media/f53613.txt>
</file>

<file path=ppt/media/f53614.txt>
</file>

<file path=ppt/media/f53615.txt>
</file>

<file path=ppt/media/f53616.txt>
</file>

<file path=ppt/media/f53617.txt>
</file>

<file path=ppt/media/f53618.txt>
</file>

<file path=ppt/media/f53619.txt>
</file>

<file path=ppt/media/f53620.txt>
</file>

<file path=ppt/media/f53621.txt>
</file>

<file path=ppt/media/f53622.txt>
</file>

<file path=ppt/media/f53623.txt>
</file>

<file path=ppt/media/f53624.txt>
</file>

<file path=ppt/media/f53625.txt>
</file>

<file path=ppt/media/f53626.txt>
</file>

<file path=ppt/media/f53627.txt>
</file>

<file path=ppt/media/f53628.txt>
</file>

<file path=ppt/media/f53629.txt>
</file>

<file path=ppt/media/f53630.txt>
</file>

<file path=ppt/media/f53631.txt>
</file>

<file path=ppt/media/f53632.txt>
</file>

<file path=ppt/media/f53633.txt>
</file>

<file path=ppt/media/f53634.txt>
</file>

<file path=ppt/media/f53635.txt>
</file>

<file path=ppt/media/f53636.txt>
</file>

<file path=ppt/media/f53637.txt>
</file>

<file path=ppt/media/f53638.txt>
</file>

<file path=ppt/media/f53639.txt>
</file>

<file path=ppt/media/f53640.txt>
</file>

<file path=ppt/media/f53641.txt>
</file>

<file path=ppt/media/f53642.txt>
</file>

<file path=ppt/media/f53643.txt>
</file>

<file path=ppt/media/f53644.txt>
</file>

<file path=ppt/media/f53645.txt>
</file>

<file path=ppt/media/f53646.txt>
</file>

<file path=ppt/media/f53647.txt>
</file>

<file path=ppt/media/f53648.txt>
</file>

<file path=ppt/media/f53649.txt>
</file>

<file path=ppt/media/f53650.txt>
</file>

<file path=ppt/media/f53651.txt>
</file>

<file path=ppt/media/f53652.txt>
</file>

<file path=ppt/media/f53653.txt>
</file>

<file path=ppt/media/f53654.txt>
</file>

<file path=ppt/media/f53655.txt>
</file>

<file path=ppt/media/f53656.txt>
</file>

<file path=ppt/media/f53657.txt>
</file>

<file path=ppt/media/f53658.txt>
</file>

<file path=ppt/media/f53659.txt>
</file>

<file path=ppt/media/f53660.txt>
</file>

<file path=ppt/media/f53661.txt>
</file>

<file path=ppt/media/f53662.txt>
</file>

<file path=ppt/media/f53663.txt>
</file>

<file path=ppt/media/f53664.txt>
</file>

<file path=ppt/media/f53665.txt>
</file>

<file path=ppt/media/f53666.txt>
</file>

<file path=ppt/media/f53667.txt>
</file>

<file path=ppt/media/f53668.txt>
</file>

<file path=ppt/media/f53669.txt>
</file>

<file path=ppt/media/f53670.txt>
</file>

<file path=ppt/media/f53671.txt>
</file>

<file path=ppt/media/f53672.txt>
</file>

<file path=ppt/media/f53673.txt>
</file>

<file path=ppt/media/f53674.txt>
</file>

<file path=ppt/media/f53675.txt>
</file>

<file path=ppt/media/f53676.txt>
</file>

<file path=ppt/media/f53677.txt>
</file>

<file path=ppt/media/f53678.txt>
</file>

<file path=ppt/media/f53679.txt>
</file>

<file path=ppt/media/f53680.txt>
</file>

<file path=ppt/media/f53681.txt>
</file>

<file path=ppt/media/f53682.txt>
</file>

<file path=ppt/media/f53683.txt>
</file>

<file path=ppt/media/f53684.txt>
</file>

<file path=ppt/media/f53685.txt>
</file>

<file path=ppt/media/f53686.txt>
</file>

<file path=ppt/media/f53687.txt>
</file>

<file path=ppt/media/f53688.txt>
</file>

<file path=ppt/media/f53689.txt>
</file>

<file path=ppt/media/f53690.txt>
</file>

<file path=ppt/media/f53691.txt>
</file>

<file path=ppt/media/f53692.txt>
</file>

<file path=ppt/media/f53693.txt>
</file>

<file path=ppt/media/f53694.txt>
</file>

<file path=ppt/media/f53695.txt>
</file>

<file path=ppt/media/f53696.txt>
</file>

<file path=ppt/media/f53697.txt>
</file>

<file path=ppt/media/f53698.txt>
</file>

<file path=ppt/media/f53699.txt>
</file>

<file path=ppt/media/f53700.txt>
</file>

<file path=ppt/media/f53701.txt>
</file>

<file path=ppt/media/f53702.txt>
</file>

<file path=ppt/media/f53703.txt>
</file>

<file path=ppt/media/f53704.txt>
</file>

<file path=ppt/media/f53705.txt>
</file>

<file path=ppt/media/f53706.txt>
</file>

<file path=ppt/media/f53707.txt>
</file>

<file path=ppt/media/f53708.txt>
</file>

<file path=ppt/media/f53709.txt>
</file>

<file path=ppt/media/f53710.txt>
</file>

<file path=ppt/media/f53711.txt>
</file>

<file path=ppt/media/f53712.txt>
</file>

<file path=ppt/media/f53713.txt>
</file>

<file path=ppt/media/f53714.txt>
</file>

<file path=ppt/media/f53715.txt>
</file>

<file path=ppt/media/f53716.txt>
</file>

<file path=ppt/media/f53717.txt>
</file>

<file path=ppt/media/f53718.txt>
</file>

<file path=ppt/media/f53719.txt>
</file>

<file path=ppt/media/f53720.txt>
</file>

<file path=ppt/media/f53721.txt>
</file>

<file path=ppt/media/f53722.txt>
</file>

<file path=ppt/media/f53723.txt>
</file>

<file path=ppt/media/f53724.txt>
</file>

<file path=ppt/media/f53725.txt>
</file>

<file path=ppt/media/f53726.txt>
</file>

<file path=ppt/media/f53727.txt>
</file>

<file path=ppt/media/f53728.txt>
</file>

<file path=ppt/media/f53729.txt>
</file>

<file path=ppt/media/f53730.txt>
</file>

<file path=ppt/media/f53731.txt>
</file>

<file path=ppt/media/f53732.txt>
</file>

<file path=ppt/media/f53733.txt>
</file>

<file path=ppt/media/f53734.txt>
</file>

<file path=ppt/media/f53735.txt>
</file>

<file path=ppt/media/f53736.txt>
</file>

<file path=ppt/media/f53737.txt>
</file>

<file path=ppt/media/f53738.txt>
</file>

<file path=ppt/media/f53739.txt>
</file>

<file path=ppt/media/f53740.txt>
</file>

<file path=ppt/media/f53741.txt>
</file>

<file path=ppt/media/f53742.txt>
</file>

<file path=ppt/media/f53743.txt>
</file>

<file path=ppt/media/f53744.txt>
</file>

<file path=ppt/media/f53745.txt>
</file>

<file path=ppt/media/f53746.txt>
</file>

<file path=ppt/media/f53747.txt>
</file>

<file path=ppt/media/f53748.txt>
</file>

<file path=ppt/media/f53749.txt>
</file>

<file path=ppt/media/f53750.txt>
</file>

<file path=ppt/media/f53751.txt>
</file>

<file path=ppt/media/f53752.txt>
</file>

<file path=ppt/media/f53753.txt>
</file>

<file path=ppt/media/f53754.txt>
</file>

<file path=ppt/media/f53755.txt>
</file>

<file path=ppt/media/f53756.txt>
</file>

<file path=ppt/media/f53757.txt>
</file>

<file path=ppt/media/f53758.txt>
</file>

<file path=ppt/media/f53759.txt>
</file>

<file path=ppt/media/f53760.txt>
</file>

<file path=ppt/media/f53761.txt>
</file>

<file path=ppt/media/f53762.txt>
</file>

<file path=ppt/media/f53763.txt>
</file>

<file path=ppt/media/f53764.txt>
</file>

<file path=ppt/media/f53765.txt>
</file>

<file path=ppt/media/f53766.txt>
</file>

<file path=ppt/media/f53767.txt>
</file>

<file path=ppt/media/f53768.txt>
</file>

<file path=ppt/media/f53769.txt>
</file>

<file path=ppt/media/f53770.txt>
</file>

<file path=ppt/media/f53771.txt>
</file>

<file path=ppt/media/f53772.txt>
</file>

<file path=ppt/media/f53773.txt>
</file>

<file path=ppt/media/f53774.txt>
</file>

<file path=ppt/media/f53775.txt>
</file>

<file path=ppt/media/f53776.txt>
</file>

<file path=ppt/media/f53777.txt>
</file>

<file path=ppt/media/f53778.txt>
</file>

<file path=ppt/media/f53779.txt>
</file>

<file path=ppt/media/f53780.txt>
</file>

<file path=ppt/media/f53781.txt>
</file>

<file path=ppt/media/f53782.txt>
</file>

<file path=ppt/media/f53783.txt>
</file>

<file path=ppt/media/f53784.txt>
</file>

<file path=ppt/media/f53785.txt>
</file>

<file path=ppt/media/f53786.txt>
</file>

<file path=ppt/media/f53787.txt>
</file>

<file path=ppt/media/f53788.txt>
</file>

<file path=ppt/media/f53789.txt>
</file>

<file path=ppt/media/f53790.txt>
</file>

<file path=ppt/media/f53791.txt>
</file>

<file path=ppt/media/f53792.txt>
</file>

<file path=ppt/media/f53793.txt>
</file>

<file path=ppt/media/f53794.txt>
</file>

<file path=ppt/media/f53795.txt>
</file>

<file path=ppt/media/f53796.txt>
</file>

<file path=ppt/media/f53797.txt>
</file>

<file path=ppt/media/f53798.txt>
</file>

<file path=ppt/media/f53799.txt>
</file>

<file path=ppt/media/f53800.txt>
</file>

<file path=ppt/media/f53801.txt>
</file>

<file path=ppt/media/f53802.txt>
</file>

<file path=ppt/media/f53803.txt>
</file>

<file path=ppt/media/f53804.txt>
</file>

<file path=ppt/media/f53805.txt>
</file>

<file path=ppt/media/f53806.txt>
</file>

<file path=ppt/media/f53807.txt>
</file>

<file path=ppt/media/f53808.txt>
</file>

<file path=ppt/media/f53809.txt>
</file>

<file path=ppt/media/f53810.txt>
</file>

<file path=ppt/media/f53811.txt>
</file>

<file path=ppt/media/f53812.txt>
</file>

<file path=ppt/media/f53813.txt>
</file>

<file path=ppt/media/f53814.txt>
</file>

<file path=ppt/media/f53815.txt>
</file>

<file path=ppt/media/f53816.txt>
</file>

<file path=ppt/media/f53817.txt>
</file>

<file path=ppt/media/f53818.txt>
</file>

<file path=ppt/media/f53819.txt>
</file>

<file path=ppt/media/f53820.txt>
</file>

<file path=ppt/media/f53821.txt>
</file>

<file path=ppt/media/f53822.txt>
</file>

<file path=ppt/media/f53823.txt>
</file>

<file path=ppt/media/f53824.txt>
</file>

<file path=ppt/media/f53825.txt>
</file>

<file path=ppt/media/f53826.txt>
</file>

<file path=ppt/media/f53827.txt>
</file>

<file path=ppt/media/f53828.txt>
</file>

<file path=ppt/media/f53829.txt>
</file>

<file path=ppt/media/f53830.txt>
</file>

<file path=ppt/media/f53831.txt>
</file>

<file path=ppt/media/f53832.txt>
</file>

<file path=ppt/media/f53833.txt>
</file>

<file path=ppt/media/f53834.txt>
</file>

<file path=ppt/media/f53835.txt>
</file>

<file path=ppt/media/f53836.txt>
</file>

<file path=ppt/media/f53837.txt>
</file>

<file path=ppt/media/f53838.txt>
</file>

<file path=ppt/media/f53839.txt>
</file>

<file path=ppt/media/f53840.txt>
</file>

<file path=ppt/media/f53841.txt>
</file>

<file path=ppt/media/f53842.txt>
</file>

<file path=ppt/media/f53843.txt>
</file>

<file path=ppt/media/f53844.txt>
</file>

<file path=ppt/media/f53845.txt>
</file>

<file path=ppt/media/f53846.txt>
</file>

<file path=ppt/media/f53847.txt>
</file>

<file path=ppt/media/f53848.txt>
</file>

<file path=ppt/media/f53849.txt>
</file>

<file path=ppt/media/f53850.txt>
</file>

<file path=ppt/media/f53851.txt>
</file>

<file path=ppt/media/f53852.txt>
</file>

<file path=ppt/media/f53853.txt>
</file>

<file path=ppt/media/f53854.txt>
</file>

<file path=ppt/media/f53855.txt>
</file>

<file path=ppt/media/f53856.txt>
</file>

<file path=ppt/media/f53857.txt>
</file>

<file path=ppt/media/f53858.txt>
</file>

<file path=ppt/media/f53859.txt>
</file>

<file path=ppt/media/f53860.txt>
</file>

<file path=ppt/media/f53861.txt>
</file>

<file path=ppt/media/f53862.txt>
</file>

<file path=ppt/media/f53863.txt>
</file>

<file path=ppt/media/f53864.txt>
</file>

<file path=ppt/media/f53865.txt>
</file>

<file path=ppt/media/f53866.txt>
</file>

<file path=ppt/media/f53867.txt>
</file>

<file path=ppt/media/f53868.txt>
</file>

<file path=ppt/media/f53869.txt>
</file>

<file path=ppt/media/f53870.txt>
</file>

<file path=ppt/media/f53871.txt>
</file>

<file path=ppt/media/f53872.txt>
</file>

<file path=ppt/media/f53873.txt>
</file>

<file path=ppt/media/f53874.txt>
</file>

<file path=ppt/media/f53875.txt>
</file>

<file path=ppt/media/f53876.txt>
</file>

<file path=ppt/media/f53877.txt>
</file>

<file path=ppt/media/f53878.txt>
</file>

<file path=ppt/media/f53879.txt>
</file>

<file path=ppt/media/f53880.txt>
</file>

<file path=ppt/media/f53881.txt>
</file>

<file path=ppt/media/f53882.txt>
</file>

<file path=ppt/media/f53883.txt>
</file>

<file path=ppt/media/f53884.txt>
</file>

<file path=ppt/media/f53885.txt>
</file>

<file path=ppt/media/f53886.txt>
</file>

<file path=ppt/media/f53887.txt>
</file>

<file path=ppt/media/f53888.txt>
</file>

<file path=ppt/media/f53889.txt>
</file>

<file path=ppt/media/f53890.txt>
</file>

<file path=ppt/media/f53891.txt>
</file>

<file path=ppt/media/f53892.txt>
</file>

<file path=ppt/media/f53893.txt>
</file>

<file path=ppt/media/f53894.txt>
</file>

<file path=ppt/media/f53895.txt>
</file>

<file path=ppt/media/f53896.txt>
</file>

<file path=ppt/media/f53897.txt>
</file>

<file path=ppt/media/f53898.txt>
</file>

<file path=ppt/media/f53899.txt>
</file>

<file path=ppt/media/f53900.txt>
</file>

<file path=ppt/media/f53901.txt>
</file>

<file path=ppt/media/f53902.txt>
</file>

<file path=ppt/media/f53903.txt>
</file>

<file path=ppt/media/f53904.txt>
</file>

<file path=ppt/media/f53905.txt>
</file>

<file path=ppt/media/f53906.txt>
</file>

<file path=ppt/media/f53907.txt>
</file>

<file path=ppt/media/f53908.txt>
</file>

<file path=ppt/media/f53909.txt>
</file>

<file path=ppt/media/f53910.txt>
</file>

<file path=ppt/media/f53911.txt>
</file>

<file path=ppt/media/f53912.txt>
</file>

<file path=ppt/media/f53913.txt>
</file>

<file path=ppt/media/f53914.txt>
</file>

<file path=ppt/media/f53915.txt>
</file>

<file path=ppt/media/f53916.txt>
</file>

<file path=ppt/media/f53917.txt>
</file>

<file path=ppt/media/f53918.txt>
</file>

<file path=ppt/media/f53919.txt>
</file>

<file path=ppt/media/f53920.txt>
</file>

<file path=ppt/media/f53921.txt>
</file>

<file path=ppt/media/f53922.txt>
</file>

<file path=ppt/media/f53923.txt>
</file>

<file path=ppt/media/f53924.txt>
</file>

<file path=ppt/media/f53925.txt>
</file>

<file path=ppt/media/f53926.txt>
</file>

<file path=ppt/media/f53927.txt>
</file>

<file path=ppt/media/f53928.txt>
</file>

<file path=ppt/media/f53929.txt>
</file>

<file path=ppt/media/f53930.txt>
</file>

<file path=ppt/media/f53931.txt>
</file>

<file path=ppt/media/f53932.txt>
</file>

<file path=ppt/media/f53933.txt>
</file>

<file path=ppt/media/f53934.txt>
</file>

<file path=ppt/media/f53935.txt>
</file>

<file path=ppt/media/f53936.txt>
</file>

<file path=ppt/media/f53937.txt>
</file>

<file path=ppt/media/f53938.txt>
</file>

<file path=ppt/media/f53939.txt>
</file>

<file path=ppt/media/f53940.txt>
</file>

<file path=ppt/media/f53941.txt>
</file>

<file path=ppt/media/f53942.txt>
</file>

<file path=ppt/media/f53943.txt>
</file>

<file path=ppt/media/f53944.txt>
</file>

<file path=ppt/media/f53945.txt>
</file>

<file path=ppt/media/f53946.txt>
</file>

<file path=ppt/media/f53947.txt>
</file>

<file path=ppt/media/f53948.txt>
</file>

<file path=ppt/media/f53949.txt>
</file>

<file path=ppt/media/f53950.txt>
</file>

<file path=ppt/media/f53951.txt>
</file>

<file path=ppt/media/f53952.txt>
</file>

<file path=ppt/media/f53953.txt>
</file>

<file path=ppt/media/f53954.txt>
</file>

<file path=ppt/media/f53955.txt>
</file>

<file path=ppt/media/f53956.txt>
</file>

<file path=ppt/media/f53957.txt>
</file>

<file path=ppt/media/f53958.txt>
</file>

<file path=ppt/media/f53959.txt>
</file>

<file path=ppt/media/f53960.txt>
</file>

<file path=ppt/media/f53961.txt>
</file>

<file path=ppt/media/f53962.txt>
</file>

<file path=ppt/media/f53963.txt>
</file>

<file path=ppt/media/f53964.txt>
</file>

<file path=ppt/media/f53965.txt>
</file>

<file path=ppt/media/f53966.txt>
</file>

<file path=ppt/media/f53967.txt>
</file>

<file path=ppt/media/f53968.txt>
</file>

<file path=ppt/media/f53969.txt>
</file>

<file path=ppt/media/f53970.txt>
</file>

<file path=ppt/media/f53971.txt>
</file>

<file path=ppt/media/f53972.txt>
</file>

<file path=ppt/media/f53973.txt>
</file>

<file path=ppt/media/f53974.txt>
</file>

<file path=ppt/media/f53975.txt>
</file>

<file path=ppt/media/f53976.txt>
</file>

<file path=ppt/media/f53977.txt>
</file>

<file path=ppt/media/f53978.txt>
</file>

<file path=ppt/media/f53979.txt>
</file>

<file path=ppt/media/f53980.txt>
</file>

<file path=ppt/media/f53981.txt>
</file>

<file path=ppt/media/f53982.txt>
</file>

<file path=ppt/media/f53983.txt>
</file>

<file path=ppt/media/f53984.txt>
</file>

<file path=ppt/media/f53985.txt>
</file>

<file path=ppt/media/f53986.txt>
</file>

<file path=ppt/media/f53987.txt>
</file>

<file path=ppt/media/f53988.txt>
</file>

<file path=ppt/media/f53989.txt>
</file>

<file path=ppt/media/f53990.txt>
</file>

<file path=ppt/media/f53991.txt>
</file>

<file path=ppt/media/f53992.txt>
</file>

<file path=ppt/media/f53993.txt>
</file>

<file path=ppt/media/f53994.txt>
</file>

<file path=ppt/media/f53995.txt>
</file>

<file path=ppt/media/f53996.txt>
</file>

<file path=ppt/media/f53997.txt>
</file>

<file path=ppt/media/f53998.txt>
</file>

<file path=ppt/media/f53999.txt>
</file>

<file path=ppt/media/f54000.txt>
</file>

<file path=ppt/media/f54001.txt>
</file>

<file path=ppt/media/f54002.txt>
</file>

<file path=ppt/media/f54003.txt>
</file>

<file path=ppt/media/f54004.txt>
</file>

<file path=ppt/media/f54005.txt>
</file>

<file path=ppt/media/f54006.txt>
</file>

<file path=ppt/media/f54007.txt>
</file>

<file path=ppt/media/f54008.txt>
</file>

<file path=ppt/media/f54009.txt>
</file>

<file path=ppt/media/f54010.txt>
</file>

<file path=ppt/media/f54011.txt>
</file>

<file path=ppt/media/f54012.txt>
</file>

<file path=ppt/media/f54013.txt>
</file>

<file path=ppt/media/f54014.txt>
</file>

<file path=ppt/media/f54015.txt>
</file>

<file path=ppt/media/f54016.txt>
</file>

<file path=ppt/media/f54017.txt>
</file>

<file path=ppt/media/f54018.txt>
</file>

<file path=ppt/media/f54019.txt>
</file>

<file path=ppt/media/f54020.txt>
</file>

<file path=ppt/media/f54021.txt>
</file>

<file path=ppt/media/f54022.txt>
</file>

<file path=ppt/media/f54023.txt>
</file>

<file path=ppt/media/f54024.txt>
</file>

<file path=ppt/media/f54025.txt>
</file>

<file path=ppt/media/f54026.txt>
</file>

<file path=ppt/media/f54027.txt>
</file>

<file path=ppt/media/f54028.txt>
</file>

<file path=ppt/media/f54029.txt>
</file>

<file path=ppt/media/f54030.txt>
</file>

<file path=ppt/media/f54031.txt>
</file>

<file path=ppt/media/f54032.txt>
</file>

<file path=ppt/media/f54033.txt>
</file>

<file path=ppt/media/f54034.txt>
</file>

<file path=ppt/media/f54035.txt>
</file>

<file path=ppt/media/f54036.txt>
</file>

<file path=ppt/media/f54037.txt>
</file>

<file path=ppt/media/f54038.txt>
</file>

<file path=ppt/media/f54039.txt>
</file>

<file path=ppt/media/f54040.txt>
</file>

<file path=ppt/media/f54041.txt>
</file>

<file path=ppt/media/f54042.txt>
</file>

<file path=ppt/media/f54043.txt>
</file>

<file path=ppt/media/f54044.txt>
</file>

<file path=ppt/media/f54045.txt>
</file>

<file path=ppt/media/f54046.txt>
</file>

<file path=ppt/media/f54047.txt>
</file>

<file path=ppt/media/f54048.txt>
</file>

<file path=ppt/media/f54049.txt>
</file>

<file path=ppt/media/f54050.txt>
</file>

<file path=ppt/media/f54051.txt>
</file>

<file path=ppt/media/f54052.txt>
</file>

<file path=ppt/media/f54053.txt>
</file>

<file path=ppt/media/f54054.txt>
</file>

<file path=ppt/media/f54055.txt>
</file>

<file path=ppt/media/f54056.txt>
</file>

<file path=ppt/media/f54057.txt>
</file>

<file path=ppt/media/f54058.txt>
</file>

<file path=ppt/media/f54059.txt>
</file>

<file path=ppt/media/f54060.txt>
</file>

<file path=ppt/media/f54061.txt>
</file>

<file path=ppt/media/f54062.txt>
</file>

<file path=ppt/media/f54063.txt>
</file>

<file path=ppt/media/f54064.txt>
</file>

<file path=ppt/media/f54065.txt>
</file>

<file path=ppt/media/f54066.txt>
</file>

<file path=ppt/media/f54067.txt>
</file>

<file path=ppt/media/f54068.txt>
</file>

<file path=ppt/media/f54069.txt>
</file>

<file path=ppt/media/f54070.txt>
</file>

<file path=ppt/media/f54071.txt>
</file>

<file path=ppt/media/f54072.txt>
</file>

<file path=ppt/media/f54073.txt>
</file>

<file path=ppt/media/f54074.txt>
</file>

<file path=ppt/media/f54075.txt>
</file>

<file path=ppt/media/f54076.txt>
</file>

<file path=ppt/media/f54077.txt>
</file>

<file path=ppt/media/f54078.txt>
</file>

<file path=ppt/media/f54079.txt>
</file>

<file path=ppt/media/f54080.txt>
</file>

<file path=ppt/media/f54081.txt>
</file>

<file path=ppt/media/f54082.txt>
</file>

<file path=ppt/media/f54083.txt>
</file>

<file path=ppt/media/f54084.txt>
</file>

<file path=ppt/media/f54085.txt>
</file>

<file path=ppt/media/f54086.txt>
</file>

<file path=ppt/media/f54087.txt>
</file>

<file path=ppt/media/f54088.txt>
</file>

<file path=ppt/media/f54089.txt>
</file>

<file path=ppt/media/f54090.txt>
</file>

<file path=ppt/media/f54091.txt>
</file>

<file path=ppt/media/f54092.txt>
</file>

<file path=ppt/media/f54093.txt>
</file>

<file path=ppt/media/f54094.txt>
</file>

<file path=ppt/media/f54095.txt>
</file>

<file path=ppt/media/f54096.txt>
</file>

<file path=ppt/media/f54097.txt>
</file>

<file path=ppt/media/f54098.txt>
</file>

<file path=ppt/media/f54099.txt>
</file>

<file path=ppt/media/f54100.txt>
</file>

<file path=ppt/media/f54101.txt>
</file>

<file path=ppt/media/f54102.txt>
</file>

<file path=ppt/media/f54103.txt>
</file>

<file path=ppt/media/f54104.txt>
</file>

<file path=ppt/media/f54105.txt>
</file>

<file path=ppt/media/f54106.txt>
</file>

<file path=ppt/media/f54107.txt>
</file>

<file path=ppt/media/f54108.txt>
</file>

<file path=ppt/media/f54109.txt>
</file>

<file path=ppt/media/f54110.txt>
</file>

<file path=ppt/media/f54111.txt>
</file>

<file path=ppt/media/f54112.txt>
</file>

<file path=ppt/media/f54113.txt>
</file>

<file path=ppt/media/f54114.txt>
</file>

<file path=ppt/media/f54115.txt>
</file>

<file path=ppt/media/f54116.txt>
</file>

<file path=ppt/media/f54117.txt>
</file>

<file path=ppt/media/f54118.txt>
</file>

<file path=ppt/media/f54119.txt>
</file>

<file path=ppt/media/f54120.txt>
</file>

<file path=ppt/media/f54121.txt>
</file>

<file path=ppt/media/f54122.txt>
</file>

<file path=ppt/media/f54123.txt>
</file>

<file path=ppt/media/f54124.txt>
</file>

<file path=ppt/media/f54125.txt>
</file>

<file path=ppt/media/f54126.txt>
</file>

<file path=ppt/media/f54127.txt>
</file>

<file path=ppt/media/f54128.txt>
</file>

<file path=ppt/media/f54129.txt>
</file>

<file path=ppt/media/f54130.txt>
</file>

<file path=ppt/media/f54131.txt>
</file>

<file path=ppt/media/f54132.txt>
</file>

<file path=ppt/media/f54133.txt>
</file>

<file path=ppt/media/f54134.txt>
</file>

<file path=ppt/media/f54135.txt>
</file>

<file path=ppt/media/f54136.txt>
</file>

<file path=ppt/media/f54137.txt>
</file>

<file path=ppt/media/f54138.txt>
</file>

<file path=ppt/media/f54139.txt>
</file>

<file path=ppt/media/f54140.txt>
</file>

<file path=ppt/media/f54141.txt>
</file>

<file path=ppt/media/f54142.txt>
</file>

<file path=ppt/media/f54143.txt>
</file>

<file path=ppt/media/f54144.txt>
</file>

<file path=ppt/media/f54145.txt>
</file>

<file path=ppt/media/f54146.txt>
</file>

<file path=ppt/media/f54147.txt>
</file>

<file path=ppt/media/f54148.txt>
</file>

<file path=ppt/media/f54149.txt>
</file>

<file path=ppt/media/f54150.txt>
</file>

<file path=ppt/media/f54151.txt>
</file>

<file path=ppt/media/f54152.txt>
</file>

<file path=ppt/media/f54153.txt>
</file>

<file path=ppt/media/f54154.txt>
</file>

<file path=ppt/media/f54155.txt>
</file>

<file path=ppt/media/f54156.txt>
</file>

<file path=ppt/media/f54157.txt>
</file>

<file path=ppt/media/f54158.txt>
</file>

<file path=ppt/media/f54159.txt>
</file>

<file path=ppt/media/f54160.txt>
</file>

<file path=ppt/media/f54161.txt>
</file>

<file path=ppt/media/f54162.txt>
</file>

<file path=ppt/media/f54163.txt>
</file>

<file path=ppt/media/f54164.txt>
</file>

<file path=ppt/media/f54165.txt>
</file>

<file path=ppt/media/f54166.txt>
</file>

<file path=ppt/media/f54167.txt>
</file>

<file path=ppt/media/f54168.txt>
</file>

<file path=ppt/media/f54169.txt>
</file>

<file path=ppt/media/f54170.txt>
</file>

<file path=ppt/media/f54171.txt>
</file>

<file path=ppt/media/f54172.txt>
</file>

<file path=ppt/media/f54173.txt>
</file>

<file path=ppt/media/f54174.txt>
</file>

<file path=ppt/media/f54175.txt>
</file>

<file path=ppt/media/f54176.txt>
</file>

<file path=ppt/media/f54177.txt>
</file>

<file path=ppt/media/f54178.txt>
</file>

<file path=ppt/media/f54179.txt>
</file>

<file path=ppt/media/f54180.txt>
</file>

<file path=ppt/media/f54181.txt>
</file>

<file path=ppt/media/f54182.txt>
</file>

<file path=ppt/media/f54183.txt>
</file>

<file path=ppt/media/f54184.txt>
</file>

<file path=ppt/media/f54185.txt>
</file>

<file path=ppt/media/f54186.txt>
</file>

<file path=ppt/media/f54187.txt>
</file>

<file path=ppt/media/f54188.txt>
</file>

<file path=ppt/media/f54189.txt>
</file>

<file path=ppt/media/f54190.txt>
</file>

<file path=ppt/media/f54191.txt>
</file>

<file path=ppt/media/f54192.txt>
</file>

<file path=ppt/media/f54193.txt>
</file>

<file path=ppt/media/f54194.txt>
</file>

<file path=ppt/media/f54195.txt>
</file>

<file path=ppt/media/f54196.txt>
</file>

<file path=ppt/media/f54197.txt>
</file>

<file path=ppt/media/f54198.txt>
</file>

<file path=ppt/media/f54199.txt>
</file>

<file path=ppt/media/f54200.txt>
</file>

<file path=ppt/media/f54201.txt>
</file>

<file path=ppt/media/f54202.txt>
</file>

<file path=ppt/media/f54203.txt>
</file>

<file path=ppt/media/f54204.txt>
</file>

<file path=ppt/media/f54205.txt>
</file>

<file path=ppt/media/f54206.txt>
</file>

<file path=ppt/media/f54207.txt>
</file>

<file path=ppt/media/f54208.txt>
</file>

<file path=ppt/media/f54209.txt>
</file>

<file path=ppt/media/f54210.txt>
</file>

<file path=ppt/media/f54211.txt>
</file>

<file path=ppt/media/f54212.txt>
</file>

<file path=ppt/media/f54213.txt>
</file>

<file path=ppt/media/f54214.txt>
</file>

<file path=ppt/media/f54215.txt>
</file>

<file path=ppt/media/f54216.txt>
</file>

<file path=ppt/media/f54217.txt>
</file>

<file path=ppt/media/f54218.txt>
</file>

<file path=ppt/media/f54219.txt>
</file>

<file path=ppt/media/f54220.txt>
</file>

<file path=ppt/media/f54221.txt>
</file>

<file path=ppt/media/f54222.txt>
</file>

<file path=ppt/media/f54223.txt>
</file>

<file path=ppt/media/f54224.txt>
</file>

<file path=ppt/media/f54225.txt>
</file>

<file path=ppt/media/f54226.txt>
</file>

<file path=ppt/media/f54227.txt>
</file>

<file path=ppt/media/f54228.txt>
</file>

<file path=ppt/media/f54229.txt>
</file>

<file path=ppt/media/f54230.txt>
</file>

<file path=ppt/media/f54231.txt>
</file>

<file path=ppt/media/f54232.txt>
</file>

<file path=ppt/media/f54233.txt>
</file>

<file path=ppt/media/f54234.txt>
</file>

<file path=ppt/media/f54235.txt>
</file>

<file path=ppt/media/f54236.txt>
</file>

<file path=ppt/media/f54237.txt>
</file>

<file path=ppt/media/f54238.txt>
</file>

<file path=ppt/media/f54239.txt>
</file>

<file path=ppt/media/f54240.txt>
</file>

<file path=ppt/media/f54241.txt>
</file>

<file path=ppt/media/f54242.txt>
</file>

<file path=ppt/media/f54243.txt>
</file>

<file path=ppt/media/f54244.txt>
</file>

<file path=ppt/media/f54245.txt>
</file>

<file path=ppt/media/f54246.txt>
</file>

<file path=ppt/media/f54247.txt>
</file>

<file path=ppt/media/f54248.txt>
</file>

<file path=ppt/media/f54249.txt>
</file>

<file path=ppt/media/f54250.txt>
</file>

<file path=ppt/media/f54251.txt>
</file>

<file path=ppt/media/f54252.txt>
</file>

<file path=ppt/media/f54253.txt>
</file>

<file path=ppt/media/f54254.txt>
</file>

<file path=ppt/media/f54255.txt>
</file>

<file path=ppt/media/f54256.txt>
</file>

<file path=ppt/media/f54257.txt>
</file>

<file path=ppt/media/f54258.txt>
</file>

<file path=ppt/media/f54259.txt>
</file>

<file path=ppt/media/f54260.txt>
</file>

<file path=ppt/media/f54261.txt>
</file>

<file path=ppt/media/f54262.txt>
</file>

<file path=ppt/media/f54263.txt>
</file>

<file path=ppt/media/f54264.txt>
</file>

<file path=ppt/media/f54265.txt>
</file>

<file path=ppt/media/f54266.txt>
</file>

<file path=ppt/media/f54267.txt>
</file>

<file path=ppt/media/f54268.txt>
</file>

<file path=ppt/media/f54269.txt>
</file>

<file path=ppt/media/f54270.txt>
</file>

<file path=ppt/media/f54271.txt>
</file>

<file path=ppt/media/f54272.txt>
</file>

<file path=ppt/media/f54273.txt>
</file>

<file path=ppt/media/f54274.txt>
</file>

<file path=ppt/media/f54275.txt>
</file>

<file path=ppt/media/f54276.txt>
</file>

<file path=ppt/media/f54277.txt>
</file>

<file path=ppt/media/f54278.txt>
</file>

<file path=ppt/media/f54279.txt>
</file>

<file path=ppt/media/f54280.txt>
</file>

<file path=ppt/media/f54281.txt>
</file>

<file path=ppt/media/f54282.txt>
</file>

<file path=ppt/media/f54283.txt>
</file>

<file path=ppt/media/f54284.txt>
</file>

<file path=ppt/media/f54285.txt>
</file>

<file path=ppt/media/f54286.txt>
</file>

<file path=ppt/media/f54287.txt>
</file>

<file path=ppt/media/f54288.txt>
</file>

<file path=ppt/media/f54289.txt>
</file>

<file path=ppt/media/f54290.txt>
</file>

<file path=ppt/media/f54291.txt>
</file>

<file path=ppt/media/f54292.txt>
</file>

<file path=ppt/media/f54293.txt>
</file>

<file path=ppt/media/f54294.txt>
</file>

<file path=ppt/media/f54295.txt>
</file>

<file path=ppt/media/f54296.txt>
</file>

<file path=ppt/media/f54297.txt>
</file>

<file path=ppt/media/f54298.txt>
</file>

<file path=ppt/media/f54299.txt>
</file>

<file path=ppt/media/f54300.txt>
</file>

<file path=ppt/media/f54301.txt>
</file>

<file path=ppt/media/f54302.txt>
</file>

<file path=ppt/media/f54303.txt>
</file>

<file path=ppt/media/f54304.txt>
</file>

<file path=ppt/media/f54305.txt>
</file>

<file path=ppt/media/f54306.txt>
</file>

<file path=ppt/media/f54307.txt>
</file>

<file path=ppt/media/f54308.txt>
</file>

<file path=ppt/media/f54309.txt>
</file>

<file path=ppt/media/f54310.txt>
</file>

<file path=ppt/media/f54311.txt>
</file>

<file path=ppt/media/f54312.txt>
</file>

<file path=ppt/media/f54313.txt>
</file>

<file path=ppt/media/f54314.txt>
</file>

<file path=ppt/media/f54315.txt>
</file>

<file path=ppt/media/f54316.txt>
</file>

<file path=ppt/media/f54317.txt>
</file>

<file path=ppt/media/f54318.txt>
</file>

<file path=ppt/media/f54319.txt>
</file>

<file path=ppt/media/f54320.txt>
</file>

<file path=ppt/media/f54321.txt>
</file>

<file path=ppt/media/f54322.txt>
</file>

<file path=ppt/media/f54323.txt>
</file>

<file path=ppt/media/f54324.txt>
</file>

<file path=ppt/media/f54325.txt>
</file>

<file path=ppt/media/f54326.txt>
</file>

<file path=ppt/media/f54327.txt>
</file>

<file path=ppt/media/f54328.txt>
</file>

<file path=ppt/media/f54329.txt>
</file>

<file path=ppt/media/f54330.txt>
</file>

<file path=ppt/media/f54331.txt>
</file>

<file path=ppt/media/f54332.txt>
</file>

<file path=ppt/media/f54333.txt>
</file>

<file path=ppt/media/f54334.txt>
</file>

<file path=ppt/media/f54335.txt>
</file>

<file path=ppt/media/f54336.txt>
</file>

<file path=ppt/media/f54337.txt>
</file>

<file path=ppt/media/f54338.txt>
</file>

<file path=ppt/media/f54339.txt>
</file>

<file path=ppt/media/f54340.txt>
</file>

<file path=ppt/media/f54341.txt>
</file>

<file path=ppt/media/f54342.txt>
</file>

<file path=ppt/media/f54343.txt>
</file>

<file path=ppt/media/f54344.txt>
</file>

<file path=ppt/media/f54345.txt>
</file>

<file path=ppt/media/f54346.txt>
</file>

<file path=ppt/media/f54347.txt>
</file>

<file path=ppt/media/f54348.txt>
</file>

<file path=ppt/media/f54349.txt>
</file>

<file path=ppt/media/f54350.txt>
</file>

<file path=ppt/media/f54351.txt>
</file>

<file path=ppt/media/f54352.txt>
</file>

<file path=ppt/media/f54353.txt>
</file>

<file path=ppt/media/f54354.txt>
</file>

<file path=ppt/media/f54355.txt>
</file>

<file path=ppt/media/f54356.txt>
</file>

<file path=ppt/media/f54357.txt>
</file>

<file path=ppt/media/f54358.txt>
</file>

<file path=ppt/media/f54359.txt>
</file>

<file path=ppt/media/f54360.txt>
</file>

<file path=ppt/media/f54361.txt>
</file>

<file path=ppt/media/f54362.txt>
</file>

<file path=ppt/media/f54363.txt>
</file>

<file path=ppt/media/f54364.txt>
</file>

<file path=ppt/media/f54365.txt>
</file>

<file path=ppt/media/f54366.txt>
</file>

<file path=ppt/media/f54367.txt>
</file>

<file path=ppt/media/f54368.txt>
</file>

<file path=ppt/media/f54369.txt>
</file>

<file path=ppt/media/f54370.txt>
</file>

<file path=ppt/media/f54371.txt>
</file>

<file path=ppt/media/f54372.txt>
</file>

<file path=ppt/media/f54373.txt>
</file>

<file path=ppt/media/f54374.txt>
</file>

<file path=ppt/media/f54375.txt>
</file>

<file path=ppt/media/f54376.txt>
</file>

<file path=ppt/media/f54377.txt>
</file>

<file path=ppt/media/f54378.txt>
</file>

<file path=ppt/media/f54379.txt>
</file>

<file path=ppt/media/f54380.txt>
</file>

<file path=ppt/media/f54381.txt>
</file>

<file path=ppt/media/f54382.txt>
</file>

<file path=ppt/media/f54383.txt>
</file>

<file path=ppt/media/f54384.txt>
</file>

<file path=ppt/media/f54385.txt>
</file>

<file path=ppt/media/f54386.txt>
</file>

<file path=ppt/media/f54387.txt>
</file>

<file path=ppt/media/f54388.txt>
</file>

<file path=ppt/media/f54389.txt>
</file>

<file path=ppt/media/f54390.txt>
</file>

<file path=ppt/media/f54391.txt>
</file>

<file path=ppt/media/f54392.txt>
</file>

<file path=ppt/media/f54393.txt>
</file>

<file path=ppt/media/f54394.txt>
</file>

<file path=ppt/media/f54395.txt>
</file>

<file path=ppt/media/f54396.txt>
</file>

<file path=ppt/media/f54397.txt>
</file>

<file path=ppt/media/f54398.txt>
</file>

<file path=ppt/media/f54399.txt>
</file>

<file path=ppt/media/f54400.txt>
</file>

<file path=ppt/media/f54401.txt>
</file>

<file path=ppt/media/f54402.txt>
</file>

<file path=ppt/media/f54403.txt>
</file>

<file path=ppt/media/f54404.txt>
</file>

<file path=ppt/media/f54405.txt>
</file>

<file path=ppt/media/f54406.txt>
</file>

<file path=ppt/media/f54407.txt>
</file>

<file path=ppt/media/f54408.txt>
</file>

<file path=ppt/media/f54409.txt>
</file>

<file path=ppt/media/f54410.txt>
</file>

<file path=ppt/media/f54411.txt>
</file>

<file path=ppt/media/f54412.txt>
</file>

<file path=ppt/media/f54413.txt>
</file>

<file path=ppt/media/f54414.txt>
</file>

<file path=ppt/media/f54415.txt>
</file>

<file path=ppt/media/f54416.txt>
</file>

<file path=ppt/media/f54417.txt>
</file>

<file path=ppt/media/f54418.txt>
</file>

<file path=ppt/media/f54419.txt>
</file>

<file path=ppt/media/f54420.txt>
</file>

<file path=ppt/media/f54421.txt>
</file>

<file path=ppt/media/f54422.txt>
</file>

<file path=ppt/media/f54423.txt>
</file>

<file path=ppt/media/f54424.txt>
</file>

<file path=ppt/media/f54425.txt>
</file>

<file path=ppt/media/f54426.txt>
</file>

<file path=ppt/media/f54427.txt>
</file>

<file path=ppt/media/f54428.txt>
</file>

<file path=ppt/media/f54429.txt>
</file>

<file path=ppt/media/f54430.txt>
</file>

<file path=ppt/media/f54431.txt>
</file>

<file path=ppt/media/f54432.txt>
</file>

<file path=ppt/media/f54433.txt>
</file>

<file path=ppt/media/f54434.txt>
</file>

<file path=ppt/media/f54435.txt>
</file>

<file path=ppt/media/f54436.txt>
</file>

<file path=ppt/media/f54437.txt>
</file>

<file path=ppt/media/f54438.txt>
</file>

<file path=ppt/media/f54439.txt>
</file>

<file path=ppt/media/f54440.txt>
</file>

<file path=ppt/media/f54441.txt>
</file>

<file path=ppt/media/f54442.txt>
</file>

<file path=ppt/media/f54443.txt>
</file>

<file path=ppt/media/f54444.txt>
</file>

<file path=ppt/media/f54445.txt>
</file>

<file path=ppt/media/f54446.txt>
</file>

<file path=ppt/media/f54447.txt>
</file>

<file path=ppt/media/f54448.txt>
</file>

<file path=ppt/media/f54449.txt>
</file>

<file path=ppt/media/f54450.txt>
</file>

<file path=ppt/media/f54451.txt>
</file>

<file path=ppt/media/f54452.txt>
</file>

<file path=ppt/media/f54453.txt>
</file>

<file path=ppt/media/f54454.txt>
</file>

<file path=ppt/media/f54455.txt>
</file>

<file path=ppt/media/f54456.txt>
</file>

<file path=ppt/media/f54457.txt>
</file>

<file path=ppt/media/f54458.txt>
</file>

<file path=ppt/media/f54459.txt>
</file>

<file path=ppt/media/f54460.txt>
</file>

<file path=ppt/media/f54461.txt>
</file>

<file path=ppt/media/f54462.txt>
</file>

<file path=ppt/media/f54463.txt>
</file>

<file path=ppt/media/f54464.txt>
</file>

<file path=ppt/media/f54465.txt>
</file>

<file path=ppt/media/f54466.txt>
</file>

<file path=ppt/media/f54467.txt>
</file>

<file path=ppt/media/f54468.txt>
</file>

<file path=ppt/media/f54469.txt>
</file>

<file path=ppt/media/f54470.txt>
</file>

<file path=ppt/media/f54471.txt>
</file>

<file path=ppt/media/f54472.txt>
</file>

<file path=ppt/media/f54473.txt>
</file>

<file path=ppt/media/f54474.txt>
</file>

<file path=ppt/media/f54475.txt>
</file>

<file path=ppt/media/f54476.txt>
</file>

<file path=ppt/media/f54477.txt>
</file>

<file path=ppt/media/f54478.txt>
</file>

<file path=ppt/media/f54479.txt>
</file>

<file path=ppt/media/f54480.txt>
</file>

<file path=ppt/media/f54481.txt>
</file>

<file path=ppt/media/f54482.txt>
</file>

<file path=ppt/media/f54483.txt>
</file>

<file path=ppt/media/f54484.txt>
</file>

<file path=ppt/media/f54485.txt>
</file>

<file path=ppt/media/f54486.txt>
</file>

<file path=ppt/media/f54487.txt>
</file>

<file path=ppt/media/f54488.txt>
</file>

<file path=ppt/media/f54489.txt>
</file>

<file path=ppt/media/f54490.txt>
</file>

<file path=ppt/media/f54491.txt>
</file>

<file path=ppt/media/f54492.txt>
</file>

<file path=ppt/media/f54493.txt>
</file>

<file path=ppt/media/f54494.txt>
</file>

<file path=ppt/media/f54495.txt>
</file>

<file path=ppt/media/f54496.txt>
</file>

<file path=ppt/media/f54497.txt>
</file>

<file path=ppt/media/f54498.txt>
</file>

<file path=ppt/media/f54499.txt>
</file>

<file path=ppt/media/f54500.txt>
</file>

<file path=ppt/media/f54501.txt>
</file>

<file path=ppt/media/f54502.txt>
</file>

<file path=ppt/media/f54503.txt>
</file>

<file path=ppt/media/f54504.txt>
</file>

<file path=ppt/media/f54505.txt>
</file>

<file path=ppt/media/f54506.txt>
</file>

<file path=ppt/media/f54507.txt>
</file>

<file path=ppt/media/f54508.txt>
</file>

<file path=ppt/media/f54509.txt>
</file>

<file path=ppt/media/f54510.txt>
</file>

<file path=ppt/media/f54511.txt>
</file>

<file path=ppt/media/f54512.txt>
</file>

<file path=ppt/media/f54513.txt>
</file>

<file path=ppt/media/f54514.txt>
</file>

<file path=ppt/media/f54515.txt>
</file>

<file path=ppt/media/f54516.txt>
</file>

<file path=ppt/media/f54517.txt>
</file>

<file path=ppt/media/f54518.txt>
</file>

<file path=ppt/media/f54519.txt>
</file>

<file path=ppt/media/f54520.txt>
</file>

<file path=ppt/media/f54521.txt>
</file>

<file path=ppt/media/f54522.txt>
</file>

<file path=ppt/media/f54523.txt>
</file>

<file path=ppt/media/f54524.txt>
</file>

<file path=ppt/media/f54525.txt>
</file>

<file path=ppt/media/f54526.txt>
</file>

<file path=ppt/media/f54527.txt>
</file>

<file path=ppt/media/f54528.txt>
</file>

<file path=ppt/media/f54529.txt>
</file>

<file path=ppt/media/f54530.txt>
</file>

<file path=ppt/media/f54531.txt>
</file>

<file path=ppt/media/f54532.txt>
</file>

<file path=ppt/media/f54533.txt>
</file>

<file path=ppt/media/f54534.txt>
</file>

<file path=ppt/media/f54535.txt>
</file>

<file path=ppt/media/f54536.txt>
</file>

<file path=ppt/media/f54537.txt>
</file>

<file path=ppt/media/f54538.txt>
</file>

<file path=ppt/media/f54539.txt>
</file>

<file path=ppt/media/f54540.txt>
</file>

<file path=ppt/media/f54541.txt>
</file>

<file path=ppt/media/f54542.txt>
</file>

<file path=ppt/media/f54543.txt>
</file>

<file path=ppt/media/f54544.txt>
</file>

<file path=ppt/media/f54545.txt>
</file>

<file path=ppt/media/f54546.txt>
</file>

<file path=ppt/media/f54547.txt>
</file>

<file path=ppt/media/f54548.txt>
</file>

<file path=ppt/media/f54549.txt>
</file>

<file path=ppt/media/f54550.txt>
</file>

<file path=ppt/media/f54551.txt>
</file>

<file path=ppt/media/f54552.txt>
</file>

<file path=ppt/media/f54553.txt>
</file>

<file path=ppt/media/f54554.txt>
</file>

<file path=ppt/media/f54555.txt>
</file>

<file path=ppt/media/f54556.txt>
</file>

<file path=ppt/media/f54557.txt>
</file>

<file path=ppt/media/f54558.txt>
</file>

<file path=ppt/media/f54559.txt>
</file>

<file path=ppt/media/f54560.txt>
</file>

<file path=ppt/media/f54561.txt>
</file>

<file path=ppt/media/f54562.txt>
</file>

<file path=ppt/media/f54563.txt>
</file>

<file path=ppt/media/f54564.txt>
</file>

<file path=ppt/media/f54565.txt>
</file>

<file path=ppt/media/f54566.txt>
</file>

<file path=ppt/media/f54567.txt>
</file>

<file path=ppt/media/f54568.txt>
</file>

<file path=ppt/media/f54569.txt>
</file>

<file path=ppt/media/f54570.txt>
</file>

<file path=ppt/media/f54571.txt>
</file>

<file path=ppt/media/f54572.txt>
</file>

<file path=ppt/media/f54573.txt>
</file>

<file path=ppt/media/f54574.txt>
</file>

<file path=ppt/media/f54575.txt>
</file>

<file path=ppt/media/f54576.txt>
</file>

<file path=ppt/media/f54577.txt>
</file>

<file path=ppt/media/f54578.txt>
</file>

<file path=ppt/media/f54579.txt>
</file>

<file path=ppt/media/f54580.txt>
</file>

<file path=ppt/media/f54581.txt>
</file>

<file path=ppt/media/f54582.txt>
</file>

<file path=ppt/media/f54583.txt>
</file>

<file path=ppt/media/f54584.txt>
</file>

<file path=ppt/media/f54585.txt>
</file>

<file path=ppt/media/f54586.txt>
</file>

<file path=ppt/media/f54587.txt>
</file>

<file path=ppt/media/f54588.txt>
</file>

<file path=ppt/media/f54589.txt>
</file>

<file path=ppt/media/f54590.txt>
</file>

<file path=ppt/media/f54591.txt>
</file>

<file path=ppt/media/f54592.txt>
</file>

<file path=ppt/media/f54593.txt>
</file>

<file path=ppt/media/f54594.txt>
</file>

<file path=ppt/media/f54595.txt>
</file>

<file path=ppt/media/f54596.txt>
</file>

<file path=ppt/media/f54597.txt>
</file>

<file path=ppt/media/f54598.txt>
</file>

<file path=ppt/media/f54599.txt>
</file>

<file path=ppt/media/f54600.txt>
</file>

<file path=ppt/media/f54601.txt>
</file>

<file path=ppt/media/f54602.txt>
</file>

<file path=ppt/media/f54603.txt>
</file>

<file path=ppt/media/f54604.txt>
</file>

<file path=ppt/media/f54605.txt>
</file>

<file path=ppt/media/f54606.txt>
</file>

<file path=ppt/media/f54607.txt>
</file>

<file path=ppt/media/f54608.txt>
</file>

<file path=ppt/media/f54609.txt>
</file>

<file path=ppt/media/f54610.txt>
</file>

<file path=ppt/media/f54611.txt>
</file>

<file path=ppt/media/f54612.txt>
</file>

<file path=ppt/media/f54613.txt>
</file>

<file path=ppt/media/f54614.txt>
</file>

<file path=ppt/media/f54615.txt>
</file>

<file path=ppt/media/f54616.txt>
</file>

<file path=ppt/media/f54617.txt>
</file>

<file path=ppt/media/f54618.txt>
</file>

<file path=ppt/media/f54619.txt>
</file>

<file path=ppt/media/f54620.txt>
</file>

<file path=ppt/media/f54621.txt>
</file>

<file path=ppt/media/f54622.txt>
</file>

<file path=ppt/media/f54623.txt>
</file>

<file path=ppt/media/f54624.txt>
</file>

<file path=ppt/media/f54625.txt>
</file>

<file path=ppt/media/f54626.txt>
</file>

<file path=ppt/media/f54627.txt>
</file>

<file path=ppt/media/f54628.txt>
</file>

<file path=ppt/media/f54629.txt>
</file>

<file path=ppt/media/f54630.txt>
</file>

<file path=ppt/media/f54631.txt>
</file>

<file path=ppt/media/f54632.txt>
</file>

<file path=ppt/media/f54633.txt>
</file>

<file path=ppt/media/f54634.txt>
</file>

<file path=ppt/media/f54635.txt>
</file>

<file path=ppt/media/f54636.txt>
</file>

<file path=ppt/media/f54637.txt>
</file>

<file path=ppt/media/f54638.txt>
</file>

<file path=ppt/media/f54639.txt>
</file>

<file path=ppt/media/f54640.txt>
</file>

<file path=ppt/media/f54641.txt>
</file>

<file path=ppt/media/f54642.txt>
</file>

<file path=ppt/media/f54643.txt>
</file>

<file path=ppt/media/f54644.txt>
</file>

<file path=ppt/media/f54645.txt>
</file>

<file path=ppt/media/f54646.txt>
</file>

<file path=ppt/media/f54647.txt>
</file>

<file path=ppt/media/f54648.txt>
</file>

<file path=ppt/media/f54649.txt>
</file>

<file path=ppt/media/f54650.txt>
</file>

<file path=ppt/media/f54651.txt>
</file>

<file path=ppt/media/f54652.txt>
</file>

<file path=ppt/media/f54653.txt>
</file>

<file path=ppt/media/f54654.txt>
</file>

<file path=ppt/media/f54655.txt>
</file>

<file path=ppt/media/f54656.txt>
</file>

<file path=ppt/media/f54657.txt>
</file>

<file path=ppt/media/f54658.txt>
</file>

<file path=ppt/media/f54659.txt>
</file>

<file path=ppt/media/f54660.txt>
</file>

<file path=ppt/media/f54661.txt>
</file>

<file path=ppt/media/f54662.txt>
</file>

<file path=ppt/media/f54663.txt>
</file>

<file path=ppt/media/f54664.txt>
</file>

<file path=ppt/media/f54665.txt>
</file>

<file path=ppt/media/f54666.txt>
</file>

<file path=ppt/media/f54667.txt>
</file>

<file path=ppt/media/f54668.txt>
</file>

<file path=ppt/media/f54669.txt>
</file>

<file path=ppt/media/f54670.txt>
</file>

<file path=ppt/media/f54671.txt>
</file>

<file path=ppt/media/f54672.txt>
</file>

<file path=ppt/media/f54673.txt>
</file>

<file path=ppt/media/f54674.txt>
</file>

<file path=ppt/media/f54675.txt>
</file>

<file path=ppt/media/f54676.txt>
</file>

<file path=ppt/media/f54677.txt>
</file>

<file path=ppt/media/f54678.txt>
</file>

<file path=ppt/media/f54679.txt>
</file>

<file path=ppt/media/f54680.txt>
</file>

<file path=ppt/media/f54681.txt>
</file>

<file path=ppt/media/f54682.txt>
</file>

<file path=ppt/media/f54683.txt>
</file>

<file path=ppt/media/f54684.txt>
</file>

<file path=ppt/media/f54685.txt>
</file>

<file path=ppt/media/f54686.txt>
</file>

<file path=ppt/media/f54687.txt>
</file>

<file path=ppt/media/f54688.txt>
</file>

<file path=ppt/media/f54689.txt>
</file>

<file path=ppt/media/f54690.txt>
</file>

<file path=ppt/media/f54691.txt>
</file>

<file path=ppt/media/f54692.txt>
</file>

<file path=ppt/media/f54693.txt>
</file>

<file path=ppt/media/f54694.txt>
</file>

<file path=ppt/media/f54695.txt>
</file>

<file path=ppt/media/f54696.txt>
</file>

<file path=ppt/media/f54697.txt>
</file>

<file path=ppt/media/f54698.txt>
</file>

<file path=ppt/media/f54699.txt>
</file>

<file path=ppt/media/f54700.txt>
</file>

<file path=ppt/media/f54701.txt>
</file>

<file path=ppt/media/f54702.txt>
</file>

<file path=ppt/media/f54703.txt>
</file>

<file path=ppt/media/f54704.txt>
</file>

<file path=ppt/media/f54705.txt>
</file>

<file path=ppt/media/f54706.txt>
</file>

<file path=ppt/media/f54707.txt>
</file>

<file path=ppt/media/f54708.txt>
</file>

<file path=ppt/media/f54709.txt>
</file>

<file path=ppt/media/f54710.txt>
</file>

<file path=ppt/media/f54711.txt>
</file>

<file path=ppt/media/f54712.txt>
</file>

<file path=ppt/media/f54713.txt>
</file>

<file path=ppt/media/f54714.txt>
</file>

<file path=ppt/media/f54715.txt>
</file>

<file path=ppt/media/f54716.txt>
</file>

<file path=ppt/media/f54717.txt>
</file>

<file path=ppt/media/f54718.txt>
</file>

<file path=ppt/media/f54719.txt>
</file>

<file path=ppt/media/f54720.txt>
</file>

<file path=ppt/media/f54721.txt>
</file>

<file path=ppt/media/f54722.txt>
</file>

<file path=ppt/media/f54723.txt>
</file>

<file path=ppt/media/f54724.txt>
</file>

<file path=ppt/media/f54725.txt>
</file>

<file path=ppt/media/f54726.txt>
</file>

<file path=ppt/media/f54727.txt>
</file>

<file path=ppt/media/f54728.txt>
</file>

<file path=ppt/media/f54729.txt>
</file>

<file path=ppt/media/f54730.txt>
</file>

<file path=ppt/media/f54731.txt>
</file>

<file path=ppt/media/f54732.txt>
</file>

<file path=ppt/media/f54733.txt>
</file>

<file path=ppt/media/f54734.txt>
</file>

<file path=ppt/media/f54735.txt>
</file>

<file path=ppt/media/f54736.txt>
</file>

<file path=ppt/media/f54737.txt>
</file>

<file path=ppt/media/f54738.txt>
</file>

<file path=ppt/media/f54739.txt>
</file>

<file path=ppt/media/f54740.txt>
</file>

<file path=ppt/media/f54741.txt>
</file>

<file path=ppt/media/f54742.txt>
</file>

<file path=ppt/media/f54743.txt>
</file>

<file path=ppt/media/f54744.txt>
</file>

<file path=ppt/media/f54745.txt>
</file>

<file path=ppt/media/f54746.txt>
</file>

<file path=ppt/media/f54747.txt>
</file>

<file path=ppt/media/f54748.txt>
</file>

<file path=ppt/media/f54749.txt>
</file>

<file path=ppt/media/f54750.txt>
</file>

<file path=ppt/media/f54751.txt>
</file>

<file path=ppt/media/f54752.txt>
</file>

<file path=ppt/media/f54753.txt>
</file>

<file path=ppt/media/f54754.txt>
</file>

<file path=ppt/media/f54755.txt>
</file>

<file path=ppt/media/f54756.txt>
</file>

<file path=ppt/media/f54757.txt>
</file>

<file path=ppt/media/f54758.txt>
</file>

<file path=ppt/media/f54759.txt>
</file>

<file path=ppt/media/f54760.txt>
</file>

<file path=ppt/media/f54761.txt>
</file>

<file path=ppt/media/f54762.txt>
</file>

<file path=ppt/media/f54763.txt>
</file>

<file path=ppt/media/f54764.txt>
</file>

<file path=ppt/media/f54765.txt>
</file>

<file path=ppt/media/f54766.txt>
</file>

<file path=ppt/media/f54767.txt>
</file>

<file path=ppt/media/f54768.txt>
</file>

<file path=ppt/media/f54769.txt>
</file>

<file path=ppt/media/f54770.txt>
</file>

<file path=ppt/media/f54771.txt>
</file>

<file path=ppt/media/f54772.txt>
</file>

<file path=ppt/media/f54773.txt>
</file>

<file path=ppt/media/f54774.txt>
</file>

<file path=ppt/media/f54775.txt>
</file>

<file path=ppt/media/f54776.txt>
</file>

<file path=ppt/media/f54777.txt>
</file>

<file path=ppt/media/f54778.txt>
</file>

<file path=ppt/media/f54779.txt>
</file>

<file path=ppt/media/f54780.txt>
</file>

<file path=ppt/media/f54781.txt>
</file>

<file path=ppt/media/f54782.txt>
</file>

<file path=ppt/media/f54783.txt>
</file>

<file path=ppt/media/f54784.txt>
</file>

<file path=ppt/media/f54785.txt>
</file>

<file path=ppt/media/f54786.txt>
</file>

<file path=ppt/media/f54787.txt>
</file>

<file path=ppt/media/f54788.txt>
</file>

<file path=ppt/media/f54789.txt>
</file>

<file path=ppt/media/f54790.txt>
</file>

<file path=ppt/media/f54791.txt>
</file>

<file path=ppt/media/f54792.txt>
</file>

<file path=ppt/media/f54793.txt>
</file>

<file path=ppt/media/f54794.txt>
</file>

<file path=ppt/media/f54795.txt>
</file>

<file path=ppt/media/f54796.txt>
</file>

<file path=ppt/media/f54797.txt>
</file>

<file path=ppt/media/f54798.txt>
</file>

<file path=ppt/media/f54799.txt>
</file>

<file path=ppt/media/f54800.txt>
</file>

<file path=ppt/media/f54801.txt>
</file>

<file path=ppt/media/f54802.txt>
</file>

<file path=ppt/media/f54803.txt>
</file>

<file path=ppt/media/f54804.txt>
</file>

<file path=ppt/media/f54805.txt>
</file>

<file path=ppt/media/f54806.txt>
</file>

<file path=ppt/media/f54807.txt>
</file>

<file path=ppt/media/f54808.txt>
</file>

<file path=ppt/media/f54809.txt>
</file>

<file path=ppt/media/f54810.txt>
</file>

<file path=ppt/media/f54811.txt>
</file>

<file path=ppt/media/f54812.txt>
</file>

<file path=ppt/media/f54813.txt>
</file>

<file path=ppt/media/f54814.txt>
</file>

<file path=ppt/media/f54815.txt>
</file>

<file path=ppt/media/f54816.txt>
</file>

<file path=ppt/media/f54817.txt>
</file>

<file path=ppt/media/f54818.txt>
</file>

<file path=ppt/media/f54819.txt>
</file>

<file path=ppt/media/f54820.txt>
</file>

<file path=ppt/media/f54821.txt>
</file>

<file path=ppt/media/f54822.txt>
</file>

<file path=ppt/media/f54823.txt>
</file>

<file path=ppt/media/f54824.txt>
</file>

<file path=ppt/media/f54825.txt>
</file>

<file path=ppt/media/f54826.txt>
</file>

<file path=ppt/media/f54827.txt>
</file>

<file path=ppt/media/f54828.txt>
</file>

<file path=ppt/media/f54829.txt>
</file>

<file path=ppt/media/f54830.txt>
</file>

<file path=ppt/media/f54831.txt>
</file>

<file path=ppt/media/f54832.txt>
</file>

<file path=ppt/media/f54833.txt>
</file>

<file path=ppt/media/f54834.txt>
</file>

<file path=ppt/media/f54835.txt>
</file>

<file path=ppt/media/f54836.txt>
</file>

<file path=ppt/media/f54837.txt>
</file>

<file path=ppt/media/f54838.txt>
</file>

<file path=ppt/media/f54839.txt>
</file>

<file path=ppt/media/f54840.txt>
</file>

<file path=ppt/media/f54841.txt>
</file>

<file path=ppt/media/f54842.txt>
</file>

<file path=ppt/media/f54843.txt>
</file>

<file path=ppt/media/f54844.txt>
</file>

<file path=ppt/media/f54845.txt>
</file>

<file path=ppt/media/f54846.txt>
</file>

<file path=ppt/media/f54847.txt>
</file>

<file path=ppt/media/f54848.txt>
</file>

<file path=ppt/media/f54849.txt>
</file>

<file path=ppt/media/f54850.txt>
</file>

<file path=ppt/media/f54851.txt>
</file>

<file path=ppt/media/f54852.txt>
</file>

<file path=ppt/media/f54853.txt>
</file>

<file path=ppt/media/f54854.txt>
</file>

<file path=ppt/media/f54855.txt>
</file>

<file path=ppt/media/f54856.txt>
</file>

<file path=ppt/media/f54857.txt>
</file>

<file path=ppt/media/f54858.txt>
</file>

<file path=ppt/media/f54859.txt>
</file>

<file path=ppt/media/f54860.txt>
</file>

<file path=ppt/media/f54861.txt>
</file>

<file path=ppt/media/f54862.txt>
</file>

<file path=ppt/media/f54863.txt>
</file>

<file path=ppt/media/f54864.txt>
</file>

<file path=ppt/media/f54865.txt>
</file>

<file path=ppt/media/f54866.txt>
</file>

<file path=ppt/media/f54867.txt>
</file>

<file path=ppt/media/f54868.txt>
</file>

<file path=ppt/media/f54869.txt>
</file>

<file path=ppt/media/f54870.txt>
</file>

<file path=ppt/media/f54871.txt>
</file>

<file path=ppt/media/f54872.txt>
</file>

<file path=ppt/media/f54873.txt>
</file>

<file path=ppt/media/f54874.txt>
</file>

<file path=ppt/media/f54875.txt>
</file>

<file path=ppt/media/f54876.txt>
</file>

<file path=ppt/media/f54877.txt>
</file>

<file path=ppt/media/f54878.txt>
</file>

<file path=ppt/media/f54879.txt>
</file>

<file path=ppt/media/f54880.txt>
</file>

<file path=ppt/media/f54881.txt>
</file>

<file path=ppt/media/f54882.txt>
</file>

<file path=ppt/media/f54883.txt>
</file>

<file path=ppt/media/f54884.txt>
</file>

<file path=ppt/media/f54885.txt>
</file>

<file path=ppt/media/f54886.txt>
</file>

<file path=ppt/media/f54887.txt>
</file>

<file path=ppt/media/f54888.txt>
</file>

<file path=ppt/media/f54889.txt>
</file>

<file path=ppt/media/f54890.txt>
</file>

<file path=ppt/media/f54891.txt>
</file>

<file path=ppt/media/f54892.txt>
</file>

<file path=ppt/media/f54893.txt>
</file>

<file path=ppt/media/f54894.txt>
</file>

<file path=ppt/media/f54895.txt>
</file>

<file path=ppt/media/f54896.txt>
</file>

<file path=ppt/media/f54897.txt>
</file>

<file path=ppt/media/f54898.txt>
</file>

<file path=ppt/media/f54899.txt>
</file>

<file path=ppt/media/f54900.txt>
</file>

<file path=ppt/media/f54901.txt>
</file>

<file path=ppt/media/f54902.txt>
</file>

<file path=ppt/media/f54903.txt>
</file>

<file path=ppt/media/f54904.txt>
</file>

<file path=ppt/media/f54905.txt>
</file>

<file path=ppt/media/f54906.txt>
</file>

<file path=ppt/media/f54907.txt>
</file>

<file path=ppt/media/f54908.txt>
</file>

<file path=ppt/media/f54909.txt>
</file>

<file path=ppt/media/f54910.txt>
</file>

<file path=ppt/media/f54911.txt>
</file>

<file path=ppt/media/f54912.txt>
</file>

<file path=ppt/media/f54913.txt>
</file>

<file path=ppt/media/f54914.txt>
</file>

<file path=ppt/media/f54915.txt>
</file>

<file path=ppt/media/f54916.txt>
</file>

<file path=ppt/media/f54917.txt>
</file>

<file path=ppt/media/f54918.txt>
</file>

<file path=ppt/media/f54919.txt>
</file>

<file path=ppt/media/f54920.txt>
</file>

<file path=ppt/media/f54921.txt>
</file>

<file path=ppt/media/f54922.txt>
</file>

<file path=ppt/media/f54923.txt>
</file>

<file path=ppt/media/f54924.txt>
</file>

<file path=ppt/media/f54925.txt>
</file>

<file path=ppt/media/f54926.txt>
</file>

<file path=ppt/media/f54927.txt>
</file>

<file path=ppt/media/f54928.txt>
</file>

<file path=ppt/media/f54929.txt>
</file>

<file path=ppt/media/f54930.txt>
</file>

<file path=ppt/media/f54931.txt>
</file>

<file path=ppt/media/f54932.txt>
</file>

<file path=ppt/media/f54933.txt>
</file>

<file path=ppt/media/f54934.txt>
</file>

<file path=ppt/media/f54935.txt>
</file>

<file path=ppt/media/f54936.txt>
</file>

<file path=ppt/media/f54937.txt>
</file>

<file path=ppt/media/f54938.txt>
</file>

<file path=ppt/media/f54939.txt>
</file>

<file path=ppt/media/f54940.txt>
</file>

<file path=ppt/media/f54941.txt>
</file>

<file path=ppt/media/f54942.txt>
</file>

<file path=ppt/media/f54943.txt>
</file>

<file path=ppt/media/f54944.txt>
</file>

<file path=ppt/media/f54945.txt>
</file>

<file path=ppt/media/f54946.txt>
</file>

<file path=ppt/media/f54947.txt>
</file>

<file path=ppt/media/f54948.txt>
</file>

<file path=ppt/media/f54949.txt>
</file>

<file path=ppt/media/f54950.txt>
</file>

<file path=ppt/media/f54951.txt>
</file>

<file path=ppt/media/f54952.txt>
</file>

<file path=ppt/media/f54953.txt>
</file>

<file path=ppt/media/f54954.txt>
</file>

<file path=ppt/media/f54955.txt>
</file>

<file path=ppt/media/f54956.txt>
</file>

<file path=ppt/media/f54957.txt>
</file>

<file path=ppt/media/f54958.txt>
</file>

<file path=ppt/media/f54959.txt>
</file>

<file path=ppt/media/f54960.txt>
</file>

<file path=ppt/media/f54961.txt>
</file>

<file path=ppt/media/f54962.txt>
</file>

<file path=ppt/media/f54963.txt>
</file>

<file path=ppt/media/f54964.txt>
</file>

<file path=ppt/media/f54965.txt>
</file>

<file path=ppt/media/f54966.txt>
</file>

<file path=ppt/media/f54967.txt>
</file>

<file path=ppt/media/f54968.txt>
</file>

<file path=ppt/media/f54969.txt>
</file>

<file path=ppt/media/f54970.txt>
</file>

<file path=ppt/media/f54971.txt>
</file>

<file path=ppt/media/f54972.txt>
</file>

<file path=ppt/media/f54973.txt>
</file>

<file path=ppt/media/f54974.txt>
</file>

<file path=ppt/media/f54975.txt>
</file>

<file path=ppt/media/f54976.txt>
</file>

<file path=ppt/media/f54977.txt>
</file>

<file path=ppt/media/f54978.txt>
</file>

<file path=ppt/media/f54979.txt>
</file>

<file path=ppt/media/f54980.txt>
</file>

<file path=ppt/media/f54981.txt>
</file>

<file path=ppt/media/f54982.txt>
</file>

<file path=ppt/media/f54983.txt>
</file>

<file path=ppt/media/f54984.txt>
</file>

<file path=ppt/media/f54985.txt>
</file>

<file path=ppt/media/f54986.txt>
</file>

<file path=ppt/media/f54987.txt>
</file>

<file path=ppt/media/f54988.txt>
</file>

<file path=ppt/media/f54989.txt>
</file>

<file path=ppt/media/f54990.txt>
</file>

<file path=ppt/media/f54991.txt>
</file>

<file path=ppt/media/f54992.txt>
</file>

<file path=ppt/media/f54993.txt>
</file>

<file path=ppt/media/f54994.txt>
</file>

<file path=ppt/media/f54995.txt>
</file>

<file path=ppt/media/f54996.txt>
</file>

<file path=ppt/media/f54997.txt>
</file>

<file path=ppt/media/f54998.txt>
</file>

<file path=ppt/media/f54999.txt>
</file>

<file path=ppt/media/f55000.txt>
</file>

<file path=ppt/media/f55001.txt>
</file>

<file path=ppt/media/f55002.txt>
</file>

<file path=ppt/media/f55003.txt>
</file>

<file path=ppt/media/f55004.txt>
</file>

<file path=ppt/media/f55005.txt>
</file>

<file path=ppt/media/f55006.txt>
</file>

<file path=ppt/media/f55007.txt>
</file>

<file path=ppt/media/f55008.txt>
</file>

<file path=ppt/media/f55009.txt>
</file>

<file path=ppt/media/f55010.txt>
</file>

<file path=ppt/media/f55011.txt>
</file>

<file path=ppt/media/f55012.txt>
</file>

<file path=ppt/media/f55013.txt>
</file>

<file path=ppt/media/f55014.txt>
</file>

<file path=ppt/media/f55015.txt>
</file>

<file path=ppt/media/f55016.txt>
</file>

<file path=ppt/media/f55017.txt>
</file>

<file path=ppt/media/f55018.txt>
</file>

<file path=ppt/media/f55019.txt>
</file>

<file path=ppt/media/f55020.txt>
</file>

<file path=ppt/media/f55021.txt>
</file>

<file path=ppt/media/f55022.txt>
</file>

<file path=ppt/media/f55023.txt>
</file>

<file path=ppt/media/f55024.txt>
</file>

<file path=ppt/media/f55025.txt>
</file>

<file path=ppt/media/f55026.txt>
</file>

<file path=ppt/media/f55027.txt>
</file>

<file path=ppt/media/f55028.txt>
</file>

<file path=ppt/media/f55029.txt>
</file>

<file path=ppt/media/f55030.txt>
</file>

<file path=ppt/media/f55031.txt>
</file>

<file path=ppt/media/f55032.txt>
</file>

<file path=ppt/media/f55033.txt>
</file>

<file path=ppt/media/f55034.txt>
</file>

<file path=ppt/media/f55035.txt>
</file>

<file path=ppt/media/f55036.txt>
</file>

<file path=ppt/media/f55037.txt>
</file>

<file path=ppt/media/f55038.txt>
</file>

<file path=ppt/media/f55039.txt>
</file>

<file path=ppt/media/f55040.txt>
</file>

<file path=ppt/media/f55041.txt>
</file>

<file path=ppt/media/f55042.txt>
</file>

<file path=ppt/media/f55043.txt>
</file>

<file path=ppt/media/f55044.txt>
</file>

<file path=ppt/media/f55045.txt>
</file>

<file path=ppt/media/f55046.txt>
</file>

<file path=ppt/media/f55047.txt>
</file>

<file path=ppt/media/f55048.txt>
</file>

<file path=ppt/media/f55049.txt>
</file>

<file path=ppt/media/f55050.txt>
</file>

<file path=ppt/media/f55051.txt>
</file>

<file path=ppt/media/f55052.txt>
</file>

<file path=ppt/media/f55053.txt>
</file>

<file path=ppt/media/f55054.txt>
</file>

<file path=ppt/media/f55055.txt>
</file>

<file path=ppt/media/f55056.txt>
</file>

<file path=ppt/media/f55057.txt>
</file>

<file path=ppt/media/f55058.txt>
</file>

<file path=ppt/media/f55059.txt>
</file>

<file path=ppt/media/f55060.txt>
</file>

<file path=ppt/media/f55061.txt>
</file>

<file path=ppt/media/f55062.txt>
</file>

<file path=ppt/media/f55063.txt>
</file>

<file path=ppt/media/f55064.txt>
</file>

<file path=ppt/media/f55065.txt>
</file>

<file path=ppt/media/f55066.txt>
</file>

<file path=ppt/media/f55067.txt>
</file>

<file path=ppt/media/f55068.txt>
</file>

<file path=ppt/media/f55069.txt>
</file>

<file path=ppt/media/f55070.txt>
</file>

<file path=ppt/media/f55071.txt>
</file>

<file path=ppt/media/f55072.txt>
</file>

<file path=ppt/media/f55073.txt>
</file>

<file path=ppt/media/f55074.txt>
</file>

<file path=ppt/media/f55075.txt>
</file>

<file path=ppt/media/f55076.txt>
</file>

<file path=ppt/media/f55077.txt>
</file>

<file path=ppt/media/f55078.txt>
</file>

<file path=ppt/media/f55079.txt>
</file>

<file path=ppt/media/f55080.txt>
</file>

<file path=ppt/media/f55081.txt>
</file>

<file path=ppt/media/f55082.txt>
</file>

<file path=ppt/media/f55083.txt>
</file>

<file path=ppt/media/f55084.txt>
</file>

<file path=ppt/media/f55085.txt>
</file>

<file path=ppt/media/f55086.txt>
</file>

<file path=ppt/media/f55087.txt>
</file>

<file path=ppt/media/f55088.txt>
</file>

<file path=ppt/media/f55089.txt>
</file>

<file path=ppt/media/f55090.txt>
</file>

<file path=ppt/media/f55091.txt>
</file>

<file path=ppt/media/f55092.txt>
</file>

<file path=ppt/media/f55093.txt>
</file>

<file path=ppt/media/f55094.txt>
</file>

<file path=ppt/media/f55095.txt>
</file>

<file path=ppt/media/f55096.txt>
</file>

<file path=ppt/media/f55097.txt>
</file>

<file path=ppt/media/f55098.txt>
</file>

<file path=ppt/media/f55099.txt>
</file>

<file path=ppt/media/f55100.txt>
</file>

<file path=ppt/media/f55101.txt>
</file>

<file path=ppt/media/f55102.txt>
</file>

<file path=ppt/media/f55103.txt>
</file>

<file path=ppt/media/f55104.txt>
</file>

<file path=ppt/media/f55105.txt>
</file>

<file path=ppt/media/f55106.txt>
</file>

<file path=ppt/media/f55107.txt>
</file>

<file path=ppt/media/f55108.txt>
</file>

<file path=ppt/media/f55109.txt>
</file>

<file path=ppt/media/f55110.txt>
</file>

<file path=ppt/media/f55111.txt>
</file>

<file path=ppt/media/f55112.txt>
</file>

<file path=ppt/media/f55113.txt>
</file>

<file path=ppt/media/f55114.txt>
</file>

<file path=ppt/media/f55115.txt>
</file>

<file path=ppt/media/f55116.txt>
</file>

<file path=ppt/media/f55117.txt>
</file>

<file path=ppt/media/f55118.txt>
</file>

<file path=ppt/media/f55119.txt>
</file>

<file path=ppt/media/f55120.txt>
</file>

<file path=ppt/media/f55121.txt>
</file>

<file path=ppt/media/f55122.txt>
</file>

<file path=ppt/media/f55123.txt>
</file>

<file path=ppt/media/f55124.txt>
</file>

<file path=ppt/media/f55125.txt>
</file>

<file path=ppt/media/f55126.txt>
</file>

<file path=ppt/media/f55127.txt>
</file>

<file path=ppt/media/f55128.txt>
</file>

<file path=ppt/media/f55129.txt>
</file>

<file path=ppt/media/f55130.txt>
</file>

<file path=ppt/media/f55131.txt>
</file>

<file path=ppt/media/f55132.txt>
</file>

<file path=ppt/media/f55133.txt>
</file>

<file path=ppt/media/f55134.txt>
</file>

<file path=ppt/media/f55135.txt>
</file>

<file path=ppt/media/f55136.txt>
</file>

<file path=ppt/media/f55137.txt>
</file>

<file path=ppt/media/f55138.txt>
</file>

<file path=ppt/media/f55139.txt>
</file>

<file path=ppt/media/f55140.txt>
</file>

<file path=ppt/media/f55141.txt>
</file>

<file path=ppt/media/f55142.txt>
</file>

<file path=ppt/media/f55143.txt>
</file>

<file path=ppt/media/f55144.txt>
</file>

<file path=ppt/media/f55145.txt>
</file>

<file path=ppt/media/f55146.txt>
</file>

<file path=ppt/media/f55147.txt>
</file>

<file path=ppt/media/f55148.txt>
</file>

<file path=ppt/media/f55149.txt>
</file>

<file path=ppt/media/f55150.txt>
</file>

<file path=ppt/media/f55151.txt>
</file>

<file path=ppt/media/f55152.txt>
</file>

<file path=ppt/media/f55153.txt>
</file>

<file path=ppt/media/f55154.txt>
</file>

<file path=ppt/media/f55155.txt>
</file>

<file path=ppt/media/f55156.txt>
</file>

<file path=ppt/media/f55157.txt>
</file>

<file path=ppt/media/f55158.txt>
</file>

<file path=ppt/media/f55159.txt>
</file>

<file path=ppt/media/f55160.txt>
</file>

<file path=ppt/media/f55161.txt>
</file>

<file path=ppt/media/f55162.txt>
</file>

<file path=ppt/media/f55163.txt>
</file>

<file path=ppt/media/f55164.txt>
</file>

<file path=ppt/media/f55165.txt>
</file>

<file path=ppt/media/f55166.txt>
</file>

<file path=ppt/media/f55167.txt>
</file>

<file path=ppt/media/f55168.txt>
</file>

<file path=ppt/media/f55169.txt>
</file>

<file path=ppt/media/f55170.txt>
</file>

<file path=ppt/media/f55171.txt>
</file>

<file path=ppt/media/f55172.txt>
</file>

<file path=ppt/media/f55173.txt>
</file>

<file path=ppt/media/f55174.txt>
</file>

<file path=ppt/media/f55175.txt>
</file>

<file path=ppt/media/f55176.txt>
</file>

<file path=ppt/media/f55177.txt>
</file>

<file path=ppt/media/f55178.txt>
</file>

<file path=ppt/media/f55179.txt>
</file>

<file path=ppt/media/f55180.txt>
</file>

<file path=ppt/media/f55181.txt>
</file>

<file path=ppt/media/f55182.txt>
</file>

<file path=ppt/media/f55183.txt>
</file>

<file path=ppt/media/f55184.txt>
</file>

<file path=ppt/media/f55185.txt>
</file>

<file path=ppt/media/f55186.txt>
</file>

<file path=ppt/media/f55187.txt>
</file>

<file path=ppt/media/f55188.txt>
</file>

<file path=ppt/media/f55189.txt>
</file>

<file path=ppt/media/f55190.txt>
</file>

<file path=ppt/media/f55191.txt>
</file>

<file path=ppt/media/f55192.txt>
</file>

<file path=ppt/media/f55193.txt>
</file>

<file path=ppt/media/f55194.txt>
</file>

<file path=ppt/media/f55195.txt>
</file>

<file path=ppt/media/f55196.txt>
</file>

<file path=ppt/media/f55197.txt>
</file>

<file path=ppt/media/f55198.txt>
</file>

<file path=ppt/media/f55199.txt>
</file>

<file path=ppt/media/f55200.txt>
</file>

<file path=ppt/media/f55201.txt>
</file>

<file path=ppt/media/f55202.txt>
</file>

<file path=ppt/media/f55203.txt>
</file>

<file path=ppt/media/f55204.txt>
</file>

<file path=ppt/media/f55205.txt>
</file>

<file path=ppt/media/f55206.txt>
</file>

<file path=ppt/media/f55207.txt>
</file>

<file path=ppt/media/f55208.txt>
</file>

<file path=ppt/media/f55209.txt>
</file>

<file path=ppt/media/f55210.txt>
</file>

<file path=ppt/media/f55211.txt>
</file>

<file path=ppt/media/f55212.txt>
</file>

<file path=ppt/media/f55213.txt>
</file>

<file path=ppt/media/f55214.txt>
</file>

<file path=ppt/media/f55215.txt>
</file>

<file path=ppt/media/f55216.txt>
</file>

<file path=ppt/media/f55217.txt>
</file>

<file path=ppt/media/f55218.txt>
</file>

<file path=ppt/media/f55219.txt>
</file>

<file path=ppt/media/f55220.txt>
</file>

<file path=ppt/media/f55221.txt>
</file>

<file path=ppt/media/f55222.txt>
</file>

<file path=ppt/media/f55223.txt>
</file>

<file path=ppt/media/f55224.txt>
</file>

<file path=ppt/media/f55225.txt>
</file>

<file path=ppt/media/f55226.txt>
</file>

<file path=ppt/media/f55227.txt>
</file>

<file path=ppt/media/f55228.txt>
</file>

<file path=ppt/media/f55229.txt>
</file>

<file path=ppt/media/f55230.txt>
</file>

<file path=ppt/media/f55231.txt>
</file>

<file path=ppt/media/f55232.txt>
</file>

<file path=ppt/media/f55233.txt>
</file>

<file path=ppt/media/f55234.txt>
</file>

<file path=ppt/media/f55235.txt>
</file>

<file path=ppt/media/f55236.txt>
</file>

<file path=ppt/media/f55237.txt>
</file>

<file path=ppt/media/f55238.txt>
</file>

<file path=ppt/media/f55239.txt>
</file>

<file path=ppt/media/f55240.txt>
</file>

<file path=ppt/media/f55241.txt>
</file>

<file path=ppt/media/f55242.txt>
</file>

<file path=ppt/media/f55243.txt>
</file>

<file path=ppt/media/f55244.txt>
</file>

<file path=ppt/media/f55245.txt>
</file>

<file path=ppt/media/f55246.txt>
</file>

<file path=ppt/media/f55247.txt>
</file>

<file path=ppt/media/f55248.txt>
</file>

<file path=ppt/media/f55249.txt>
</file>

<file path=ppt/media/f55250.txt>
</file>

<file path=ppt/media/f55251.txt>
</file>

<file path=ppt/media/f55252.txt>
</file>

<file path=ppt/media/f55253.txt>
</file>

<file path=ppt/media/f55254.txt>
</file>

<file path=ppt/media/f55255.txt>
</file>

<file path=ppt/media/f55256.txt>
</file>

<file path=ppt/media/f55257.txt>
</file>

<file path=ppt/media/f55258.txt>
</file>

<file path=ppt/media/f55259.txt>
</file>

<file path=ppt/media/f55260.txt>
</file>

<file path=ppt/media/f55261.txt>
</file>

<file path=ppt/media/f55262.txt>
</file>

<file path=ppt/media/f55263.txt>
</file>

<file path=ppt/media/f55264.txt>
</file>

<file path=ppt/media/f55265.txt>
</file>

<file path=ppt/media/f55266.txt>
</file>

<file path=ppt/media/f55267.txt>
</file>

<file path=ppt/media/f55268.txt>
</file>

<file path=ppt/media/f55269.txt>
</file>

<file path=ppt/media/f55270.txt>
</file>

<file path=ppt/media/f55271.txt>
</file>

<file path=ppt/media/f55272.txt>
</file>

<file path=ppt/media/f55273.txt>
</file>

<file path=ppt/media/f55274.txt>
</file>

<file path=ppt/media/f55275.txt>
</file>

<file path=ppt/media/f55276.txt>
</file>

<file path=ppt/media/f55277.txt>
</file>

<file path=ppt/media/f55278.txt>
</file>

<file path=ppt/media/f55279.txt>
</file>

<file path=ppt/media/f55280.txt>
</file>

<file path=ppt/media/f55281.txt>
</file>

<file path=ppt/media/f55282.txt>
</file>

<file path=ppt/media/f55283.txt>
</file>

<file path=ppt/media/f55284.txt>
</file>

<file path=ppt/media/f55285.txt>
</file>

<file path=ppt/media/f55286.txt>
</file>

<file path=ppt/media/f55287.txt>
</file>

<file path=ppt/media/f55288.txt>
</file>

<file path=ppt/media/f55289.txt>
</file>

<file path=ppt/media/f55290.txt>
</file>

<file path=ppt/media/f55291.txt>
</file>

<file path=ppt/media/f55292.txt>
</file>

<file path=ppt/media/f55293.txt>
</file>

<file path=ppt/media/f55294.txt>
</file>

<file path=ppt/media/f55295.txt>
</file>

<file path=ppt/media/f55296.txt>
</file>

<file path=ppt/media/f55297.txt>
</file>

<file path=ppt/media/f55298.txt>
</file>

<file path=ppt/media/f55299.txt>
</file>

<file path=ppt/media/f55300.txt>
</file>

<file path=ppt/media/f55301.txt>
</file>

<file path=ppt/media/f55302.txt>
</file>

<file path=ppt/media/f55303.txt>
</file>

<file path=ppt/media/f55304.txt>
</file>

<file path=ppt/media/f55305.txt>
</file>

<file path=ppt/media/f55306.txt>
</file>

<file path=ppt/media/f55307.txt>
</file>

<file path=ppt/media/f55308.txt>
</file>

<file path=ppt/media/f55309.txt>
</file>

<file path=ppt/media/f55310.txt>
</file>

<file path=ppt/media/f55311.txt>
</file>

<file path=ppt/media/f55312.txt>
</file>

<file path=ppt/media/f55313.txt>
</file>

<file path=ppt/media/f55314.txt>
</file>

<file path=ppt/media/f55315.txt>
</file>

<file path=ppt/media/f55316.txt>
</file>

<file path=ppt/media/f55317.txt>
</file>

<file path=ppt/media/f55318.txt>
</file>

<file path=ppt/media/f55319.txt>
</file>

<file path=ppt/media/f55320.txt>
</file>

<file path=ppt/media/f55321.txt>
</file>

<file path=ppt/media/f55322.txt>
</file>

<file path=ppt/media/f55323.txt>
</file>

<file path=ppt/media/f55324.txt>
</file>

<file path=ppt/media/f55325.txt>
</file>

<file path=ppt/media/f55326.txt>
</file>

<file path=ppt/media/f55327.txt>
</file>

<file path=ppt/media/f55328.txt>
</file>

<file path=ppt/media/f55329.txt>
</file>

<file path=ppt/media/f55330.txt>
</file>

<file path=ppt/media/f55331.txt>
</file>

<file path=ppt/media/f55332.txt>
</file>

<file path=ppt/media/f55333.txt>
</file>

<file path=ppt/media/f55334.txt>
</file>

<file path=ppt/media/f55335.txt>
</file>

<file path=ppt/media/f55336.txt>
</file>

<file path=ppt/media/f55337.txt>
</file>

<file path=ppt/media/f55338.txt>
</file>

<file path=ppt/media/f55339.txt>
</file>

<file path=ppt/media/f55340.txt>
</file>

<file path=ppt/media/f55341.txt>
</file>

<file path=ppt/media/f55342.txt>
</file>

<file path=ppt/media/f55343.txt>
</file>

<file path=ppt/media/f55344.txt>
</file>

<file path=ppt/media/f55345.txt>
</file>

<file path=ppt/media/f55346.txt>
</file>

<file path=ppt/media/f55347.txt>
</file>

<file path=ppt/media/f55348.txt>
</file>

<file path=ppt/media/f55349.txt>
</file>

<file path=ppt/media/f55350.txt>
</file>

<file path=ppt/media/f55351.txt>
</file>

<file path=ppt/media/f55352.txt>
</file>

<file path=ppt/media/f55353.txt>
</file>

<file path=ppt/media/f55354.txt>
</file>

<file path=ppt/media/f55355.txt>
</file>

<file path=ppt/media/f55356.txt>
</file>

<file path=ppt/media/f55357.txt>
</file>

<file path=ppt/media/f55358.txt>
</file>

<file path=ppt/media/f55359.txt>
</file>

<file path=ppt/media/f55360.txt>
</file>

<file path=ppt/media/f55361.txt>
</file>

<file path=ppt/media/f55362.txt>
</file>

<file path=ppt/media/f55363.txt>
</file>

<file path=ppt/media/f55364.txt>
</file>

<file path=ppt/media/f55365.txt>
</file>

<file path=ppt/media/f55366.txt>
</file>

<file path=ppt/media/f55367.txt>
</file>

<file path=ppt/media/f55368.txt>
</file>

<file path=ppt/media/f55369.txt>
</file>

<file path=ppt/media/f55370.txt>
</file>

<file path=ppt/media/f55371.txt>
</file>

<file path=ppt/media/f55372.txt>
</file>

<file path=ppt/media/f55373.txt>
</file>

<file path=ppt/media/f55374.txt>
</file>

<file path=ppt/media/f55375.txt>
</file>

<file path=ppt/media/f55376.txt>
</file>

<file path=ppt/media/f55377.txt>
</file>

<file path=ppt/media/f55378.txt>
</file>

<file path=ppt/media/f55379.txt>
</file>

<file path=ppt/media/f55380.txt>
</file>

<file path=ppt/media/f55381.txt>
</file>

<file path=ppt/media/f55382.txt>
</file>

<file path=ppt/media/f55383.txt>
</file>

<file path=ppt/media/f55384.txt>
</file>

<file path=ppt/media/f55385.txt>
</file>

<file path=ppt/media/f55386.txt>
</file>

<file path=ppt/media/f55387.txt>
</file>

<file path=ppt/media/f55388.txt>
</file>

<file path=ppt/media/f55389.txt>
</file>

<file path=ppt/media/f55390.txt>
</file>

<file path=ppt/media/f55391.txt>
</file>

<file path=ppt/media/f55392.txt>
</file>

<file path=ppt/media/f55393.txt>
</file>

<file path=ppt/media/f55394.txt>
</file>

<file path=ppt/media/f55395.txt>
</file>

<file path=ppt/media/f55396.txt>
</file>

<file path=ppt/media/f55397.txt>
</file>

<file path=ppt/media/f55398.txt>
</file>

<file path=ppt/media/f55399.txt>
</file>

<file path=ppt/media/f55400.txt>
</file>

<file path=ppt/media/f55401.txt>
</file>

<file path=ppt/media/f55402.txt>
</file>

<file path=ppt/media/f55403.txt>
</file>

<file path=ppt/media/f55404.txt>
</file>

<file path=ppt/media/f55405.txt>
</file>

<file path=ppt/media/f55406.txt>
</file>

<file path=ppt/media/f55407.txt>
</file>

<file path=ppt/media/f55408.txt>
</file>

<file path=ppt/media/f55409.txt>
</file>

<file path=ppt/media/f55410.txt>
</file>

<file path=ppt/media/f55411.txt>
</file>

<file path=ppt/media/f55412.txt>
</file>

<file path=ppt/media/f55413.txt>
</file>

<file path=ppt/media/f55414.txt>
</file>

<file path=ppt/media/f55415.txt>
</file>

<file path=ppt/media/f55416.txt>
</file>

<file path=ppt/media/f55417.txt>
</file>

<file path=ppt/media/f55418.txt>
</file>

<file path=ppt/media/f55419.txt>
</file>

<file path=ppt/media/f55420.txt>
</file>

<file path=ppt/media/f55421.txt>
</file>

<file path=ppt/media/f55422.txt>
</file>

<file path=ppt/media/f55423.txt>
</file>

<file path=ppt/media/f55424.txt>
</file>

<file path=ppt/media/f55425.txt>
</file>

<file path=ppt/media/f55426.txt>
</file>

<file path=ppt/media/f55427.txt>
</file>

<file path=ppt/media/f55428.txt>
</file>

<file path=ppt/media/f55429.txt>
</file>

<file path=ppt/media/f55430.txt>
</file>

<file path=ppt/media/f55431.txt>
</file>

<file path=ppt/media/f55432.txt>
</file>

<file path=ppt/media/f55433.txt>
</file>

<file path=ppt/media/f55434.txt>
</file>

<file path=ppt/media/f55435.txt>
</file>

<file path=ppt/media/f55436.txt>
</file>

<file path=ppt/media/f55437.txt>
</file>

<file path=ppt/media/f55438.txt>
</file>

<file path=ppt/media/f55439.txt>
</file>

<file path=ppt/media/f55440.txt>
</file>

<file path=ppt/media/f55441.txt>
</file>

<file path=ppt/media/f55442.txt>
</file>

<file path=ppt/media/f55443.txt>
</file>

<file path=ppt/media/f55444.txt>
</file>

<file path=ppt/media/f55445.txt>
</file>

<file path=ppt/media/f55446.txt>
</file>

<file path=ppt/media/f55447.txt>
</file>

<file path=ppt/media/f55448.txt>
</file>

<file path=ppt/media/f55449.txt>
</file>

<file path=ppt/media/f55450.txt>
</file>

<file path=ppt/media/f55451.txt>
</file>

<file path=ppt/media/f55452.txt>
</file>

<file path=ppt/media/f55453.txt>
</file>

<file path=ppt/media/f55454.txt>
</file>

<file path=ppt/media/f55455.txt>
</file>

<file path=ppt/media/f55456.txt>
</file>

<file path=ppt/media/f55457.txt>
</file>

<file path=ppt/media/f55458.txt>
</file>

<file path=ppt/media/f55459.txt>
</file>

<file path=ppt/media/f55460.txt>
</file>

<file path=ppt/media/f55461.txt>
</file>

<file path=ppt/media/f55462.txt>
</file>

<file path=ppt/media/f55463.txt>
</file>

<file path=ppt/media/f55464.txt>
</file>

<file path=ppt/media/f55465.txt>
</file>

<file path=ppt/media/f55466.txt>
</file>

<file path=ppt/media/f55467.txt>
</file>

<file path=ppt/media/f55468.txt>
</file>

<file path=ppt/media/f55469.txt>
</file>

<file path=ppt/media/f55470.txt>
</file>

<file path=ppt/media/f55471.txt>
</file>

<file path=ppt/media/f55472.txt>
</file>

<file path=ppt/media/f55473.txt>
</file>

<file path=ppt/media/f55474.txt>
</file>

<file path=ppt/media/f55475.txt>
</file>

<file path=ppt/media/f55476.txt>
</file>

<file path=ppt/media/f55477.txt>
</file>

<file path=ppt/media/f55478.txt>
</file>

<file path=ppt/media/f55479.txt>
</file>

<file path=ppt/media/f55480.txt>
</file>

<file path=ppt/media/f55481.txt>
</file>

<file path=ppt/media/f55482.txt>
</file>

<file path=ppt/media/f55483.txt>
</file>

<file path=ppt/media/f55484.txt>
</file>

<file path=ppt/media/f55485.txt>
</file>

<file path=ppt/media/f55486.txt>
</file>

<file path=ppt/media/f55487.txt>
</file>

<file path=ppt/media/f55488.txt>
</file>

<file path=ppt/media/f55489.txt>
</file>

<file path=ppt/media/f55490.txt>
</file>

<file path=ppt/media/f55491.txt>
</file>

<file path=ppt/media/f55492.txt>
</file>

<file path=ppt/media/f55493.txt>
</file>

<file path=ppt/media/f55494.txt>
</file>

<file path=ppt/media/f55495.txt>
</file>

<file path=ppt/media/f55496.txt>
</file>

<file path=ppt/media/f55497.txt>
</file>

<file path=ppt/media/f55498.txt>
</file>

<file path=ppt/media/f55499.txt>
</file>

<file path=ppt/media/f55500.txt>
</file>

<file path=ppt/media/f55501.txt>
</file>

<file path=ppt/media/f55502.txt>
</file>

<file path=ppt/media/f55503.txt>
</file>

<file path=ppt/media/f55504.txt>
</file>

<file path=ppt/media/f55505.txt>
</file>

<file path=ppt/media/f55506.txt>
</file>

<file path=ppt/media/f55507.txt>
</file>

<file path=ppt/media/f55508.txt>
</file>

<file path=ppt/media/f55509.txt>
</file>

<file path=ppt/media/f55510.txt>
</file>

<file path=ppt/media/f55511.txt>
</file>

<file path=ppt/media/f55512.txt>
</file>

<file path=ppt/media/f55513.txt>
</file>

<file path=ppt/media/f55514.txt>
</file>

<file path=ppt/media/f55515.txt>
</file>

<file path=ppt/media/f55516.txt>
</file>

<file path=ppt/media/f55517.txt>
</file>

<file path=ppt/media/f55518.txt>
</file>

<file path=ppt/media/f55519.txt>
</file>

<file path=ppt/media/f55520.txt>
</file>

<file path=ppt/media/f55521.txt>
</file>

<file path=ppt/media/f55522.txt>
</file>

<file path=ppt/media/f55523.txt>
</file>

<file path=ppt/media/f55524.txt>
</file>

<file path=ppt/media/f55525.txt>
</file>

<file path=ppt/media/f55526.txt>
</file>

<file path=ppt/media/f55527.txt>
</file>

<file path=ppt/media/f55528.txt>
</file>

<file path=ppt/media/f55529.txt>
</file>

<file path=ppt/media/f55530.txt>
</file>

<file path=ppt/media/f55531.txt>
</file>

<file path=ppt/media/f55532.txt>
</file>

<file path=ppt/media/f55533.txt>
</file>

<file path=ppt/media/f55534.txt>
</file>

<file path=ppt/media/f55535.txt>
</file>

<file path=ppt/media/f55536.txt>
</file>

<file path=ppt/media/f55537.txt>
</file>

<file path=ppt/media/f55538.txt>
</file>

<file path=ppt/media/f55539.txt>
</file>

<file path=ppt/media/f55540.txt>
</file>

<file path=ppt/media/f55541.txt>
</file>

<file path=ppt/media/f55542.txt>
</file>

<file path=ppt/media/f55543.txt>
</file>

<file path=ppt/media/f55544.txt>
</file>

<file path=ppt/media/f55545.txt>
</file>

<file path=ppt/media/f55546.txt>
</file>

<file path=ppt/media/f55547.txt>
</file>

<file path=ppt/media/f55548.txt>
</file>

<file path=ppt/media/f55549.txt>
</file>

<file path=ppt/media/f55550.txt>
</file>

<file path=ppt/media/f55551.txt>
</file>

<file path=ppt/media/f55552.txt>
</file>

<file path=ppt/media/f55553.txt>
</file>

<file path=ppt/media/f55554.txt>
</file>

<file path=ppt/media/f55555.txt>
</file>

<file path=ppt/media/f55556.txt>
</file>

<file path=ppt/media/f55557.txt>
</file>

<file path=ppt/media/f55558.txt>
</file>

<file path=ppt/media/f55559.txt>
</file>

<file path=ppt/media/f55560.txt>
</file>

<file path=ppt/media/f55561.txt>
</file>

<file path=ppt/media/f55562.txt>
</file>

<file path=ppt/media/f55563.txt>
</file>

<file path=ppt/media/f55564.txt>
</file>

<file path=ppt/media/f55565.txt>
</file>

<file path=ppt/media/f55566.txt>
</file>

<file path=ppt/media/f55567.txt>
</file>

<file path=ppt/media/f55568.txt>
</file>

<file path=ppt/media/f55569.txt>
</file>

<file path=ppt/media/f55570.txt>
</file>

<file path=ppt/media/f55571.txt>
</file>

<file path=ppt/media/f55572.txt>
</file>

<file path=ppt/media/f55573.txt>
</file>

<file path=ppt/media/f55574.txt>
</file>

<file path=ppt/media/f55575.txt>
</file>

<file path=ppt/media/f55576.txt>
</file>

<file path=ppt/media/f55577.txt>
</file>

<file path=ppt/media/f55578.txt>
</file>

<file path=ppt/media/f55579.txt>
</file>

<file path=ppt/media/f55580.txt>
</file>

<file path=ppt/media/f55581.txt>
</file>

<file path=ppt/media/f55582.txt>
</file>

<file path=ppt/media/f55583.txt>
</file>

<file path=ppt/media/f55584.txt>
</file>

<file path=ppt/media/f55585.txt>
</file>

<file path=ppt/media/f55586.txt>
</file>

<file path=ppt/media/f55587.txt>
</file>

<file path=ppt/media/f55588.txt>
</file>

<file path=ppt/media/f55589.txt>
</file>

<file path=ppt/media/f55590.txt>
</file>

<file path=ppt/media/f55591.txt>
</file>

<file path=ppt/media/f55592.txt>
</file>

<file path=ppt/media/f55593.txt>
</file>

<file path=ppt/media/f55594.txt>
</file>

<file path=ppt/media/f55595.txt>
</file>

<file path=ppt/media/f55596.txt>
</file>

<file path=ppt/media/f55597.txt>
</file>

<file path=ppt/media/f55598.txt>
</file>

<file path=ppt/media/f55599.txt>
</file>

<file path=ppt/media/f55600.txt>
</file>

<file path=ppt/media/f55601.txt>
</file>

<file path=ppt/media/f55602.txt>
</file>

<file path=ppt/media/f55603.txt>
</file>

<file path=ppt/media/f55604.txt>
</file>

<file path=ppt/media/f55605.txt>
</file>

<file path=ppt/media/f55606.txt>
</file>

<file path=ppt/media/f55607.txt>
</file>

<file path=ppt/media/f55608.txt>
</file>

<file path=ppt/media/f55609.txt>
</file>

<file path=ppt/media/f55610.txt>
</file>

<file path=ppt/media/f55611.txt>
</file>

<file path=ppt/media/f55612.txt>
</file>

<file path=ppt/media/f55613.txt>
</file>

<file path=ppt/media/f55614.txt>
</file>

<file path=ppt/media/f55615.txt>
</file>

<file path=ppt/media/f55616.txt>
</file>

<file path=ppt/media/f55617.txt>
</file>

<file path=ppt/media/f55618.txt>
</file>

<file path=ppt/media/f55619.txt>
</file>

<file path=ppt/media/f55620.txt>
</file>

<file path=ppt/media/f55621.txt>
</file>

<file path=ppt/media/f55622.txt>
</file>

<file path=ppt/media/f55623.txt>
</file>

<file path=ppt/media/f55624.txt>
</file>

<file path=ppt/media/f55625.txt>
</file>

<file path=ppt/media/f55626.txt>
</file>

<file path=ppt/media/f55627.txt>
</file>

<file path=ppt/media/f55628.txt>
</file>

<file path=ppt/media/f55629.txt>
</file>

<file path=ppt/media/f55630.txt>
</file>

<file path=ppt/media/f55631.txt>
</file>

<file path=ppt/media/f55632.txt>
</file>

<file path=ppt/media/f55633.txt>
</file>

<file path=ppt/media/f55634.txt>
</file>

<file path=ppt/media/f55635.txt>
</file>

<file path=ppt/media/f55636.txt>
</file>

<file path=ppt/media/f55637.txt>
</file>

<file path=ppt/media/f55638.txt>
</file>

<file path=ppt/media/f55639.txt>
</file>

<file path=ppt/media/f55640.txt>
</file>

<file path=ppt/media/f55641.txt>
</file>

<file path=ppt/media/f55642.txt>
</file>

<file path=ppt/media/f55643.txt>
</file>

<file path=ppt/media/f55644.txt>
</file>

<file path=ppt/media/f55645.txt>
</file>

<file path=ppt/media/f55646.txt>
</file>

<file path=ppt/media/f55647.txt>
</file>

<file path=ppt/media/f55648.txt>
</file>

<file path=ppt/media/f55649.txt>
</file>

<file path=ppt/media/f55650.txt>
</file>

<file path=ppt/media/f55651.txt>
</file>

<file path=ppt/media/f55652.txt>
</file>

<file path=ppt/media/f55653.txt>
</file>

<file path=ppt/media/f55654.txt>
</file>

<file path=ppt/media/f55655.txt>
</file>

<file path=ppt/media/f55656.txt>
</file>

<file path=ppt/media/f55657.txt>
</file>

<file path=ppt/media/f55658.txt>
</file>

<file path=ppt/media/f55659.txt>
</file>

<file path=ppt/media/f55660.txt>
</file>

<file path=ppt/media/f55661.txt>
</file>

<file path=ppt/media/f55662.txt>
</file>

<file path=ppt/media/f55663.txt>
</file>

<file path=ppt/media/f55664.txt>
</file>

<file path=ppt/media/f55665.txt>
</file>

<file path=ppt/media/f55666.txt>
</file>

<file path=ppt/media/f55667.txt>
</file>

<file path=ppt/media/f55668.txt>
</file>

<file path=ppt/media/f55669.txt>
</file>

<file path=ppt/media/f55670.txt>
</file>

<file path=ppt/media/f55671.txt>
</file>

<file path=ppt/media/f55672.txt>
</file>

<file path=ppt/media/f55673.txt>
</file>

<file path=ppt/media/f55674.txt>
</file>

<file path=ppt/media/f55675.txt>
</file>

<file path=ppt/media/f55676.txt>
</file>

<file path=ppt/media/f55677.txt>
</file>

<file path=ppt/media/f55678.txt>
</file>

<file path=ppt/media/f55679.txt>
</file>

<file path=ppt/media/f55680.txt>
</file>

<file path=ppt/media/f55681.txt>
</file>

<file path=ppt/media/f55682.txt>
</file>

<file path=ppt/media/f55683.txt>
</file>

<file path=ppt/media/f55684.txt>
</file>

<file path=ppt/media/f55685.txt>
</file>

<file path=ppt/media/f55686.txt>
</file>

<file path=ppt/media/f55687.txt>
</file>

<file path=ppt/media/f55688.txt>
</file>

<file path=ppt/media/f55689.txt>
</file>

<file path=ppt/media/f55690.txt>
</file>

<file path=ppt/media/f55691.txt>
</file>

<file path=ppt/media/f55692.txt>
</file>

<file path=ppt/media/f55693.txt>
</file>

<file path=ppt/media/f55694.txt>
</file>

<file path=ppt/media/f55695.txt>
</file>

<file path=ppt/media/f55696.txt>
</file>

<file path=ppt/media/f55697.txt>
</file>

<file path=ppt/media/f55698.txt>
</file>

<file path=ppt/media/f55699.txt>
</file>

<file path=ppt/media/f55700.txt>
</file>

<file path=ppt/media/f55701.txt>
</file>

<file path=ppt/media/f55702.txt>
</file>

<file path=ppt/media/f55703.txt>
</file>

<file path=ppt/media/f55704.txt>
</file>

<file path=ppt/media/f55705.txt>
</file>

<file path=ppt/media/f55706.txt>
</file>

<file path=ppt/media/f55707.txt>
</file>

<file path=ppt/media/f55708.txt>
</file>

<file path=ppt/media/f55709.txt>
</file>

<file path=ppt/media/f55710.txt>
</file>

<file path=ppt/media/f55711.txt>
</file>

<file path=ppt/media/f55712.txt>
</file>

<file path=ppt/media/f55713.txt>
</file>

<file path=ppt/media/f55714.txt>
</file>

<file path=ppt/media/f55715.txt>
</file>

<file path=ppt/media/f55716.txt>
</file>

<file path=ppt/media/f55717.txt>
</file>

<file path=ppt/media/f55718.txt>
</file>

<file path=ppt/media/f55719.txt>
</file>

<file path=ppt/media/f55720.txt>
</file>

<file path=ppt/media/f55721.txt>
</file>

<file path=ppt/media/f55722.txt>
</file>

<file path=ppt/media/f55723.txt>
</file>

<file path=ppt/media/f55724.txt>
</file>

<file path=ppt/media/f55725.txt>
</file>

<file path=ppt/media/f55726.txt>
</file>

<file path=ppt/media/f55727.txt>
</file>

<file path=ppt/media/f55728.txt>
</file>

<file path=ppt/media/f55729.txt>
</file>

<file path=ppt/media/f55730.txt>
</file>

<file path=ppt/media/f55731.txt>
</file>

<file path=ppt/media/f55732.txt>
</file>

<file path=ppt/media/f55733.txt>
</file>

<file path=ppt/media/f55734.txt>
</file>

<file path=ppt/media/f55735.txt>
</file>

<file path=ppt/media/f55736.txt>
</file>

<file path=ppt/media/f55737.txt>
</file>

<file path=ppt/media/f55738.txt>
</file>

<file path=ppt/media/f55739.txt>
</file>

<file path=ppt/media/f55740.txt>
</file>

<file path=ppt/media/f55741.txt>
</file>

<file path=ppt/media/f55742.txt>
</file>

<file path=ppt/media/f55743.txt>
</file>

<file path=ppt/media/f55744.txt>
</file>

<file path=ppt/media/f55745.txt>
</file>

<file path=ppt/media/f55746.txt>
</file>

<file path=ppt/media/f55747.txt>
</file>

<file path=ppt/media/f55748.txt>
</file>

<file path=ppt/media/f55749.txt>
</file>

<file path=ppt/media/f55750.txt>
</file>

<file path=ppt/media/f55751.txt>
</file>

<file path=ppt/media/f55752.txt>
</file>

<file path=ppt/media/f55753.txt>
</file>

<file path=ppt/media/f55754.txt>
</file>

<file path=ppt/media/f55755.txt>
</file>

<file path=ppt/media/f55756.txt>
</file>

<file path=ppt/media/f55757.txt>
</file>

<file path=ppt/media/f55758.txt>
</file>

<file path=ppt/media/f55759.txt>
</file>

<file path=ppt/media/f55760.txt>
</file>

<file path=ppt/media/f55761.txt>
</file>

<file path=ppt/media/f55762.txt>
</file>

<file path=ppt/media/f55763.txt>
</file>

<file path=ppt/media/f55764.txt>
</file>

<file path=ppt/media/f55765.txt>
</file>

<file path=ppt/media/f55766.txt>
</file>

<file path=ppt/media/f55767.txt>
</file>

<file path=ppt/media/f55768.txt>
</file>

<file path=ppt/media/f55769.txt>
</file>

<file path=ppt/media/f55770.txt>
</file>

<file path=ppt/media/f55771.txt>
</file>

<file path=ppt/media/f55772.txt>
</file>

<file path=ppt/media/f55773.txt>
</file>

<file path=ppt/media/f55774.txt>
</file>

<file path=ppt/media/f55775.txt>
</file>

<file path=ppt/media/f55776.txt>
</file>

<file path=ppt/media/f55777.txt>
</file>

<file path=ppt/media/f55778.txt>
</file>

<file path=ppt/media/f55779.txt>
</file>

<file path=ppt/media/f55780.txt>
</file>

<file path=ppt/media/f55781.txt>
</file>

<file path=ppt/media/f55782.txt>
</file>

<file path=ppt/media/f55783.txt>
</file>

<file path=ppt/media/f55784.txt>
</file>

<file path=ppt/media/f55785.txt>
</file>

<file path=ppt/media/f55786.txt>
</file>

<file path=ppt/media/f55787.txt>
</file>

<file path=ppt/media/f55788.txt>
</file>

<file path=ppt/media/f55789.txt>
</file>

<file path=ppt/media/f55790.txt>
</file>

<file path=ppt/media/f55791.txt>
</file>

<file path=ppt/media/f55792.txt>
</file>

<file path=ppt/media/f55793.txt>
</file>

<file path=ppt/media/f55794.txt>
</file>

<file path=ppt/media/f55795.txt>
</file>

<file path=ppt/media/f55796.txt>
</file>

<file path=ppt/media/f55797.txt>
</file>

<file path=ppt/media/f55798.txt>
</file>

<file path=ppt/media/f55799.txt>
</file>

<file path=ppt/media/f55800.txt>
</file>

<file path=ppt/media/f55801.txt>
</file>

<file path=ppt/media/f55802.txt>
</file>

<file path=ppt/media/f55803.txt>
</file>

<file path=ppt/media/f55804.txt>
</file>

<file path=ppt/media/f55805.txt>
</file>

<file path=ppt/media/f55806.txt>
</file>

<file path=ppt/media/f55807.txt>
</file>

<file path=ppt/media/f55808.txt>
</file>

<file path=ppt/media/f55809.txt>
</file>

<file path=ppt/media/f55810.txt>
</file>

<file path=ppt/media/f55811.txt>
</file>

<file path=ppt/media/f55812.txt>
</file>

<file path=ppt/media/f55813.txt>
</file>

<file path=ppt/media/f55814.txt>
</file>

<file path=ppt/media/f55815.txt>
</file>

<file path=ppt/media/f55816.txt>
</file>

<file path=ppt/media/f55817.txt>
</file>

<file path=ppt/media/f55818.txt>
</file>

<file path=ppt/media/f55819.txt>
</file>

<file path=ppt/media/f55820.txt>
</file>

<file path=ppt/media/f55821.txt>
</file>

<file path=ppt/media/f55822.txt>
</file>

<file path=ppt/media/f55823.txt>
</file>

<file path=ppt/media/f55824.txt>
</file>

<file path=ppt/media/f55825.txt>
</file>

<file path=ppt/media/f55826.txt>
</file>

<file path=ppt/media/f55827.txt>
</file>

<file path=ppt/media/f55828.txt>
</file>

<file path=ppt/media/f55829.txt>
</file>

<file path=ppt/media/f55830.txt>
</file>

<file path=ppt/media/f55831.txt>
</file>

<file path=ppt/media/f55832.txt>
</file>

<file path=ppt/media/f55833.txt>
</file>

<file path=ppt/media/f55834.txt>
</file>

<file path=ppt/media/f55835.txt>
</file>

<file path=ppt/media/f55836.txt>
</file>

<file path=ppt/media/f55837.txt>
</file>

<file path=ppt/media/f55838.txt>
</file>

<file path=ppt/media/f55839.txt>
</file>

<file path=ppt/media/f55840.txt>
</file>

<file path=ppt/media/f55841.txt>
</file>

<file path=ppt/media/f55842.txt>
</file>

<file path=ppt/media/f55843.txt>
</file>

<file path=ppt/media/f55844.txt>
</file>

<file path=ppt/media/f55845.txt>
</file>

<file path=ppt/media/f55846.txt>
</file>

<file path=ppt/media/f55847.txt>
</file>

<file path=ppt/media/f55848.txt>
</file>

<file path=ppt/media/f55849.txt>
</file>

<file path=ppt/media/f55850.txt>
</file>

<file path=ppt/media/f55851.txt>
</file>

<file path=ppt/media/f55852.txt>
</file>

<file path=ppt/media/f55853.txt>
</file>

<file path=ppt/media/f55854.txt>
</file>

<file path=ppt/media/f55855.txt>
</file>

<file path=ppt/media/f55856.txt>
</file>

<file path=ppt/media/f55857.txt>
</file>

<file path=ppt/media/f55858.txt>
</file>

<file path=ppt/media/f55859.txt>
</file>

<file path=ppt/media/f55860.txt>
</file>

<file path=ppt/media/f55861.txt>
</file>

<file path=ppt/media/f55862.txt>
</file>

<file path=ppt/media/f55863.txt>
</file>

<file path=ppt/media/f55864.txt>
</file>

<file path=ppt/media/f55865.txt>
</file>

<file path=ppt/media/f55866.txt>
</file>

<file path=ppt/media/f55867.txt>
</file>

<file path=ppt/media/f55868.txt>
</file>

<file path=ppt/media/f55869.txt>
</file>

<file path=ppt/media/f55870.txt>
</file>

<file path=ppt/media/f55871.txt>
</file>

<file path=ppt/media/f55872.txt>
</file>

<file path=ppt/media/f55873.txt>
</file>

<file path=ppt/media/f55874.txt>
</file>

<file path=ppt/media/f55875.txt>
</file>

<file path=ppt/media/f55876.txt>
</file>

<file path=ppt/media/f55877.txt>
</file>

<file path=ppt/media/f55878.txt>
</file>

<file path=ppt/media/f55879.txt>
</file>

<file path=ppt/media/f55880.txt>
</file>

<file path=ppt/media/f55881.txt>
</file>

<file path=ppt/media/f55882.txt>
</file>

<file path=ppt/media/f55883.txt>
</file>

<file path=ppt/media/f55884.txt>
</file>

<file path=ppt/media/f55885.txt>
</file>

<file path=ppt/media/f55886.txt>
</file>

<file path=ppt/media/f55887.txt>
</file>

<file path=ppt/media/f55888.txt>
</file>

<file path=ppt/media/f55889.txt>
</file>

<file path=ppt/media/f55890.txt>
</file>

<file path=ppt/media/f55891.txt>
</file>

<file path=ppt/media/f55892.txt>
</file>

<file path=ppt/media/f55893.txt>
</file>

<file path=ppt/media/f55894.txt>
</file>

<file path=ppt/media/f55895.txt>
</file>

<file path=ppt/media/f55896.txt>
</file>

<file path=ppt/media/f55897.txt>
</file>

<file path=ppt/media/f55898.txt>
</file>

<file path=ppt/media/f55899.txt>
</file>

<file path=ppt/media/f55900.txt>
</file>

<file path=ppt/media/f55901.txt>
</file>

<file path=ppt/media/f55902.txt>
</file>

<file path=ppt/media/f55903.txt>
</file>

<file path=ppt/media/f55904.txt>
</file>

<file path=ppt/media/f55905.txt>
</file>

<file path=ppt/media/f55906.txt>
</file>

<file path=ppt/media/f55907.txt>
</file>

<file path=ppt/media/f55908.txt>
</file>

<file path=ppt/media/f55909.txt>
</file>

<file path=ppt/media/f55910.txt>
</file>

<file path=ppt/media/f55911.txt>
</file>

<file path=ppt/media/f55912.txt>
</file>

<file path=ppt/media/f55913.txt>
</file>

<file path=ppt/media/f55914.txt>
</file>

<file path=ppt/media/f55915.txt>
</file>

<file path=ppt/media/f55916.txt>
</file>

<file path=ppt/media/f55917.txt>
</file>

<file path=ppt/media/f55918.txt>
</file>

<file path=ppt/media/f55919.txt>
</file>

<file path=ppt/media/f55920.txt>
</file>

<file path=ppt/media/f55921.txt>
</file>

<file path=ppt/media/f55922.txt>
</file>

<file path=ppt/media/f55923.txt>
</file>

<file path=ppt/media/f55924.txt>
</file>

<file path=ppt/media/f55925.txt>
</file>

<file path=ppt/media/f55926.txt>
</file>

<file path=ppt/media/f55927.txt>
</file>

<file path=ppt/media/f55928.txt>
</file>

<file path=ppt/media/f55929.txt>
</file>

<file path=ppt/media/f55930.txt>
</file>

<file path=ppt/media/f55931.txt>
</file>

<file path=ppt/media/f55932.txt>
</file>

<file path=ppt/media/f55933.txt>
</file>

<file path=ppt/media/f55934.txt>
</file>

<file path=ppt/media/f55935.txt>
</file>

<file path=ppt/media/f55936.txt>
</file>

<file path=ppt/media/f55937.txt>
</file>

<file path=ppt/media/f55938.txt>
</file>

<file path=ppt/media/f55939.txt>
</file>

<file path=ppt/media/f55940.txt>
</file>

<file path=ppt/media/f55941.txt>
</file>

<file path=ppt/media/f55942.txt>
</file>

<file path=ppt/media/f55943.txt>
</file>

<file path=ppt/media/f55944.txt>
</file>

<file path=ppt/media/f55945.txt>
</file>

<file path=ppt/media/f55946.txt>
</file>

<file path=ppt/media/f55947.txt>
</file>

<file path=ppt/media/f55948.txt>
</file>

<file path=ppt/media/f55949.txt>
</file>

<file path=ppt/media/f55950.txt>
</file>

<file path=ppt/media/f55951.txt>
</file>

<file path=ppt/media/f55952.txt>
</file>

<file path=ppt/media/f55953.txt>
</file>

<file path=ppt/media/f55954.txt>
</file>

<file path=ppt/media/f55955.txt>
</file>

<file path=ppt/media/f55956.txt>
</file>

<file path=ppt/media/f55957.txt>
</file>

<file path=ppt/media/f55958.txt>
</file>

<file path=ppt/media/f55959.txt>
</file>

<file path=ppt/media/f55960.txt>
</file>

<file path=ppt/media/f55961.txt>
</file>

<file path=ppt/media/f55962.txt>
</file>

<file path=ppt/media/f55963.txt>
</file>

<file path=ppt/media/f55964.txt>
</file>

<file path=ppt/media/f55965.txt>
</file>

<file path=ppt/media/f55966.txt>
</file>

<file path=ppt/media/f55967.txt>
</file>

<file path=ppt/media/f55968.txt>
</file>

<file path=ppt/media/f55969.txt>
</file>

<file path=ppt/media/f55970.txt>
</file>

<file path=ppt/media/f55971.txt>
</file>

<file path=ppt/media/f55972.txt>
</file>

<file path=ppt/media/f55973.txt>
</file>

<file path=ppt/media/f55974.txt>
</file>

<file path=ppt/media/f55975.txt>
</file>

<file path=ppt/media/f55976.txt>
</file>

<file path=ppt/media/f55977.txt>
</file>

<file path=ppt/media/f55978.txt>
</file>

<file path=ppt/media/f55979.txt>
</file>

<file path=ppt/media/f55980.txt>
</file>

<file path=ppt/media/f55981.txt>
</file>

<file path=ppt/media/f55982.txt>
</file>

<file path=ppt/media/f55983.txt>
</file>

<file path=ppt/media/f55984.txt>
</file>

<file path=ppt/media/f55985.txt>
</file>

<file path=ppt/media/f55986.txt>
</file>

<file path=ppt/media/f55987.txt>
</file>

<file path=ppt/media/f55988.txt>
</file>

<file path=ppt/media/f55989.txt>
</file>

<file path=ppt/media/f55990.txt>
</file>

<file path=ppt/media/f55991.txt>
</file>

<file path=ppt/media/f55992.txt>
</file>

<file path=ppt/media/f55993.txt>
</file>

<file path=ppt/media/f55994.txt>
</file>

<file path=ppt/media/f55995.txt>
</file>

<file path=ppt/media/f55996.txt>
</file>

<file path=ppt/media/f55997.txt>
</file>

<file path=ppt/media/f55998.txt>
</file>

<file path=ppt/media/f55999.txt>
</file>

<file path=ppt/media/f56000.txt>
</file>

<file path=ppt/media/f56001.txt>
</file>

<file path=ppt/media/f56002.txt>
</file>

<file path=ppt/media/f56003.txt>
</file>

<file path=ppt/media/f56004.txt>
</file>

<file path=ppt/media/f56005.txt>
</file>

<file path=ppt/media/f56006.txt>
</file>

<file path=ppt/media/f56007.txt>
</file>

<file path=ppt/media/f56008.txt>
</file>

<file path=ppt/media/f56009.txt>
</file>

<file path=ppt/media/f56010.txt>
</file>

<file path=ppt/media/f56011.txt>
</file>

<file path=ppt/media/f56012.txt>
</file>

<file path=ppt/media/f56013.txt>
</file>

<file path=ppt/media/f56014.txt>
</file>

<file path=ppt/media/f56015.txt>
</file>

<file path=ppt/media/f56016.txt>
</file>

<file path=ppt/media/f56017.txt>
</file>

<file path=ppt/media/f56018.txt>
</file>

<file path=ppt/media/f56019.txt>
</file>

<file path=ppt/media/f56020.txt>
</file>

<file path=ppt/media/f56021.txt>
</file>

<file path=ppt/media/f56022.txt>
</file>

<file path=ppt/media/f56023.txt>
</file>

<file path=ppt/media/f56024.txt>
</file>

<file path=ppt/media/f56025.txt>
</file>

<file path=ppt/media/f56026.txt>
</file>

<file path=ppt/media/f56027.txt>
</file>

<file path=ppt/media/f56028.txt>
</file>

<file path=ppt/media/f56029.txt>
</file>

<file path=ppt/media/f56030.txt>
</file>

<file path=ppt/media/f56031.txt>
</file>

<file path=ppt/media/f56032.txt>
</file>

<file path=ppt/media/f56033.txt>
</file>

<file path=ppt/media/f56034.txt>
</file>

<file path=ppt/media/f56035.txt>
</file>

<file path=ppt/media/f56036.txt>
</file>

<file path=ppt/media/f56037.txt>
</file>

<file path=ppt/media/f56038.txt>
</file>

<file path=ppt/media/f56039.txt>
</file>

<file path=ppt/media/f56040.txt>
</file>

<file path=ppt/media/f56041.txt>
</file>

<file path=ppt/media/f56042.txt>
</file>

<file path=ppt/media/f56043.txt>
</file>

<file path=ppt/media/f56044.txt>
</file>

<file path=ppt/media/f56045.txt>
</file>

<file path=ppt/media/f56046.txt>
</file>

<file path=ppt/media/f56047.txt>
</file>

<file path=ppt/media/f56048.txt>
</file>

<file path=ppt/media/f56049.txt>
</file>

<file path=ppt/media/f56050.txt>
</file>

<file path=ppt/media/f56051.txt>
</file>

<file path=ppt/media/f56052.txt>
</file>

<file path=ppt/media/f56053.txt>
</file>

<file path=ppt/media/f56054.txt>
</file>

<file path=ppt/media/f56055.txt>
</file>

<file path=ppt/media/f56056.txt>
</file>

<file path=ppt/media/f56057.txt>
</file>

<file path=ppt/media/f56058.txt>
</file>

<file path=ppt/media/f56059.txt>
</file>

<file path=ppt/media/f56060.txt>
</file>

<file path=ppt/media/f56061.txt>
</file>

<file path=ppt/media/f56062.txt>
</file>

<file path=ppt/media/f56063.txt>
</file>

<file path=ppt/media/f56064.txt>
</file>

<file path=ppt/media/f56065.txt>
</file>

<file path=ppt/media/f56066.txt>
</file>

<file path=ppt/media/f56067.txt>
</file>

<file path=ppt/media/f56068.txt>
</file>

<file path=ppt/media/f56069.txt>
</file>

<file path=ppt/media/f56070.txt>
</file>

<file path=ppt/media/f56071.txt>
</file>

<file path=ppt/media/f56072.txt>
</file>

<file path=ppt/media/f56073.txt>
</file>

<file path=ppt/media/f56074.txt>
</file>

<file path=ppt/media/f56075.txt>
</file>

<file path=ppt/media/f56076.txt>
</file>

<file path=ppt/media/f56077.txt>
</file>

<file path=ppt/media/f56078.txt>
</file>

<file path=ppt/media/f56079.txt>
</file>

<file path=ppt/media/f56080.txt>
</file>

<file path=ppt/media/f56081.txt>
</file>

<file path=ppt/media/f56082.txt>
</file>

<file path=ppt/media/f56083.txt>
</file>

<file path=ppt/media/f56084.txt>
</file>

<file path=ppt/media/f56085.txt>
</file>

<file path=ppt/media/f56086.txt>
</file>

<file path=ppt/media/f56087.txt>
</file>

<file path=ppt/media/f56088.txt>
</file>

<file path=ppt/media/f56089.txt>
</file>

<file path=ppt/media/f56090.txt>
</file>

<file path=ppt/media/f56091.txt>
</file>

<file path=ppt/media/f56092.txt>
</file>

<file path=ppt/media/f56093.txt>
</file>

<file path=ppt/media/f56094.txt>
</file>

<file path=ppt/media/f56095.txt>
</file>

<file path=ppt/media/f56096.txt>
</file>

<file path=ppt/media/f56097.txt>
</file>

<file path=ppt/media/f56098.txt>
</file>

<file path=ppt/media/f56099.txt>
</file>

<file path=ppt/media/f56100.txt>
</file>

<file path=ppt/media/f56101.txt>
</file>

<file path=ppt/media/f56102.txt>
</file>

<file path=ppt/media/f56103.txt>
</file>

<file path=ppt/media/f56104.txt>
</file>

<file path=ppt/media/f56105.txt>
</file>

<file path=ppt/media/f56106.txt>
</file>

<file path=ppt/media/f56107.txt>
</file>

<file path=ppt/media/f56108.txt>
</file>

<file path=ppt/media/f56109.txt>
</file>

<file path=ppt/media/f56110.txt>
</file>

<file path=ppt/media/f56111.txt>
</file>

<file path=ppt/media/f56112.txt>
</file>

<file path=ppt/media/f56113.txt>
</file>

<file path=ppt/media/f56114.txt>
</file>

<file path=ppt/media/f56115.txt>
</file>

<file path=ppt/media/f56116.txt>
</file>

<file path=ppt/media/f56117.txt>
</file>

<file path=ppt/media/f56118.txt>
</file>

<file path=ppt/media/f56119.txt>
</file>

<file path=ppt/media/f56120.txt>
</file>

<file path=ppt/media/f56121.txt>
</file>

<file path=ppt/media/f56122.txt>
</file>

<file path=ppt/media/f56123.txt>
</file>

<file path=ppt/media/f56124.txt>
</file>

<file path=ppt/media/f56125.txt>
</file>

<file path=ppt/media/f56126.txt>
</file>

<file path=ppt/media/f56127.txt>
</file>

<file path=ppt/media/f56128.txt>
</file>

<file path=ppt/media/f56129.txt>
</file>

<file path=ppt/media/f56130.txt>
</file>

<file path=ppt/media/f56131.txt>
</file>

<file path=ppt/media/f56132.txt>
</file>

<file path=ppt/media/f56133.txt>
</file>

<file path=ppt/media/f56134.txt>
</file>

<file path=ppt/media/f56135.txt>
</file>

<file path=ppt/media/f56136.txt>
</file>

<file path=ppt/media/f56137.txt>
</file>

<file path=ppt/media/f56138.txt>
</file>

<file path=ppt/media/f56139.txt>
</file>

<file path=ppt/media/f56140.txt>
</file>

<file path=ppt/media/f56141.txt>
</file>

<file path=ppt/media/f56142.txt>
</file>

<file path=ppt/media/f56143.txt>
</file>

<file path=ppt/media/f56144.txt>
</file>

<file path=ppt/media/f56145.txt>
</file>

<file path=ppt/media/f56146.txt>
</file>

<file path=ppt/media/f56147.txt>
</file>

<file path=ppt/media/f56148.txt>
</file>

<file path=ppt/media/f56149.txt>
</file>

<file path=ppt/media/f56150.txt>
</file>

<file path=ppt/media/f56151.txt>
</file>

<file path=ppt/media/f56152.txt>
</file>

<file path=ppt/media/f56153.txt>
</file>

<file path=ppt/media/f56154.txt>
</file>

<file path=ppt/media/f56155.txt>
</file>

<file path=ppt/media/f56156.txt>
</file>

<file path=ppt/media/f56157.txt>
</file>

<file path=ppt/media/f56158.txt>
</file>

<file path=ppt/media/f56159.txt>
</file>

<file path=ppt/media/f56160.txt>
</file>

<file path=ppt/media/f56161.txt>
</file>

<file path=ppt/media/f56162.txt>
</file>

<file path=ppt/media/f56163.txt>
</file>

<file path=ppt/media/f56164.txt>
</file>

<file path=ppt/media/f56165.txt>
</file>

<file path=ppt/media/f56166.txt>
</file>

<file path=ppt/media/f56167.txt>
</file>

<file path=ppt/media/f56168.txt>
</file>

<file path=ppt/media/f56169.txt>
</file>

<file path=ppt/media/f56170.txt>
</file>

<file path=ppt/media/f56171.txt>
</file>

<file path=ppt/media/f56172.txt>
</file>

<file path=ppt/media/f56173.txt>
</file>

<file path=ppt/media/f56174.txt>
</file>

<file path=ppt/media/f56175.txt>
</file>

<file path=ppt/media/f56176.txt>
</file>

<file path=ppt/media/f56177.txt>
</file>

<file path=ppt/media/f56178.txt>
</file>

<file path=ppt/media/f56179.txt>
</file>

<file path=ppt/media/f56180.txt>
</file>

<file path=ppt/media/f56181.txt>
</file>

<file path=ppt/media/f56182.txt>
</file>

<file path=ppt/media/f56183.txt>
</file>

<file path=ppt/media/f56184.txt>
</file>

<file path=ppt/media/f56185.txt>
</file>

<file path=ppt/media/f56186.txt>
</file>

<file path=ppt/media/f56187.txt>
</file>

<file path=ppt/media/f56188.txt>
</file>

<file path=ppt/media/f56189.txt>
</file>

<file path=ppt/media/f56190.txt>
</file>

<file path=ppt/media/f56191.txt>
</file>

<file path=ppt/media/f56192.txt>
</file>

<file path=ppt/media/f56193.txt>
</file>

<file path=ppt/media/f56194.txt>
</file>

<file path=ppt/media/f56195.txt>
</file>

<file path=ppt/media/f56196.txt>
</file>

<file path=ppt/media/f56197.txt>
</file>

<file path=ppt/media/f56198.txt>
</file>

<file path=ppt/media/f56199.txt>
</file>

<file path=ppt/media/f56200.txt>
</file>

<file path=ppt/media/f56201.txt>
</file>

<file path=ppt/media/f56202.txt>
</file>

<file path=ppt/media/f56203.txt>
</file>

<file path=ppt/media/f56204.txt>
</file>

<file path=ppt/media/f56205.txt>
</file>

<file path=ppt/media/f56206.txt>
</file>

<file path=ppt/media/f56207.txt>
</file>

<file path=ppt/media/f56208.txt>
</file>

<file path=ppt/media/f56209.txt>
</file>

<file path=ppt/media/f56210.txt>
</file>

<file path=ppt/media/f56211.txt>
</file>

<file path=ppt/media/f56212.txt>
</file>

<file path=ppt/media/f56213.txt>
</file>

<file path=ppt/media/f56214.txt>
</file>

<file path=ppt/media/f56215.txt>
</file>

<file path=ppt/media/f56216.txt>
</file>

<file path=ppt/media/f56217.txt>
</file>

<file path=ppt/media/f56218.txt>
</file>

<file path=ppt/media/f56219.txt>
</file>

<file path=ppt/media/f56220.txt>
</file>

<file path=ppt/media/f56221.txt>
</file>

<file path=ppt/media/f56222.txt>
</file>

<file path=ppt/media/f56223.txt>
</file>

<file path=ppt/media/f56224.txt>
</file>

<file path=ppt/media/f56225.txt>
</file>

<file path=ppt/media/f56226.txt>
</file>

<file path=ppt/media/f56227.txt>
</file>

<file path=ppt/media/f56228.txt>
</file>

<file path=ppt/media/f56229.txt>
</file>

<file path=ppt/media/f56230.txt>
</file>

<file path=ppt/media/f56231.txt>
</file>

<file path=ppt/media/f56232.txt>
</file>

<file path=ppt/media/f56233.txt>
</file>

<file path=ppt/media/f56234.txt>
</file>

<file path=ppt/media/f56235.txt>
</file>

<file path=ppt/media/f56236.txt>
</file>

<file path=ppt/media/f56237.txt>
</file>

<file path=ppt/media/f56238.txt>
</file>

<file path=ppt/media/f56239.txt>
</file>

<file path=ppt/media/f56240.txt>
</file>

<file path=ppt/media/f56241.txt>
</file>

<file path=ppt/media/f56242.txt>
</file>

<file path=ppt/media/f56243.txt>
</file>

<file path=ppt/media/f56244.txt>
</file>

<file path=ppt/media/f56245.txt>
</file>

<file path=ppt/media/f56246.txt>
</file>

<file path=ppt/media/f56247.txt>
</file>

<file path=ppt/media/f56248.txt>
</file>

<file path=ppt/media/f56249.txt>
</file>

<file path=ppt/media/f56250.txt>
</file>

<file path=ppt/media/f56251.txt>
</file>

<file path=ppt/media/f56252.txt>
</file>

<file path=ppt/media/f56253.txt>
</file>

<file path=ppt/media/f56254.txt>
</file>

<file path=ppt/media/f56255.txt>
</file>

<file path=ppt/media/f56256.txt>
</file>

<file path=ppt/media/f56257.txt>
</file>

<file path=ppt/media/f56258.txt>
</file>

<file path=ppt/media/f56259.txt>
</file>

<file path=ppt/media/f56260.txt>
</file>

<file path=ppt/media/f56261.txt>
</file>

<file path=ppt/media/f56262.txt>
</file>

<file path=ppt/media/f56263.txt>
</file>

<file path=ppt/media/f56264.txt>
</file>

<file path=ppt/media/f56265.txt>
</file>

<file path=ppt/media/f56266.txt>
</file>

<file path=ppt/media/f56267.txt>
</file>

<file path=ppt/media/f56268.txt>
</file>

<file path=ppt/media/f56269.txt>
</file>

<file path=ppt/media/f56270.txt>
</file>

<file path=ppt/media/f56271.txt>
</file>

<file path=ppt/media/f56272.txt>
</file>

<file path=ppt/media/f56273.txt>
</file>

<file path=ppt/media/f56274.txt>
</file>

<file path=ppt/media/f56275.txt>
</file>

<file path=ppt/media/f56276.txt>
</file>

<file path=ppt/media/f56277.txt>
</file>

<file path=ppt/media/f56278.txt>
</file>

<file path=ppt/media/f56279.txt>
</file>

<file path=ppt/media/f56280.txt>
</file>

<file path=ppt/media/f56281.txt>
</file>

<file path=ppt/media/f56282.txt>
</file>

<file path=ppt/media/f56283.txt>
</file>

<file path=ppt/media/f56284.txt>
</file>

<file path=ppt/media/f56285.txt>
</file>

<file path=ppt/media/f56286.txt>
</file>

<file path=ppt/media/f56287.txt>
</file>

<file path=ppt/media/f56288.txt>
</file>

<file path=ppt/media/f56289.txt>
</file>

<file path=ppt/media/f56290.txt>
</file>

<file path=ppt/media/f56291.txt>
</file>

<file path=ppt/media/f56292.txt>
</file>

<file path=ppt/media/f56293.txt>
</file>

<file path=ppt/media/f56294.txt>
</file>

<file path=ppt/media/f56295.txt>
</file>

<file path=ppt/media/f56296.txt>
</file>

<file path=ppt/media/f56297.txt>
</file>

<file path=ppt/media/f56298.txt>
</file>

<file path=ppt/media/f56299.txt>
</file>

<file path=ppt/media/f56300.txt>
</file>

<file path=ppt/media/f56301.txt>
</file>

<file path=ppt/media/f56302.txt>
</file>

<file path=ppt/media/f56303.txt>
</file>

<file path=ppt/media/f56304.txt>
</file>

<file path=ppt/media/f56305.txt>
</file>

<file path=ppt/media/f56306.txt>
</file>

<file path=ppt/media/f56307.txt>
</file>

<file path=ppt/media/f56308.txt>
</file>

<file path=ppt/media/f56309.txt>
</file>

<file path=ppt/media/f56310.txt>
</file>

<file path=ppt/media/f56311.txt>
</file>

<file path=ppt/media/f56312.txt>
</file>

<file path=ppt/media/f56313.txt>
</file>

<file path=ppt/media/f56314.txt>
</file>

<file path=ppt/media/f56315.txt>
</file>

<file path=ppt/media/f56316.txt>
</file>

<file path=ppt/media/f56317.txt>
</file>

<file path=ppt/media/f56318.txt>
</file>

<file path=ppt/media/f56319.txt>
</file>

<file path=ppt/media/f56320.txt>
</file>

<file path=ppt/media/f56321.txt>
</file>

<file path=ppt/media/f56322.txt>
</file>

<file path=ppt/media/f56323.txt>
</file>

<file path=ppt/media/f56324.txt>
</file>

<file path=ppt/media/f56325.txt>
</file>

<file path=ppt/media/f56326.txt>
</file>

<file path=ppt/media/f56327.txt>
</file>

<file path=ppt/media/f56328.txt>
</file>

<file path=ppt/media/f56329.txt>
</file>

<file path=ppt/media/f56330.txt>
</file>

<file path=ppt/media/f56331.txt>
</file>

<file path=ppt/media/f56332.txt>
</file>

<file path=ppt/media/f56333.txt>
</file>

<file path=ppt/media/f56334.txt>
</file>

<file path=ppt/media/f56335.txt>
</file>

<file path=ppt/media/f56336.txt>
</file>

<file path=ppt/media/f56337.txt>
</file>

<file path=ppt/media/f56338.txt>
</file>

<file path=ppt/media/f56339.txt>
</file>

<file path=ppt/media/f56340.txt>
</file>

<file path=ppt/media/f56341.txt>
</file>

<file path=ppt/media/f56342.txt>
</file>

<file path=ppt/media/f56343.txt>
</file>

<file path=ppt/media/f56344.txt>
</file>

<file path=ppt/media/f56345.txt>
</file>

<file path=ppt/media/f56346.txt>
</file>

<file path=ppt/media/f56347.txt>
</file>

<file path=ppt/media/f56348.txt>
</file>

<file path=ppt/media/f56349.txt>
</file>

<file path=ppt/media/f56350.txt>
</file>

<file path=ppt/media/f56351.txt>
</file>

<file path=ppt/media/f56352.txt>
</file>

<file path=ppt/media/f56353.txt>
</file>

<file path=ppt/media/f56354.txt>
</file>

<file path=ppt/media/f56355.txt>
</file>

<file path=ppt/media/f56356.txt>
</file>

<file path=ppt/media/f56357.txt>
</file>

<file path=ppt/media/f56358.txt>
</file>

<file path=ppt/media/f56359.txt>
</file>

<file path=ppt/media/f56360.txt>
</file>

<file path=ppt/media/f56361.txt>
</file>

<file path=ppt/media/f56362.txt>
</file>

<file path=ppt/media/f56363.txt>
</file>

<file path=ppt/media/f56364.txt>
</file>

<file path=ppt/media/f56365.txt>
</file>

<file path=ppt/media/f56366.txt>
</file>

<file path=ppt/media/f56367.txt>
</file>

<file path=ppt/media/f56368.txt>
</file>

<file path=ppt/media/f56369.txt>
</file>

<file path=ppt/media/f56370.txt>
</file>

<file path=ppt/media/f56371.txt>
</file>

<file path=ppt/media/f56372.txt>
</file>

<file path=ppt/media/f56373.txt>
</file>

<file path=ppt/media/f56374.txt>
</file>

<file path=ppt/media/f56375.txt>
</file>

<file path=ppt/media/f56376.txt>
</file>

<file path=ppt/media/f56377.txt>
</file>

<file path=ppt/media/f56378.txt>
</file>

<file path=ppt/media/f56379.txt>
</file>

<file path=ppt/media/f56380.txt>
</file>

<file path=ppt/media/f56381.txt>
</file>

<file path=ppt/media/f56382.txt>
</file>

<file path=ppt/media/f56383.txt>
</file>

<file path=ppt/media/f56384.txt>
</file>

<file path=ppt/media/f56385.txt>
</file>

<file path=ppt/media/f56386.txt>
</file>

<file path=ppt/media/f56387.txt>
</file>

<file path=ppt/media/f56388.txt>
</file>

<file path=ppt/media/f56389.txt>
</file>

<file path=ppt/media/f56390.txt>
</file>

<file path=ppt/media/f56391.txt>
</file>

<file path=ppt/media/f56392.txt>
</file>

<file path=ppt/media/f56393.txt>
</file>

<file path=ppt/media/f56394.txt>
</file>

<file path=ppt/media/f56395.txt>
</file>

<file path=ppt/media/f56396.txt>
</file>

<file path=ppt/media/f56397.txt>
</file>

<file path=ppt/media/f56398.txt>
</file>

<file path=ppt/media/f56399.txt>
</file>

<file path=ppt/media/f56400.txt>
</file>

<file path=ppt/media/f56401.txt>
</file>

<file path=ppt/media/f56402.txt>
</file>

<file path=ppt/media/f56403.txt>
</file>

<file path=ppt/media/f56404.txt>
</file>

<file path=ppt/media/f56405.txt>
</file>

<file path=ppt/media/f56406.txt>
</file>

<file path=ppt/media/f56407.txt>
</file>

<file path=ppt/media/f56408.txt>
</file>

<file path=ppt/media/f56409.txt>
</file>

<file path=ppt/media/f56410.txt>
</file>

<file path=ppt/media/f56411.txt>
</file>

<file path=ppt/media/f56412.txt>
</file>

<file path=ppt/media/f56413.txt>
</file>

<file path=ppt/media/f56414.txt>
</file>

<file path=ppt/media/f56415.txt>
</file>

<file path=ppt/media/f56416.txt>
</file>

<file path=ppt/media/f56417.txt>
</file>

<file path=ppt/media/f56418.txt>
</file>

<file path=ppt/media/f56419.txt>
</file>

<file path=ppt/media/f56420.txt>
</file>

<file path=ppt/media/f56421.txt>
</file>

<file path=ppt/media/f56422.txt>
</file>

<file path=ppt/media/f56423.txt>
</file>

<file path=ppt/media/f56424.txt>
</file>

<file path=ppt/media/f56425.txt>
</file>

<file path=ppt/media/f56426.txt>
</file>

<file path=ppt/media/f56427.txt>
</file>

<file path=ppt/media/f56428.txt>
</file>

<file path=ppt/media/f56429.txt>
</file>

<file path=ppt/media/f56430.txt>
</file>

<file path=ppt/media/f56431.txt>
</file>

<file path=ppt/media/f56432.txt>
</file>

<file path=ppt/media/f56433.txt>
</file>

<file path=ppt/media/f56434.txt>
</file>

<file path=ppt/media/f56435.txt>
</file>

<file path=ppt/media/f56436.txt>
</file>

<file path=ppt/media/f56437.txt>
</file>

<file path=ppt/media/f56438.txt>
</file>

<file path=ppt/media/f56439.txt>
</file>

<file path=ppt/media/f56440.txt>
</file>

<file path=ppt/media/f56441.txt>
</file>

<file path=ppt/media/f56442.txt>
</file>

<file path=ppt/media/f56443.txt>
</file>

<file path=ppt/media/f56444.txt>
</file>

<file path=ppt/media/f56445.txt>
</file>

<file path=ppt/media/f56446.txt>
</file>

<file path=ppt/media/f56447.txt>
</file>

<file path=ppt/media/f56448.txt>
</file>

<file path=ppt/media/f56449.txt>
</file>

<file path=ppt/media/f56450.txt>
</file>

<file path=ppt/media/f56451.txt>
</file>

<file path=ppt/media/f56452.txt>
</file>

<file path=ppt/media/f56453.txt>
</file>

<file path=ppt/media/f56454.txt>
</file>

<file path=ppt/media/f56455.txt>
</file>

<file path=ppt/media/f56456.txt>
</file>

<file path=ppt/media/f56457.txt>
</file>

<file path=ppt/media/f56458.txt>
</file>

<file path=ppt/media/f56459.txt>
</file>

<file path=ppt/media/f56460.txt>
</file>

<file path=ppt/media/f56461.txt>
</file>

<file path=ppt/media/f56462.txt>
</file>

<file path=ppt/media/f56463.txt>
</file>

<file path=ppt/media/f56464.txt>
</file>

<file path=ppt/media/f56465.txt>
</file>

<file path=ppt/media/f56466.txt>
</file>

<file path=ppt/media/f56467.txt>
</file>

<file path=ppt/media/f56468.txt>
</file>

<file path=ppt/media/f56469.txt>
</file>

<file path=ppt/media/f56470.txt>
</file>

<file path=ppt/media/f56471.txt>
</file>

<file path=ppt/media/f56472.txt>
</file>

<file path=ppt/media/f56473.txt>
</file>

<file path=ppt/media/f56474.txt>
</file>

<file path=ppt/media/f56475.txt>
</file>

<file path=ppt/media/f56476.txt>
</file>

<file path=ppt/media/f56477.txt>
</file>

<file path=ppt/media/f56478.txt>
</file>

<file path=ppt/media/f56479.txt>
</file>

<file path=ppt/media/f56480.txt>
</file>

<file path=ppt/media/f56481.txt>
</file>

<file path=ppt/media/f56482.txt>
</file>

<file path=ppt/media/f56483.txt>
</file>

<file path=ppt/media/f56484.txt>
</file>

<file path=ppt/media/f56485.txt>
</file>

<file path=ppt/media/f56486.txt>
</file>

<file path=ppt/media/f56487.txt>
</file>

<file path=ppt/media/f56488.txt>
</file>

<file path=ppt/media/f56489.txt>
</file>

<file path=ppt/media/f56490.txt>
</file>

<file path=ppt/media/f56491.txt>
</file>

<file path=ppt/media/f56492.txt>
</file>

<file path=ppt/media/f56493.txt>
</file>

<file path=ppt/media/f56494.txt>
</file>

<file path=ppt/media/f56495.txt>
</file>

<file path=ppt/media/f56496.txt>
</file>

<file path=ppt/media/f56497.txt>
</file>

<file path=ppt/media/f56498.txt>
</file>

<file path=ppt/media/f56499.txt>
</file>

<file path=ppt/media/f56500.txt>
</file>

<file path=ppt/media/f56501.txt>
</file>

<file path=ppt/media/f56502.txt>
</file>

<file path=ppt/media/f56503.txt>
</file>

<file path=ppt/media/f56504.txt>
</file>

<file path=ppt/media/f56505.txt>
</file>

<file path=ppt/media/f56506.txt>
</file>

<file path=ppt/media/f56507.txt>
</file>

<file path=ppt/media/f56508.txt>
</file>

<file path=ppt/media/f56509.txt>
</file>

<file path=ppt/media/f56510.txt>
</file>

<file path=ppt/media/f56511.txt>
</file>

<file path=ppt/media/f56512.txt>
</file>

<file path=ppt/media/f56513.txt>
</file>

<file path=ppt/media/f56514.txt>
</file>

<file path=ppt/media/f56515.txt>
</file>

<file path=ppt/media/f56516.txt>
</file>

<file path=ppt/media/f56517.txt>
</file>

<file path=ppt/media/f56518.txt>
</file>

<file path=ppt/media/f56519.txt>
</file>

<file path=ppt/media/f56520.txt>
</file>

<file path=ppt/media/f56521.txt>
</file>

<file path=ppt/media/f56522.txt>
</file>

<file path=ppt/media/f56523.txt>
</file>

<file path=ppt/media/f56524.txt>
</file>

<file path=ppt/media/f56525.txt>
</file>

<file path=ppt/media/f56526.txt>
</file>

<file path=ppt/media/f56527.txt>
</file>

<file path=ppt/media/f56528.txt>
</file>

<file path=ppt/media/f56529.txt>
</file>

<file path=ppt/media/f56530.txt>
</file>

<file path=ppt/media/f56531.txt>
</file>

<file path=ppt/media/f56532.txt>
</file>

<file path=ppt/media/f56533.txt>
</file>

<file path=ppt/media/f56534.txt>
</file>

<file path=ppt/media/f56535.txt>
</file>

<file path=ppt/media/f56536.txt>
</file>

<file path=ppt/media/f56537.txt>
</file>

<file path=ppt/media/f56538.txt>
</file>

<file path=ppt/media/f56539.txt>
</file>

<file path=ppt/media/f56540.txt>
</file>

<file path=ppt/media/f56541.txt>
</file>

<file path=ppt/media/f56542.txt>
</file>

<file path=ppt/media/f56543.txt>
</file>

<file path=ppt/media/f56544.txt>
</file>

<file path=ppt/media/f56545.txt>
</file>

<file path=ppt/media/f56546.txt>
</file>

<file path=ppt/media/f56547.txt>
</file>

<file path=ppt/media/f56548.txt>
</file>

<file path=ppt/media/f56549.txt>
</file>

<file path=ppt/media/f56550.txt>
</file>

<file path=ppt/media/f56551.txt>
</file>

<file path=ppt/media/f56552.txt>
</file>

<file path=ppt/media/f56553.txt>
</file>

<file path=ppt/media/f56554.txt>
</file>

<file path=ppt/media/f56555.txt>
</file>

<file path=ppt/media/f56556.txt>
</file>

<file path=ppt/media/f56557.txt>
</file>

<file path=ppt/media/f56558.txt>
</file>

<file path=ppt/media/f56559.txt>
</file>

<file path=ppt/media/f56560.txt>
</file>

<file path=ppt/media/f56561.txt>
</file>

<file path=ppt/media/f56562.txt>
</file>

<file path=ppt/media/f56563.txt>
</file>

<file path=ppt/media/f56564.txt>
</file>

<file path=ppt/media/f56565.txt>
</file>

<file path=ppt/media/f56566.txt>
</file>

<file path=ppt/media/f56567.txt>
</file>

<file path=ppt/media/f56568.txt>
</file>

<file path=ppt/media/f56569.txt>
</file>

<file path=ppt/media/f56570.txt>
</file>

<file path=ppt/media/f56571.txt>
</file>

<file path=ppt/media/f56572.txt>
</file>

<file path=ppt/media/f56573.txt>
</file>

<file path=ppt/media/f56574.txt>
</file>

<file path=ppt/media/f56575.txt>
</file>

<file path=ppt/media/f56576.txt>
</file>

<file path=ppt/media/f56577.txt>
</file>

<file path=ppt/media/f56578.txt>
</file>

<file path=ppt/media/f56579.txt>
</file>

<file path=ppt/media/f56580.txt>
</file>

<file path=ppt/media/f56581.txt>
</file>

<file path=ppt/media/f56582.txt>
</file>

<file path=ppt/media/f56583.txt>
</file>

<file path=ppt/media/f56584.txt>
</file>

<file path=ppt/media/f56585.txt>
</file>

<file path=ppt/media/f56586.txt>
</file>

<file path=ppt/media/f56587.txt>
</file>

<file path=ppt/media/f56588.txt>
</file>

<file path=ppt/media/f56589.txt>
</file>

<file path=ppt/media/f56590.txt>
</file>

<file path=ppt/media/f56591.txt>
</file>

<file path=ppt/media/f56592.txt>
</file>

<file path=ppt/media/f56593.txt>
</file>

<file path=ppt/media/f56594.txt>
</file>

<file path=ppt/media/f56595.txt>
</file>

<file path=ppt/media/f56596.txt>
</file>

<file path=ppt/media/f56597.txt>
</file>

<file path=ppt/media/f56598.txt>
</file>

<file path=ppt/media/f56599.txt>
</file>

<file path=ppt/media/f56600.txt>
</file>

<file path=ppt/media/f56601.txt>
</file>

<file path=ppt/media/f56602.txt>
</file>

<file path=ppt/media/f56603.txt>
</file>

<file path=ppt/media/f56604.txt>
</file>

<file path=ppt/media/f56605.txt>
</file>

<file path=ppt/media/f56606.txt>
</file>

<file path=ppt/media/f56607.txt>
</file>

<file path=ppt/media/f56608.txt>
</file>

<file path=ppt/media/f56609.txt>
</file>

<file path=ppt/media/f56610.txt>
</file>

<file path=ppt/media/f56611.txt>
</file>

<file path=ppt/media/f56612.txt>
</file>

<file path=ppt/media/f56613.txt>
</file>

<file path=ppt/media/f56614.txt>
</file>

<file path=ppt/media/f56615.txt>
</file>

<file path=ppt/media/f56616.txt>
</file>

<file path=ppt/media/f56617.txt>
</file>

<file path=ppt/media/f56618.txt>
</file>

<file path=ppt/media/f56619.txt>
</file>

<file path=ppt/media/f56620.txt>
</file>

<file path=ppt/media/f56621.txt>
</file>

<file path=ppt/media/f56622.txt>
</file>

<file path=ppt/media/f56623.txt>
</file>

<file path=ppt/media/f56624.txt>
</file>

<file path=ppt/media/f56625.txt>
</file>

<file path=ppt/media/f56626.txt>
</file>

<file path=ppt/media/f56627.txt>
</file>

<file path=ppt/media/f56628.txt>
</file>

<file path=ppt/media/f56629.txt>
</file>

<file path=ppt/media/f56630.txt>
</file>

<file path=ppt/media/f56631.txt>
</file>

<file path=ppt/media/f56632.txt>
</file>

<file path=ppt/media/f56633.txt>
</file>

<file path=ppt/media/f56634.txt>
</file>

<file path=ppt/media/f56635.txt>
</file>

<file path=ppt/media/f56636.txt>
</file>

<file path=ppt/media/f56637.txt>
</file>

<file path=ppt/media/f56638.txt>
</file>

<file path=ppt/media/f56639.txt>
</file>

<file path=ppt/media/f56640.txt>
</file>

<file path=ppt/media/f56641.txt>
</file>

<file path=ppt/media/f56642.txt>
</file>

<file path=ppt/media/f56643.txt>
</file>

<file path=ppt/media/f56644.txt>
</file>

<file path=ppt/media/f56645.txt>
</file>

<file path=ppt/media/f56646.txt>
</file>

<file path=ppt/media/f56647.txt>
</file>

<file path=ppt/media/f56648.txt>
</file>

<file path=ppt/media/f56649.txt>
</file>

<file path=ppt/media/f56650.txt>
</file>

<file path=ppt/media/f56651.txt>
</file>

<file path=ppt/media/f56652.txt>
</file>

<file path=ppt/media/f56653.txt>
</file>

<file path=ppt/media/f56654.txt>
</file>

<file path=ppt/media/f56655.txt>
</file>

<file path=ppt/media/f56656.txt>
</file>

<file path=ppt/media/f56657.txt>
</file>

<file path=ppt/media/f56658.txt>
</file>

<file path=ppt/media/f56659.txt>
</file>

<file path=ppt/media/f56660.txt>
</file>

<file path=ppt/media/f56661.txt>
</file>

<file path=ppt/media/f56662.txt>
</file>

<file path=ppt/media/f56663.txt>
</file>

<file path=ppt/media/f56664.txt>
</file>

<file path=ppt/media/f56665.txt>
</file>

<file path=ppt/media/f56666.txt>
</file>

<file path=ppt/media/f56667.txt>
</file>

<file path=ppt/media/f56668.txt>
</file>

<file path=ppt/media/f56669.txt>
</file>

<file path=ppt/media/f56670.txt>
</file>

<file path=ppt/media/f56671.txt>
</file>

<file path=ppt/media/f56672.txt>
</file>

<file path=ppt/media/f56673.txt>
</file>

<file path=ppt/media/f56674.txt>
</file>

<file path=ppt/media/f56675.txt>
</file>

<file path=ppt/media/f56676.txt>
</file>

<file path=ppt/media/f56677.txt>
</file>

<file path=ppt/media/f56678.txt>
</file>

<file path=ppt/media/f56679.txt>
</file>

<file path=ppt/media/f56680.txt>
</file>

<file path=ppt/media/f56681.txt>
</file>

<file path=ppt/media/f56682.txt>
</file>

<file path=ppt/media/f56683.txt>
</file>

<file path=ppt/media/f56684.txt>
</file>

<file path=ppt/media/f56685.txt>
</file>

<file path=ppt/media/f56686.txt>
</file>

<file path=ppt/media/f56687.txt>
</file>

<file path=ppt/media/f56688.txt>
</file>

<file path=ppt/media/f56689.txt>
</file>

<file path=ppt/media/f56690.txt>
</file>

<file path=ppt/media/f56691.txt>
</file>

<file path=ppt/media/f56692.txt>
</file>

<file path=ppt/media/f56693.txt>
</file>

<file path=ppt/media/f56694.txt>
</file>

<file path=ppt/media/f56695.txt>
</file>

<file path=ppt/media/f56696.txt>
</file>

<file path=ppt/media/f56697.txt>
</file>

<file path=ppt/media/f56698.txt>
</file>

<file path=ppt/media/f56699.txt>
</file>

<file path=ppt/media/f56700.txt>
</file>

<file path=ppt/media/f56701.txt>
</file>

<file path=ppt/media/f56702.txt>
</file>

<file path=ppt/media/f56703.txt>
</file>

<file path=ppt/media/f56704.txt>
</file>

<file path=ppt/media/f56705.txt>
</file>

<file path=ppt/media/f56706.txt>
</file>

<file path=ppt/media/f56707.txt>
</file>

<file path=ppt/media/f56708.txt>
</file>

<file path=ppt/media/f56709.txt>
</file>

<file path=ppt/media/f56710.txt>
</file>

<file path=ppt/media/f56711.txt>
</file>

<file path=ppt/media/f56712.txt>
</file>

<file path=ppt/media/f56713.txt>
</file>

<file path=ppt/media/f56714.txt>
</file>

<file path=ppt/media/f56715.txt>
</file>

<file path=ppt/media/f56716.txt>
</file>

<file path=ppt/media/f56717.txt>
</file>

<file path=ppt/media/f56718.txt>
</file>

<file path=ppt/media/f56719.txt>
</file>

<file path=ppt/media/f56720.txt>
</file>

<file path=ppt/media/f56721.txt>
</file>

<file path=ppt/media/f56722.txt>
</file>

<file path=ppt/media/f56723.txt>
</file>

<file path=ppt/media/f56724.txt>
</file>

<file path=ppt/media/f56725.txt>
</file>

<file path=ppt/media/f56726.txt>
</file>

<file path=ppt/media/f56727.txt>
</file>

<file path=ppt/media/f56728.txt>
</file>

<file path=ppt/media/f56729.txt>
</file>

<file path=ppt/media/f56730.txt>
</file>

<file path=ppt/media/f56731.txt>
</file>

<file path=ppt/media/f56732.txt>
</file>

<file path=ppt/media/f56733.txt>
</file>

<file path=ppt/media/f56734.txt>
</file>

<file path=ppt/media/f56735.txt>
</file>

<file path=ppt/media/f56736.txt>
</file>

<file path=ppt/media/f56737.txt>
</file>

<file path=ppt/media/f56738.txt>
</file>

<file path=ppt/media/f56739.txt>
</file>

<file path=ppt/media/f56740.txt>
</file>

<file path=ppt/media/f56741.txt>
</file>

<file path=ppt/media/f56742.txt>
</file>

<file path=ppt/media/f56743.txt>
</file>

<file path=ppt/media/f56744.txt>
</file>

<file path=ppt/media/f56745.txt>
</file>

<file path=ppt/media/f56746.txt>
</file>

<file path=ppt/media/f56747.txt>
</file>

<file path=ppt/media/f56748.txt>
</file>

<file path=ppt/media/f56749.txt>
</file>

<file path=ppt/media/f56750.txt>
</file>

<file path=ppt/media/f56751.txt>
</file>

<file path=ppt/media/f56752.txt>
</file>

<file path=ppt/media/f56753.txt>
</file>

<file path=ppt/media/f56754.txt>
</file>

<file path=ppt/media/f56755.txt>
</file>

<file path=ppt/media/f56756.txt>
</file>

<file path=ppt/media/f56757.txt>
</file>

<file path=ppt/media/f56758.txt>
</file>

<file path=ppt/media/f56759.txt>
</file>

<file path=ppt/media/f56760.txt>
</file>

<file path=ppt/media/f56761.txt>
</file>

<file path=ppt/media/f56762.txt>
</file>

<file path=ppt/media/f56763.txt>
</file>

<file path=ppt/media/f56764.txt>
</file>

<file path=ppt/media/f56765.txt>
</file>

<file path=ppt/media/f56766.txt>
</file>

<file path=ppt/media/f56767.txt>
</file>

<file path=ppt/media/f56768.txt>
</file>

<file path=ppt/media/f56769.txt>
</file>

<file path=ppt/media/f56770.txt>
</file>

<file path=ppt/media/f56771.txt>
</file>

<file path=ppt/media/f56772.txt>
</file>

<file path=ppt/media/f56773.txt>
</file>

<file path=ppt/media/f56774.txt>
</file>

<file path=ppt/media/f56775.txt>
</file>

<file path=ppt/media/f56776.txt>
</file>

<file path=ppt/media/f56777.txt>
</file>

<file path=ppt/media/f56778.txt>
</file>

<file path=ppt/media/f56779.txt>
</file>

<file path=ppt/media/f56780.txt>
</file>

<file path=ppt/media/f56781.txt>
</file>

<file path=ppt/media/f56782.txt>
</file>

<file path=ppt/media/f56783.txt>
</file>

<file path=ppt/media/f56784.txt>
</file>

<file path=ppt/media/f56785.txt>
</file>

<file path=ppt/media/f56786.txt>
</file>

<file path=ppt/media/f56787.txt>
</file>

<file path=ppt/media/f56788.txt>
</file>

<file path=ppt/media/f56789.txt>
</file>

<file path=ppt/media/f56790.txt>
</file>

<file path=ppt/media/f56791.txt>
</file>

<file path=ppt/media/f56792.txt>
</file>

<file path=ppt/media/f56793.txt>
</file>

<file path=ppt/media/f56794.txt>
</file>

<file path=ppt/media/f56795.txt>
</file>

<file path=ppt/media/f56796.txt>
</file>

<file path=ppt/media/f56797.txt>
</file>

<file path=ppt/media/f56798.txt>
</file>

<file path=ppt/media/f56799.txt>
</file>

<file path=ppt/media/f56800.txt>
</file>

<file path=ppt/media/f56801.txt>
</file>

<file path=ppt/media/f56802.txt>
</file>

<file path=ppt/media/f56803.txt>
</file>

<file path=ppt/media/f56804.txt>
</file>

<file path=ppt/media/f56805.txt>
</file>

<file path=ppt/media/f56806.txt>
</file>

<file path=ppt/media/f56807.txt>
</file>

<file path=ppt/media/f56808.txt>
</file>

<file path=ppt/media/f56809.txt>
</file>

<file path=ppt/media/f56810.txt>
</file>

<file path=ppt/media/f56811.txt>
</file>

<file path=ppt/media/f56812.txt>
</file>

<file path=ppt/media/f56813.txt>
</file>

<file path=ppt/media/f56814.txt>
</file>

<file path=ppt/media/f56815.txt>
</file>

<file path=ppt/media/f56816.txt>
</file>

<file path=ppt/media/f56817.txt>
</file>

<file path=ppt/media/f56818.txt>
</file>

<file path=ppt/media/f56819.txt>
</file>

<file path=ppt/media/f56820.txt>
</file>

<file path=ppt/media/f56821.txt>
</file>

<file path=ppt/media/f56822.txt>
</file>

<file path=ppt/media/f56823.txt>
</file>

<file path=ppt/media/f56824.txt>
</file>

<file path=ppt/media/f56825.txt>
</file>

<file path=ppt/media/f56826.txt>
</file>

<file path=ppt/media/f56827.txt>
</file>

<file path=ppt/media/f56828.txt>
</file>

<file path=ppt/media/f56829.txt>
</file>

<file path=ppt/media/f56830.txt>
</file>

<file path=ppt/media/f56831.txt>
</file>

<file path=ppt/media/f56832.txt>
</file>

<file path=ppt/media/f56833.txt>
</file>

<file path=ppt/media/f56834.txt>
</file>

<file path=ppt/media/f56835.txt>
</file>

<file path=ppt/media/f56836.txt>
</file>

<file path=ppt/media/f56837.txt>
</file>

<file path=ppt/media/f56838.txt>
</file>

<file path=ppt/media/f56839.txt>
</file>

<file path=ppt/media/f56840.txt>
</file>

<file path=ppt/media/f56841.txt>
</file>

<file path=ppt/media/f56842.txt>
</file>

<file path=ppt/media/f56843.txt>
</file>

<file path=ppt/media/f56844.txt>
</file>

<file path=ppt/media/f56845.txt>
</file>

<file path=ppt/media/f56846.txt>
</file>

<file path=ppt/media/f56847.txt>
</file>

<file path=ppt/media/f56848.txt>
</file>

<file path=ppt/media/f56849.txt>
</file>

<file path=ppt/media/f56850.txt>
</file>

<file path=ppt/media/f56851.txt>
</file>

<file path=ppt/media/f56852.txt>
</file>

<file path=ppt/media/f56853.txt>
</file>

<file path=ppt/media/f56854.txt>
</file>

<file path=ppt/media/f56855.txt>
</file>

<file path=ppt/media/f56856.txt>
</file>

<file path=ppt/media/f56857.txt>
</file>

<file path=ppt/media/f56858.txt>
</file>

<file path=ppt/media/f56859.txt>
</file>

<file path=ppt/media/f56860.txt>
</file>

<file path=ppt/media/f56861.txt>
</file>

<file path=ppt/media/f56862.txt>
</file>

<file path=ppt/media/f56863.txt>
</file>

<file path=ppt/media/f56864.txt>
</file>

<file path=ppt/media/f56865.txt>
</file>

<file path=ppt/media/f56866.txt>
</file>

<file path=ppt/media/f56867.txt>
</file>

<file path=ppt/media/f56868.txt>
</file>

<file path=ppt/media/f56869.txt>
</file>

<file path=ppt/media/f56870.txt>
</file>

<file path=ppt/media/f56871.txt>
</file>

<file path=ppt/media/f56872.txt>
</file>

<file path=ppt/media/f56873.txt>
</file>

<file path=ppt/media/f56874.txt>
</file>

<file path=ppt/media/f56875.txt>
</file>

<file path=ppt/media/f56876.txt>
</file>

<file path=ppt/media/f56877.txt>
</file>

<file path=ppt/media/f56878.txt>
</file>

<file path=ppt/media/f56879.txt>
</file>

<file path=ppt/media/f56880.txt>
</file>

<file path=ppt/media/f56881.txt>
</file>

<file path=ppt/media/f56882.txt>
</file>

<file path=ppt/media/f56883.txt>
</file>

<file path=ppt/media/f56884.txt>
</file>

<file path=ppt/media/f56885.txt>
</file>

<file path=ppt/media/f56886.txt>
</file>

<file path=ppt/media/f56887.txt>
</file>

<file path=ppt/media/f56888.txt>
</file>

<file path=ppt/media/f56889.txt>
</file>

<file path=ppt/media/f56890.txt>
</file>

<file path=ppt/media/f56891.txt>
</file>

<file path=ppt/media/f56892.txt>
</file>

<file path=ppt/media/f56893.txt>
</file>

<file path=ppt/media/f56894.txt>
</file>

<file path=ppt/media/f56895.txt>
</file>

<file path=ppt/media/f56896.txt>
</file>

<file path=ppt/media/f56897.txt>
</file>

<file path=ppt/media/f56898.txt>
</file>

<file path=ppt/media/f56899.txt>
</file>

<file path=ppt/media/f56900.txt>
</file>

<file path=ppt/media/f56901.txt>
</file>

<file path=ppt/media/f56902.txt>
</file>

<file path=ppt/media/f56903.txt>
</file>

<file path=ppt/media/f56904.txt>
</file>

<file path=ppt/media/f56905.txt>
</file>

<file path=ppt/media/f56906.txt>
</file>

<file path=ppt/media/f56907.txt>
</file>

<file path=ppt/media/f56908.txt>
</file>

<file path=ppt/media/f56909.txt>
</file>

<file path=ppt/media/f56910.txt>
</file>

<file path=ppt/media/f56911.txt>
</file>

<file path=ppt/media/f56912.txt>
</file>

<file path=ppt/media/f56913.txt>
</file>

<file path=ppt/media/f56914.txt>
</file>

<file path=ppt/media/f56915.txt>
</file>

<file path=ppt/media/f56916.txt>
</file>

<file path=ppt/media/f56917.txt>
</file>

<file path=ppt/media/f56918.txt>
</file>

<file path=ppt/media/f56919.txt>
</file>

<file path=ppt/media/f56920.txt>
</file>

<file path=ppt/media/f56921.txt>
</file>

<file path=ppt/media/f56922.txt>
</file>

<file path=ppt/media/f56923.txt>
</file>

<file path=ppt/media/f56924.txt>
</file>

<file path=ppt/media/f56925.txt>
</file>

<file path=ppt/media/f56926.txt>
</file>

<file path=ppt/media/f56927.txt>
</file>

<file path=ppt/media/f56928.txt>
</file>

<file path=ppt/media/f56929.txt>
</file>

<file path=ppt/media/f56930.txt>
</file>

<file path=ppt/media/f56931.txt>
</file>

<file path=ppt/media/f56932.txt>
</file>

<file path=ppt/media/f56933.txt>
</file>

<file path=ppt/media/f56934.txt>
</file>

<file path=ppt/media/f56935.txt>
</file>

<file path=ppt/media/f56936.txt>
</file>

<file path=ppt/media/f56937.txt>
</file>

<file path=ppt/media/f56938.txt>
</file>

<file path=ppt/media/f56939.txt>
</file>

<file path=ppt/media/f56940.txt>
</file>

<file path=ppt/media/f56941.txt>
</file>

<file path=ppt/media/f56942.txt>
</file>

<file path=ppt/media/f56943.txt>
</file>

<file path=ppt/media/f56944.txt>
</file>

<file path=ppt/media/f56945.txt>
</file>

<file path=ppt/media/f56946.txt>
</file>

<file path=ppt/media/f56947.txt>
</file>

<file path=ppt/media/f56948.txt>
</file>

<file path=ppt/media/f56949.txt>
</file>

<file path=ppt/media/f56950.txt>
</file>

<file path=ppt/media/f56951.txt>
</file>

<file path=ppt/media/f56952.txt>
</file>

<file path=ppt/media/f56953.txt>
</file>

<file path=ppt/media/f56954.txt>
</file>

<file path=ppt/media/f56955.txt>
</file>

<file path=ppt/media/f56956.txt>
</file>

<file path=ppt/media/f56957.txt>
</file>

<file path=ppt/media/f56958.txt>
</file>

<file path=ppt/media/f56959.txt>
</file>

<file path=ppt/media/f56960.txt>
</file>

<file path=ppt/media/f56961.txt>
</file>

<file path=ppt/media/f56962.txt>
</file>

<file path=ppt/media/f56963.txt>
</file>

<file path=ppt/media/f56964.txt>
</file>

<file path=ppt/media/f56965.txt>
</file>

<file path=ppt/media/f56966.txt>
</file>

<file path=ppt/media/f56967.txt>
</file>

<file path=ppt/media/f56968.txt>
</file>

<file path=ppt/media/f56969.txt>
</file>

<file path=ppt/media/f56970.txt>
</file>

<file path=ppt/media/f56971.txt>
</file>

<file path=ppt/media/f56972.txt>
</file>

<file path=ppt/media/f56973.txt>
</file>

<file path=ppt/media/f56974.txt>
</file>

<file path=ppt/media/f56975.txt>
</file>

<file path=ppt/media/f56976.txt>
</file>

<file path=ppt/media/f56977.txt>
</file>

<file path=ppt/media/f56978.txt>
</file>

<file path=ppt/media/f56979.txt>
</file>

<file path=ppt/media/f56980.txt>
</file>

<file path=ppt/media/f56981.txt>
</file>

<file path=ppt/media/f56982.txt>
</file>

<file path=ppt/media/f56983.txt>
</file>

<file path=ppt/media/f56984.txt>
</file>

<file path=ppt/media/f56985.txt>
</file>

<file path=ppt/media/f56986.txt>
</file>

<file path=ppt/media/f56987.txt>
</file>

<file path=ppt/media/f56988.txt>
</file>

<file path=ppt/media/f56989.txt>
</file>

<file path=ppt/media/f56990.txt>
</file>

<file path=ppt/media/f56991.txt>
</file>

<file path=ppt/media/f56992.txt>
</file>

<file path=ppt/media/f56993.txt>
</file>

<file path=ppt/media/f56994.txt>
</file>

<file path=ppt/media/f56995.txt>
</file>

<file path=ppt/media/f56996.txt>
</file>

<file path=ppt/media/f56997.txt>
</file>

<file path=ppt/media/f56998.txt>
</file>

<file path=ppt/media/f56999.txt>
</file>

<file path=ppt/media/f57000.txt>
</file>

<file path=ppt/media/f57001.txt>
</file>

<file path=ppt/media/f57002.txt>
</file>

<file path=ppt/media/f57003.txt>
</file>

<file path=ppt/media/f57004.txt>
</file>

<file path=ppt/media/f57005.txt>
</file>

<file path=ppt/media/f57006.txt>
</file>

<file path=ppt/media/f57007.txt>
</file>

<file path=ppt/media/f57008.txt>
</file>

<file path=ppt/media/f57009.txt>
</file>

<file path=ppt/media/f57010.txt>
</file>

<file path=ppt/media/f57011.txt>
</file>

<file path=ppt/media/f57012.txt>
</file>

<file path=ppt/media/f57013.txt>
</file>

<file path=ppt/media/f57014.txt>
</file>

<file path=ppt/media/f57015.txt>
</file>

<file path=ppt/media/f57016.txt>
</file>

<file path=ppt/media/f57017.txt>
</file>

<file path=ppt/media/f57018.txt>
</file>

<file path=ppt/media/f57019.txt>
</file>

<file path=ppt/media/f57020.txt>
</file>

<file path=ppt/media/f57021.txt>
</file>

<file path=ppt/media/f57022.txt>
</file>

<file path=ppt/media/f57023.txt>
</file>

<file path=ppt/media/f57024.txt>
</file>

<file path=ppt/media/f57025.txt>
</file>

<file path=ppt/media/f57026.txt>
</file>

<file path=ppt/media/f57027.txt>
</file>

<file path=ppt/media/f57028.txt>
</file>

<file path=ppt/media/f57029.txt>
</file>

<file path=ppt/media/f57030.txt>
</file>

<file path=ppt/media/f57031.txt>
</file>

<file path=ppt/media/f57032.txt>
</file>

<file path=ppt/media/f57033.txt>
</file>

<file path=ppt/media/f57034.txt>
</file>

<file path=ppt/media/f57035.txt>
</file>

<file path=ppt/media/f57036.txt>
</file>

<file path=ppt/media/f57037.txt>
</file>

<file path=ppt/media/f57038.txt>
</file>

<file path=ppt/media/f57039.txt>
</file>

<file path=ppt/media/f57040.txt>
</file>

<file path=ppt/media/f57041.txt>
</file>

<file path=ppt/media/f57042.txt>
</file>

<file path=ppt/media/f57043.txt>
</file>

<file path=ppt/media/f57044.txt>
</file>

<file path=ppt/media/f57045.txt>
</file>

<file path=ppt/media/f57046.txt>
</file>

<file path=ppt/media/f57047.txt>
</file>

<file path=ppt/media/f57048.txt>
</file>

<file path=ppt/media/f57049.txt>
</file>

<file path=ppt/media/f57050.txt>
</file>

<file path=ppt/media/f57051.txt>
</file>

<file path=ppt/media/f57052.txt>
</file>

<file path=ppt/media/f57053.txt>
</file>

<file path=ppt/media/f57054.txt>
</file>

<file path=ppt/media/f57055.txt>
</file>

<file path=ppt/media/f57056.txt>
</file>

<file path=ppt/media/f57057.txt>
</file>

<file path=ppt/media/f57058.txt>
</file>

<file path=ppt/media/f57059.txt>
</file>

<file path=ppt/media/f57060.txt>
</file>

<file path=ppt/media/f57061.txt>
</file>

<file path=ppt/media/f57062.txt>
</file>

<file path=ppt/media/f57063.txt>
</file>

<file path=ppt/media/f57064.txt>
</file>

<file path=ppt/media/f57065.txt>
</file>

<file path=ppt/media/f57066.txt>
</file>

<file path=ppt/media/f57067.txt>
</file>

<file path=ppt/media/f57068.txt>
</file>

<file path=ppt/media/f57069.txt>
</file>

<file path=ppt/media/f57070.txt>
</file>

<file path=ppt/media/f57071.txt>
</file>

<file path=ppt/media/f57072.txt>
</file>

<file path=ppt/media/f57073.txt>
</file>

<file path=ppt/media/f57074.txt>
</file>

<file path=ppt/media/f57075.txt>
</file>

<file path=ppt/media/f57076.txt>
</file>

<file path=ppt/media/f57077.txt>
</file>

<file path=ppt/media/f57078.txt>
</file>

<file path=ppt/media/f57079.txt>
</file>

<file path=ppt/media/f57080.txt>
</file>

<file path=ppt/media/f57081.txt>
</file>

<file path=ppt/media/f57082.txt>
</file>

<file path=ppt/media/f57083.txt>
</file>

<file path=ppt/media/f57084.txt>
</file>

<file path=ppt/media/f57085.txt>
</file>

<file path=ppt/media/f57086.txt>
</file>

<file path=ppt/media/f57087.txt>
</file>

<file path=ppt/media/f57088.txt>
</file>

<file path=ppt/media/f57089.txt>
</file>

<file path=ppt/media/f57090.txt>
</file>

<file path=ppt/media/f57091.txt>
</file>

<file path=ppt/media/f57092.txt>
</file>

<file path=ppt/media/f57093.txt>
</file>

<file path=ppt/media/f57094.txt>
</file>

<file path=ppt/media/f57095.txt>
</file>

<file path=ppt/media/f57096.txt>
</file>

<file path=ppt/media/f57097.txt>
</file>

<file path=ppt/media/f57098.txt>
</file>

<file path=ppt/media/f57099.txt>
</file>

<file path=ppt/media/f57100.txt>
</file>

<file path=ppt/media/f57101.txt>
</file>

<file path=ppt/media/f57102.txt>
</file>

<file path=ppt/media/f57103.txt>
</file>

<file path=ppt/media/f57104.txt>
</file>

<file path=ppt/media/f57105.txt>
</file>

<file path=ppt/media/f57106.txt>
</file>

<file path=ppt/media/f57107.txt>
</file>

<file path=ppt/media/f57108.txt>
</file>

<file path=ppt/media/f57109.txt>
</file>

<file path=ppt/media/f57110.txt>
</file>

<file path=ppt/media/f57111.txt>
</file>

<file path=ppt/media/f57112.txt>
</file>

<file path=ppt/media/f57113.txt>
</file>

<file path=ppt/media/f57114.txt>
</file>

<file path=ppt/media/f57115.txt>
</file>

<file path=ppt/media/f57116.txt>
</file>

<file path=ppt/media/f57117.txt>
</file>

<file path=ppt/media/f57118.txt>
</file>

<file path=ppt/media/f57119.txt>
</file>

<file path=ppt/media/f57120.txt>
</file>

<file path=ppt/media/f57121.txt>
</file>

<file path=ppt/media/f57122.txt>
</file>

<file path=ppt/media/f57123.txt>
</file>

<file path=ppt/media/f57124.txt>
</file>

<file path=ppt/media/f57125.txt>
</file>

<file path=ppt/media/f57126.txt>
</file>

<file path=ppt/media/f57127.txt>
</file>

<file path=ppt/media/f57128.txt>
</file>

<file path=ppt/media/f57129.txt>
</file>

<file path=ppt/media/f57130.txt>
</file>

<file path=ppt/media/f57131.txt>
</file>

<file path=ppt/media/f57132.txt>
</file>

<file path=ppt/media/f57133.txt>
</file>

<file path=ppt/media/f57134.txt>
</file>

<file path=ppt/media/f57135.txt>
</file>

<file path=ppt/media/f57136.txt>
</file>

<file path=ppt/media/f57137.txt>
</file>

<file path=ppt/media/f57138.txt>
</file>

<file path=ppt/media/f57139.txt>
</file>

<file path=ppt/media/f57140.txt>
</file>

<file path=ppt/media/f57141.txt>
</file>

<file path=ppt/media/f57142.txt>
</file>

<file path=ppt/media/f57143.txt>
</file>

<file path=ppt/media/f57144.txt>
</file>

<file path=ppt/media/f57145.txt>
</file>

<file path=ppt/media/f57146.txt>
</file>

<file path=ppt/media/f57147.txt>
</file>

<file path=ppt/media/f57148.txt>
</file>

<file path=ppt/media/f57149.txt>
</file>

<file path=ppt/media/f57150.txt>
</file>

<file path=ppt/media/f57151.txt>
</file>

<file path=ppt/media/f57152.txt>
</file>

<file path=ppt/media/f57153.txt>
</file>

<file path=ppt/media/f57154.txt>
</file>

<file path=ppt/media/f57155.txt>
</file>

<file path=ppt/media/f57156.txt>
</file>

<file path=ppt/media/f57157.txt>
</file>

<file path=ppt/media/f57158.txt>
</file>

<file path=ppt/media/f57159.txt>
</file>

<file path=ppt/media/f57160.txt>
</file>

<file path=ppt/media/f57161.txt>
</file>

<file path=ppt/media/f57162.txt>
</file>

<file path=ppt/media/f57163.txt>
</file>

<file path=ppt/media/f57164.txt>
</file>

<file path=ppt/media/f57165.txt>
</file>

<file path=ppt/media/f57166.txt>
</file>

<file path=ppt/media/f57167.txt>
</file>

<file path=ppt/media/f57168.txt>
</file>

<file path=ppt/media/f57169.txt>
</file>

<file path=ppt/media/f57170.txt>
</file>

<file path=ppt/media/f57171.txt>
</file>

<file path=ppt/media/f57172.txt>
</file>

<file path=ppt/media/f57173.txt>
</file>

<file path=ppt/media/f57174.txt>
</file>

<file path=ppt/media/f57175.txt>
</file>

<file path=ppt/media/f57176.txt>
</file>

<file path=ppt/media/f57177.txt>
</file>

<file path=ppt/media/f57178.txt>
</file>

<file path=ppt/media/f57179.txt>
</file>

<file path=ppt/media/f57180.txt>
</file>

<file path=ppt/media/f57181.txt>
</file>

<file path=ppt/media/f57182.txt>
</file>

<file path=ppt/media/f57183.txt>
</file>

<file path=ppt/media/f57184.txt>
</file>

<file path=ppt/media/f57185.txt>
</file>

<file path=ppt/media/f57186.txt>
</file>

<file path=ppt/media/f57187.txt>
</file>

<file path=ppt/media/f57188.txt>
</file>

<file path=ppt/media/f57189.txt>
</file>

<file path=ppt/media/f57190.txt>
</file>

<file path=ppt/media/f57191.txt>
</file>

<file path=ppt/media/f57192.txt>
</file>

<file path=ppt/media/f57193.txt>
</file>

<file path=ppt/media/f57194.txt>
</file>

<file path=ppt/media/f57195.txt>
</file>

<file path=ppt/media/f57196.txt>
</file>

<file path=ppt/media/f57197.txt>
</file>

<file path=ppt/media/f57198.txt>
</file>

<file path=ppt/media/f57199.txt>
</file>

<file path=ppt/media/f57200.txt>
</file>

<file path=ppt/media/f57201.txt>
</file>

<file path=ppt/media/f57202.txt>
</file>

<file path=ppt/media/f57203.txt>
</file>

<file path=ppt/media/f57204.txt>
</file>

<file path=ppt/media/f57205.txt>
</file>

<file path=ppt/media/f57206.txt>
</file>

<file path=ppt/media/f57207.txt>
</file>

<file path=ppt/media/f57208.txt>
</file>

<file path=ppt/media/f57209.txt>
</file>

<file path=ppt/media/f57210.txt>
</file>

<file path=ppt/media/f57211.txt>
</file>

<file path=ppt/media/f57212.txt>
</file>

<file path=ppt/media/f57213.txt>
</file>

<file path=ppt/media/f57214.txt>
</file>

<file path=ppt/media/f57215.txt>
</file>

<file path=ppt/media/f57216.txt>
</file>

<file path=ppt/media/f57217.txt>
</file>

<file path=ppt/media/f57218.txt>
</file>

<file path=ppt/media/f57219.txt>
</file>

<file path=ppt/media/f57220.txt>
</file>

<file path=ppt/media/f57221.txt>
</file>

<file path=ppt/media/f57222.txt>
</file>

<file path=ppt/media/f57223.txt>
</file>

<file path=ppt/media/f57224.txt>
</file>

<file path=ppt/media/f57225.txt>
</file>

<file path=ppt/media/f57226.txt>
</file>

<file path=ppt/media/f57227.txt>
</file>

<file path=ppt/media/f57228.txt>
</file>

<file path=ppt/media/f57229.txt>
</file>

<file path=ppt/media/f57230.txt>
</file>

<file path=ppt/media/f57231.txt>
</file>

<file path=ppt/media/f57232.txt>
</file>

<file path=ppt/media/f57233.txt>
</file>

<file path=ppt/media/f57234.txt>
</file>

<file path=ppt/media/f57235.txt>
</file>

<file path=ppt/media/f57236.txt>
</file>

<file path=ppt/media/f57237.txt>
</file>

<file path=ppt/media/f57238.txt>
</file>

<file path=ppt/media/f57239.txt>
</file>

<file path=ppt/media/f57240.txt>
</file>

<file path=ppt/media/f57241.txt>
</file>

<file path=ppt/media/f57242.txt>
</file>

<file path=ppt/media/f57243.txt>
</file>

<file path=ppt/media/f57244.txt>
</file>

<file path=ppt/media/f57245.txt>
</file>

<file path=ppt/media/f57246.txt>
</file>

<file path=ppt/media/f57247.txt>
</file>

<file path=ppt/media/f57248.txt>
</file>

<file path=ppt/media/f57249.txt>
</file>

<file path=ppt/media/f57250.txt>
</file>

<file path=ppt/media/f57251.txt>
</file>

<file path=ppt/media/f57252.txt>
</file>

<file path=ppt/media/f57253.txt>
</file>

<file path=ppt/media/f57254.txt>
</file>

<file path=ppt/media/f57255.txt>
</file>

<file path=ppt/media/f57256.txt>
</file>

<file path=ppt/media/f57257.txt>
</file>

<file path=ppt/media/f57258.txt>
</file>

<file path=ppt/media/f57259.txt>
</file>

<file path=ppt/media/f57260.txt>
</file>

<file path=ppt/media/f57261.txt>
</file>

<file path=ppt/media/f57262.txt>
</file>

<file path=ppt/media/f57263.txt>
</file>

<file path=ppt/media/f57264.txt>
</file>

<file path=ppt/media/f57265.txt>
</file>

<file path=ppt/media/f57266.txt>
</file>

<file path=ppt/media/f57267.txt>
</file>

<file path=ppt/media/f57268.txt>
</file>

<file path=ppt/media/f57269.txt>
</file>

<file path=ppt/media/f57270.txt>
</file>

<file path=ppt/media/f57271.txt>
</file>

<file path=ppt/media/f57272.txt>
</file>

<file path=ppt/media/f57273.txt>
</file>

<file path=ppt/media/f57274.txt>
</file>

<file path=ppt/media/f57275.txt>
</file>

<file path=ppt/media/f57276.txt>
</file>

<file path=ppt/media/f57277.txt>
</file>

<file path=ppt/media/f57278.txt>
</file>

<file path=ppt/media/f57279.txt>
</file>

<file path=ppt/media/f57280.txt>
</file>

<file path=ppt/media/f57281.txt>
</file>

<file path=ppt/media/f57282.txt>
</file>

<file path=ppt/media/f57283.txt>
</file>

<file path=ppt/media/f57284.txt>
</file>

<file path=ppt/media/f57285.txt>
</file>

<file path=ppt/media/f57286.txt>
</file>

<file path=ppt/media/f57287.txt>
</file>

<file path=ppt/media/f57288.txt>
</file>

<file path=ppt/media/f57289.txt>
</file>

<file path=ppt/media/f57290.txt>
</file>

<file path=ppt/media/f57291.txt>
</file>

<file path=ppt/media/f57292.txt>
</file>

<file path=ppt/media/f57293.txt>
</file>

<file path=ppt/media/f57294.txt>
</file>

<file path=ppt/media/f57295.txt>
</file>

<file path=ppt/media/f57296.txt>
</file>

<file path=ppt/media/f57297.txt>
</file>

<file path=ppt/media/f57298.txt>
</file>

<file path=ppt/media/f57299.txt>
</file>

<file path=ppt/media/f57300.txt>
</file>

<file path=ppt/media/f57301.txt>
</file>

<file path=ppt/media/f57302.txt>
</file>

<file path=ppt/media/f57303.txt>
</file>

<file path=ppt/media/f57304.txt>
</file>

<file path=ppt/media/f57305.txt>
</file>

<file path=ppt/media/f57306.txt>
</file>

<file path=ppt/media/f57307.txt>
</file>

<file path=ppt/media/f57308.txt>
</file>

<file path=ppt/media/f57309.txt>
</file>

<file path=ppt/media/f57310.txt>
</file>

<file path=ppt/media/f57311.txt>
</file>

<file path=ppt/media/f57312.txt>
</file>

<file path=ppt/media/f57313.txt>
</file>

<file path=ppt/media/f57314.txt>
</file>

<file path=ppt/media/f57315.txt>
</file>

<file path=ppt/media/f57316.txt>
</file>

<file path=ppt/media/f57317.txt>
</file>

<file path=ppt/media/f57318.txt>
</file>

<file path=ppt/media/f57319.txt>
</file>

<file path=ppt/media/f57320.txt>
</file>

<file path=ppt/media/f57321.txt>
</file>

<file path=ppt/media/f57322.txt>
</file>

<file path=ppt/media/f57323.txt>
</file>

<file path=ppt/media/f57324.txt>
</file>

<file path=ppt/media/f57325.txt>
</file>

<file path=ppt/media/f57326.txt>
</file>

<file path=ppt/media/f57327.txt>
</file>

<file path=ppt/media/f57328.txt>
</file>

<file path=ppt/media/f57329.txt>
</file>

<file path=ppt/media/f57330.txt>
</file>

<file path=ppt/media/f57331.txt>
</file>

<file path=ppt/media/f57332.txt>
</file>

<file path=ppt/media/f57333.txt>
</file>

<file path=ppt/media/f57334.txt>
</file>

<file path=ppt/media/f57335.txt>
</file>

<file path=ppt/media/f57336.txt>
</file>

<file path=ppt/media/f57337.txt>
</file>

<file path=ppt/media/f57338.txt>
</file>

<file path=ppt/media/f57339.txt>
</file>

<file path=ppt/media/f57340.txt>
</file>

<file path=ppt/media/f57341.txt>
</file>

<file path=ppt/media/f57342.txt>
</file>

<file path=ppt/media/f57343.txt>
</file>

<file path=ppt/media/f57344.txt>
</file>

<file path=ppt/media/f57345.txt>
</file>

<file path=ppt/media/f57346.txt>
</file>

<file path=ppt/media/f57347.txt>
</file>

<file path=ppt/media/f57348.txt>
</file>

<file path=ppt/media/f57349.txt>
</file>

<file path=ppt/media/f57350.txt>
</file>

<file path=ppt/media/f57351.txt>
</file>

<file path=ppt/media/f57352.txt>
</file>

<file path=ppt/media/f57353.txt>
</file>

<file path=ppt/media/f57354.txt>
</file>

<file path=ppt/media/f57355.txt>
</file>

<file path=ppt/media/f57356.txt>
</file>

<file path=ppt/media/f57357.txt>
</file>

<file path=ppt/media/f57358.txt>
</file>

<file path=ppt/media/f57359.txt>
</file>

<file path=ppt/media/f57360.txt>
</file>

<file path=ppt/media/f57361.txt>
</file>

<file path=ppt/media/f57362.txt>
</file>

<file path=ppt/media/f57363.txt>
</file>

<file path=ppt/media/f57364.txt>
</file>

<file path=ppt/media/f57365.txt>
</file>

<file path=ppt/media/f57366.txt>
</file>

<file path=ppt/media/f57367.txt>
</file>

<file path=ppt/media/f57368.txt>
</file>

<file path=ppt/media/f57369.txt>
</file>

<file path=ppt/media/f57370.txt>
</file>

<file path=ppt/media/f57371.txt>
</file>

<file path=ppt/media/f57372.txt>
</file>

<file path=ppt/media/f57373.txt>
</file>

<file path=ppt/media/f57374.txt>
</file>

<file path=ppt/media/f57375.txt>
</file>

<file path=ppt/media/f57376.txt>
</file>

<file path=ppt/media/f57377.txt>
</file>

<file path=ppt/media/f57378.txt>
</file>

<file path=ppt/media/f57379.txt>
</file>

<file path=ppt/media/f57380.txt>
</file>

<file path=ppt/media/f57381.txt>
</file>

<file path=ppt/media/f57382.txt>
</file>

<file path=ppt/media/f57383.txt>
</file>

<file path=ppt/media/f57384.txt>
</file>

<file path=ppt/media/f57385.txt>
</file>

<file path=ppt/media/f57386.txt>
</file>

<file path=ppt/media/f57387.txt>
</file>

<file path=ppt/media/f57388.txt>
</file>

<file path=ppt/media/f57389.txt>
</file>

<file path=ppt/media/f57390.txt>
</file>

<file path=ppt/media/f57391.txt>
</file>

<file path=ppt/media/f57392.txt>
</file>

<file path=ppt/media/f57393.txt>
</file>

<file path=ppt/media/f57394.txt>
</file>

<file path=ppt/media/f57395.txt>
</file>

<file path=ppt/media/f57396.txt>
</file>

<file path=ppt/media/f57397.txt>
</file>

<file path=ppt/media/f57398.txt>
</file>

<file path=ppt/media/f57399.txt>
</file>

<file path=ppt/media/f57400.txt>
</file>

<file path=ppt/media/f57401.txt>
</file>

<file path=ppt/media/f57402.txt>
</file>

<file path=ppt/media/f57403.txt>
</file>

<file path=ppt/media/f57404.txt>
</file>

<file path=ppt/media/f57405.txt>
</file>

<file path=ppt/media/f57406.txt>
</file>

<file path=ppt/media/f57407.txt>
</file>

<file path=ppt/media/f57408.txt>
</file>

<file path=ppt/media/f57409.txt>
</file>

<file path=ppt/media/f57410.txt>
</file>

<file path=ppt/media/f57411.txt>
</file>

<file path=ppt/media/f57412.txt>
</file>

<file path=ppt/media/f57413.txt>
</file>

<file path=ppt/media/f57414.txt>
</file>

<file path=ppt/media/f57415.txt>
</file>

<file path=ppt/media/f57416.txt>
</file>

<file path=ppt/media/f57417.txt>
</file>

<file path=ppt/media/f57418.txt>
</file>

<file path=ppt/media/f57419.txt>
</file>

<file path=ppt/media/f57420.txt>
</file>

<file path=ppt/media/f57421.txt>
</file>

<file path=ppt/media/f57422.txt>
</file>

<file path=ppt/media/f57423.txt>
</file>

<file path=ppt/media/f57424.txt>
</file>

<file path=ppt/media/f57425.txt>
</file>

<file path=ppt/media/f57426.txt>
</file>

<file path=ppt/media/f57427.txt>
</file>

<file path=ppt/media/f57428.txt>
</file>

<file path=ppt/media/f57429.txt>
</file>

<file path=ppt/media/f57430.txt>
</file>

<file path=ppt/media/f57431.txt>
</file>

<file path=ppt/media/f57432.txt>
</file>

<file path=ppt/media/f57433.txt>
</file>

<file path=ppt/media/f57434.txt>
</file>

<file path=ppt/media/f57435.txt>
</file>

<file path=ppt/media/f57436.txt>
</file>

<file path=ppt/media/f57437.txt>
</file>

<file path=ppt/media/f57438.txt>
</file>

<file path=ppt/media/f57439.txt>
</file>

<file path=ppt/media/f57440.txt>
</file>

<file path=ppt/media/f57441.txt>
</file>

<file path=ppt/media/f57442.txt>
</file>

<file path=ppt/media/f57443.txt>
</file>

<file path=ppt/media/f57444.txt>
</file>

<file path=ppt/media/f57445.txt>
</file>

<file path=ppt/media/f57446.txt>
</file>

<file path=ppt/media/f57447.txt>
</file>

<file path=ppt/media/f57448.txt>
</file>

<file path=ppt/media/f57449.txt>
</file>

<file path=ppt/media/f57450.txt>
</file>

<file path=ppt/media/f57451.txt>
</file>

<file path=ppt/media/f57452.txt>
</file>

<file path=ppt/media/f57453.txt>
</file>

<file path=ppt/media/f57454.txt>
</file>

<file path=ppt/media/f57455.txt>
</file>

<file path=ppt/media/f57456.txt>
</file>

<file path=ppt/media/f57457.txt>
</file>

<file path=ppt/media/f57458.txt>
</file>

<file path=ppt/media/f57459.txt>
</file>

<file path=ppt/media/f57460.txt>
</file>

<file path=ppt/media/f57461.txt>
</file>

<file path=ppt/media/f57462.txt>
</file>

<file path=ppt/media/f57463.txt>
</file>

<file path=ppt/media/f57464.txt>
</file>

<file path=ppt/media/f57465.txt>
</file>

<file path=ppt/media/f57466.txt>
</file>

<file path=ppt/media/f57467.txt>
</file>

<file path=ppt/media/f57468.txt>
</file>

<file path=ppt/media/f57469.txt>
</file>

<file path=ppt/media/f57470.txt>
</file>

<file path=ppt/media/f57471.txt>
</file>

<file path=ppt/media/f57472.txt>
</file>

<file path=ppt/media/f57473.txt>
</file>

<file path=ppt/media/f57474.txt>
</file>

<file path=ppt/media/f57475.txt>
</file>

<file path=ppt/media/f57476.txt>
</file>

<file path=ppt/media/f57477.txt>
</file>

<file path=ppt/media/f57478.txt>
</file>

<file path=ppt/media/f57479.txt>
</file>

<file path=ppt/media/f57480.txt>
</file>

<file path=ppt/media/f57481.txt>
</file>

<file path=ppt/media/f57482.txt>
</file>

<file path=ppt/media/f57483.txt>
</file>

<file path=ppt/media/f57484.txt>
</file>

<file path=ppt/media/f57485.txt>
</file>

<file path=ppt/media/f57486.txt>
</file>

<file path=ppt/media/f57487.txt>
</file>

<file path=ppt/media/f57488.txt>
</file>

<file path=ppt/media/f57489.txt>
</file>

<file path=ppt/media/f57490.txt>
</file>

<file path=ppt/media/f57491.txt>
</file>

<file path=ppt/media/f57492.txt>
</file>

<file path=ppt/media/f57493.txt>
</file>

<file path=ppt/media/f57494.txt>
</file>

<file path=ppt/media/f57495.txt>
</file>

<file path=ppt/media/f57496.txt>
</file>

<file path=ppt/media/f57497.txt>
</file>

<file path=ppt/media/f57498.txt>
</file>

<file path=ppt/media/f57499.txt>
</file>

<file path=ppt/media/f57500.txt>
</file>

<file path=ppt/media/f57501.txt>
</file>

<file path=ppt/media/f57502.txt>
</file>

<file path=ppt/media/f57503.txt>
</file>

<file path=ppt/media/f57504.txt>
</file>

<file path=ppt/media/f57505.txt>
</file>

<file path=ppt/media/f57506.txt>
</file>

<file path=ppt/media/f57507.txt>
</file>

<file path=ppt/media/f57508.txt>
</file>

<file path=ppt/media/f57509.txt>
</file>

<file path=ppt/media/f57510.txt>
</file>

<file path=ppt/media/f57511.txt>
</file>

<file path=ppt/media/f57512.txt>
</file>

<file path=ppt/media/f57513.txt>
</file>

<file path=ppt/media/f57514.txt>
</file>

<file path=ppt/media/f57515.txt>
</file>

<file path=ppt/media/f57516.txt>
</file>

<file path=ppt/media/f57517.txt>
</file>

<file path=ppt/media/f57518.txt>
</file>

<file path=ppt/media/f57519.txt>
</file>

<file path=ppt/media/f57520.txt>
</file>

<file path=ppt/media/f57521.txt>
</file>

<file path=ppt/media/f57522.txt>
</file>

<file path=ppt/media/f57523.txt>
</file>

<file path=ppt/media/f57524.txt>
</file>

<file path=ppt/media/f57525.txt>
</file>

<file path=ppt/media/f57526.txt>
</file>

<file path=ppt/media/f57527.txt>
</file>

<file path=ppt/media/f57528.txt>
</file>

<file path=ppt/media/f57529.txt>
</file>

<file path=ppt/media/f57530.txt>
</file>

<file path=ppt/media/f57531.txt>
</file>

<file path=ppt/media/f57532.txt>
</file>

<file path=ppt/media/f57533.txt>
</file>

<file path=ppt/media/f57534.txt>
</file>

<file path=ppt/media/f57535.txt>
</file>

<file path=ppt/media/f57536.txt>
</file>

<file path=ppt/media/f57537.txt>
</file>

<file path=ppt/media/f57538.txt>
</file>

<file path=ppt/media/f57539.txt>
</file>

<file path=ppt/media/f57540.txt>
</file>

<file path=ppt/media/f57541.txt>
</file>

<file path=ppt/media/f57542.txt>
</file>

<file path=ppt/media/f57543.txt>
</file>

<file path=ppt/media/f57544.txt>
</file>

<file path=ppt/media/f57545.txt>
</file>

<file path=ppt/media/f57546.txt>
</file>

<file path=ppt/media/f57547.txt>
</file>

<file path=ppt/media/f57548.txt>
</file>

<file path=ppt/media/f57549.txt>
</file>

<file path=ppt/media/f57550.txt>
</file>

<file path=ppt/media/f57551.txt>
</file>

<file path=ppt/media/f57552.txt>
</file>

<file path=ppt/media/f57553.txt>
</file>

<file path=ppt/media/f57554.txt>
</file>

<file path=ppt/media/f57555.txt>
</file>

<file path=ppt/media/f57556.txt>
</file>

<file path=ppt/media/f57557.txt>
</file>

<file path=ppt/media/f57558.txt>
</file>

<file path=ppt/media/f57559.txt>
</file>

<file path=ppt/media/f57560.txt>
</file>

<file path=ppt/media/f57561.txt>
</file>

<file path=ppt/media/f57562.txt>
</file>

<file path=ppt/media/f57563.txt>
</file>

<file path=ppt/media/f57564.txt>
</file>

<file path=ppt/media/f57565.txt>
</file>

<file path=ppt/media/f57566.txt>
</file>

<file path=ppt/media/f57567.txt>
</file>

<file path=ppt/media/f57568.txt>
</file>

<file path=ppt/media/f57569.txt>
</file>

<file path=ppt/media/f57570.txt>
</file>

<file path=ppt/media/f57571.txt>
</file>

<file path=ppt/media/f57572.txt>
</file>

<file path=ppt/media/f57573.txt>
</file>

<file path=ppt/media/f57574.txt>
</file>

<file path=ppt/media/f57575.txt>
</file>

<file path=ppt/media/f57576.txt>
</file>

<file path=ppt/media/f57577.txt>
</file>

<file path=ppt/media/f57578.txt>
</file>

<file path=ppt/media/f57579.txt>
</file>

<file path=ppt/media/f57580.txt>
</file>

<file path=ppt/media/f57581.txt>
</file>

<file path=ppt/media/f57582.txt>
</file>

<file path=ppt/media/f57583.txt>
</file>

<file path=ppt/media/f57584.txt>
</file>

<file path=ppt/media/f57585.txt>
</file>

<file path=ppt/media/f57586.txt>
</file>

<file path=ppt/media/f57587.txt>
</file>

<file path=ppt/media/f57588.txt>
</file>

<file path=ppt/media/f57589.txt>
</file>

<file path=ppt/media/f57590.txt>
</file>

<file path=ppt/media/f57591.txt>
</file>

<file path=ppt/media/f57592.txt>
</file>

<file path=ppt/media/f57593.txt>
</file>

<file path=ppt/media/f57594.txt>
</file>

<file path=ppt/media/f57595.txt>
</file>

<file path=ppt/media/f57596.txt>
</file>

<file path=ppt/media/f57597.txt>
</file>

<file path=ppt/media/f57598.txt>
</file>

<file path=ppt/media/f57599.txt>
</file>

<file path=ppt/media/f57600.txt>
</file>

<file path=ppt/media/f57601.txt>
</file>

<file path=ppt/media/f57602.txt>
</file>

<file path=ppt/media/f57603.txt>
</file>

<file path=ppt/media/f57604.txt>
</file>

<file path=ppt/media/f57605.txt>
</file>

<file path=ppt/media/f57606.txt>
</file>

<file path=ppt/media/f57607.txt>
</file>

<file path=ppt/media/f57608.txt>
</file>

<file path=ppt/media/f57609.txt>
</file>

<file path=ppt/media/f57610.txt>
</file>

<file path=ppt/media/f57611.txt>
</file>

<file path=ppt/media/f57612.txt>
</file>

<file path=ppt/media/f57613.txt>
</file>

<file path=ppt/media/f57614.txt>
</file>

<file path=ppt/media/f57615.txt>
</file>

<file path=ppt/media/f57616.txt>
</file>

<file path=ppt/media/f57617.txt>
</file>

<file path=ppt/media/f57618.txt>
</file>

<file path=ppt/media/f57619.txt>
</file>

<file path=ppt/media/f57620.txt>
</file>

<file path=ppt/media/f57621.txt>
</file>

<file path=ppt/media/f57622.txt>
</file>

<file path=ppt/media/f57623.txt>
</file>

<file path=ppt/media/f57624.txt>
</file>

<file path=ppt/media/f57625.txt>
</file>

<file path=ppt/media/f57626.txt>
</file>

<file path=ppt/media/f57627.txt>
</file>

<file path=ppt/media/f57628.txt>
</file>

<file path=ppt/media/f57629.txt>
</file>

<file path=ppt/media/f57630.txt>
</file>

<file path=ppt/media/f57631.txt>
</file>

<file path=ppt/media/f57632.txt>
</file>

<file path=ppt/media/f57633.txt>
</file>

<file path=ppt/media/f57634.txt>
</file>

<file path=ppt/media/f57635.txt>
</file>

<file path=ppt/media/f57636.txt>
</file>

<file path=ppt/media/f57637.txt>
</file>

<file path=ppt/media/f57638.txt>
</file>

<file path=ppt/media/f57639.txt>
</file>

<file path=ppt/media/f57640.txt>
</file>

<file path=ppt/media/f57641.txt>
</file>

<file path=ppt/media/f57642.txt>
</file>

<file path=ppt/media/f57643.txt>
</file>

<file path=ppt/media/f57644.txt>
</file>

<file path=ppt/media/f57645.txt>
</file>

<file path=ppt/media/f57646.txt>
</file>

<file path=ppt/media/f57647.txt>
</file>

<file path=ppt/media/f57648.txt>
</file>

<file path=ppt/media/f57649.txt>
</file>

<file path=ppt/media/f57650.txt>
</file>

<file path=ppt/media/f57651.txt>
</file>

<file path=ppt/media/f57652.txt>
</file>

<file path=ppt/media/f57653.txt>
</file>

<file path=ppt/media/f57654.txt>
</file>

<file path=ppt/media/f57655.txt>
</file>

<file path=ppt/media/f57656.txt>
</file>

<file path=ppt/media/f57657.txt>
</file>

<file path=ppt/media/f57658.txt>
</file>

<file path=ppt/media/f57659.txt>
</file>

<file path=ppt/media/f57660.txt>
</file>

<file path=ppt/media/f57661.txt>
</file>

<file path=ppt/media/f57662.txt>
</file>

<file path=ppt/media/f57663.txt>
</file>

<file path=ppt/media/f57664.txt>
</file>

<file path=ppt/media/f57665.txt>
</file>

<file path=ppt/media/f57666.txt>
</file>

<file path=ppt/media/f57667.txt>
</file>

<file path=ppt/media/f57668.txt>
</file>

<file path=ppt/media/f57669.txt>
</file>

<file path=ppt/media/f57670.txt>
</file>

<file path=ppt/media/f57671.txt>
</file>

<file path=ppt/media/f57672.txt>
</file>

<file path=ppt/media/f57673.txt>
</file>

<file path=ppt/media/f57674.txt>
</file>

<file path=ppt/media/f57675.txt>
</file>

<file path=ppt/media/f57676.txt>
</file>

<file path=ppt/media/f57677.txt>
</file>

<file path=ppt/media/f57678.txt>
</file>

<file path=ppt/media/f57679.txt>
</file>

<file path=ppt/media/f57680.txt>
</file>

<file path=ppt/media/f57681.txt>
</file>

<file path=ppt/media/f57682.txt>
</file>

<file path=ppt/media/f57683.txt>
</file>

<file path=ppt/media/f57684.txt>
</file>

<file path=ppt/media/f57685.txt>
</file>

<file path=ppt/media/f57686.txt>
</file>

<file path=ppt/media/f57687.txt>
</file>

<file path=ppt/media/f57688.txt>
</file>

<file path=ppt/media/f57689.txt>
</file>

<file path=ppt/media/f57690.txt>
</file>

<file path=ppt/media/f57691.txt>
</file>

<file path=ppt/media/f57692.txt>
</file>

<file path=ppt/media/f57693.txt>
</file>

<file path=ppt/media/f57694.txt>
</file>

<file path=ppt/media/f57695.txt>
</file>

<file path=ppt/media/f57696.txt>
</file>

<file path=ppt/media/f57697.txt>
</file>

<file path=ppt/media/f57698.txt>
</file>

<file path=ppt/media/f57699.txt>
</file>

<file path=ppt/media/f57700.txt>
</file>

<file path=ppt/media/f57701.txt>
</file>

<file path=ppt/media/f57702.txt>
</file>

<file path=ppt/media/f57703.txt>
</file>

<file path=ppt/media/f57704.txt>
</file>

<file path=ppt/media/f57705.txt>
</file>

<file path=ppt/media/f57706.txt>
</file>

<file path=ppt/media/f57707.txt>
</file>

<file path=ppt/media/f57708.txt>
</file>

<file path=ppt/media/f57709.txt>
</file>

<file path=ppt/media/f57710.txt>
</file>

<file path=ppt/media/f57711.txt>
</file>

<file path=ppt/media/f57712.txt>
</file>

<file path=ppt/media/f57713.txt>
</file>

<file path=ppt/media/f57714.txt>
</file>

<file path=ppt/media/f57715.txt>
</file>

<file path=ppt/media/f57716.txt>
</file>

<file path=ppt/media/f57717.txt>
</file>

<file path=ppt/media/f57718.txt>
</file>

<file path=ppt/media/f57719.txt>
</file>

<file path=ppt/media/f57720.txt>
</file>

<file path=ppt/media/f57721.txt>
</file>

<file path=ppt/media/f57722.txt>
</file>

<file path=ppt/media/f57723.txt>
</file>

<file path=ppt/media/f57724.txt>
</file>

<file path=ppt/media/f57725.txt>
</file>

<file path=ppt/media/f57726.txt>
</file>

<file path=ppt/media/f57727.txt>
</file>

<file path=ppt/media/f57728.txt>
</file>

<file path=ppt/media/f57729.txt>
</file>

<file path=ppt/media/f57730.txt>
</file>

<file path=ppt/media/f57731.txt>
</file>

<file path=ppt/media/f57732.txt>
</file>

<file path=ppt/media/f57733.txt>
</file>

<file path=ppt/media/f57734.txt>
</file>

<file path=ppt/media/f57735.txt>
</file>

<file path=ppt/media/f57736.txt>
</file>

<file path=ppt/media/f57737.txt>
</file>

<file path=ppt/media/f57738.txt>
</file>

<file path=ppt/media/f57739.txt>
</file>

<file path=ppt/media/f57740.txt>
</file>

<file path=ppt/media/f57741.txt>
</file>

<file path=ppt/media/f57742.txt>
</file>

<file path=ppt/media/f57743.txt>
</file>

<file path=ppt/media/f57744.txt>
</file>

<file path=ppt/media/f57745.txt>
</file>

<file path=ppt/media/f57746.txt>
</file>

<file path=ppt/media/f57747.txt>
</file>

<file path=ppt/media/f57748.txt>
</file>

<file path=ppt/media/f57749.txt>
</file>

<file path=ppt/media/f57750.txt>
</file>

<file path=ppt/media/f57751.txt>
</file>

<file path=ppt/media/f57752.txt>
</file>

<file path=ppt/media/f57753.txt>
</file>

<file path=ppt/media/f57754.txt>
</file>

<file path=ppt/media/f57755.txt>
</file>

<file path=ppt/media/f57756.txt>
</file>

<file path=ppt/media/f57757.txt>
</file>

<file path=ppt/media/f57758.txt>
</file>

<file path=ppt/media/f57759.txt>
</file>

<file path=ppt/media/f57760.txt>
</file>

<file path=ppt/media/f57761.txt>
</file>

<file path=ppt/media/f57762.txt>
</file>

<file path=ppt/media/f57763.txt>
</file>

<file path=ppt/media/f57764.txt>
</file>

<file path=ppt/media/f57765.txt>
</file>

<file path=ppt/media/f57766.txt>
</file>

<file path=ppt/media/f57767.txt>
</file>

<file path=ppt/media/f57768.txt>
</file>

<file path=ppt/media/f57769.txt>
</file>

<file path=ppt/media/f57770.txt>
</file>

<file path=ppt/media/f57771.txt>
</file>

<file path=ppt/media/f57772.txt>
</file>

<file path=ppt/media/f57773.txt>
</file>

<file path=ppt/media/f57774.txt>
</file>

<file path=ppt/media/f57775.txt>
</file>

<file path=ppt/media/f57776.txt>
</file>

<file path=ppt/media/f57777.txt>
</file>

<file path=ppt/media/f57778.txt>
</file>

<file path=ppt/media/f57779.txt>
</file>

<file path=ppt/media/f57780.txt>
</file>

<file path=ppt/media/f57781.txt>
</file>

<file path=ppt/media/f57782.txt>
</file>

<file path=ppt/media/f57783.txt>
</file>

<file path=ppt/media/f57784.txt>
</file>

<file path=ppt/media/f57785.txt>
</file>

<file path=ppt/media/f57786.txt>
</file>

<file path=ppt/media/f57787.txt>
</file>

<file path=ppt/media/f57788.txt>
</file>

<file path=ppt/media/f57789.txt>
</file>

<file path=ppt/media/f57790.txt>
</file>

<file path=ppt/media/f57791.txt>
</file>

<file path=ppt/media/f57792.txt>
</file>

<file path=ppt/media/f57793.txt>
</file>

<file path=ppt/media/f57794.txt>
</file>

<file path=ppt/media/f57795.txt>
</file>

<file path=ppt/media/f57796.txt>
</file>

<file path=ppt/media/f57797.txt>
</file>

<file path=ppt/media/f57798.txt>
</file>

<file path=ppt/media/f57799.txt>
</file>

<file path=ppt/media/f57800.txt>
</file>

<file path=ppt/media/f57801.txt>
</file>

<file path=ppt/media/f57802.txt>
</file>

<file path=ppt/media/f57803.txt>
</file>

<file path=ppt/media/f57804.txt>
</file>

<file path=ppt/media/f57805.txt>
</file>

<file path=ppt/media/f57806.txt>
</file>

<file path=ppt/media/f57807.txt>
</file>

<file path=ppt/media/f57808.txt>
</file>

<file path=ppt/media/f57809.txt>
</file>

<file path=ppt/media/f57810.txt>
</file>

<file path=ppt/media/f57811.txt>
</file>

<file path=ppt/media/f57812.txt>
</file>

<file path=ppt/media/f57813.txt>
</file>

<file path=ppt/media/f57814.txt>
</file>

<file path=ppt/media/f57815.txt>
</file>

<file path=ppt/media/f57816.txt>
</file>

<file path=ppt/media/f57817.txt>
</file>

<file path=ppt/media/f57818.txt>
</file>

<file path=ppt/media/f57819.txt>
</file>

<file path=ppt/media/f57820.txt>
</file>

<file path=ppt/media/f57821.txt>
</file>

<file path=ppt/media/f57822.txt>
</file>

<file path=ppt/media/f57823.txt>
</file>

<file path=ppt/media/f57824.txt>
</file>

<file path=ppt/media/f57825.txt>
</file>

<file path=ppt/media/f57826.txt>
</file>

<file path=ppt/media/f57827.txt>
</file>

<file path=ppt/media/f57828.txt>
</file>

<file path=ppt/media/f57829.txt>
</file>

<file path=ppt/media/f57830.txt>
</file>

<file path=ppt/media/f57831.txt>
</file>

<file path=ppt/media/f57832.txt>
</file>

<file path=ppt/media/f57833.txt>
</file>

<file path=ppt/media/f57834.txt>
</file>

<file path=ppt/media/f57835.txt>
</file>

<file path=ppt/media/f57836.txt>
</file>

<file path=ppt/media/f57837.txt>
</file>

<file path=ppt/media/f57838.txt>
</file>

<file path=ppt/media/f57839.txt>
</file>

<file path=ppt/media/f57840.txt>
</file>

<file path=ppt/media/f57841.txt>
</file>

<file path=ppt/media/f57842.txt>
</file>

<file path=ppt/media/f57843.txt>
</file>

<file path=ppt/media/f57844.txt>
</file>

<file path=ppt/media/f57845.txt>
</file>

<file path=ppt/media/f57846.txt>
</file>

<file path=ppt/media/f57847.txt>
</file>

<file path=ppt/media/f57848.txt>
</file>

<file path=ppt/media/f57849.txt>
</file>

<file path=ppt/media/f57850.txt>
</file>

<file path=ppt/media/f57851.txt>
</file>

<file path=ppt/media/f57852.txt>
</file>

<file path=ppt/media/f57853.txt>
</file>

<file path=ppt/media/f57854.txt>
</file>

<file path=ppt/media/f57855.txt>
</file>

<file path=ppt/media/f57856.txt>
</file>

<file path=ppt/media/f57857.txt>
</file>

<file path=ppt/media/f57858.txt>
</file>

<file path=ppt/media/f57859.txt>
</file>

<file path=ppt/media/f57860.txt>
</file>

<file path=ppt/media/f57861.txt>
</file>

<file path=ppt/media/f57862.txt>
</file>

<file path=ppt/media/f57863.txt>
</file>

<file path=ppt/media/f57864.txt>
</file>

<file path=ppt/media/f57865.txt>
</file>

<file path=ppt/media/f57866.txt>
</file>

<file path=ppt/media/f57867.txt>
</file>

<file path=ppt/media/f57868.txt>
</file>

<file path=ppt/media/f57869.txt>
</file>

<file path=ppt/media/f57870.txt>
</file>

<file path=ppt/media/f57871.txt>
</file>

<file path=ppt/media/f57872.txt>
</file>

<file path=ppt/media/f57873.txt>
</file>

<file path=ppt/media/f57874.txt>
</file>

<file path=ppt/media/f57875.txt>
</file>

<file path=ppt/media/f57876.txt>
</file>

<file path=ppt/media/f57877.txt>
</file>

<file path=ppt/media/f57878.txt>
</file>

<file path=ppt/media/f57879.txt>
</file>

<file path=ppt/media/f57880.txt>
</file>

<file path=ppt/media/f57881.txt>
</file>

<file path=ppt/media/f57882.txt>
</file>

<file path=ppt/media/f57883.txt>
</file>

<file path=ppt/media/f57884.txt>
</file>

<file path=ppt/media/f57885.txt>
</file>

<file path=ppt/media/f57886.txt>
</file>

<file path=ppt/media/f57887.txt>
</file>

<file path=ppt/media/f57888.txt>
</file>

<file path=ppt/media/f57889.txt>
</file>

<file path=ppt/media/f57890.txt>
</file>

<file path=ppt/media/f57891.txt>
</file>

<file path=ppt/media/f57892.txt>
</file>

<file path=ppt/media/f57893.txt>
</file>

<file path=ppt/media/f57894.txt>
</file>

<file path=ppt/media/f57895.txt>
</file>

<file path=ppt/media/f57896.txt>
</file>

<file path=ppt/media/f57897.txt>
</file>

<file path=ppt/media/f57898.txt>
</file>

<file path=ppt/media/f57899.txt>
</file>

<file path=ppt/media/f57900.txt>
</file>

<file path=ppt/media/f57901.txt>
</file>

<file path=ppt/media/f57902.txt>
</file>

<file path=ppt/media/f57903.txt>
</file>

<file path=ppt/media/f57904.txt>
</file>

<file path=ppt/media/f57905.txt>
</file>

<file path=ppt/media/f57906.txt>
</file>

<file path=ppt/media/f57907.txt>
</file>

<file path=ppt/media/f57908.txt>
</file>

<file path=ppt/media/f57909.txt>
</file>

<file path=ppt/media/f57910.txt>
</file>

<file path=ppt/media/f57911.txt>
</file>

<file path=ppt/media/f57912.txt>
</file>

<file path=ppt/media/f57913.txt>
</file>

<file path=ppt/media/f57914.txt>
</file>

<file path=ppt/media/f57915.txt>
</file>

<file path=ppt/media/f57916.txt>
</file>

<file path=ppt/media/f57917.txt>
</file>

<file path=ppt/media/f57918.txt>
</file>

<file path=ppt/media/f57919.txt>
</file>

<file path=ppt/media/f57920.txt>
</file>

<file path=ppt/media/f57921.txt>
</file>

<file path=ppt/media/f57922.txt>
</file>

<file path=ppt/media/f57923.txt>
</file>

<file path=ppt/media/f57924.txt>
</file>

<file path=ppt/media/f57925.txt>
</file>

<file path=ppt/media/f57926.txt>
</file>

<file path=ppt/media/f57927.txt>
</file>

<file path=ppt/media/f57928.txt>
</file>

<file path=ppt/media/f57929.txt>
</file>

<file path=ppt/media/f57930.txt>
</file>

<file path=ppt/media/f57931.txt>
</file>

<file path=ppt/media/f57932.txt>
</file>

<file path=ppt/media/f57933.txt>
</file>

<file path=ppt/media/f57934.txt>
</file>

<file path=ppt/media/f57935.txt>
</file>

<file path=ppt/media/f57936.txt>
</file>

<file path=ppt/media/f57937.txt>
</file>

<file path=ppt/media/f57938.txt>
</file>

<file path=ppt/media/f57939.txt>
</file>

<file path=ppt/media/f57940.txt>
</file>

<file path=ppt/media/f57941.txt>
</file>

<file path=ppt/media/f57942.txt>
</file>

<file path=ppt/media/f57943.txt>
</file>

<file path=ppt/media/f57944.txt>
</file>

<file path=ppt/media/f57945.txt>
</file>

<file path=ppt/media/f57946.txt>
</file>

<file path=ppt/media/f57947.txt>
</file>

<file path=ppt/media/f57948.txt>
</file>

<file path=ppt/media/f57949.txt>
</file>

<file path=ppt/media/f57950.txt>
</file>

<file path=ppt/media/f57951.txt>
</file>

<file path=ppt/media/f57952.txt>
</file>

<file path=ppt/media/f57953.txt>
</file>

<file path=ppt/media/f57954.txt>
</file>

<file path=ppt/media/f57955.txt>
</file>

<file path=ppt/media/f57956.txt>
</file>

<file path=ppt/media/f57957.txt>
</file>

<file path=ppt/media/f57958.txt>
</file>

<file path=ppt/media/f57959.txt>
</file>

<file path=ppt/media/f57960.txt>
</file>

<file path=ppt/media/f57961.txt>
</file>

<file path=ppt/media/f57962.txt>
</file>

<file path=ppt/media/f57963.txt>
</file>

<file path=ppt/media/f57964.txt>
</file>

<file path=ppt/media/f57965.txt>
</file>

<file path=ppt/media/f57966.txt>
</file>

<file path=ppt/media/f57967.txt>
</file>

<file path=ppt/media/f57968.txt>
</file>

<file path=ppt/media/f57969.txt>
</file>

<file path=ppt/media/f57970.txt>
</file>

<file path=ppt/media/f57971.txt>
</file>

<file path=ppt/media/f57972.txt>
</file>

<file path=ppt/media/f57973.txt>
</file>

<file path=ppt/media/f57974.txt>
</file>

<file path=ppt/media/f57975.txt>
</file>

<file path=ppt/media/f57976.txt>
</file>

<file path=ppt/media/f57977.txt>
</file>

<file path=ppt/media/f57978.txt>
</file>

<file path=ppt/media/f57979.txt>
</file>

<file path=ppt/media/f57980.txt>
</file>

<file path=ppt/media/f57981.txt>
</file>

<file path=ppt/media/f57982.txt>
</file>

<file path=ppt/media/f57983.txt>
</file>

<file path=ppt/media/f57984.txt>
</file>

<file path=ppt/media/f57985.txt>
</file>

<file path=ppt/media/f57986.txt>
</file>

<file path=ppt/media/f57987.txt>
</file>

<file path=ppt/media/f57988.txt>
</file>

<file path=ppt/media/f57989.txt>
</file>

<file path=ppt/media/f57990.txt>
</file>

<file path=ppt/media/f57991.txt>
</file>

<file path=ppt/media/f57992.txt>
</file>

<file path=ppt/media/f57993.txt>
</file>

<file path=ppt/media/f57994.txt>
</file>

<file path=ppt/media/f57995.txt>
</file>

<file path=ppt/media/f57996.txt>
</file>

<file path=ppt/media/f57997.txt>
</file>

<file path=ppt/media/f57998.txt>
</file>

<file path=ppt/media/f57999.txt>
</file>

<file path=ppt/media/f58000.txt>
</file>

<file path=ppt/media/f58001.txt>
</file>

<file path=ppt/media/f58002.txt>
</file>

<file path=ppt/media/f58003.txt>
</file>

<file path=ppt/media/f58004.txt>
</file>

<file path=ppt/media/f58005.txt>
</file>

<file path=ppt/media/f58006.txt>
</file>

<file path=ppt/media/f58007.txt>
</file>

<file path=ppt/media/f58008.txt>
</file>

<file path=ppt/media/f58009.txt>
</file>

<file path=ppt/media/f58010.txt>
</file>

<file path=ppt/media/f58011.txt>
</file>

<file path=ppt/media/f58012.txt>
</file>

<file path=ppt/media/f58013.txt>
</file>

<file path=ppt/media/f58014.txt>
</file>

<file path=ppt/media/f58015.txt>
</file>

<file path=ppt/media/f58016.txt>
</file>

<file path=ppt/media/f58017.txt>
</file>

<file path=ppt/media/f58018.txt>
</file>

<file path=ppt/media/f58019.txt>
</file>

<file path=ppt/media/f58020.txt>
</file>

<file path=ppt/media/f58021.txt>
</file>

<file path=ppt/media/f58022.txt>
</file>

<file path=ppt/media/f58023.txt>
</file>

<file path=ppt/media/f58024.txt>
</file>

<file path=ppt/media/f58025.txt>
</file>

<file path=ppt/media/f58026.txt>
</file>

<file path=ppt/media/f58027.txt>
</file>

<file path=ppt/media/f58028.txt>
</file>

<file path=ppt/media/f58029.txt>
</file>

<file path=ppt/media/f58030.txt>
</file>

<file path=ppt/media/f58031.txt>
</file>

<file path=ppt/media/f58032.txt>
</file>

<file path=ppt/media/f58033.txt>
</file>

<file path=ppt/media/f58034.txt>
</file>

<file path=ppt/media/f58035.txt>
</file>

<file path=ppt/media/f58036.txt>
</file>

<file path=ppt/media/f58037.txt>
</file>

<file path=ppt/media/f58038.txt>
</file>

<file path=ppt/media/f58039.txt>
</file>

<file path=ppt/media/f58040.txt>
</file>

<file path=ppt/media/f58041.txt>
</file>

<file path=ppt/media/f58042.txt>
</file>

<file path=ppt/media/f58043.txt>
</file>

<file path=ppt/media/f58044.txt>
</file>

<file path=ppt/media/f58045.txt>
</file>

<file path=ppt/media/f58046.txt>
</file>

<file path=ppt/media/f58047.txt>
</file>

<file path=ppt/media/f58048.txt>
</file>

<file path=ppt/media/f58049.txt>
</file>

<file path=ppt/media/f58050.txt>
</file>

<file path=ppt/media/f58051.txt>
</file>

<file path=ppt/media/f58052.txt>
</file>

<file path=ppt/media/f58053.txt>
</file>

<file path=ppt/media/f58054.txt>
</file>

<file path=ppt/media/f58055.txt>
</file>

<file path=ppt/media/f58056.txt>
</file>

<file path=ppt/media/f58057.txt>
</file>

<file path=ppt/media/f58058.txt>
</file>

<file path=ppt/media/f58059.txt>
</file>

<file path=ppt/media/f58060.txt>
</file>

<file path=ppt/media/f58061.txt>
</file>

<file path=ppt/media/f58062.txt>
</file>

<file path=ppt/media/f58063.txt>
</file>

<file path=ppt/media/f58064.txt>
</file>

<file path=ppt/media/f58065.txt>
</file>

<file path=ppt/media/f58066.txt>
</file>

<file path=ppt/media/f58067.txt>
</file>

<file path=ppt/media/f58068.txt>
</file>

<file path=ppt/media/f58069.txt>
</file>

<file path=ppt/media/f58070.txt>
</file>

<file path=ppt/media/f58071.txt>
</file>

<file path=ppt/media/f58072.txt>
</file>

<file path=ppt/media/f58073.txt>
</file>

<file path=ppt/media/f58074.txt>
</file>

<file path=ppt/media/f58075.txt>
</file>

<file path=ppt/media/f58076.txt>
</file>

<file path=ppt/media/f58077.txt>
</file>

<file path=ppt/media/f58078.txt>
</file>

<file path=ppt/media/f58079.txt>
</file>

<file path=ppt/media/f58080.txt>
</file>

<file path=ppt/media/f58081.txt>
</file>

<file path=ppt/media/f58082.txt>
</file>

<file path=ppt/media/f58083.txt>
</file>

<file path=ppt/media/f58084.txt>
</file>

<file path=ppt/media/f58085.txt>
</file>

<file path=ppt/media/f58086.txt>
</file>

<file path=ppt/media/f58087.txt>
</file>

<file path=ppt/media/f58088.txt>
</file>

<file path=ppt/media/f58089.txt>
</file>

<file path=ppt/media/f58090.txt>
</file>

<file path=ppt/media/f58091.txt>
</file>

<file path=ppt/media/f58092.txt>
</file>

<file path=ppt/media/f58093.txt>
</file>

<file path=ppt/media/f58094.txt>
</file>

<file path=ppt/media/f58095.txt>
</file>

<file path=ppt/media/f58096.txt>
</file>

<file path=ppt/media/f58097.txt>
</file>

<file path=ppt/media/f58098.txt>
</file>

<file path=ppt/media/f58099.txt>
</file>

<file path=ppt/media/f58100.txt>
</file>

<file path=ppt/media/f58101.txt>
</file>

<file path=ppt/media/f58102.txt>
</file>

<file path=ppt/media/f58103.txt>
</file>

<file path=ppt/media/f58104.txt>
</file>

<file path=ppt/media/f58105.txt>
</file>

<file path=ppt/media/f58106.txt>
</file>

<file path=ppt/media/f58107.txt>
</file>

<file path=ppt/media/f58108.txt>
</file>

<file path=ppt/media/f58109.txt>
</file>

<file path=ppt/media/f58110.txt>
</file>

<file path=ppt/media/f58111.txt>
</file>

<file path=ppt/media/f58112.txt>
</file>

<file path=ppt/media/f58113.txt>
</file>

<file path=ppt/media/f58114.txt>
</file>

<file path=ppt/media/f58115.txt>
</file>

<file path=ppt/media/f58116.txt>
</file>

<file path=ppt/media/f58117.txt>
</file>

<file path=ppt/media/f58118.txt>
</file>

<file path=ppt/media/f58119.txt>
</file>

<file path=ppt/media/f58120.txt>
</file>

<file path=ppt/media/f58121.txt>
</file>

<file path=ppt/media/f58122.txt>
</file>

<file path=ppt/media/f58123.txt>
</file>

<file path=ppt/media/f58124.txt>
</file>

<file path=ppt/media/f58125.txt>
</file>

<file path=ppt/media/f58126.txt>
</file>

<file path=ppt/media/f58127.txt>
</file>

<file path=ppt/media/f58128.txt>
</file>

<file path=ppt/media/f58129.txt>
</file>

<file path=ppt/media/f58130.txt>
</file>

<file path=ppt/media/f58131.txt>
</file>

<file path=ppt/media/f58132.txt>
</file>

<file path=ppt/media/f58133.txt>
</file>

<file path=ppt/media/f58134.txt>
</file>

<file path=ppt/media/f58135.txt>
</file>

<file path=ppt/media/f58136.txt>
</file>

<file path=ppt/media/f58137.txt>
</file>

<file path=ppt/media/f58138.txt>
</file>

<file path=ppt/media/f58139.txt>
</file>

<file path=ppt/media/f58140.txt>
</file>

<file path=ppt/media/f58141.txt>
</file>

<file path=ppt/media/f58142.txt>
</file>

<file path=ppt/media/f58143.txt>
</file>

<file path=ppt/media/f58144.txt>
</file>

<file path=ppt/media/f58145.txt>
</file>

<file path=ppt/media/f58146.txt>
</file>

<file path=ppt/media/f58147.txt>
</file>

<file path=ppt/media/f58148.txt>
</file>

<file path=ppt/media/f58149.txt>
</file>

<file path=ppt/media/f58150.txt>
</file>

<file path=ppt/media/f58151.txt>
</file>

<file path=ppt/media/f58152.txt>
</file>

<file path=ppt/media/f58153.txt>
</file>

<file path=ppt/media/f58154.txt>
</file>

<file path=ppt/media/f58155.txt>
</file>

<file path=ppt/media/f58156.txt>
</file>

<file path=ppt/media/f58157.txt>
</file>

<file path=ppt/media/f58158.txt>
</file>

<file path=ppt/media/f58159.txt>
</file>

<file path=ppt/media/f58160.txt>
</file>

<file path=ppt/media/f58161.txt>
</file>

<file path=ppt/media/f58162.txt>
</file>

<file path=ppt/media/f58163.txt>
</file>

<file path=ppt/media/f58164.txt>
</file>

<file path=ppt/media/f58165.txt>
</file>

<file path=ppt/media/f58166.txt>
</file>

<file path=ppt/media/f58167.txt>
</file>

<file path=ppt/media/f58168.txt>
</file>

<file path=ppt/media/f58169.txt>
</file>

<file path=ppt/media/f58170.txt>
</file>

<file path=ppt/media/f58171.txt>
</file>

<file path=ppt/media/f58172.txt>
</file>

<file path=ppt/media/f58173.txt>
</file>

<file path=ppt/media/f58174.txt>
</file>

<file path=ppt/media/f58175.txt>
</file>

<file path=ppt/media/f58176.txt>
</file>

<file path=ppt/media/f58177.txt>
</file>

<file path=ppt/media/f58178.txt>
</file>

<file path=ppt/media/f58179.txt>
</file>

<file path=ppt/media/f58180.txt>
</file>

<file path=ppt/media/f58181.txt>
</file>

<file path=ppt/media/f58182.txt>
</file>

<file path=ppt/media/f58183.txt>
</file>

<file path=ppt/media/f58184.txt>
</file>

<file path=ppt/media/f58185.txt>
</file>

<file path=ppt/media/f58186.txt>
</file>

<file path=ppt/media/f58187.txt>
</file>

<file path=ppt/media/f58188.txt>
</file>

<file path=ppt/media/f58189.txt>
</file>

<file path=ppt/media/f58190.txt>
</file>

<file path=ppt/media/f58191.txt>
</file>

<file path=ppt/media/f58192.txt>
</file>

<file path=ppt/media/f58193.txt>
</file>

<file path=ppt/media/f58194.txt>
</file>

<file path=ppt/media/f58195.txt>
</file>

<file path=ppt/media/f58196.txt>
</file>

<file path=ppt/media/f58197.txt>
</file>

<file path=ppt/media/f58198.txt>
</file>

<file path=ppt/media/f58199.txt>
</file>

<file path=ppt/media/f58200.txt>
</file>

<file path=ppt/media/f58201.txt>
</file>

<file path=ppt/media/f58202.txt>
</file>

<file path=ppt/media/f58203.txt>
</file>

<file path=ppt/media/f58204.txt>
</file>

<file path=ppt/media/f58205.txt>
</file>

<file path=ppt/media/f58206.txt>
</file>

<file path=ppt/media/f58207.txt>
</file>

<file path=ppt/media/f58208.txt>
</file>

<file path=ppt/media/f58209.txt>
</file>

<file path=ppt/media/f58210.txt>
</file>

<file path=ppt/media/f58211.txt>
</file>

<file path=ppt/media/f58212.txt>
</file>

<file path=ppt/media/f58213.txt>
</file>

<file path=ppt/media/f58214.txt>
</file>

<file path=ppt/media/f58215.txt>
</file>

<file path=ppt/media/f58216.txt>
</file>

<file path=ppt/media/f58217.txt>
</file>

<file path=ppt/media/f58218.txt>
</file>

<file path=ppt/media/f58219.txt>
</file>

<file path=ppt/media/f58220.txt>
</file>

<file path=ppt/media/f58221.txt>
</file>

<file path=ppt/media/f58222.txt>
</file>

<file path=ppt/media/f58223.txt>
</file>

<file path=ppt/media/f58224.txt>
</file>

<file path=ppt/media/f58225.txt>
</file>

<file path=ppt/media/f58226.txt>
</file>

<file path=ppt/media/f58227.txt>
</file>

<file path=ppt/media/f58228.txt>
</file>

<file path=ppt/media/f58229.txt>
</file>

<file path=ppt/media/f58230.txt>
</file>

<file path=ppt/media/f58231.txt>
</file>

<file path=ppt/media/f58232.txt>
</file>

<file path=ppt/media/f58233.txt>
</file>

<file path=ppt/media/f58234.txt>
</file>

<file path=ppt/media/f58235.txt>
</file>

<file path=ppt/media/f58236.txt>
</file>

<file path=ppt/media/f58237.txt>
</file>

<file path=ppt/media/f58238.txt>
</file>

<file path=ppt/media/f58239.txt>
</file>

<file path=ppt/media/f58240.txt>
</file>

<file path=ppt/media/f58241.txt>
</file>

<file path=ppt/media/f58242.txt>
</file>

<file path=ppt/media/f58243.txt>
</file>

<file path=ppt/media/f58244.txt>
</file>

<file path=ppt/media/f58245.txt>
</file>

<file path=ppt/media/f58246.txt>
</file>

<file path=ppt/media/f58247.txt>
</file>

<file path=ppt/media/f58248.txt>
</file>

<file path=ppt/media/f58249.txt>
</file>

<file path=ppt/media/f58250.txt>
</file>

<file path=ppt/media/f58251.txt>
</file>

<file path=ppt/media/f58252.txt>
</file>

<file path=ppt/media/f58253.txt>
</file>

<file path=ppt/media/f58254.txt>
</file>

<file path=ppt/media/f58255.txt>
</file>

<file path=ppt/media/f58256.txt>
</file>

<file path=ppt/media/f58257.txt>
</file>

<file path=ppt/media/f58258.txt>
</file>

<file path=ppt/media/f58259.txt>
</file>

<file path=ppt/media/f58260.txt>
</file>

<file path=ppt/media/f58261.txt>
</file>

<file path=ppt/media/f58262.txt>
</file>

<file path=ppt/media/f58263.txt>
</file>

<file path=ppt/media/f58264.txt>
</file>

<file path=ppt/media/f58265.txt>
</file>

<file path=ppt/media/f58266.txt>
</file>

<file path=ppt/media/f58267.txt>
</file>

<file path=ppt/media/f58268.txt>
</file>

<file path=ppt/media/f58269.txt>
</file>

<file path=ppt/media/f58270.txt>
</file>

<file path=ppt/media/f58271.txt>
</file>

<file path=ppt/media/f58272.txt>
</file>

<file path=ppt/media/f58273.txt>
</file>

<file path=ppt/media/f58274.txt>
</file>

<file path=ppt/media/f58275.txt>
</file>

<file path=ppt/media/f58276.txt>
</file>

<file path=ppt/media/f58277.txt>
</file>

<file path=ppt/media/f58278.txt>
</file>

<file path=ppt/media/f58279.txt>
</file>

<file path=ppt/media/f58280.txt>
</file>

<file path=ppt/media/f58281.txt>
</file>

<file path=ppt/media/f58282.txt>
</file>

<file path=ppt/media/f58283.txt>
</file>

<file path=ppt/media/f58284.txt>
</file>

<file path=ppt/media/f58285.txt>
</file>

<file path=ppt/media/f58286.txt>
</file>

<file path=ppt/media/f58287.txt>
</file>

<file path=ppt/media/f58288.txt>
</file>

<file path=ppt/media/f58289.txt>
</file>

<file path=ppt/media/f58290.txt>
</file>

<file path=ppt/media/f58291.txt>
</file>

<file path=ppt/media/f58292.txt>
</file>

<file path=ppt/media/f58293.txt>
</file>

<file path=ppt/media/f58294.txt>
</file>

<file path=ppt/media/f58295.txt>
</file>

<file path=ppt/media/f58296.txt>
</file>

<file path=ppt/media/f58297.txt>
</file>

<file path=ppt/media/f58298.txt>
</file>

<file path=ppt/media/f58299.txt>
</file>

<file path=ppt/media/f58300.txt>
</file>

<file path=ppt/media/f58301.txt>
</file>

<file path=ppt/media/f58302.txt>
</file>

<file path=ppt/media/f58303.txt>
</file>

<file path=ppt/media/f58304.txt>
</file>

<file path=ppt/media/f58305.txt>
</file>

<file path=ppt/media/f58306.txt>
</file>

<file path=ppt/media/f58307.txt>
</file>

<file path=ppt/media/f58308.txt>
</file>

<file path=ppt/media/f58309.txt>
</file>

<file path=ppt/media/f58310.txt>
</file>

<file path=ppt/media/f58311.txt>
</file>

<file path=ppt/media/f58312.txt>
</file>

<file path=ppt/media/f58313.txt>
</file>

<file path=ppt/media/f58314.txt>
</file>

<file path=ppt/media/f58315.txt>
</file>

<file path=ppt/media/f58316.txt>
</file>

<file path=ppt/media/f58317.txt>
</file>

<file path=ppt/media/f58318.txt>
</file>

<file path=ppt/media/f58319.txt>
</file>

<file path=ppt/media/f58320.txt>
</file>

<file path=ppt/media/f58321.txt>
</file>

<file path=ppt/media/f58322.txt>
</file>

<file path=ppt/media/f58323.txt>
</file>

<file path=ppt/media/f58324.txt>
</file>

<file path=ppt/media/f58325.txt>
</file>

<file path=ppt/media/f58326.txt>
</file>

<file path=ppt/media/f58327.txt>
</file>

<file path=ppt/media/f58328.txt>
</file>

<file path=ppt/media/f58329.txt>
</file>

<file path=ppt/media/f58330.txt>
</file>

<file path=ppt/media/f58331.txt>
</file>

<file path=ppt/media/f58332.txt>
</file>

<file path=ppt/media/f58333.txt>
</file>

<file path=ppt/media/f58334.txt>
</file>

<file path=ppt/media/f58335.txt>
</file>

<file path=ppt/media/f58336.txt>
</file>

<file path=ppt/media/f58337.txt>
</file>

<file path=ppt/media/f58338.txt>
</file>

<file path=ppt/media/f58339.txt>
</file>

<file path=ppt/media/f58340.txt>
</file>

<file path=ppt/media/f58341.txt>
</file>

<file path=ppt/media/f58342.txt>
</file>

<file path=ppt/media/f58343.txt>
</file>

<file path=ppt/media/f58344.txt>
</file>

<file path=ppt/media/f58345.txt>
</file>

<file path=ppt/media/f58346.txt>
</file>

<file path=ppt/media/f58347.txt>
</file>

<file path=ppt/media/f58348.txt>
</file>

<file path=ppt/media/f58349.txt>
</file>

<file path=ppt/media/f58350.txt>
</file>

<file path=ppt/media/f58351.txt>
</file>

<file path=ppt/media/f58352.txt>
</file>

<file path=ppt/media/f58353.txt>
</file>

<file path=ppt/media/f58354.txt>
</file>

<file path=ppt/media/f58355.txt>
</file>

<file path=ppt/media/f58356.txt>
</file>

<file path=ppt/media/f58357.txt>
</file>

<file path=ppt/media/f58358.txt>
</file>

<file path=ppt/media/f58359.txt>
</file>

<file path=ppt/media/f58360.txt>
</file>

<file path=ppt/media/f58361.txt>
</file>

<file path=ppt/media/f58362.txt>
</file>

<file path=ppt/media/f58363.txt>
</file>

<file path=ppt/media/f58364.txt>
</file>

<file path=ppt/media/f58365.txt>
</file>

<file path=ppt/media/f58366.txt>
</file>

<file path=ppt/media/f58367.txt>
</file>

<file path=ppt/media/f58368.txt>
</file>

<file path=ppt/media/f58369.txt>
</file>

<file path=ppt/media/f58370.txt>
</file>

<file path=ppt/media/f58371.txt>
</file>

<file path=ppt/media/f58372.txt>
</file>

<file path=ppt/media/f58373.txt>
</file>

<file path=ppt/media/f58374.txt>
</file>

<file path=ppt/media/f58375.txt>
</file>

<file path=ppt/media/f58376.txt>
</file>

<file path=ppt/media/f58377.txt>
</file>

<file path=ppt/media/f58378.txt>
</file>

<file path=ppt/media/f58379.txt>
</file>

<file path=ppt/media/f58380.txt>
</file>

<file path=ppt/media/f58381.txt>
</file>

<file path=ppt/media/f58382.txt>
</file>

<file path=ppt/media/f58383.txt>
</file>

<file path=ppt/media/f58384.txt>
</file>

<file path=ppt/media/f58385.txt>
</file>

<file path=ppt/media/f58386.txt>
</file>

<file path=ppt/media/f58387.txt>
</file>

<file path=ppt/media/f58388.txt>
</file>

<file path=ppt/media/f58389.txt>
</file>

<file path=ppt/media/f58390.txt>
</file>

<file path=ppt/media/f58391.txt>
</file>

<file path=ppt/media/f58392.txt>
</file>

<file path=ppt/media/f58393.txt>
</file>

<file path=ppt/media/f58394.txt>
</file>

<file path=ppt/media/f58395.txt>
</file>

<file path=ppt/media/f58396.txt>
</file>

<file path=ppt/media/f58397.txt>
</file>

<file path=ppt/media/f58398.txt>
</file>

<file path=ppt/media/f58399.txt>
</file>

<file path=ppt/media/f58400.txt>
</file>

<file path=ppt/media/f58401.txt>
</file>

<file path=ppt/media/f58402.txt>
</file>

<file path=ppt/media/f58403.txt>
</file>

<file path=ppt/media/f58404.txt>
</file>

<file path=ppt/media/f58405.txt>
</file>

<file path=ppt/media/f58406.txt>
</file>

<file path=ppt/media/f58407.txt>
</file>

<file path=ppt/media/f58408.txt>
</file>

<file path=ppt/media/f58409.txt>
</file>

<file path=ppt/media/f58410.txt>
</file>

<file path=ppt/media/f58411.txt>
</file>

<file path=ppt/media/f58412.txt>
</file>

<file path=ppt/media/f58413.txt>
</file>

<file path=ppt/media/f58414.txt>
</file>

<file path=ppt/media/f58415.txt>
</file>

<file path=ppt/media/f58416.txt>
</file>

<file path=ppt/media/f58417.txt>
</file>

<file path=ppt/media/f58418.txt>
</file>

<file path=ppt/media/f58419.txt>
</file>

<file path=ppt/media/f58420.txt>
</file>

<file path=ppt/media/f58421.txt>
</file>

<file path=ppt/media/f58422.txt>
</file>

<file path=ppt/media/f58423.txt>
</file>

<file path=ppt/media/f58424.txt>
</file>

<file path=ppt/media/f58425.txt>
</file>

<file path=ppt/media/f58426.txt>
</file>

<file path=ppt/media/f58427.txt>
</file>

<file path=ppt/media/f58428.txt>
</file>

<file path=ppt/media/f58429.txt>
</file>

<file path=ppt/media/f58430.txt>
</file>

<file path=ppt/media/f58431.txt>
</file>

<file path=ppt/media/f58432.txt>
</file>

<file path=ppt/media/f58433.txt>
</file>

<file path=ppt/media/f58434.txt>
</file>

<file path=ppt/media/f58435.txt>
</file>

<file path=ppt/media/f58436.txt>
</file>

<file path=ppt/media/f58437.txt>
</file>

<file path=ppt/media/f58438.txt>
</file>

<file path=ppt/media/f58439.txt>
</file>

<file path=ppt/media/f58440.txt>
</file>

<file path=ppt/media/f58441.txt>
</file>

<file path=ppt/media/f58442.txt>
</file>

<file path=ppt/media/f58443.txt>
</file>

<file path=ppt/media/f58444.txt>
</file>

<file path=ppt/media/f58445.txt>
</file>

<file path=ppt/media/f58446.txt>
</file>

<file path=ppt/media/f58447.txt>
</file>

<file path=ppt/media/f58448.txt>
</file>

<file path=ppt/media/f58449.txt>
</file>

<file path=ppt/media/f58450.txt>
</file>

<file path=ppt/media/f58451.txt>
</file>

<file path=ppt/media/f58452.txt>
</file>

<file path=ppt/media/f58453.txt>
</file>

<file path=ppt/media/f58454.txt>
</file>

<file path=ppt/media/f58455.txt>
</file>

<file path=ppt/media/f58456.txt>
</file>

<file path=ppt/media/f58457.txt>
</file>

<file path=ppt/media/f58458.txt>
</file>

<file path=ppt/media/f58459.txt>
</file>

<file path=ppt/media/f58460.txt>
</file>

<file path=ppt/media/f58461.txt>
</file>

<file path=ppt/media/f58462.txt>
</file>

<file path=ppt/media/f58463.txt>
</file>

<file path=ppt/media/f58464.txt>
</file>

<file path=ppt/media/f58465.txt>
</file>

<file path=ppt/media/f58466.txt>
</file>

<file path=ppt/media/f58467.txt>
</file>

<file path=ppt/media/f58468.txt>
</file>

<file path=ppt/media/f58469.txt>
</file>

<file path=ppt/media/f58470.txt>
</file>

<file path=ppt/media/f58471.txt>
</file>

<file path=ppt/media/f58472.txt>
</file>

<file path=ppt/media/f58473.txt>
</file>

<file path=ppt/media/f58474.txt>
</file>

<file path=ppt/media/f58475.txt>
</file>

<file path=ppt/media/f58476.txt>
</file>

<file path=ppt/media/f58477.txt>
</file>

<file path=ppt/media/f58478.txt>
</file>

<file path=ppt/media/f58479.txt>
</file>

<file path=ppt/media/f58480.txt>
</file>

<file path=ppt/media/f58481.txt>
</file>

<file path=ppt/media/f58482.txt>
</file>

<file path=ppt/media/f58483.txt>
</file>

<file path=ppt/media/f58484.txt>
</file>

<file path=ppt/media/f58485.txt>
</file>

<file path=ppt/media/f58486.txt>
</file>

<file path=ppt/media/f58487.txt>
</file>

<file path=ppt/media/f58488.txt>
</file>

<file path=ppt/media/f58489.txt>
</file>

<file path=ppt/media/f58490.txt>
</file>

<file path=ppt/media/f58491.txt>
</file>

<file path=ppt/media/f58492.txt>
</file>

<file path=ppt/media/f58493.txt>
</file>

<file path=ppt/media/f58494.txt>
</file>

<file path=ppt/media/f58495.txt>
</file>

<file path=ppt/media/f58496.txt>
</file>

<file path=ppt/media/f58497.txt>
</file>

<file path=ppt/media/f58498.txt>
</file>

<file path=ppt/media/f58499.txt>
</file>

<file path=ppt/media/f58500.txt>
</file>

<file path=ppt/media/f58501.txt>
</file>

<file path=ppt/media/f58502.txt>
</file>

<file path=ppt/media/f58503.txt>
</file>

<file path=ppt/media/f58504.txt>
</file>

<file path=ppt/media/f58505.txt>
</file>

<file path=ppt/media/f58506.txt>
</file>

<file path=ppt/media/f58507.txt>
</file>

<file path=ppt/media/f58508.txt>
</file>

<file path=ppt/media/f58509.txt>
</file>

<file path=ppt/media/f58510.txt>
</file>

<file path=ppt/media/f58511.txt>
</file>

<file path=ppt/media/f58512.txt>
</file>

<file path=ppt/media/f58513.txt>
</file>

<file path=ppt/media/f58514.txt>
</file>

<file path=ppt/media/f58515.txt>
</file>

<file path=ppt/media/f58516.txt>
</file>

<file path=ppt/media/f58517.txt>
</file>

<file path=ppt/media/f58518.txt>
</file>

<file path=ppt/media/f58519.txt>
</file>

<file path=ppt/media/f58520.txt>
</file>

<file path=ppt/media/f58521.txt>
</file>

<file path=ppt/media/f58522.txt>
</file>

<file path=ppt/media/f58523.txt>
</file>

<file path=ppt/media/f58524.txt>
</file>

<file path=ppt/media/f58525.txt>
</file>

<file path=ppt/media/f58526.txt>
</file>

<file path=ppt/media/f58527.txt>
</file>

<file path=ppt/media/f58528.txt>
</file>

<file path=ppt/media/f58529.txt>
</file>

<file path=ppt/media/f58530.txt>
</file>

<file path=ppt/media/f58531.txt>
</file>

<file path=ppt/media/f58532.txt>
</file>

<file path=ppt/media/f58533.txt>
</file>

<file path=ppt/media/f58534.txt>
</file>

<file path=ppt/media/f58535.txt>
</file>

<file path=ppt/media/f58536.txt>
</file>

<file path=ppt/media/f58537.txt>
</file>

<file path=ppt/media/f58538.txt>
</file>

<file path=ppt/media/f58539.txt>
</file>

<file path=ppt/media/f58540.txt>
</file>

<file path=ppt/media/f58541.txt>
</file>

<file path=ppt/media/f58542.txt>
</file>

<file path=ppt/media/f58543.txt>
</file>

<file path=ppt/media/f58544.txt>
</file>

<file path=ppt/media/f58545.txt>
</file>

<file path=ppt/media/f58546.txt>
</file>

<file path=ppt/media/f58547.txt>
</file>

<file path=ppt/media/f58548.txt>
</file>

<file path=ppt/media/f58549.txt>
</file>

<file path=ppt/media/f58550.txt>
</file>

<file path=ppt/media/f58551.txt>
</file>

<file path=ppt/media/f58552.txt>
</file>

<file path=ppt/media/f58553.txt>
</file>

<file path=ppt/media/f58554.txt>
</file>

<file path=ppt/media/f58555.txt>
</file>

<file path=ppt/media/f58556.txt>
</file>

<file path=ppt/media/f58557.txt>
</file>

<file path=ppt/media/f58558.txt>
</file>

<file path=ppt/media/f58559.txt>
</file>

<file path=ppt/media/f58560.txt>
</file>

<file path=ppt/media/f58561.txt>
</file>

<file path=ppt/media/f58562.txt>
</file>

<file path=ppt/media/f58563.txt>
</file>

<file path=ppt/media/f58564.txt>
</file>

<file path=ppt/media/f58565.txt>
</file>

<file path=ppt/media/f58566.txt>
</file>

<file path=ppt/media/f58567.txt>
</file>

<file path=ppt/media/f58568.txt>
</file>

<file path=ppt/media/f58569.txt>
</file>

<file path=ppt/media/f58570.txt>
</file>

<file path=ppt/media/f58571.txt>
</file>

<file path=ppt/media/f58572.txt>
</file>

<file path=ppt/media/f58573.txt>
</file>

<file path=ppt/media/f58574.txt>
</file>

<file path=ppt/media/f58575.txt>
</file>

<file path=ppt/media/f58576.txt>
</file>

<file path=ppt/media/f58577.txt>
</file>

<file path=ppt/media/f58578.txt>
</file>

<file path=ppt/media/f58579.txt>
</file>

<file path=ppt/media/f58580.txt>
</file>

<file path=ppt/media/f58581.txt>
</file>

<file path=ppt/media/f58582.txt>
</file>

<file path=ppt/media/f58583.txt>
</file>

<file path=ppt/media/f58584.txt>
</file>

<file path=ppt/media/f58585.txt>
</file>

<file path=ppt/media/f58586.txt>
</file>

<file path=ppt/media/f58587.txt>
</file>

<file path=ppt/media/f58588.txt>
</file>

<file path=ppt/media/f58589.txt>
</file>

<file path=ppt/media/f58590.txt>
</file>

<file path=ppt/media/f58591.txt>
</file>

<file path=ppt/media/f58592.txt>
</file>

<file path=ppt/media/f58593.txt>
</file>

<file path=ppt/media/f58594.txt>
</file>

<file path=ppt/media/f58595.txt>
</file>

<file path=ppt/media/f58596.txt>
</file>

<file path=ppt/media/f58597.txt>
</file>

<file path=ppt/media/f58598.txt>
</file>

<file path=ppt/media/f58599.txt>
</file>

<file path=ppt/media/f58600.txt>
</file>

<file path=ppt/media/f58601.txt>
</file>

<file path=ppt/media/f58602.txt>
</file>

<file path=ppt/media/f58603.txt>
</file>

<file path=ppt/media/f58604.txt>
</file>

<file path=ppt/media/f58605.txt>
</file>

<file path=ppt/media/f58606.txt>
</file>

<file path=ppt/media/f58607.txt>
</file>

<file path=ppt/media/f58608.txt>
</file>

<file path=ppt/media/f58609.txt>
</file>

<file path=ppt/media/f58610.txt>
</file>

<file path=ppt/media/f58611.txt>
</file>

<file path=ppt/media/f58612.txt>
</file>

<file path=ppt/media/f58613.txt>
</file>

<file path=ppt/media/f58614.txt>
</file>

<file path=ppt/media/f58615.txt>
</file>

<file path=ppt/media/f58616.txt>
</file>

<file path=ppt/media/f58617.txt>
</file>

<file path=ppt/media/f58618.txt>
</file>

<file path=ppt/media/f58619.txt>
</file>

<file path=ppt/media/f58620.txt>
</file>

<file path=ppt/media/f58621.txt>
</file>

<file path=ppt/media/f58622.txt>
</file>

<file path=ppt/media/f58623.txt>
</file>

<file path=ppt/media/f58624.txt>
</file>

<file path=ppt/media/f58625.txt>
</file>

<file path=ppt/media/f58626.txt>
</file>

<file path=ppt/media/f58627.txt>
</file>

<file path=ppt/media/f58628.txt>
</file>

<file path=ppt/media/f58629.txt>
</file>

<file path=ppt/media/f58630.txt>
</file>

<file path=ppt/media/f58631.txt>
</file>

<file path=ppt/media/f58632.txt>
</file>

<file path=ppt/media/f58633.txt>
</file>

<file path=ppt/media/f58634.txt>
</file>

<file path=ppt/media/f58635.txt>
</file>

<file path=ppt/media/f58636.txt>
</file>

<file path=ppt/media/f58637.txt>
</file>

<file path=ppt/media/f58638.txt>
</file>

<file path=ppt/media/f58639.txt>
</file>

<file path=ppt/media/f58640.txt>
</file>

<file path=ppt/media/f58641.txt>
</file>

<file path=ppt/media/f58642.txt>
</file>

<file path=ppt/media/f58643.txt>
</file>

<file path=ppt/media/f58644.txt>
</file>

<file path=ppt/media/f58645.txt>
</file>

<file path=ppt/media/f58646.txt>
</file>

<file path=ppt/media/f58647.txt>
</file>

<file path=ppt/media/f58648.txt>
</file>

<file path=ppt/media/f58649.txt>
</file>

<file path=ppt/media/f58650.txt>
</file>

<file path=ppt/media/f58651.txt>
</file>

<file path=ppt/media/f58652.txt>
</file>

<file path=ppt/media/f58653.txt>
</file>

<file path=ppt/media/f58654.txt>
</file>

<file path=ppt/media/f58655.txt>
</file>

<file path=ppt/media/f58656.txt>
</file>

<file path=ppt/media/f58657.txt>
</file>

<file path=ppt/media/f58658.txt>
</file>

<file path=ppt/media/f58659.txt>
</file>

<file path=ppt/media/f58660.txt>
</file>

<file path=ppt/media/f58661.txt>
</file>

<file path=ppt/media/f58662.txt>
</file>

<file path=ppt/media/f58663.txt>
</file>

<file path=ppt/media/f58664.txt>
</file>

<file path=ppt/media/f58665.txt>
</file>

<file path=ppt/media/f58666.txt>
</file>

<file path=ppt/media/f58667.txt>
</file>

<file path=ppt/media/f58668.txt>
</file>

<file path=ppt/media/f58669.txt>
</file>

<file path=ppt/media/f58670.txt>
</file>

<file path=ppt/media/f58671.txt>
</file>

<file path=ppt/media/f58672.txt>
</file>

<file path=ppt/media/f58673.txt>
</file>

<file path=ppt/media/f58674.txt>
</file>

<file path=ppt/media/f58675.txt>
</file>

<file path=ppt/media/f58676.txt>
</file>

<file path=ppt/media/f58677.txt>
</file>

<file path=ppt/media/f58678.txt>
</file>

<file path=ppt/media/f58679.txt>
</file>

<file path=ppt/media/f58680.txt>
</file>

<file path=ppt/media/f58681.txt>
</file>

<file path=ppt/media/f58682.txt>
</file>

<file path=ppt/media/f58683.txt>
</file>

<file path=ppt/media/f58684.txt>
</file>

<file path=ppt/media/f58685.txt>
</file>

<file path=ppt/media/f58686.txt>
</file>

<file path=ppt/media/f58687.txt>
</file>

<file path=ppt/media/f58688.txt>
</file>

<file path=ppt/media/f58689.txt>
</file>

<file path=ppt/media/f58690.txt>
</file>

<file path=ppt/media/f58691.txt>
</file>

<file path=ppt/media/f58692.txt>
</file>

<file path=ppt/media/f58693.txt>
</file>

<file path=ppt/media/f58694.txt>
</file>

<file path=ppt/media/f58695.txt>
</file>

<file path=ppt/media/f58696.txt>
</file>

<file path=ppt/media/f58697.txt>
</file>

<file path=ppt/media/f58698.txt>
</file>

<file path=ppt/media/f58699.txt>
</file>

<file path=ppt/media/f58700.txt>
</file>

<file path=ppt/media/f58701.txt>
</file>

<file path=ppt/media/f58702.txt>
</file>

<file path=ppt/media/f58703.txt>
</file>

<file path=ppt/media/f58704.txt>
</file>

<file path=ppt/media/f58705.txt>
</file>

<file path=ppt/media/f58706.txt>
</file>

<file path=ppt/media/f58707.txt>
</file>

<file path=ppt/media/f58708.txt>
</file>

<file path=ppt/media/f58709.txt>
</file>

<file path=ppt/media/f58710.txt>
</file>

<file path=ppt/media/f58711.txt>
</file>

<file path=ppt/media/f58712.txt>
</file>

<file path=ppt/media/f58713.txt>
</file>

<file path=ppt/media/f58714.txt>
</file>

<file path=ppt/media/f58715.txt>
</file>

<file path=ppt/media/f58716.txt>
</file>

<file path=ppt/media/f58717.txt>
</file>

<file path=ppt/media/f58718.txt>
</file>

<file path=ppt/media/f58719.txt>
</file>

<file path=ppt/media/f58720.txt>
</file>

<file path=ppt/media/f58721.txt>
</file>

<file path=ppt/media/f58722.txt>
</file>

<file path=ppt/media/f58723.txt>
</file>

<file path=ppt/media/f58724.txt>
</file>

<file path=ppt/media/f58725.txt>
</file>

<file path=ppt/media/f58726.txt>
</file>

<file path=ppt/media/f58727.txt>
</file>

<file path=ppt/media/f58728.txt>
</file>

<file path=ppt/media/f58729.txt>
</file>

<file path=ppt/media/f58730.txt>
</file>

<file path=ppt/media/f58731.txt>
</file>

<file path=ppt/media/f58732.txt>
</file>

<file path=ppt/media/f58733.txt>
</file>

<file path=ppt/media/f58734.txt>
</file>

<file path=ppt/media/f58735.txt>
</file>

<file path=ppt/media/f58736.txt>
</file>

<file path=ppt/media/f58737.txt>
</file>

<file path=ppt/media/f58738.txt>
</file>

<file path=ppt/media/f58739.txt>
</file>

<file path=ppt/media/f58740.txt>
</file>

<file path=ppt/media/f58741.txt>
</file>

<file path=ppt/media/f58742.txt>
</file>

<file path=ppt/media/f58743.txt>
</file>

<file path=ppt/media/f58744.txt>
</file>

<file path=ppt/media/f58745.txt>
</file>

<file path=ppt/media/f58746.txt>
</file>

<file path=ppt/media/f58747.txt>
</file>

<file path=ppt/media/f58748.txt>
</file>

<file path=ppt/media/f58749.txt>
</file>

<file path=ppt/media/f58750.txt>
</file>

<file path=ppt/media/f58751.txt>
</file>

<file path=ppt/media/f58752.txt>
</file>

<file path=ppt/media/f58753.txt>
</file>

<file path=ppt/media/f58754.txt>
</file>

<file path=ppt/media/f58755.txt>
</file>

<file path=ppt/media/f58756.txt>
</file>

<file path=ppt/media/f58757.txt>
</file>

<file path=ppt/media/f58758.txt>
</file>

<file path=ppt/media/f58759.txt>
</file>

<file path=ppt/media/f58760.txt>
</file>

<file path=ppt/media/f58761.txt>
</file>

<file path=ppt/media/f58762.txt>
</file>

<file path=ppt/media/f58763.txt>
</file>

<file path=ppt/media/f58764.txt>
</file>

<file path=ppt/media/f58765.txt>
</file>

<file path=ppt/media/f58766.txt>
</file>

<file path=ppt/media/f58767.txt>
</file>

<file path=ppt/media/f58768.txt>
</file>

<file path=ppt/media/f58769.txt>
</file>

<file path=ppt/media/f58770.txt>
</file>

<file path=ppt/media/f58771.txt>
</file>

<file path=ppt/media/f58772.txt>
</file>

<file path=ppt/media/f58773.txt>
</file>

<file path=ppt/media/f58774.txt>
</file>

<file path=ppt/media/f58775.txt>
</file>

<file path=ppt/media/f58776.txt>
</file>

<file path=ppt/media/f58777.txt>
</file>

<file path=ppt/media/f58778.txt>
</file>

<file path=ppt/media/f58779.txt>
</file>

<file path=ppt/media/f58780.txt>
</file>

<file path=ppt/media/f58781.txt>
</file>

<file path=ppt/media/f58782.txt>
</file>

<file path=ppt/media/f58783.txt>
</file>

<file path=ppt/media/f58784.txt>
</file>

<file path=ppt/media/f58785.txt>
</file>

<file path=ppt/media/f58786.txt>
</file>

<file path=ppt/media/f58787.txt>
</file>

<file path=ppt/media/f58788.txt>
</file>

<file path=ppt/media/f58789.txt>
</file>

<file path=ppt/media/f58790.txt>
</file>

<file path=ppt/media/f58791.txt>
</file>

<file path=ppt/media/f58792.txt>
</file>

<file path=ppt/media/f58793.txt>
</file>

<file path=ppt/media/f58794.txt>
</file>

<file path=ppt/media/f58795.txt>
</file>

<file path=ppt/media/f58796.txt>
</file>

<file path=ppt/media/f58797.txt>
</file>

<file path=ppt/media/f58798.txt>
</file>

<file path=ppt/media/f58799.txt>
</file>

<file path=ppt/media/f58800.txt>
</file>

<file path=ppt/media/f58801.txt>
</file>

<file path=ppt/media/f58802.txt>
</file>

<file path=ppt/media/f58803.txt>
</file>

<file path=ppt/media/f58804.txt>
</file>

<file path=ppt/media/f58805.txt>
</file>

<file path=ppt/media/f58806.txt>
</file>

<file path=ppt/media/f58807.txt>
</file>

<file path=ppt/media/f58808.txt>
</file>

<file path=ppt/media/f58809.txt>
</file>

<file path=ppt/media/f58810.txt>
</file>

<file path=ppt/media/f58811.txt>
</file>

<file path=ppt/media/f58812.txt>
</file>

<file path=ppt/media/f58813.txt>
</file>

<file path=ppt/media/f58814.txt>
</file>

<file path=ppt/media/f58815.txt>
</file>

<file path=ppt/media/f58816.txt>
</file>

<file path=ppt/media/f58817.txt>
</file>

<file path=ppt/media/f58818.txt>
</file>

<file path=ppt/media/f58819.txt>
</file>

<file path=ppt/media/f58820.txt>
</file>

<file path=ppt/media/f58821.txt>
</file>

<file path=ppt/media/f58822.txt>
</file>

<file path=ppt/media/f58823.txt>
</file>

<file path=ppt/media/f58824.txt>
</file>

<file path=ppt/media/f58825.txt>
</file>

<file path=ppt/media/f58826.txt>
</file>

<file path=ppt/media/f58827.txt>
</file>

<file path=ppt/media/f58828.txt>
</file>

<file path=ppt/media/f58829.txt>
</file>

<file path=ppt/media/f58830.txt>
</file>

<file path=ppt/media/f58831.txt>
</file>

<file path=ppt/media/f58832.txt>
</file>

<file path=ppt/media/f58833.txt>
</file>

<file path=ppt/media/f58834.txt>
</file>

<file path=ppt/media/f58835.txt>
</file>

<file path=ppt/media/f58836.txt>
</file>

<file path=ppt/media/f58837.txt>
</file>

<file path=ppt/media/f58838.txt>
</file>

<file path=ppt/media/f58839.txt>
</file>

<file path=ppt/media/f58840.txt>
</file>

<file path=ppt/media/f58841.txt>
</file>

<file path=ppt/media/f58842.txt>
</file>

<file path=ppt/media/f58843.txt>
</file>

<file path=ppt/media/f58844.txt>
</file>

<file path=ppt/media/f58845.txt>
</file>

<file path=ppt/media/f58846.txt>
</file>

<file path=ppt/media/f58847.txt>
</file>

<file path=ppt/media/f58848.txt>
</file>

<file path=ppt/media/f58849.txt>
</file>

<file path=ppt/media/f58850.txt>
</file>

<file path=ppt/media/f58851.txt>
</file>

<file path=ppt/media/f58852.txt>
</file>

<file path=ppt/media/f58853.txt>
</file>

<file path=ppt/media/f58854.txt>
</file>

<file path=ppt/media/f58855.txt>
</file>

<file path=ppt/media/f58856.txt>
</file>

<file path=ppt/media/f58857.txt>
</file>

<file path=ppt/media/f58858.txt>
</file>

<file path=ppt/media/f58859.txt>
</file>

<file path=ppt/media/f58860.txt>
</file>

<file path=ppt/media/f58861.txt>
</file>

<file path=ppt/media/f58862.txt>
</file>

<file path=ppt/media/f58863.txt>
</file>

<file path=ppt/media/f58864.txt>
</file>

<file path=ppt/media/f58865.txt>
</file>

<file path=ppt/media/f58866.txt>
</file>

<file path=ppt/media/f58867.txt>
</file>

<file path=ppt/media/f58868.txt>
</file>

<file path=ppt/media/f58869.txt>
</file>

<file path=ppt/media/f58870.txt>
</file>

<file path=ppt/media/f58871.txt>
</file>

<file path=ppt/media/f58872.txt>
</file>

<file path=ppt/media/f58873.txt>
</file>

<file path=ppt/media/f58874.txt>
</file>

<file path=ppt/media/f58875.txt>
</file>

<file path=ppt/media/f58876.txt>
</file>

<file path=ppt/media/f58877.txt>
</file>

<file path=ppt/media/f58878.txt>
</file>

<file path=ppt/media/f58879.txt>
</file>

<file path=ppt/media/f58880.txt>
</file>

<file path=ppt/media/f58881.txt>
</file>

<file path=ppt/media/f58882.txt>
</file>

<file path=ppt/media/f58883.txt>
</file>

<file path=ppt/media/f58884.txt>
</file>

<file path=ppt/media/f58885.txt>
</file>

<file path=ppt/media/f58886.txt>
</file>

<file path=ppt/media/f58887.txt>
</file>

<file path=ppt/media/f58888.txt>
</file>

<file path=ppt/media/f58889.txt>
</file>

<file path=ppt/media/f58890.txt>
</file>

<file path=ppt/media/f58891.txt>
</file>

<file path=ppt/media/f58892.txt>
</file>

<file path=ppt/media/f58893.txt>
</file>

<file path=ppt/media/f58894.txt>
</file>

<file path=ppt/media/f58895.txt>
</file>

<file path=ppt/media/f58896.txt>
</file>

<file path=ppt/media/f58897.txt>
</file>

<file path=ppt/media/f58898.txt>
</file>

<file path=ppt/media/f58899.txt>
</file>

<file path=ppt/media/f58900.txt>
</file>

<file path=ppt/media/f58901.txt>
</file>

<file path=ppt/media/f58902.txt>
</file>

<file path=ppt/media/f58903.txt>
</file>

<file path=ppt/media/f58904.txt>
</file>

<file path=ppt/media/f58905.txt>
</file>

<file path=ppt/media/f58906.txt>
</file>

<file path=ppt/media/f58907.txt>
</file>

<file path=ppt/media/f58908.txt>
</file>

<file path=ppt/media/f58909.txt>
</file>

<file path=ppt/media/f58910.txt>
</file>

<file path=ppt/media/f58911.txt>
</file>

<file path=ppt/media/f58912.txt>
</file>

<file path=ppt/media/f58913.txt>
</file>

<file path=ppt/media/f58914.txt>
</file>

<file path=ppt/media/f58915.txt>
</file>

<file path=ppt/media/f58916.txt>
</file>

<file path=ppt/media/f58917.txt>
</file>

<file path=ppt/media/f58918.txt>
</file>

<file path=ppt/media/f58919.txt>
</file>

<file path=ppt/media/f58920.txt>
</file>

<file path=ppt/media/f58921.txt>
</file>

<file path=ppt/media/f58922.txt>
</file>

<file path=ppt/media/f58923.txt>
</file>

<file path=ppt/media/f58924.txt>
</file>

<file path=ppt/media/f58925.txt>
</file>

<file path=ppt/media/f58926.txt>
</file>

<file path=ppt/media/f58927.txt>
</file>

<file path=ppt/media/f58928.txt>
</file>

<file path=ppt/media/f58929.txt>
</file>

<file path=ppt/media/f58930.txt>
</file>

<file path=ppt/media/f58931.txt>
</file>

<file path=ppt/media/f58932.txt>
</file>

<file path=ppt/media/f58933.txt>
</file>

<file path=ppt/media/f58934.txt>
</file>

<file path=ppt/media/f58935.txt>
</file>

<file path=ppt/media/f58936.txt>
</file>

<file path=ppt/media/f58937.txt>
</file>

<file path=ppt/media/f58938.txt>
</file>

<file path=ppt/media/f58939.txt>
</file>

<file path=ppt/media/f58940.txt>
</file>

<file path=ppt/media/f58941.txt>
</file>

<file path=ppt/media/f58942.txt>
</file>

<file path=ppt/media/f58943.txt>
</file>

<file path=ppt/media/f58944.txt>
</file>

<file path=ppt/media/f58945.txt>
</file>

<file path=ppt/media/f58946.txt>
</file>

<file path=ppt/media/f58947.txt>
</file>

<file path=ppt/media/f58948.txt>
</file>

<file path=ppt/media/f58949.txt>
</file>

<file path=ppt/media/f58950.txt>
</file>

<file path=ppt/media/f58951.txt>
</file>

<file path=ppt/media/f58952.txt>
</file>

<file path=ppt/media/f58953.txt>
</file>

<file path=ppt/media/f58954.txt>
</file>

<file path=ppt/media/f58955.txt>
</file>

<file path=ppt/media/f58956.txt>
</file>

<file path=ppt/media/f58957.txt>
</file>

<file path=ppt/media/f58958.txt>
</file>

<file path=ppt/media/f58959.txt>
</file>

<file path=ppt/media/f58960.txt>
</file>

<file path=ppt/media/f58961.txt>
</file>

<file path=ppt/media/f58962.txt>
</file>

<file path=ppt/media/f58963.txt>
</file>

<file path=ppt/media/f58964.txt>
</file>

<file path=ppt/media/f58965.txt>
</file>

<file path=ppt/media/f58966.txt>
</file>

<file path=ppt/media/f58967.txt>
</file>

<file path=ppt/media/f58968.txt>
</file>

<file path=ppt/media/f58969.txt>
</file>

<file path=ppt/media/f58970.txt>
</file>

<file path=ppt/media/f58971.txt>
</file>

<file path=ppt/media/f58972.txt>
</file>

<file path=ppt/media/f58973.txt>
</file>

<file path=ppt/media/f58974.txt>
</file>

<file path=ppt/media/f58975.txt>
</file>

<file path=ppt/media/f58976.txt>
</file>

<file path=ppt/media/f58977.txt>
</file>

<file path=ppt/media/f58978.txt>
</file>

<file path=ppt/media/f58979.txt>
</file>

<file path=ppt/media/f58980.txt>
</file>

<file path=ppt/media/f58981.txt>
</file>

<file path=ppt/media/f58982.txt>
</file>

<file path=ppt/media/f58983.txt>
</file>

<file path=ppt/media/f58984.txt>
</file>

<file path=ppt/media/f58985.txt>
</file>

<file path=ppt/media/f58986.txt>
</file>

<file path=ppt/media/f58987.txt>
</file>

<file path=ppt/media/f58988.txt>
</file>

<file path=ppt/media/f58989.txt>
</file>

<file path=ppt/media/f58990.txt>
</file>

<file path=ppt/media/f58991.txt>
</file>

<file path=ppt/media/f58992.txt>
</file>

<file path=ppt/media/f58993.txt>
</file>

<file path=ppt/media/f58994.txt>
</file>

<file path=ppt/media/f58995.txt>
</file>

<file path=ppt/media/f58996.txt>
</file>

<file path=ppt/media/f58997.txt>
</file>

<file path=ppt/media/f58998.txt>
</file>

<file path=ppt/media/f58999.txt>
</file>

<file path=ppt/media/f59000.txt>
</file>

<file path=ppt/media/f59001.txt>
</file>

<file path=ppt/media/f59002.txt>
</file>

<file path=ppt/media/f59003.txt>
</file>

<file path=ppt/media/f59004.txt>
</file>

<file path=ppt/media/f59005.txt>
</file>

<file path=ppt/media/f59006.txt>
</file>

<file path=ppt/media/f59007.txt>
</file>

<file path=ppt/media/f59008.txt>
</file>

<file path=ppt/media/f59009.txt>
</file>

<file path=ppt/media/f59010.txt>
</file>

<file path=ppt/media/f59011.txt>
</file>

<file path=ppt/media/f59012.txt>
</file>

<file path=ppt/media/f59013.txt>
</file>

<file path=ppt/media/f59014.txt>
</file>

<file path=ppt/media/f59015.txt>
</file>

<file path=ppt/media/f59016.txt>
</file>

<file path=ppt/media/f59017.txt>
</file>

<file path=ppt/media/f59018.txt>
</file>

<file path=ppt/media/f59019.txt>
</file>

<file path=ppt/media/f59020.txt>
</file>

<file path=ppt/media/f59021.txt>
</file>

<file path=ppt/media/f59022.txt>
</file>

<file path=ppt/media/f59023.txt>
</file>

<file path=ppt/media/f59024.txt>
</file>

<file path=ppt/media/f59025.txt>
</file>

<file path=ppt/media/f59026.txt>
</file>

<file path=ppt/media/f59027.txt>
</file>

<file path=ppt/media/f59028.txt>
</file>

<file path=ppt/media/f59029.txt>
</file>

<file path=ppt/media/f59030.txt>
</file>

<file path=ppt/media/f59031.txt>
</file>

<file path=ppt/media/f59032.txt>
</file>

<file path=ppt/media/f59033.txt>
</file>

<file path=ppt/media/f59034.txt>
</file>

<file path=ppt/media/f59035.txt>
</file>

<file path=ppt/media/f59036.txt>
</file>

<file path=ppt/media/f59037.txt>
</file>

<file path=ppt/media/f59038.txt>
</file>

<file path=ppt/media/f59039.txt>
</file>

<file path=ppt/media/f59040.txt>
</file>

<file path=ppt/media/f59041.txt>
</file>

<file path=ppt/media/f59042.txt>
</file>

<file path=ppt/media/f59043.txt>
</file>

<file path=ppt/media/f59044.txt>
</file>

<file path=ppt/media/f59045.txt>
</file>

<file path=ppt/media/f59046.txt>
</file>

<file path=ppt/media/f59047.txt>
</file>

<file path=ppt/media/f59048.txt>
</file>

<file path=ppt/media/f59049.txt>
</file>

<file path=ppt/media/f59050.txt>
</file>

<file path=ppt/media/f59051.txt>
</file>

<file path=ppt/media/f59052.txt>
</file>

<file path=ppt/media/f59053.txt>
</file>

<file path=ppt/media/f59054.txt>
</file>

<file path=ppt/media/f59055.txt>
</file>

<file path=ppt/media/f59056.txt>
</file>

<file path=ppt/media/f59057.txt>
</file>

<file path=ppt/media/f59058.txt>
</file>

<file path=ppt/media/f59059.txt>
</file>

<file path=ppt/media/f59060.txt>
</file>

<file path=ppt/media/f59061.txt>
</file>

<file path=ppt/media/f59062.txt>
</file>

<file path=ppt/media/f59063.txt>
</file>

<file path=ppt/media/f59064.txt>
</file>

<file path=ppt/media/f59065.txt>
</file>

<file path=ppt/media/f59066.txt>
</file>

<file path=ppt/media/f59067.txt>
</file>

<file path=ppt/media/f59068.txt>
</file>

<file path=ppt/media/f59069.txt>
</file>

<file path=ppt/media/f59070.txt>
</file>

<file path=ppt/media/f59071.txt>
</file>

<file path=ppt/media/f59072.txt>
</file>

<file path=ppt/media/f59073.txt>
</file>

<file path=ppt/media/f59074.txt>
</file>

<file path=ppt/media/f59075.txt>
</file>

<file path=ppt/media/f59076.txt>
</file>

<file path=ppt/media/f59077.txt>
</file>

<file path=ppt/media/f59078.txt>
</file>

<file path=ppt/media/f59079.txt>
</file>

<file path=ppt/media/f59080.txt>
</file>

<file path=ppt/media/f59081.txt>
</file>

<file path=ppt/media/f59082.txt>
</file>

<file path=ppt/media/f59083.txt>
</file>

<file path=ppt/media/f59084.txt>
</file>

<file path=ppt/media/f59085.txt>
</file>

<file path=ppt/media/f59086.txt>
</file>

<file path=ppt/media/f59087.txt>
</file>

<file path=ppt/media/f59088.txt>
</file>

<file path=ppt/media/f59089.txt>
</file>

<file path=ppt/media/f59090.txt>
</file>

<file path=ppt/media/f59091.txt>
</file>

<file path=ppt/media/f59092.txt>
</file>

<file path=ppt/media/f59093.txt>
</file>

<file path=ppt/media/f59094.txt>
</file>

<file path=ppt/media/f59095.txt>
</file>

<file path=ppt/media/f59096.txt>
</file>

<file path=ppt/media/f59097.txt>
</file>

<file path=ppt/media/f59098.txt>
</file>

<file path=ppt/media/f59099.txt>
</file>

<file path=ppt/media/f59100.txt>
</file>

<file path=ppt/media/f59101.txt>
</file>

<file path=ppt/media/f59102.txt>
</file>

<file path=ppt/media/f59103.txt>
</file>

<file path=ppt/media/f59104.txt>
</file>

<file path=ppt/media/f59105.txt>
</file>

<file path=ppt/media/f59106.txt>
</file>

<file path=ppt/media/f59107.txt>
</file>

<file path=ppt/media/f59108.txt>
</file>

<file path=ppt/media/f59109.txt>
</file>

<file path=ppt/media/f59110.txt>
</file>

<file path=ppt/media/f59111.txt>
</file>

<file path=ppt/media/f59112.txt>
</file>

<file path=ppt/media/f59113.txt>
</file>

<file path=ppt/media/f59114.txt>
</file>

<file path=ppt/media/f59115.txt>
</file>

<file path=ppt/media/f59116.txt>
</file>

<file path=ppt/media/f59117.txt>
</file>

<file path=ppt/media/f59118.txt>
</file>

<file path=ppt/media/f59119.txt>
</file>

<file path=ppt/media/f59120.txt>
</file>

<file path=ppt/media/f59121.txt>
</file>

<file path=ppt/media/f59122.txt>
</file>

<file path=ppt/media/f59123.txt>
</file>

<file path=ppt/media/f59124.txt>
</file>

<file path=ppt/media/f59125.txt>
</file>

<file path=ppt/media/f59126.txt>
</file>

<file path=ppt/media/f59127.txt>
</file>

<file path=ppt/media/f59128.txt>
</file>

<file path=ppt/media/f59129.txt>
</file>

<file path=ppt/media/f59130.txt>
</file>

<file path=ppt/media/f59131.txt>
</file>

<file path=ppt/media/f59132.txt>
</file>

<file path=ppt/media/f59133.txt>
</file>

<file path=ppt/media/f59134.txt>
</file>

<file path=ppt/media/f59135.txt>
</file>

<file path=ppt/media/f59136.txt>
</file>

<file path=ppt/media/f59137.txt>
</file>

<file path=ppt/media/f59138.txt>
</file>

<file path=ppt/media/f59139.txt>
</file>

<file path=ppt/media/f59140.txt>
</file>

<file path=ppt/media/f59141.txt>
</file>

<file path=ppt/media/f59142.txt>
</file>

<file path=ppt/media/f59143.txt>
</file>

<file path=ppt/media/f59144.txt>
</file>

<file path=ppt/media/f59145.txt>
</file>

<file path=ppt/media/f59146.txt>
</file>

<file path=ppt/media/f59147.txt>
</file>

<file path=ppt/media/f59148.txt>
</file>

<file path=ppt/media/f59149.txt>
</file>

<file path=ppt/media/f59150.txt>
</file>

<file path=ppt/media/f59151.txt>
</file>

<file path=ppt/media/f59152.txt>
</file>

<file path=ppt/media/f59153.txt>
</file>

<file path=ppt/media/f59154.txt>
</file>

<file path=ppt/media/f59155.txt>
</file>

<file path=ppt/media/f59156.txt>
</file>

<file path=ppt/media/f59157.txt>
</file>

<file path=ppt/media/f59158.txt>
</file>

<file path=ppt/media/f59159.txt>
</file>

<file path=ppt/media/f59160.txt>
</file>

<file path=ppt/media/f59161.txt>
</file>

<file path=ppt/media/f59162.txt>
</file>

<file path=ppt/media/f59163.txt>
</file>

<file path=ppt/media/f59164.txt>
</file>

<file path=ppt/media/f59165.txt>
</file>

<file path=ppt/media/f59166.txt>
</file>

<file path=ppt/media/f59167.txt>
</file>

<file path=ppt/media/f59168.txt>
</file>

<file path=ppt/media/f59169.txt>
</file>

<file path=ppt/media/f59170.txt>
</file>

<file path=ppt/media/f59171.txt>
</file>

<file path=ppt/media/f59172.txt>
</file>

<file path=ppt/media/f59173.txt>
</file>

<file path=ppt/media/f59174.txt>
</file>

<file path=ppt/media/f59175.txt>
</file>

<file path=ppt/media/f59176.txt>
</file>

<file path=ppt/media/f59177.txt>
</file>

<file path=ppt/media/f59178.txt>
</file>

<file path=ppt/media/f59179.txt>
</file>

<file path=ppt/media/f59180.txt>
</file>

<file path=ppt/media/f59181.txt>
</file>

<file path=ppt/media/f59182.txt>
</file>

<file path=ppt/media/f59183.txt>
</file>

<file path=ppt/media/f59184.txt>
</file>

<file path=ppt/media/f59185.txt>
</file>

<file path=ppt/media/f59186.txt>
</file>

<file path=ppt/media/f59187.txt>
</file>

<file path=ppt/media/f59188.txt>
</file>

<file path=ppt/media/f59189.txt>
</file>

<file path=ppt/media/f59190.txt>
</file>

<file path=ppt/media/f59191.txt>
</file>

<file path=ppt/media/f59192.txt>
</file>

<file path=ppt/media/f59193.txt>
</file>

<file path=ppt/media/f59194.txt>
</file>

<file path=ppt/media/f59195.txt>
</file>

<file path=ppt/media/f59196.txt>
</file>

<file path=ppt/media/f59197.txt>
</file>

<file path=ppt/media/f59198.txt>
</file>

<file path=ppt/media/f59199.txt>
</file>

<file path=ppt/media/f59200.txt>
</file>

<file path=ppt/media/f59201.txt>
</file>

<file path=ppt/media/f59202.txt>
</file>

<file path=ppt/media/f59203.txt>
</file>

<file path=ppt/media/f59204.txt>
</file>

<file path=ppt/media/f59205.txt>
</file>

<file path=ppt/media/f59206.txt>
</file>

<file path=ppt/media/f59207.txt>
</file>

<file path=ppt/media/f59208.txt>
</file>

<file path=ppt/media/f59209.txt>
</file>

<file path=ppt/media/f59210.txt>
</file>

<file path=ppt/media/f59211.txt>
</file>

<file path=ppt/media/f59212.txt>
</file>

<file path=ppt/media/f59213.txt>
</file>

<file path=ppt/media/f59214.txt>
</file>

<file path=ppt/media/f59215.txt>
</file>

<file path=ppt/media/f59216.txt>
</file>

<file path=ppt/media/f59217.txt>
</file>

<file path=ppt/media/f59218.txt>
</file>

<file path=ppt/media/f59219.txt>
</file>

<file path=ppt/media/f59220.txt>
</file>

<file path=ppt/media/f59221.txt>
</file>

<file path=ppt/media/f59222.txt>
</file>

<file path=ppt/media/f59223.txt>
</file>

<file path=ppt/media/f59224.txt>
</file>

<file path=ppt/media/f59225.txt>
</file>

<file path=ppt/media/f59226.txt>
</file>

<file path=ppt/media/f59227.txt>
</file>

<file path=ppt/media/f59228.txt>
</file>

<file path=ppt/media/f59229.txt>
</file>

<file path=ppt/media/f59230.txt>
</file>

<file path=ppt/media/f59231.txt>
</file>

<file path=ppt/media/f59232.txt>
</file>

<file path=ppt/media/f59233.txt>
</file>

<file path=ppt/media/f59234.txt>
</file>

<file path=ppt/media/f59235.txt>
</file>

<file path=ppt/media/f59236.txt>
</file>

<file path=ppt/media/f59237.txt>
</file>

<file path=ppt/media/f59238.txt>
</file>

<file path=ppt/media/f59239.txt>
</file>

<file path=ppt/media/f59240.txt>
</file>

<file path=ppt/media/f59241.txt>
</file>

<file path=ppt/media/f59242.txt>
</file>

<file path=ppt/media/f59243.txt>
</file>

<file path=ppt/media/f59244.txt>
</file>

<file path=ppt/media/f59245.txt>
</file>

<file path=ppt/media/f59246.txt>
</file>

<file path=ppt/media/f59247.txt>
</file>

<file path=ppt/media/f59248.txt>
</file>

<file path=ppt/media/f59249.txt>
</file>

<file path=ppt/media/f59250.txt>
</file>

<file path=ppt/media/f59251.txt>
</file>

<file path=ppt/media/f59252.txt>
</file>

<file path=ppt/media/f59253.txt>
</file>

<file path=ppt/media/f59254.txt>
</file>

<file path=ppt/media/f59255.txt>
</file>

<file path=ppt/media/f59256.txt>
</file>

<file path=ppt/media/f59257.txt>
</file>

<file path=ppt/media/f59258.txt>
</file>

<file path=ppt/media/f59259.txt>
</file>

<file path=ppt/media/f59260.txt>
</file>

<file path=ppt/media/f59261.txt>
</file>

<file path=ppt/media/f59262.txt>
</file>

<file path=ppt/media/f59263.txt>
</file>

<file path=ppt/media/f59264.txt>
</file>

<file path=ppt/media/f59265.txt>
</file>

<file path=ppt/media/f59266.txt>
</file>

<file path=ppt/media/f59267.txt>
</file>

<file path=ppt/media/f59268.txt>
</file>

<file path=ppt/media/f59269.txt>
</file>

<file path=ppt/media/f59270.txt>
</file>

<file path=ppt/media/f59271.txt>
</file>

<file path=ppt/media/f59272.txt>
</file>

<file path=ppt/media/f59273.txt>
</file>

<file path=ppt/media/f59274.txt>
</file>

<file path=ppt/media/f59275.txt>
</file>

<file path=ppt/media/f59276.txt>
</file>

<file path=ppt/media/f59277.txt>
</file>

<file path=ppt/media/f59278.txt>
</file>

<file path=ppt/media/f59279.txt>
</file>

<file path=ppt/media/f59280.txt>
</file>

<file path=ppt/media/f59281.txt>
</file>

<file path=ppt/media/f59282.txt>
</file>

<file path=ppt/media/f59283.txt>
</file>

<file path=ppt/media/f59284.txt>
</file>

<file path=ppt/media/f59285.txt>
</file>

<file path=ppt/media/f59286.txt>
</file>

<file path=ppt/media/f59287.txt>
</file>

<file path=ppt/media/f59288.txt>
</file>

<file path=ppt/media/f59289.txt>
</file>

<file path=ppt/media/f59290.txt>
</file>

<file path=ppt/media/f59291.txt>
</file>

<file path=ppt/media/f59292.txt>
</file>

<file path=ppt/media/f59293.txt>
</file>

<file path=ppt/media/f59294.txt>
</file>

<file path=ppt/media/f59295.txt>
</file>

<file path=ppt/media/f59296.txt>
</file>

<file path=ppt/media/f59297.txt>
</file>

<file path=ppt/media/f59298.txt>
</file>

<file path=ppt/media/f59299.txt>
</file>

<file path=ppt/media/f59300.txt>
</file>

<file path=ppt/media/f59301.txt>
</file>

<file path=ppt/media/f59302.txt>
</file>

<file path=ppt/media/f59303.txt>
</file>

<file path=ppt/media/f59304.txt>
</file>

<file path=ppt/media/f59305.txt>
</file>

<file path=ppt/media/f59306.txt>
</file>

<file path=ppt/media/f59307.txt>
</file>

<file path=ppt/media/f59308.txt>
</file>

<file path=ppt/media/f59309.txt>
</file>

<file path=ppt/media/f59310.txt>
</file>

<file path=ppt/media/f59311.txt>
</file>

<file path=ppt/media/f59312.txt>
</file>

<file path=ppt/media/f59313.txt>
</file>

<file path=ppt/media/f59314.txt>
</file>

<file path=ppt/media/f59315.txt>
</file>

<file path=ppt/media/f59316.txt>
</file>

<file path=ppt/media/f59317.txt>
</file>

<file path=ppt/media/f59318.txt>
</file>

<file path=ppt/media/f59319.txt>
</file>

<file path=ppt/media/f59320.txt>
</file>

<file path=ppt/media/f59321.txt>
</file>

<file path=ppt/media/f59322.txt>
</file>

<file path=ppt/media/f59323.txt>
</file>

<file path=ppt/media/f59324.txt>
</file>

<file path=ppt/media/f59325.txt>
</file>

<file path=ppt/media/f59326.txt>
</file>

<file path=ppt/media/f59327.txt>
</file>

<file path=ppt/media/f59328.txt>
</file>

<file path=ppt/media/f59329.txt>
</file>

<file path=ppt/media/f59330.txt>
</file>

<file path=ppt/media/f59331.txt>
</file>

<file path=ppt/media/f59332.txt>
</file>

<file path=ppt/media/f59333.txt>
</file>

<file path=ppt/media/f59334.txt>
</file>

<file path=ppt/media/f59335.txt>
</file>

<file path=ppt/media/f59336.txt>
</file>

<file path=ppt/media/f59337.txt>
</file>

<file path=ppt/media/f59338.txt>
</file>

<file path=ppt/media/f59339.txt>
</file>

<file path=ppt/media/f59340.txt>
</file>

<file path=ppt/media/f59341.txt>
</file>

<file path=ppt/media/f59342.txt>
</file>

<file path=ppt/media/f59343.txt>
</file>

<file path=ppt/media/f59344.txt>
</file>

<file path=ppt/media/f59345.txt>
</file>

<file path=ppt/media/f59346.txt>
</file>

<file path=ppt/media/f59347.txt>
</file>

<file path=ppt/media/f59348.txt>
</file>

<file path=ppt/media/f59349.txt>
</file>

<file path=ppt/media/f59350.txt>
</file>

<file path=ppt/media/f59351.txt>
</file>

<file path=ppt/media/f59352.txt>
</file>

<file path=ppt/media/f59353.txt>
</file>

<file path=ppt/media/f59354.txt>
</file>

<file path=ppt/media/f59355.txt>
</file>

<file path=ppt/media/f59356.txt>
</file>

<file path=ppt/media/f59357.txt>
</file>

<file path=ppt/media/f59358.txt>
</file>

<file path=ppt/media/f59359.txt>
</file>

<file path=ppt/media/f59360.txt>
</file>

<file path=ppt/media/f59361.txt>
</file>

<file path=ppt/media/f59362.txt>
</file>

<file path=ppt/media/f59363.txt>
</file>

<file path=ppt/media/f59364.txt>
</file>

<file path=ppt/media/f59365.txt>
</file>

<file path=ppt/media/f59366.txt>
</file>

<file path=ppt/media/f59367.txt>
</file>

<file path=ppt/media/f59368.txt>
</file>

<file path=ppt/media/f59369.txt>
</file>

<file path=ppt/media/f59370.txt>
</file>

<file path=ppt/media/f59371.txt>
</file>

<file path=ppt/media/f59372.txt>
</file>

<file path=ppt/media/f59373.txt>
</file>

<file path=ppt/media/f59374.txt>
</file>

<file path=ppt/media/f59375.txt>
</file>

<file path=ppt/media/f59376.txt>
</file>

<file path=ppt/media/f59377.txt>
</file>

<file path=ppt/media/f59378.txt>
</file>

<file path=ppt/media/f59379.txt>
</file>

<file path=ppt/media/f59380.txt>
</file>

<file path=ppt/media/f59381.txt>
</file>

<file path=ppt/media/f59382.txt>
</file>

<file path=ppt/media/f59383.txt>
</file>

<file path=ppt/media/f59384.txt>
</file>

<file path=ppt/media/f59385.txt>
</file>

<file path=ppt/media/f59386.txt>
</file>

<file path=ppt/media/f59387.txt>
</file>

<file path=ppt/media/f59388.txt>
</file>

<file path=ppt/media/f59389.txt>
</file>

<file path=ppt/media/f59390.txt>
</file>

<file path=ppt/media/f59391.txt>
</file>

<file path=ppt/media/f59392.txt>
</file>

<file path=ppt/media/f59393.txt>
</file>

<file path=ppt/media/f59394.txt>
</file>

<file path=ppt/media/f59395.txt>
</file>

<file path=ppt/media/f59396.txt>
</file>

<file path=ppt/media/f59397.txt>
</file>

<file path=ppt/media/f59398.txt>
</file>

<file path=ppt/media/f59399.txt>
</file>

<file path=ppt/media/f59400.txt>
</file>

<file path=ppt/media/f59401.txt>
</file>

<file path=ppt/media/f59402.txt>
</file>

<file path=ppt/media/f59403.txt>
</file>

<file path=ppt/media/f59404.txt>
</file>

<file path=ppt/media/f59405.txt>
</file>

<file path=ppt/media/f59406.txt>
</file>

<file path=ppt/media/f59407.txt>
</file>

<file path=ppt/media/f59408.txt>
</file>

<file path=ppt/media/f59409.txt>
</file>

<file path=ppt/media/f59410.txt>
</file>

<file path=ppt/media/f59411.txt>
</file>

<file path=ppt/media/f59412.txt>
</file>

<file path=ppt/media/f59413.txt>
</file>

<file path=ppt/media/f59414.txt>
</file>

<file path=ppt/media/f59415.txt>
</file>

<file path=ppt/media/f59416.txt>
</file>

<file path=ppt/media/f59417.txt>
</file>

<file path=ppt/media/f59418.txt>
</file>

<file path=ppt/media/f59419.txt>
</file>

<file path=ppt/media/f59420.txt>
</file>

<file path=ppt/media/f59421.txt>
</file>

<file path=ppt/media/f59422.txt>
</file>

<file path=ppt/media/f59423.txt>
</file>

<file path=ppt/media/f59424.txt>
</file>

<file path=ppt/media/f59425.txt>
</file>

<file path=ppt/media/f59426.txt>
</file>

<file path=ppt/media/f59427.txt>
</file>

<file path=ppt/media/f59428.txt>
</file>

<file path=ppt/media/f59429.txt>
</file>

<file path=ppt/media/f59430.txt>
</file>

<file path=ppt/media/f59431.txt>
</file>

<file path=ppt/media/f59432.txt>
</file>

<file path=ppt/media/f59433.txt>
</file>

<file path=ppt/media/f59434.txt>
</file>

<file path=ppt/media/f59435.txt>
</file>

<file path=ppt/media/f59436.txt>
</file>

<file path=ppt/media/f59437.txt>
</file>

<file path=ppt/media/f59438.txt>
</file>

<file path=ppt/media/f59439.txt>
</file>

<file path=ppt/media/f59440.txt>
</file>

<file path=ppt/media/f59441.txt>
</file>

<file path=ppt/media/f59442.txt>
</file>

<file path=ppt/media/f59443.txt>
</file>

<file path=ppt/media/f59444.txt>
</file>

<file path=ppt/media/f59445.txt>
</file>

<file path=ppt/media/f59446.txt>
</file>

<file path=ppt/media/f59447.txt>
</file>

<file path=ppt/media/f59448.txt>
</file>

<file path=ppt/media/f59449.txt>
</file>

<file path=ppt/media/f59450.txt>
</file>

<file path=ppt/media/f59451.txt>
</file>

<file path=ppt/media/f59452.txt>
</file>

<file path=ppt/media/f59453.txt>
</file>

<file path=ppt/media/f59454.txt>
</file>

<file path=ppt/media/f59455.txt>
</file>

<file path=ppt/media/f59456.txt>
</file>

<file path=ppt/media/f59457.txt>
</file>

<file path=ppt/media/f59458.txt>
</file>

<file path=ppt/media/f59459.txt>
</file>

<file path=ppt/media/f59460.txt>
</file>

<file path=ppt/media/f59461.txt>
</file>

<file path=ppt/media/f59462.txt>
</file>

<file path=ppt/media/f59463.txt>
</file>

<file path=ppt/media/f59464.txt>
</file>

<file path=ppt/media/f59465.txt>
</file>

<file path=ppt/media/f59466.txt>
</file>

<file path=ppt/media/f59467.txt>
</file>

<file path=ppt/media/f59468.txt>
</file>

<file path=ppt/media/f59469.txt>
</file>

<file path=ppt/media/f59470.txt>
</file>

<file path=ppt/media/f59471.txt>
</file>

<file path=ppt/media/f59472.txt>
</file>

<file path=ppt/media/f59473.txt>
</file>

<file path=ppt/media/f59474.txt>
</file>

<file path=ppt/media/f59475.txt>
</file>

<file path=ppt/media/f59476.txt>
</file>

<file path=ppt/media/f59477.txt>
</file>

<file path=ppt/media/f59478.txt>
</file>

<file path=ppt/media/f59479.txt>
</file>

<file path=ppt/media/f59480.txt>
</file>

<file path=ppt/media/f59481.txt>
</file>

<file path=ppt/media/f59482.txt>
</file>

<file path=ppt/media/f59483.txt>
</file>

<file path=ppt/media/f59484.txt>
</file>

<file path=ppt/media/f59485.txt>
</file>

<file path=ppt/media/f59486.txt>
</file>

<file path=ppt/media/f59487.txt>
</file>

<file path=ppt/media/f59488.txt>
</file>

<file path=ppt/media/f59489.txt>
</file>

<file path=ppt/media/f59490.txt>
</file>

<file path=ppt/media/f59491.txt>
</file>

<file path=ppt/media/f59492.txt>
</file>

<file path=ppt/media/f59493.txt>
</file>

<file path=ppt/media/f59494.txt>
</file>

<file path=ppt/media/f59495.txt>
</file>

<file path=ppt/media/f59496.txt>
</file>

<file path=ppt/media/f59497.txt>
</file>

<file path=ppt/media/f59498.txt>
</file>

<file path=ppt/media/f59499.txt>
</file>

<file path=ppt/media/f59500.txt>
</file>

<file path=ppt/media/f59501.txt>
</file>

<file path=ppt/media/f59502.txt>
</file>

<file path=ppt/media/f59503.txt>
</file>

<file path=ppt/media/f59504.txt>
</file>

<file path=ppt/media/f59505.txt>
</file>

<file path=ppt/media/f59506.txt>
</file>

<file path=ppt/media/f59507.txt>
</file>

<file path=ppt/media/f59508.txt>
</file>

<file path=ppt/media/f59509.txt>
</file>

<file path=ppt/media/f59510.txt>
</file>

<file path=ppt/media/f59511.txt>
</file>

<file path=ppt/media/f59512.txt>
</file>

<file path=ppt/media/f59513.txt>
</file>

<file path=ppt/media/f59514.txt>
</file>

<file path=ppt/media/f59515.txt>
</file>

<file path=ppt/media/f59516.txt>
</file>

<file path=ppt/media/f59517.txt>
</file>

<file path=ppt/media/f59518.txt>
</file>

<file path=ppt/media/f59519.txt>
</file>

<file path=ppt/media/f59520.txt>
</file>

<file path=ppt/media/f59521.txt>
</file>

<file path=ppt/media/f59522.txt>
</file>

<file path=ppt/media/f59523.txt>
</file>

<file path=ppt/media/f59524.txt>
</file>

<file path=ppt/media/f59525.txt>
</file>

<file path=ppt/media/f59526.txt>
</file>

<file path=ppt/media/f59527.txt>
</file>

<file path=ppt/media/f59528.txt>
</file>

<file path=ppt/media/f59529.txt>
</file>

<file path=ppt/media/f59530.txt>
</file>

<file path=ppt/media/f59531.txt>
</file>

<file path=ppt/media/f59532.txt>
</file>

<file path=ppt/media/f59533.txt>
</file>

<file path=ppt/media/f59534.txt>
</file>

<file path=ppt/media/f59535.txt>
</file>

<file path=ppt/media/f59536.txt>
</file>

<file path=ppt/media/f59537.txt>
</file>

<file path=ppt/media/f59538.txt>
</file>

<file path=ppt/media/f59539.txt>
</file>

<file path=ppt/media/f59540.txt>
</file>

<file path=ppt/media/f59541.txt>
</file>

<file path=ppt/media/f59542.txt>
</file>

<file path=ppt/media/f59543.txt>
</file>

<file path=ppt/media/f59544.txt>
</file>

<file path=ppt/media/f59545.txt>
</file>

<file path=ppt/media/f59546.txt>
</file>

<file path=ppt/media/f59547.txt>
</file>

<file path=ppt/media/f59548.txt>
</file>

<file path=ppt/media/f59549.txt>
</file>

<file path=ppt/media/f59550.txt>
</file>

<file path=ppt/media/f59551.txt>
</file>

<file path=ppt/media/f59552.txt>
</file>

<file path=ppt/media/f59553.txt>
</file>

<file path=ppt/media/f59554.txt>
</file>

<file path=ppt/media/f59555.txt>
</file>

<file path=ppt/media/f59556.txt>
</file>

<file path=ppt/media/f59557.txt>
</file>

<file path=ppt/media/f59558.txt>
</file>

<file path=ppt/media/f59559.txt>
</file>

<file path=ppt/media/f59560.txt>
</file>

<file path=ppt/media/f59561.txt>
</file>

<file path=ppt/media/f59562.txt>
</file>

<file path=ppt/media/f59563.txt>
</file>

<file path=ppt/media/f59564.txt>
</file>

<file path=ppt/media/f59565.txt>
</file>

<file path=ppt/media/f59566.txt>
</file>

<file path=ppt/media/f59567.txt>
</file>

<file path=ppt/media/f59568.txt>
</file>

<file path=ppt/media/f59569.txt>
</file>

<file path=ppt/media/f59570.txt>
</file>

<file path=ppt/media/f59571.txt>
</file>

<file path=ppt/media/f59572.txt>
</file>

<file path=ppt/media/f59573.txt>
</file>

<file path=ppt/media/f59574.txt>
</file>

<file path=ppt/media/f59575.txt>
</file>

<file path=ppt/media/f59576.txt>
</file>

<file path=ppt/media/f59577.txt>
</file>

<file path=ppt/media/f59578.txt>
</file>

<file path=ppt/media/f59579.txt>
</file>

<file path=ppt/media/f59580.txt>
</file>

<file path=ppt/media/f59581.txt>
</file>

<file path=ppt/media/f59582.txt>
</file>

<file path=ppt/media/f59583.txt>
</file>

<file path=ppt/media/f59584.txt>
</file>

<file path=ppt/media/f59585.txt>
</file>

<file path=ppt/media/f59586.txt>
</file>

<file path=ppt/media/f59587.txt>
</file>

<file path=ppt/media/f59588.txt>
</file>

<file path=ppt/media/f59589.txt>
</file>

<file path=ppt/media/f59590.txt>
</file>

<file path=ppt/media/f59591.txt>
</file>

<file path=ppt/media/f59592.txt>
</file>

<file path=ppt/media/f59593.txt>
</file>

<file path=ppt/media/f59594.txt>
</file>

<file path=ppt/media/f59595.txt>
</file>

<file path=ppt/media/f59596.txt>
</file>

<file path=ppt/media/f59597.txt>
</file>

<file path=ppt/media/f59598.txt>
</file>

<file path=ppt/media/f59599.txt>
</file>

<file path=ppt/media/f59600.txt>
</file>

<file path=ppt/media/f59601.txt>
</file>

<file path=ppt/media/f59602.txt>
</file>

<file path=ppt/media/f59603.txt>
</file>

<file path=ppt/media/f59604.txt>
</file>

<file path=ppt/media/f59605.txt>
</file>

<file path=ppt/media/f59606.txt>
</file>

<file path=ppt/media/f59607.txt>
</file>

<file path=ppt/media/f59608.txt>
</file>

<file path=ppt/media/f59609.txt>
</file>

<file path=ppt/media/f59610.txt>
</file>

<file path=ppt/media/f59611.txt>
</file>

<file path=ppt/media/f59612.txt>
</file>

<file path=ppt/media/f59613.txt>
</file>

<file path=ppt/media/f59614.txt>
</file>

<file path=ppt/media/f59615.txt>
</file>

<file path=ppt/media/f59616.txt>
</file>

<file path=ppt/media/f59617.txt>
</file>

<file path=ppt/media/f59618.txt>
</file>

<file path=ppt/media/f59619.txt>
</file>

<file path=ppt/media/f59620.txt>
</file>

<file path=ppt/media/f59621.txt>
</file>

<file path=ppt/media/f59622.txt>
</file>

<file path=ppt/media/f59623.txt>
</file>

<file path=ppt/media/f59624.txt>
</file>

<file path=ppt/media/f59625.txt>
</file>

<file path=ppt/media/f59626.txt>
</file>

<file path=ppt/media/f59627.txt>
</file>

<file path=ppt/media/f59628.txt>
</file>

<file path=ppt/media/f59629.txt>
</file>

<file path=ppt/media/f59630.txt>
</file>

<file path=ppt/media/f59631.txt>
</file>

<file path=ppt/media/f59632.txt>
</file>

<file path=ppt/media/f59633.txt>
</file>

<file path=ppt/media/f59634.txt>
</file>

<file path=ppt/media/f59635.txt>
</file>

<file path=ppt/media/f59636.txt>
</file>

<file path=ppt/media/f59637.txt>
</file>

<file path=ppt/media/f59638.txt>
</file>

<file path=ppt/media/f59639.txt>
</file>

<file path=ppt/media/f59640.txt>
</file>

<file path=ppt/media/f59641.txt>
</file>

<file path=ppt/media/f59642.txt>
</file>

<file path=ppt/media/f59643.txt>
</file>

<file path=ppt/media/f59644.txt>
</file>

<file path=ppt/media/f59645.txt>
</file>

<file path=ppt/media/f59646.txt>
</file>

<file path=ppt/media/f59647.txt>
</file>

<file path=ppt/media/f59648.txt>
</file>

<file path=ppt/media/f59649.txt>
</file>

<file path=ppt/media/f59650.txt>
</file>

<file path=ppt/media/f59651.txt>
</file>

<file path=ppt/media/f59652.txt>
</file>

<file path=ppt/media/f59653.txt>
</file>

<file path=ppt/media/f59654.txt>
</file>

<file path=ppt/media/f59655.txt>
</file>

<file path=ppt/media/f59656.txt>
</file>

<file path=ppt/media/f59657.txt>
</file>

<file path=ppt/media/f59658.txt>
</file>

<file path=ppt/media/f59659.txt>
</file>

<file path=ppt/media/f59660.txt>
</file>

<file path=ppt/media/f59661.txt>
</file>

<file path=ppt/media/f59662.txt>
</file>

<file path=ppt/media/f59663.txt>
</file>

<file path=ppt/media/f59664.txt>
</file>

<file path=ppt/media/f59665.txt>
</file>

<file path=ppt/media/f59666.txt>
</file>

<file path=ppt/media/f59667.txt>
</file>

<file path=ppt/media/f59668.txt>
</file>

<file path=ppt/media/f59669.txt>
</file>

<file path=ppt/media/f59670.txt>
</file>

<file path=ppt/media/f59671.txt>
</file>

<file path=ppt/media/f59672.txt>
</file>

<file path=ppt/media/f59673.txt>
</file>

<file path=ppt/media/f59674.txt>
</file>

<file path=ppt/media/f59675.txt>
</file>

<file path=ppt/media/f59676.txt>
</file>

<file path=ppt/media/f59677.txt>
</file>

<file path=ppt/media/f59678.txt>
</file>

<file path=ppt/media/f59679.txt>
</file>

<file path=ppt/media/f59680.txt>
</file>

<file path=ppt/media/f59681.txt>
</file>

<file path=ppt/media/f59682.txt>
</file>

<file path=ppt/media/f59683.txt>
</file>

<file path=ppt/media/f59684.txt>
</file>

<file path=ppt/media/f59685.txt>
</file>

<file path=ppt/media/f59686.txt>
</file>

<file path=ppt/media/f59687.txt>
</file>

<file path=ppt/media/f59688.txt>
</file>

<file path=ppt/media/f59689.txt>
</file>

<file path=ppt/media/f59690.txt>
</file>

<file path=ppt/media/f59691.txt>
</file>

<file path=ppt/media/f59692.txt>
</file>

<file path=ppt/media/f59693.txt>
</file>

<file path=ppt/media/f59694.txt>
</file>

<file path=ppt/media/f59695.txt>
</file>

<file path=ppt/media/f59696.txt>
</file>

<file path=ppt/media/f59697.txt>
</file>

<file path=ppt/media/f59698.txt>
</file>

<file path=ppt/media/f59699.txt>
</file>

<file path=ppt/media/f59700.txt>
</file>

<file path=ppt/media/f59701.txt>
</file>

<file path=ppt/media/f59702.txt>
</file>

<file path=ppt/media/f59703.txt>
</file>

<file path=ppt/media/f59704.txt>
</file>

<file path=ppt/media/f59705.txt>
</file>

<file path=ppt/media/f59706.txt>
</file>

<file path=ppt/media/f59707.txt>
</file>

<file path=ppt/media/f59708.txt>
</file>

<file path=ppt/media/f59709.txt>
</file>

<file path=ppt/media/f59710.txt>
</file>

<file path=ppt/media/f59711.txt>
</file>

<file path=ppt/media/f59712.txt>
</file>

<file path=ppt/media/f59713.txt>
</file>

<file path=ppt/media/f59714.txt>
</file>

<file path=ppt/media/f59715.txt>
</file>

<file path=ppt/media/f59716.txt>
</file>

<file path=ppt/media/f59717.txt>
</file>

<file path=ppt/media/f59718.txt>
</file>

<file path=ppt/media/f59719.txt>
</file>

<file path=ppt/media/f59720.txt>
</file>

<file path=ppt/media/f59721.txt>
</file>

<file path=ppt/media/f59722.txt>
</file>

<file path=ppt/media/f59723.txt>
</file>

<file path=ppt/media/f59724.txt>
</file>

<file path=ppt/media/f59725.txt>
</file>

<file path=ppt/media/f59726.txt>
</file>

<file path=ppt/media/f59727.txt>
</file>

<file path=ppt/media/f59728.txt>
</file>

<file path=ppt/media/f59729.txt>
</file>

<file path=ppt/media/f59730.txt>
</file>

<file path=ppt/media/f59731.txt>
</file>

<file path=ppt/media/f59732.txt>
</file>

<file path=ppt/media/f59733.txt>
</file>

<file path=ppt/media/f59734.txt>
</file>

<file path=ppt/media/f59735.txt>
</file>

<file path=ppt/media/f59736.txt>
</file>

<file path=ppt/media/f59737.txt>
</file>

<file path=ppt/media/f59738.txt>
</file>

<file path=ppt/media/f59739.txt>
</file>

<file path=ppt/media/f59740.txt>
</file>

<file path=ppt/media/f59741.txt>
</file>

<file path=ppt/media/f59742.txt>
</file>

<file path=ppt/media/f59743.txt>
</file>

<file path=ppt/media/f59744.txt>
</file>

<file path=ppt/media/f59745.txt>
</file>

<file path=ppt/media/f59746.txt>
</file>

<file path=ppt/media/f59747.txt>
</file>

<file path=ppt/media/f59748.txt>
</file>

<file path=ppt/media/f59749.txt>
</file>

<file path=ppt/media/f59750.txt>
</file>

<file path=ppt/media/f59751.txt>
</file>

<file path=ppt/media/f59752.txt>
</file>

<file path=ppt/media/f59753.txt>
</file>

<file path=ppt/media/f59754.txt>
</file>

<file path=ppt/media/f59755.txt>
</file>

<file path=ppt/media/f59756.txt>
</file>

<file path=ppt/media/f59757.txt>
</file>

<file path=ppt/media/f59758.txt>
</file>

<file path=ppt/media/f59759.txt>
</file>

<file path=ppt/media/f59760.txt>
</file>

<file path=ppt/media/f59761.txt>
</file>

<file path=ppt/media/f59762.txt>
</file>

<file path=ppt/media/f59763.txt>
</file>

<file path=ppt/media/f59764.txt>
</file>

<file path=ppt/media/f59765.txt>
</file>

<file path=ppt/media/f59766.txt>
</file>

<file path=ppt/media/f59767.txt>
</file>

<file path=ppt/media/f59768.txt>
</file>

<file path=ppt/media/f59769.txt>
</file>

<file path=ppt/media/f59770.txt>
</file>

<file path=ppt/media/f59771.txt>
</file>

<file path=ppt/media/f59772.txt>
</file>

<file path=ppt/media/f59773.txt>
</file>

<file path=ppt/media/f59774.txt>
</file>

<file path=ppt/media/f59775.txt>
</file>

<file path=ppt/media/f59776.txt>
</file>

<file path=ppt/media/f59777.txt>
</file>

<file path=ppt/media/f59778.txt>
</file>

<file path=ppt/media/f59779.txt>
</file>

<file path=ppt/media/f59780.txt>
</file>

<file path=ppt/media/f59781.txt>
</file>

<file path=ppt/media/f59782.txt>
</file>

<file path=ppt/media/f59783.txt>
</file>

<file path=ppt/media/f59784.txt>
</file>

<file path=ppt/media/f59785.txt>
</file>

<file path=ppt/media/f59786.txt>
</file>

<file path=ppt/media/f59787.txt>
</file>

<file path=ppt/media/f59788.txt>
</file>

<file path=ppt/media/f59789.txt>
</file>

<file path=ppt/media/f59790.txt>
</file>

<file path=ppt/media/f59791.txt>
</file>

<file path=ppt/media/f59792.txt>
</file>

<file path=ppt/media/f59793.txt>
</file>

<file path=ppt/media/f59794.txt>
</file>

<file path=ppt/media/f59795.txt>
</file>

<file path=ppt/media/f59796.txt>
</file>

<file path=ppt/media/f59797.txt>
</file>

<file path=ppt/media/f59798.txt>
</file>

<file path=ppt/media/f59799.txt>
</file>

<file path=ppt/media/f59800.txt>
</file>

<file path=ppt/media/f59801.txt>
</file>

<file path=ppt/media/f59802.txt>
</file>

<file path=ppt/media/f59803.txt>
</file>

<file path=ppt/media/f59804.txt>
</file>

<file path=ppt/media/f59805.txt>
</file>

<file path=ppt/media/f59806.txt>
</file>

<file path=ppt/media/f59807.txt>
</file>

<file path=ppt/media/f59808.txt>
</file>

<file path=ppt/media/f59809.txt>
</file>

<file path=ppt/media/f59810.txt>
</file>

<file path=ppt/media/f59811.txt>
</file>

<file path=ppt/media/f59812.txt>
</file>

<file path=ppt/media/f59813.txt>
</file>

<file path=ppt/media/f59814.txt>
</file>

<file path=ppt/media/f59815.txt>
</file>

<file path=ppt/media/f59816.txt>
</file>

<file path=ppt/media/f59817.txt>
</file>

<file path=ppt/media/f59818.txt>
</file>

<file path=ppt/media/f59819.txt>
</file>

<file path=ppt/media/f59820.txt>
</file>

<file path=ppt/media/f59821.txt>
</file>

<file path=ppt/media/f59822.txt>
</file>

<file path=ppt/media/f59823.txt>
</file>

<file path=ppt/media/f59824.txt>
</file>

<file path=ppt/media/f59825.txt>
</file>

<file path=ppt/media/f59826.txt>
</file>

<file path=ppt/media/f59827.txt>
</file>

<file path=ppt/media/f59828.txt>
</file>

<file path=ppt/media/f59829.txt>
</file>

<file path=ppt/media/f59830.txt>
</file>

<file path=ppt/media/f59831.txt>
</file>

<file path=ppt/media/f59832.txt>
</file>

<file path=ppt/media/f59833.txt>
</file>

<file path=ppt/media/f59834.txt>
</file>

<file path=ppt/media/f59835.txt>
</file>

<file path=ppt/media/f59836.txt>
</file>

<file path=ppt/media/f59837.txt>
</file>

<file path=ppt/media/f59838.txt>
</file>

<file path=ppt/media/f59839.txt>
</file>

<file path=ppt/media/f59840.txt>
</file>

<file path=ppt/media/f59841.txt>
</file>

<file path=ppt/media/f59842.txt>
</file>

<file path=ppt/media/f59843.txt>
</file>

<file path=ppt/media/f59844.txt>
</file>

<file path=ppt/media/f59845.txt>
</file>

<file path=ppt/media/f59846.txt>
</file>

<file path=ppt/media/f59847.txt>
</file>

<file path=ppt/media/f59848.txt>
</file>

<file path=ppt/media/f59849.txt>
</file>

<file path=ppt/media/f59850.txt>
</file>

<file path=ppt/media/f59851.txt>
</file>

<file path=ppt/media/f59852.txt>
</file>

<file path=ppt/media/f59853.txt>
</file>

<file path=ppt/media/f59854.txt>
</file>

<file path=ppt/media/f59855.txt>
</file>

<file path=ppt/media/f59856.txt>
</file>

<file path=ppt/media/f59857.txt>
</file>

<file path=ppt/media/f59858.txt>
</file>

<file path=ppt/media/f59859.txt>
</file>

<file path=ppt/media/f59860.txt>
</file>

<file path=ppt/media/f59861.txt>
</file>

<file path=ppt/media/f59862.txt>
</file>

<file path=ppt/media/f59863.txt>
</file>

<file path=ppt/media/f59864.txt>
</file>

<file path=ppt/media/f59865.txt>
</file>

<file path=ppt/media/f59866.txt>
</file>

<file path=ppt/media/f59867.txt>
</file>

<file path=ppt/media/f59868.txt>
</file>

<file path=ppt/media/f59869.txt>
</file>

<file path=ppt/media/f59870.txt>
</file>

<file path=ppt/media/f59871.txt>
</file>

<file path=ppt/media/f59872.txt>
</file>

<file path=ppt/media/f59873.txt>
</file>

<file path=ppt/media/f59874.txt>
</file>

<file path=ppt/media/f59875.txt>
</file>

<file path=ppt/media/f59876.txt>
</file>

<file path=ppt/media/f59877.txt>
</file>

<file path=ppt/media/f59878.txt>
</file>

<file path=ppt/media/f59879.txt>
</file>

<file path=ppt/media/f59880.txt>
</file>

<file path=ppt/media/f59881.txt>
</file>

<file path=ppt/media/f59882.txt>
</file>

<file path=ppt/media/f59883.txt>
</file>

<file path=ppt/media/f59884.txt>
</file>

<file path=ppt/media/f59885.txt>
</file>

<file path=ppt/media/f59886.txt>
</file>

<file path=ppt/media/f59887.txt>
</file>

<file path=ppt/media/f59888.txt>
</file>

<file path=ppt/media/f59889.txt>
</file>

<file path=ppt/media/f59890.txt>
</file>

<file path=ppt/media/f59891.txt>
</file>

<file path=ppt/media/f59892.txt>
</file>

<file path=ppt/media/f59893.txt>
</file>

<file path=ppt/media/f59894.txt>
</file>

<file path=ppt/media/f59895.txt>
</file>

<file path=ppt/media/f59896.txt>
</file>

<file path=ppt/media/f59897.txt>
</file>

<file path=ppt/media/f59898.txt>
</file>

<file path=ppt/media/f59899.txt>
</file>

<file path=ppt/media/f59900.txt>
</file>

<file path=ppt/media/f59901.txt>
</file>

<file path=ppt/media/f59902.txt>
</file>

<file path=ppt/media/f59903.txt>
</file>

<file path=ppt/media/f59904.txt>
</file>

<file path=ppt/media/f59905.txt>
</file>

<file path=ppt/media/f59906.txt>
</file>

<file path=ppt/media/f59907.txt>
</file>

<file path=ppt/media/f59908.txt>
</file>

<file path=ppt/media/f59909.txt>
</file>

<file path=ppt/media/f59910.txt>
</file>

<file path=ppt/media/f59911.txt>
</file>

<file path=ppt/media/f59912.txt>
</file>

<file path=ppt/media/f59913.txt>
</file>

<file path=ppt/media/f59914.txt>
</file>

<file path=ppt/media/f59915.txt>
</file>

<file path=ppt/media/f59916.txt>
</file>

<file path=ppt/media/f59917.txt>
</file>

<file path=ppt/media/f59918.txt>
</file>

<file path=ppt/media/f59919.txt>
</file>

<file path=ppt/media/f59920.txt>
</file>

<file path=ppt/media/f59921.txt>
</file>

<file path=ppt/media/f59922.txt>
</file>

<file path=ppt/media/f59923.txt>
</file>

<file path=ppt/media/f59924.txt>
</file>

<file path=ppt/media/f59925.txt>
</file>

<file path=ppt/media/f59926.txt>
</file>

<file path=ppt/media/f59927.txt>
</file>

<file path=ppt/media/f59928.txt>
</file>

<file path=ppt/media/f59929.txt>
</file>

<file path=ppt/media/f59930.txt>
</file>

<file path=ppt/media/f59931.txt>
</file>

<file path=ppt/media/f59932.txt>
</file>

<file path=ppt/media/f59933.txt>
</file>

<file path=ppt/media/f59934.txt>
</file>

<file path=ppt/media/f59935.txt>
</file>

<file path=ppt/media/f59936.txt>
</file>

<file path=ppt/media/f59937.txt>
</file>

<file path=ppt/media/f59938.txt>
</file>

<file path=ppt/media/f59939.txt>
</file>

<file path=ppt/media/f59940.txt>
</file>

<file path=ppt/media/f59941.txt>
</file>

<file path=ppt/media/f59942.txt>
</file>

<file path=ppt/media/f59943.txt>
</file>

<file path=ppt/media/f59944.txt>
</file>

<file path=ppt/media/f59945.txt>
</file>

<file path=ppt/media/f59946.txt>
</file>

<file path=ppt/media/f59947.txt>
</file>

<file path=ppt/media/f59948.txt>
</file>

<file path=ppt/media/f59949.txt>
</file>

<file path=ppt/media/f59950.txt>
</file>

<file path=ppt/media/f59951.txt>
</file>

<file path=ppt/media/f59952.txt>
</file>

<file path=ppt/media/f59953.txt>
</file>

<file path=ppt/media/f59954.txt>
</file>

<file path=ppt/media/f59955.txt>
</file>

<file path=ppt/media/f59956.txt>
</file>

<file path=ppt/media/f59957.txt>
</file>

<file path=ppt/media/f59958.txt>
</file>

<file path=ppt/media/f59959.txt>
</file>

<file path=ppt/media/f59960.txt>
</file>

<file path=ppt/media/f59961.txt>
</file>

<file path=ppt/media/f59962.txt>
</file>

<file path=ppt/media/f59963.txt>
</file>

<file path=ppt/media/f59964.txt>
</file>

<file path=ppt/media/f59965.txt>
</file>

<file path=ppt/media/f59966.txt>
</file>

<file path=ppt/media/f59967.txt>
</file>

<file path=ppt/media/f59968.txt>
</file>

<file path=ppt/media/f59969.txt>
</file>

<file path=ppt/media/f59970.txt>
</file>

<file path=ppt/media/f59971.txt>
</file>

<file path=ppt/media/f59972.txt>
</file>

<file path=ppt/media/f59973.txt>
</file>

<file path=ppt/media/f59974.txt>
</file>

<file path=ppt/media/f59975.txt>
</file>

<file path=ppt/media/f59976.txt>
</file>

<file path=ppt/media/f59977.txt>
</file>

<file path=ppt/media/f59978.txt>
</file>

<file path=ppt/media/f59979.txt>
</file>

<file path=ppt/media/f59980.txt>
</file>

<file path=ppt/media/f59981.txt>
</file>

<file path=ppt/media/f59982.txt>
</file>

<file path=ppt/media/f59983.txt>
</file>

<file path=ppt/media/f59984.txt>
</file>

<file path=ppt/media/f59985.txt>
</file>

<file path=ppt/media/f59986.txt>
</file>

<file path=ppt/media/f59987.txt>
</file>

<file path=ppt/media/f59988.txt>
</file>

<file path=ppt/media/f59989.txt>
</file>

<file path=ppt/media/f59990.txt>
</file>

<file path=ppt/media/f59991.txt>
</file>

<file path=ppt/media/f59992.txt>
</file>

<file path=ppt/media/f59993.txt>
</file>

<file path=ppt/media/f59994.txt>
</file>

<file path=ppt/media/f59995.txt>
</file>

<file path=ppt/media/f59996.txt>
</file>

<file path=ppt/media/f59997.txt>
</file>

<file path=ppt/media/f59998.txt>
</file>

<file path=ppt/media/f59999.txt>
</file>

<file path=ppt/media/f60000.txt>
</file>

<file path=ppt/media/f60001.txt>
</file>

<file path=ppt/media/f60002.txt>
</file>

<file path=ppt/media/f60003.txt>
</file>

<file path=ppt/media/f60004.txt>
</file>

<file path=ppt/media/f60005.txt>
</file>

<file path=ppt/media/f60006.txt>
</file>

<file path=ppt/media/f60007.txt>
</file>

<file path=ppt/media/f60008.txt>
</file>

<file path=ppt/media/f60009.txt>
</file>

<file path=ppt/media/f60010.txt>
</file>

<file path=ppt/media/f60011.txt>
</file>

<file path=ppt/media/f60012.txt>
</file>

<file path=ppt/media/f60013.txt>
</file>

<file path=ppt/media/f60014.txt>
</file>

<file path=ppt/media/f60015.txt>
</file>

<file path=ppt/media/f60016.txt>
</file>

<file path=ppt/media/f60017.txt>
</file>

<file path=ppt/media/f60018.txt>
</file>

<file path=ppt/media/f60019.txt>
</file>

<file path=ppt/media/f60020.txt>
</file>

<file path=ppt/media/f60021.txt>
</file>

<file path=ppt/media/f60022.txt>
</file>

<file path=ppt/media/f60023.txt>
</file>

<file path=ppt/media/f60024.txt>
</file>

<file path=ppt/media/f60025.txt>
</file>

<file path=ppt/media/f60026.txt>
</file>

<file path=ppt/media/f60027.txt>
</file>

<file path=ppt/media/f60028.txt>
</file>

<file path=ppt/media/f60029.txt>
</file>

<file path=ppt/media/f60030.txt>
</file>

<file path=ppt/media/f60031.txt>
</file>

<file path=ppt/media/f60032.txt>
</file>

<file path=ppt/media/f60033.txt>
</file>

<file path=ppt/media/f60034.txt>
</file>

<file path=ppt/media/f60035.txt>
</file>

<file path=ppt/media/f60036.txt>
</file>

<file path=ppt/media/f60037.txt>
</file>

<file path=ppt/media/f60038.txt>
</file>

<file path=ppt/media/f60039.txt>
</file>

<file path=ppt/media/f60040.txt>
</file>

<file path=ppt/media/f60041.txt>
</file>

<file path=ppt/media/f60042.txt>
</file>

<file path=ppt/media/f60043.txt>
</file>

<file path=ppt/media/f60044.txt>
</file>

<file path=ppt/media/f60045.txt>
</file>

<file path=ppt/media/f60046.txt>
</file>

<file path=ppt/media/f60047.txt>
</file>

<file path=ppt/media/f60048.txt>
</file>

<file path=ppt/media/f60049.txt>
</file>

<file path=ppt/media/f60050.txt>
</file>

<file path=ppt/media/f60051.txt>
</file>

<file path=ppt/media/f60052.txt>
</file>

<file path=ppt/media/f60053.txt>
</file>

<file path=ppt/media/f60054.txt>
</file>

<file path=ppt/media/f60055.txt>
</file>

<file path=ppt/media/f60056.txt>
</file>

<file path=ppt/media/f60057.txt>
</file>

<file path=ppt/media/f60058.txt>
</file>

<file path=ppt/media/f60059.txt>
</file>

<file path=ppt/media/f60060.txt>
</file>

<file path=ppt/media/f60061.txt>
</file>

<file path=ppt/media/f60062.txt>
</file>

<file path=ppt/media/f60063.txt>
</file>

<file path=ppt/media/f60064.txt>
</file>

<file path=ppt/media/f60065.txt>
</file>

<file path=ppt/media/f60066.txt>
</file>

<file path=ppt/media/f60067.txt>
</file>

<file path=ppt/media/f60068.txt>
</file>

<file path=ppt/media/f60069.txt>
</file>

<file path=ppt/media/f60070.txt>
</file>

<file path=ppt/media/f60071.txt>
</file>

<file path=ppt/media/f60072.txt>
</file>

<file path=ppt/media/f60073.txt>
</file>

<file path=ppt/media/f60074.txt>
</file>

<file path=ppt/media/f60075.txt>
</file>

<file path=ppt/media/f60076.txt>
</file>

<file path=ppt/media/f60077.txt>
</file>

<file path=ppt/media/f60078.txt>
</file>

<file path=ppt/media/f60079.txt>
</file>

<file path=ppt/media/f60080.txt>
</file>

<file path=ppt/media/f60081.txt>
</file>

<file path=ppt/media/f60082.txt>
</file>

<file path=ppt/media/f60083.txt>
</file>

<file path=ppt/media/f60084.txt>
</file>

<file path=ppt/media/f60085.txt>
</file>

<file path=ppt/media/f60086.txt>
</file>

<file path=ppt/media/f60087.txt>
</file>

<file path=ppt/media/f60088.txt>
</file>

<file path=ppt/media/f60089.txt>
</file>

<file path=ppt/media/f60090.txt>
</file>

<file path=ppt/media/f60091.txt>
</file>

<file path=ppt/media/f60092.txt>
</file>

<file path=ppt/media/f60093.txt>
</file>

<file path=ppt/media/f60094.txt>
</file>

<file path=ppt/media/f60095.txt>
</file>

<file path=ppt/media/f60096.txt>
</file>

<file path=ppt/media/f60097.txt>
</file>

<file path=ppt/media/f60098.txt>
</file>

<file path=ppt/media/f60099.txt>
</file>

<file path=ppt/media/f60100.txt>
</file>

<file path=ppt/media/f60101.txt>
</file>

<file path=ppt/media/f60102.txt>
</file>

<file path=ppt/media/f60103.txt>
</file>

<file path=ppt/media/f60104.txt>
</file>

<file path=ppt/media/f60105.txt>
</file>

<file path=ppt/media/f60106.txt>
</file>

<file path=ppt/media/f60107.txt>
</file>

<file path=ppt/media/f60108.txt>
</file>

<file path=ppt/media/f60109.txt>
</file>

<file path=ppt/media/f60110.txt>
</file>

<file path=ppt/media/f60111.txt>
</file>

<file path=ppt/media/f60112.txt>
</file>

<file path=ppt/media/f60113.txt>
</file>

<file path=ppt/media/f60114.txt>
</file>

<file path=ppt/media/f60115.txt>
</file>

<file path=ppt/media/f60116.txt>
</file>

<file path=ppt/media/f60117.txt>
</file>

<file path=ppt/media/f60118.txt>
</file>

<file path=ppt/media/f60119.txt>
</file>

<file path=ppt/media/f60120.txt>
</file>

<file path=ppt/media/f60121.txt>
</file>

<file path=ppt/media/f60122.txt>
</file>

<file path=ppt/media/f60123.txt>
</file>

<file path=ppt/media/f60124.txt>
</file>

<file path=ppt/media/f60125.txt>
</file>

<file path=ppt/media/f60126.txt>
</file>

<file path=ppt/media/f60127.txt>
</file>

<file path=ppt/media/f60128.txt>
</file>

<file path=ppt/media/f60129.txt>
</file>

<file path=ppt/media/f60130.txt>
</file>

<file path=ppt/media/f60131.txt>
</file>

<file path=ppt/media/f60132.txt>
</file>

<file path=ppt/media/f60133.txt>
</file>

<file path=ppt/media/f60134.txt>
</file>

<file path=ppt/media/f60135.txt>
</file>

<file path=ppt/media/f60136.txt>
</file>

<file path=ppt/media/f60137.txt>
</file>

<file path=ppt/media/f60138.txt>
</file>

<file path=ppt/media/f60139.txt>
</file>

<file path=ppt/media/f60140.txt>
</file>

<file path=ppt/media/f60141.txt>
</file>

<file path=ppt/media/f60142.txt>
</file>

<file path=ppt/media/f60143.txt>
</file>

<file path=ppt/media/f60144.txt>
</file>

<file path=ppt/media/f60145.txt>
</file>

<file path=ppt/media/f60146.txt>
</file>

<file path=ppt/media/f60147.txt>
</file>

<file path=ppt/media/f60148.txt>
</file>

<file path=ppt/media/f60149.txt>
</file>

<file path=ppt/media/f60150.txt>
</file>

<file path=ppt/media/f60151.txt>
</file>

<file path=ppt/media/f60152.txt>
</file>

<file path=ppt/media/f60153.txt>
</file>

<file path=ppt/media/f60154.txt>
</file>

<file path=ppt/media/f60155.txt>
</file>

<file path=ppt/media/f60156.txt>
</file>

<file path=ppt/media/f60157.txt>
</file>

<file path=ppt/media/f60158.txt>
</file>

<file path=ppt/media/f60159.txt>
</file>

<file path=ppt/media/f60160.txt>
</file>

<file path=ppt/media/f60161.txt>
</file>

<file path=ppt/media/f60162.txt>
</file>

<file path=ppt/media/f60163.txt>
</file>

<file path=ppt/media/f60164.txt>
</file>

<file path=ppt/media/f60165.txt>
</file>

<file path=ppt/media/f60166.txt>
</file>

<file path=ppt/media/f60167.txt>
</file>

<file path=ppt/media/f60168.txt>
</file>

<file path=ppt/media/f60169.txt>
</file>

<file path=ppt/media/f60170.txt>
</file>

<file path=ppt/media/f60171.txt>
</file>

<file path=ppt/media/f60172.txt>
</file>

<file path=ppt/media/f60173.txt>
</file>

<file path=ppt/media/f60174.txt>
</file>

<file path=ppt/media/f60175.txt>
</file>

<file path=ppt/media/f60176.txt>
</file>

<file path=ppt/media/f60177.txt>
</file>

<file path=ppt/media/f60178.txt>
</file>

<file path=ppt/media/f60179.txt>
</file>

<file path=ppt/media/f60180.txt>
</file>

<file path=ppt/media/f60181.txt>
</file>

<file path=ppt/media/f60182.txt>
</file>

<file path=ppt/media/f60183.txt>
</file>

<file path=ppt/media/f60184.txt>
</file>

<file path=ppt/media/f60185.txt>
</file>

<file path=ppt/media/f60186.txt>
</file>

<file path=ppt/media/f60187.txt>
</file>

<file path=ppt/media/f60188.txt>
</file>

<file path=ppt/media/f60189.txt>
</file>

<file path=ppt/media/f60190.txt>
</file>

<file path=ppt/media/f60191.txt>
</file>

<file path=ppt/media/f60192.txt>
</file>

<file path=ppt/media/f60193.txt>
</file>

<file path=ppt/media/f60194.txt>
</file>

<file path=ppt/media/f60195.txt>
</file>

<file path=ppt/media/f60196.txt>
</file>

<file path=ppt/media/f60197.txt>
</file>

<file path=ppt/media/f60198.txt>
</file>

<file path=ppt/media/f60199.txt>
</file>

<file path=ppt/media/f60200.txt>
</file>

<file path=ppt/media/f60201.txt>
</file>

<file path=ppt/media/f60202.txt>
</file>

<file path=ppt/media/f60203.txt>
</file>

<file path=ppt/media/f60204.txt>
</file>

<file path=ppt/media/f60205.txt>
</file>

<file path=ppt/media/f60206.txt>
</file>

<file path=ppt/media/f60207.txt>
</file>

<file path=ppt/media/f60208.txt>
</file>

<file path=ppt/media/f60209.txt>
</file>

<file path=ppt/media/f60210.txt>
</file>

<file path=ppt/media/f60211.txt>
</file>

<file path=ppt/media/f60212.txt>
</file>

<file path=ppt/media/f60213.txt>
</file>

<file path=ppt/media/f60214.txt>
</file>

<file path=ppt/media/f60215.txt>
</file>

<file path=ppt/media/f60216.txt>
</file>

<file path=ppt/media/f60217.txt>
</file>

<file path=ppt/media/f60218.txt>
</file>

<file path=ppt/media/f60219.txt>
</file>

<file path=ppt/media/f60220.txt>
</file>

<file path=ppt/media/f60221.txt>
</file>

<file path=ppt/media/f60222.txt>
</file>

<file path=ppt/media/f60223.txt>
</file>

<file path=ppt/media/f60224.txt>
</file>

<file path=ppt/media/f60225.txt>
</file>

<file path=ppt/media/f60226.txt>
</file>

<file path=ppt/media/f60227.txt>
</file>

<file path=ppt/media/f60228.txt>
</file>

<file path=ppt/media/f60229.txt>
</file>

<file path=ppt/media/f60230.txt>
</file>

<file path=ppt/media/f60231.txt>
</file>

<file path=ppt/media/f60232.txt>
</file>

<file path=ppt/media/f60233.txt>
</file>

<file path=ppt/media/f60234.txt>
</file>

<file path=ppt/media/f60235.txt>
</file>

<file path=ppt/media/f60236.txt>
</file>

<file path=ppt/media/f60237.txt>
</file>

<file path=ppt/media/f60238.txt>
</file>

<file path=ppt/media/f60239.txt>
</file>

<file path=ppt/media/f60240.txt>
</file>

<file path=ppt/media/f60241.txt>
</file>

<file path=ppt/media/f60242.txt>
</file>

<file path=ppt/media/f60243.txt>
</file>

<file path=ppt/media/f60244.txt>
</file>

<file path=ppt/media/f60245.txt>
</file>

<file path=ppt/media/f60246.txt>
</file>

<file path=ppt/media/f60247.txt>
</file>

<file path=ppt/media/f60248.txt>
</file>

<file path=ppt/media/f60249.txt>
</file>

<file path=ppt/media/f60250.txt>
</file>

<file path=ppt/media/f60251.txt>
</file>

<file path=ppt/media/f60252.txt>
</file>

<file path=ppt/media/f60253.txt>
</file>

<file path=ppt/media/f60254.txt>
</file>

<file path=ppt/media/f60255.txt>
</file>

<file path=ppt/media/f60256.txt>
</file>

<file path=ppt/media/f60257.txt>
</file>

<file path=ppt/media/f60258.txt>
</file>

<file path=ppt/media/f60259.txt>
</file>

<file path=ppt/media/f60260.txt>
</file>

<file path=ppt/media/f60261.txt>
</file>

<file path=ppt/media/f60262.txt>
</file>

<file path=ppt/media/f60263.txt>
</file>

<file path=ppt/media/f60264.txt>
</file>

<file path=ppt/media/f60265.txt>
</file>

<file path=ppt/media/f60266.txt>
</file>

<file path=ppt/media/f60267.txt>
</file>

<file path=ppt/media/f60268.txt>
</file>

<file path=ppt/media/f60269.txt>
</file>

<file path=ppt/media/f60270.txt>
</file>

<file path=ppt/media/f60271.txt>
</file>

<file path=ppt/media/f60272.txt>
</file>

<file path=ppt/media/f60273.txt>
</file>

<file path=ppt/media/f60274.txt>
</file>

<file path=ppt/media/f60275.txt>
</file>

<file path=ppt/media/f60276.txt>
</file>

<file path=ppt/media/f60277.txt>
</file>

<file path=ppt/media/f60278.txt>
</file>

<file path=ppt/media/f60279.txt>
</file>

<file path=ppt/media/f60280.txt>
</file>

<file path=ppt/media/f60281.txt>
</file>

<file path=ppt/media/f60282.txt>
</file>

<file path=ppt/media/f60283.txt>
</file>

<file path=ppt/media/f60284.txt>
</file>

<file path=ppt/media/f60285.txt>
</file>

<file path=ppt/media/f60286.txt>
</file>

<file path=ppt/media/f60287.txt>
</file>

<file path=ppt/media/f60288.txt>
</file>

<file path=ppt/media/f60289.txt>
</file>

<file path=ppt/media/f60290.txt>
</file>

<file path=ppt/media/f60291.txt>
</file>

<file path=ppt/media/f60292.txt>
</file>

<file path=ppt/media/f60293.txt>
</file>

<file path=ppt/media/f60294.txt>
</file>

<file path=ppt/media/f60295.txt>
</file>

<file path=ppt/media/f60296.txt>
</file>

<file path=ppt/media/f60297.txt>
</file>

<file path=ppt/media/f60298.txt>
</file>

<file path=ppt/media/f60299.txt>
</file>

<file path=ppt/media/f60300.txt>
</file>

<file path=ppt/media/f60301.txt>
</file>

<file path=ppt/media/f60302.txt>
</file>

<file path=ppt/media/f60303.txt>
</file>

<file path=ppt/media/f60304.txt>
</file>

<file path=ppt/media/f60305.txt>
</file>

<file path=ppt/media/f60306.txt>
</file>

<file path=ppt/media/f60307.txt>
</file>

<file path=ppt/media/f60308.txt>
</file>

<file path=ppt/media/f60309.txt>
</file>

<file path=ppt/media/f60310.txt>
</file>

<file path=ppt/media/f60311.txt>
</file>

<file path=ppt/media/f60312.txt>
</file>

<file path=ppt/media/f60313.txt>
</file>

<file path=ppt/media/f60314.txt>
</file>

<file path=ppt/media/f60315.txt>
</file>

<file path=ppt/media/f60316.txt>
</file>

<file path=ppt/media/f60317.txt>
</file>

<file path=ppt/media/f60318.txt>
</file>

<file path=ppt/media/f60319.txt>
</file>

<file path=ppt/media/f60320.txt>
</file>

<file path=ppt/media/f60321.txt>
</file>

<file path=ppt/media/f60322.txt>
</file>

<file path=ppt/media/f60323.txt>
</file>

<file path=ppt/media/f60324.txt>
</file>

<file path=ppt/media/f60325.txt>
</file>

<file path=ppt/media/f60326.txt>
</file>

<file path=ppt/media/f60327.txt>
</file>

<file path=ppt/media/f60328.txt>
</file>

<file path=ppt/media/f60329.txt>
</file>

<file path=ppt/media/f60330.txt>
</file>

<file path=ppt/media/f60331.txt>
</file>

<file path=ppt/media/f60332.txt>
</file>

<file path=ppt/media/f60333.txt>
</file>

<file path=ppt/media/f60334.txt>
</file>

<file path=ppt/media/f60335.txt>
</file>

<file path=ppt/media/f60336.txt>
</file>

<file path=ppt/media/f60337.txt>
</file>

<file path=ppt/media/f60338.txt>
</file>

<file path=ppt/media/f60339.txt>
</file>

<file path=ppt/media/f60340.txt>
</file>

<file path=ppt/media/f60341.txt>
</file>

<file path=ppt/media/f60342.txt>
</file>

<file path=ppt/media/f60343.txt>
</file>

<file path=ppt/media/f60344.txt>
</file>

<file path=ppt/media/f60345.txt>
</file>

<file path=ppt/media/f60346.txt>
</file>

<file path=ppt/media/f60347.txt>
</file>

<file path=ppt/media/f60348.txt>
</file>

<file path=ppt/media/f60349.txt>
</file>

<file path=ppt/media/f60350.txt>
</file>

<file path=ppt/media/f60351.txt>
</file>

<file path=ppt/media/f60352.txt>
</file>

<file path=ppt/media/f60353.txt>
</file>

<file path=ppt/media/f60354.txt>
</file>

<file path=ppt/media/f60355.txt>
</file>

<file path=ppt/media/f60356.txt>
</file>

<file path=ppt/media/f60357.txt>
</file>

<file path=ppt/media/f60358.txt>
</file>

<file path=ppt/media/f60359.txt>
</file>

<file path=ppt/media/f60360.txt>
</file>

<file path=ppt/media/f60361.txt>
</file>

<file path=ppt/media/f60362.txt>
</file>

<file path=ppt/media/f60363.txt>
</file>

<file path=ppt/media/f60364.txt>
</file>

<file path=ppt/media/f60365.txt>
</file>

<file path=ppt/media/f60366.txt>
</file>

<file path=ppt/media/f60367.txt>
</file>

<file path=ppt/media/f60368.txt>
</file>

<file path=ppt/media/f60369.txt>
</file>

<file path=ppt/media/f60370.txt>
</file>

<file path=ppt/media/f60371.txt>
</file>

<file path=ppt/media/f60372.txt>
</file>

<file path=ppt/media/f60373.txt>
</file>

<file path=ppt/media/f60374.txt>
</file>

<file path=ppt/media/f60375.txt>
</file>

<file path=ppt/media/f60376.txt>
</file>

<file path=ppt/media/f60377.txt>
</file>

<file path=ppt/media/f60378.txt>
</file>

<file path=ppt/media/f60379.txt>
</file>

<file path=ppt/media/f60380.txt>
</file>

<file path=ppt/media/f60381.txt>
</file>

<file path=ppt/media/f60382.txt>
</file>

<file path=ppt/media/f60383.txt>
</file>

<file path=ppt/media/f60384.txt>
</file>

<file path=ppt/media/f60385.txt>
</file>

<file path=ppt/media/f60386.txt>
</file>

<file path=ppt/media/f60387.txt>
</file>

<file path=ppt/media/f60388.txt>
</file>

<file path=ppt/media/f60389.txt>
</file>

<file path=ppt/media/f60390.txt>
</file>

<file path=ppt/media/f60391.txt>
</file>

<file path=ppt/media/f60392.txt>
</file>

<file path=ppt/media/f60393.txt>
</file>

<file path=ppt/media/f60394.txt>
</file>

<file path=ppt/media/f60395.txt>
</file>

<file path=ppt/media/f60396.txt>
</file>

<file path=ppt/media/f60397.txt>
</file>

<file path=ppt/media/f60398.txt>
</file>

<file path=ppt/media/f60399.txt>
</file>

<file path=ppt/media/f60400.txt>
</file>

<file path=ppt/media/f60401.txt>
</file>

<file path=ppt/media/f60402.txt>
</file>

<file path=ppt/media/f60403.txt>
</file>

<file path=ppt/media/f60404.txt>
</file>

<file path=ppt/media/f60405.txt>
</file>

<file path=ppt/media/f60406.txt>
</file>

<file path=ppt/media/f60407.txt>
</file>

<file path=ppt/media/f60408.txt>
</file>

<file path=ppt/media/f60409.txt>
</file>

<file path=ppt/media/f60410.txt>
</file>

<file path=ppt/media/f60411.txt>
</file>

<file path=ppt/media/f60412.txt>
</file>

<file path=ppt/media/f60413.txt>
</file>

<file path=ppt/media/f60414.txt>
</file>

<file path=ppt/media/f60415.txt>
</file>

<file path=ppt/media/f60416.txt>
</file>

<file path=ppt/media/f60417.txt>
</file>

<file path=ppt/media/f60418.txt>
</file>

<file path=ppt/media/f60419.txt>
</file>

<file path=ppt/media/f60420.txt>
</file>

<file path=ppt/media/f60421.txt>
</file>

<file path=ppt/media/f60422.txt>
</file>

<file path=ppt/media/f60423.txt>
</file>

<file path=ppt/media/f60424.txt>
</file>

<file path=ppt/media/f60425.txt>
</file>

<file path=ppt/media/f60426.txt>
</file>

<file path=ppt/media/f60427.txt>
</file>

<file path=ppt/media/f60428.txt>
</file>

<file path=ppt/media/f60429.txt>
</file>

<file path=ppt/media/f60430.txt>
</file>

<file path=ppt/media/f60431.txt>
</file>

<file path=ppt/media/f60432.txt>
</file>

<file path=ppt/media/f60433.txt>
</file>

<file path=ppt/media/f60434.txt>
</file>

<file path=ppt/media/f60435.txt>
</file>

<file path=ppt/media/f60436.txt>
</file>

<file path=ppt/media/f60437.txt>
</file>

<file path=ppt/media/f60438.txt>
</file>

<file path=ppt/media/f60439.txt>
</file>

<file path=ppt/media/f60440.txt>
</file>

<file path=ppt/media/f60441.txt>
</file>

<file path=ppt/media/f60442.txt>
</file>

<file path=ppt/media/f60443.txt>
</file>

<file path=ppt/media/f60444.txt>
</file>

<file path=ppt/media/f60445.txt>
</file>

<file path=ppt/media/f60446.txt>
</file>

<file path=ppt/media/f60447.txt>
</file>

<file path=ppt/media/f60448.txt>
</file>

<file path=ppt/media/f60449.txt>
</file>

<file path=ppt/media/f60450.txt>
</file>

<file path=ppt/media/f60451.txt>
</file>

<file path=ppt/media/f60452.txt>
</file>

<file path=ppt/media/f60453.txt>
</file>

<file path=ppt/media/f60454.txt>
</file>

<file path=ppt/media/f60455.txt>
</file>

<file path=ppt/media/f60456.txt>
</file>

<file path=ppt/media/f60457.txt>
</file>

<file path=ppt/media/f60458.txt>
</file>

<file path=ppt/media/f60459.txt>
</file>

<file path=ppt/media/f60460.txt>
</file>

<file path=ppt/media/f60461.txt>
</file>

<file path=ppt/media/f60462.txt>
</file>

<file path=ppt/media/f60463.txt>
</file>

<file path=ppt/media/f60464.txt>
</file>

<file path=ppt/media/f60465.txt>
</file>

<file path=ppt/media/f60466.txt>
</file>

<file path=ppt/media/f60467.txt>
</file>

<file path=ppt/media/f60468.txt>
</file>

<file path=ppt/media/f60469.txt>
</file>

<file path=ppt/media/f60470.txt>
</file>

<file path=ppt/media/f60471.txt>
</file>

<file path=ppt/media/f60472.txt>
</file>

<file path=ppt/media/f60473.txt>
</file>

<file path=ppt/media/f60474.txt>
</file>

<file path=ppt/media/f60475.txt>
</file>

<file path=ppt/media/f60476.txt>
</file>

<file path=ppt/media/f60477.txt>
</file>

<file path=ppt/media/f60478.txt>
</file>

<file path=ppt/media/f60479.txt>
</file>

<file path=ppt/media/f60480.txt>
</file>

<file path=ppt/media/f60481.txt>
</file>

<file path=ppt/media/f60482.txt>
</file>

<file path=ppt/media/f60483.txt>
</file>

<file path=ppt/media/f60484.txt>
</file>

<file path=ppt/media/f60485.txt>
</file>

<file path=ppt/media/f60486.txt>
</file>

<file path=ppt/media/f60487.txt>
</file>

<file path=ppt/media/f60488.txt>
</file>

<file path=ppt/media/f60489.txt>
</file>

<file path=ppt/media/f60490.txt>
</file>

<file path=ppt/media/f60491.txt>
</file>

<file path=ppt/media/f60492.txt>
</file>

<file path=ppt/media/f60493.txt>
</file>

<file path=ppt/media/f60494.txt>
</file>

<file path=ppt/media/f60495.txt>
</file>

<file path=ppt/media/f60496.txt>
</file>

<file path=ppt/media/f60497.txt>
</file>

<file path=ppt/media/f60498.txt>
</file>

<file path=ppt/media/f60499.txt>
</file>

<file path=ppt/media/f60500.txt>
</file>

<file path=ppt/media/f60501.txt>
</file>

<file path=ppt/media/f60502.txt>
</file>

<file path=ppt/media/f60503.txt>
</file>

<file path=ppt/media/f60504.txt>
</file>

<file path=ppt/media/f60505.txt>
</file>

<file path=ppt/media/f60506.txt>
</file>

<file path=ppt/media/f60507.txt>
</file>

<file path=ppt/media/f60508.txt>
</file>

<file path=ppt/media/f60509.txt>
</file>

<file path=ppt/media/f60510.txt>
</file>

<file path=ppt/media/f60511.txt>
</file>

<file path=ppt/media/f60512.txt>
</file>

<file path=ppt/media/f60513.txt>
</file>

<file path=ppt/media/f60514.txt>
</file>

<file path=ppt/media/f60515.txt>
</file>

<file path=ppt/media/f60516.txt>
</file>

<file path=ppt/media/f60517.txt>
</file>

<file path=ppt/media/f60518.txt>
</file>

<file path=ppt/media/f60519.txt>
</file>

<file path=ppt/media/f60520.txt>
</file>

<file path=ppt/media/f60521.txt>
</file>

<file path=ppt/media/f60522.txt>
</file>

<file path=ppt/media/f60523.txt>
</file>

<file path=ppt/media/f60524.txt>
</file>

<file path=ppt/media/f60525.txt>
</file>

<file path=ppt/media/f60526.txt>
</file>

<file path=ppt/media/f60527.txt>
</file>

<file path=ppt/media/f60528.txt>
</file>

<file path=ppt/media/f60529.txt>
</file>

<file path=ppt/media/f60530.txt>
</file>

<file path=ppt/media/f60531.txt>
</file>

<file path=ppt/media/f60532.txt>
</file>

<file path=ppt/media/f60533.txt>
</file>

<file path=ppt/media/f60534.txt>
</file>

<file path=ppt/media/f60535.txt>
</file>

<file path=ppt/media/f60536.txt>
</file>

<file path=ppt/media/f60537.txt>
</file>

<file path=ppt/media/f60538.txt>
</file>

<file path=ppt/media/f60539.txt>
</file>

<file path=ppt/media/f60540.txt>
</file>

<file path=ppt/media/f60541.txt>
</file>

<file path=ppt/media/f60542.txt>
</file>

<file path=ppt/media/f60543.txt>
</file>

<file path=ppt/media/f60544.txt>
</file>

<file path=ppt/media/f60545.txt>
</file>

<file path=ppt/media/f60546.txt>
</file>

<file path=ppt/media/f60547.txt>
</file>

<file path=ppt/media/f60548.txt>
</file>

<file path=ppt/media/f60549.txt>
</file>

<file path=ppt/media/f60550.txt>
</file>

<file path=ppt/media/f60551.txt>
</file>

<file path=ppt/media/f60552.txt>
</file>

<file path=ppt/media/f60553.txt>
</file>

<file path=ppt/media/f60554.txt>
</file>

<file path=ppt/media/f60555.txt>
</file>

<file path=ppt/media/f60556.txt>
</file>

<file path=ppt/media/f60557.txt>
</file>

<file path=ppt/media/f60558.txt>
</file>

<file path=ppt/media/f60559.txt>
</file>

<file path=ppt/media/f60560.txt>
</file>

<file path=ppt/media/f60561.txt>
</file>

<file path=ppt/media/f60562.txt>
</file>

<file path=ppt/media/f60563.txt>
</file>

<file path=ppt/media/f60564.txt>
</file>

<file path=ppt/media/f60565.txt>
</file>

<file path=ppt/media/f60566.txt>
</file>

<file path=ppt/media/f60567.txt>
</file>

<file path=ppt/media/f60568.txt>
</file>

<file path=ppt/media/f60569.txt>
</file>

<file path=ppt/media/f60570.txt>
</file>

<file path=ppt/media/f60571.txt>
</file>

<file path=ppt/media/f60572.txt>
</file>

<file path=ppt/media/f60573.txt>
</file>

<file path=ppt/media/f60574.txt>
</file>

<file path=ppt/media/f60575.txt>
</file>

<file path=ppt/media/f60576.txt>
</file>

<file path=ppt/media/f60577.txt>
</file>

<file path=ppt/media/f60578.txt>
</file>

<file path=ppt/media/f60579.txt>
</file>

<file path=ppt/media/f60580.txt>
</file>

<file path=ppt/media/f60581.txt>
</file>

<file path=ppt/media/f60582.txt>
</file>

<file path=ppt/media/f60583.txt>
</file>

<file path=ppt/media/f60584.txt>
</file>

<file path=ppt/media/f60585.txt>
</file>

<file path=ppt/media/f60586.txt>
</file>

<file path=ppt/media/f60587.txt>
</file>

<file path=ppt/media/f60588.txt>
</file>

<file path=ppt/media/f60589.txt>
</file>

<file path=ppt/media/f60590.txt>
</file>

<file path=ppt/media/f60591.txt>
</file>

<file path=ppt/media/f60592.txt>
</file>

<file path=ppt/media/f60593.txt>
</file>

<file path=ppt/media/f60594.txt>
</file>

<file path=ppt/media/f60595.txt>
</file>

<file path=ppt/media/f60596.txt>
</file>

<file path=ppt/media/f60597.txt>
</file>

<file path=ppt/media/f60598.txt>
</file>

<file path=ppt/media/f60599.txt>
</file>

<file path=ppt/media/f60600.txt>
</file>

<file path=ppt/media/f60601.txt>
</file>

<file path=ppt/media/f60602.txt>
</file>

<file path=ppt/media/f60603.txt>
</file>

<file path=ppt/media/f60604.txt>
</file>

<file path=ppt/media/f60605.txt>
</file>

<file path=ppt/media/f60606.txt>
</file>

<file path=ppt/media/f60607.txt>
</file>

<file path=ppt/media/f60608.txt>
</file>

<file path=ppt/media/f60609.txt>
</file>

<file path=ppt/media/f60610.txt>
</file>

<file path=ppt/media/f60611.txt>
</file>

<file path=ppt/media/f60612.txt>
</file>

<file path=ppt/media/f60613.txt>
</file>

<file path=ppt/media/f60614.txt>
</file>

<file path=ppt/media/f60615.txt>
</file>

<file path=ppt/media/f60616.txt>
</file>

<file path=ppt/media/f60617.txt>
</file>

<file path=ppt/media/f60618.txt>
</file>

<file path=ppt/media/f60619.txt>
</file>

<file path=ppt/media/f60620.txt>
</file>

<file path=ppt/media/f60621.txt>
</file>

<file path=ppt/media/f60622.txt>
</file>

<file path=ppt/media/f60623.txt>
</file>

<file path=ppt/media/f60624.txt>
</file>

<file path=ppt/media/f60625.txt>
</file>

<file path=ppt/media/f60626.txt>
</file>

<file path=ppt/media/f60627.txt>
</file>

<file path=ppt/media/f60628.txt>
</file>

<file path=ppt/media/f60629.txt>
</file>

<file path=ppt/media/f60630.txt>
</file>

<file path=ppt/media/f60631.txt>
</file>

<file path=ppt/media/f60632.txt>
</file>

<file path=ppt/media/f60633.txt>
</file>

<file path=ppt/media/f60634.txt>
</file>

<file path=ppt/media/f60635.txt>
</file>

<file path=ppt/media/f60636.txt>
</file>

<file path=ppt/media/f60637.txt>
</file>

<file path=ppt/media/f60638.txt>
</file>

<file path=ppt/media/f60639.txt>
</file>

<file path=ppt/media/f60640.txt>
</file>

<file path=ppt/media/f60641.txt>
</file>

<file path=ppt/media/f60642.txt>
</file>

<file path=ppt/media/f60643.txt>
</file>

<file path=ppt/media/f60644.txt>
</file>

<file path=ppt/media/f60645.txt>
</file>

<file path=ppt/media/f60646.txt>
</file>

<file path=ppt/media/f60647.txt>
</file>

<file path=ppt/media/f60648.txt>
</file>

<file path=ppt/media/f60649.txt>
</file>

<file path=ppt/media/f60650.txt>
</file>

<file path=ppt/media/f60651.txt>
</file>

<file path=ppt/media/f60652.txt>
</file>

<file path=ppt/media/f60653.txt>
</file>

<file path=ppt/media/f60654.txt>
</file>

<file path=ppt/media/f60655.txt>
</file>

<file path=ppt/media/f60656.txt>
</file>

<file path=ppt/media/f60657.txt>
</file>

<file path=ppt/media/f60658.txt>
</file>

<file path=ppt/media/f60659.txt>
</file>

<file path=ppt/media/f60660.txt>
</file>

<file path=ppt/media/f60661.txt>
</file>

<file path=ppt/media/f60662.txt>
</file>

<file path=ppt/media/f60663.txt>
</file>

<file path=ppt/media/f60664.txt>
</file>

<file path=ppt/media/f60665.txt>
</file>

<file path=ppt/media/f60666.txt>
</file>

<file path=ppt/media/f60667.txt>
</file>

<file path=ppt/media/f60668.txt>
</file>

<file path=ppt/media/f60669.txt>
</file>

<file path=ppt/media/f60670.txt>
</file>

<file path=ppt/media/f60671.txt>
</file>

<file path=ppt/media/f60672.txt>
</file>

<file path=ppt/media/f60673.txt>
</file>

<file path=ppt/media/f60674.txt>
</file>

<file path=ppt/media/f60675.txt>
</file>

<file path=ppt/media/f60676.txt>
</file>

<file path=ppt/media/f60677.txt>
</file>

<file path=ppt/media/f60678.txt>
</file>

<file path=ppt/media/f60679.txt>
</file>

<file path=ppt/media/f60680.txt>
</file>

<file path=ppt/media/f60681.txt>
</file>

<file path=ppt/media/f60682.txt>
</file>

<file path=ppt/media/f60683.txt>
</file>

<file path=ppt/media/f60684.txt>
</file>

<file path=ppt/media/f60685.txt>
</file>

<file path=ppt/media/f60686.txt>
</file>

<file path=ppt/media/f60687.txt>
</file>

<file path=ppt/media/f60688.txt>
</file>

<file path=ppt/media/f60689.txt>
</file>

<file path=ppt/media/f60690.txt>
</file>

<file path=ppt/media/f60691.txt>
</file>

<file path=ppt/media/f60692.txt>
</file>

<file path=ppt/media/f60693.txt>
</file>

<file path=ppt/media/f60694.txt>
</file>

<file path=ppt/media/f60695.txt>
</file>

<file path=ppt/media/f60696.txt>
</file>

<file path=ppt/media/f60697.txt>
</file>

<file path=ppt/media/f60698.txt>
</file>

<file path=ppt/media/f60699.txt>
</file>

<file path=ppt/media/f60700.txt>
</file>

<file path=ppt/media/f60701.txt>
</file>

<file path=ppt/media/f60702.txt>
</file>

<file path=ppt/media/f60703.txt>
</file>

<file path=ppt/media/f60704.txt>
</file>

<file path=ppt/media/f60705.txt>
</file>

<file path=ppt/media/f60706.txt>
</file>

<file path=ppt/media/f60707.txt>
</file>

<file path=ppt/media/f60708.txt>
</file>

<file path=ppt/media/f60709.txt>
</file>

<file path=ppt/media/f60710.txt>
</file>

<file path=ppt/media/f60711.txt>
</file>

<file path=ppt/media/f60712.txt>
</file>

<file path=ppt/media/f60713.txt>
</file>

<file path=ppt/media/f60714.txt>
</file>

<file path=ppt/media/f60715.txt>
</file>

<file path=ppt/media/f60716.txt>
</file>

<file path=ppt/media/f60717.txt>
</file>

<file path=ppt/media/f60718.txt>
</file>

<file path=ppt/media/f60719.txt>
</file>

<file path=ppt/media/f60720.txt>
</file>

<file path=ppt/media/f60721.txt>
</file>

<file path=ppt/media/f60722.txt>
</file>

<file path=ppt/media/f60723.txt>
</file>

<file path=ppt/media/f60724.txt>
</file>

<file path=ppt/media/f60725.txt>
</file>

<file path=ppt/media/f60726.txt>
</file>

<file path=ppt/media/f60727.txt>
</file>

<file path=ppt/media/f60728.txt>
</file>

<file path=ppt/media/f60729.txt>
</file>

<file path=ppt/media/f60730.txt>
</file>

<file path=ppt/media/f60731.txt>
</file>

<file path=ppt/media/f60732.txt>
</file>

<file path=ppt/media/f60733.txt>
</file>

<file path=ppt/media/f60734.txt>
</file>

<file path=ppt/media/f60735.txt>
</file>

<file path=ppt/media/f60736.txt>
</file>

<file path=ppt/media/f60737.txt>
</file>

<file path=ppt/media/f60738.txt>
</file>

<file path=ppt/media/f60739.txt>
</file>

<file path=ppt/media/f60740.txt>
</file>

<file path=ppt/media/f60741.txt>
</file>

<file path=ppt/media/f60742.txt>
</file>

<file path=ppt/media/f60743.txt>
</file>

<file path=ppt/media/f60744.txt>
</file>

<file path=ppt/media/f60745.txt>
</file>

<file path=ppt/media/f60746.txt>
</file>

<file path=ppt/media/f60747.txt>
</file>

<file path=ppt/media/f60748.txt>
</file>

<file path=ppt/media/f60749.txt>
</file>

<file path=ppt/media/f60750.txt>
</file>

<file path=ppt/media/f60751.txt>
</file>

<file path=ppt/media/f60752.txt>
</file>

<file path=ppt/media/f60753.txt>
</file>

<file path=ppt/media/f60754.txt>
</file>

<file path=ppt/media/f60755.txt>
</file>

<file path=ppt/media/f60756.txt>
</file>

<file path=ppt/media/f60757.txt>
</file>

<file path=ppt/media/f60758.txt>
</file>

<file path=ppt/media/f60759.txt>
</file>

<file path=ppt/media/f60760.txt>
</file>

<file path=ppt/media/f60761.txt>
</file>

<file path=ppt/media/f60762.txt>
</file>

<file path=ppt/media/f60763.txt>
</file>

<file path=ppt/media/f60764.txt>
</file>

<file path=ppt/media/f60765.txt>
</file>

<file path=ppt/media/f60766.txt>
</file>

<file path=ppt/media/f60767.txt>
</file>

<file path=ppt/media/f60768.txt>
</file>

<file path=ppt/media/f60769.txt>
</file>

<file path=ppt/media/f60770.txt>
</file>

<file path=ppt/media/f60771.txt>
</file>

<file path=ppt/media/f60772.txt>
</file>

<file path=ppt/media/f60773.txt>
</file>

<file path=ppt/media/f60774.txt>
</file>

<file path=ppt/media/f60775.txt>
</file>

<file path=ppt/media/f60776.txt>
</file>

<file path=ppt/media/f60777.txt>
</file>

<file path=ppt/media/f60778.txt>
</file>

<file path=ppt/media/f60779.txt>
</file>

<file path=ppt/media/f60780.txt>
</file>

<file path=ppt/media/f60781.txt>
</file>

<file path=ppt/media/f60782.txt>
</file>

<file path=ppt/media/f60783.txt>
</file>

<file path=ppt/media/f60784.txt>
</file>

<file path=ppt/media/f60785.txt>
</file>

<file path=ppt/media/f60786.txt>
</file>

<file path=ppt/media/f60787.txt>
</file>

<file path=ppt/media/f60788.txt>
</file>

<file path=ppt/media/f60789.txt>
</file>

<file path=ppt/media/f60790.txt>
</file>

<file path=ppt/media/f60791.txt>
</file>

<file path=ppt/media/f60792.txt>
</file>

<file path=ppt/media/f60793.txt>
</file>

<file path=ppt/media/f60794.txt>
</file>

<file path=ppt/media/f60795.txt>
</file>

<file path=ppt/media/f60796.txt>
</file>

<file path=ppt/media/f60797.txt>
</file>

<file path=ppt/media/f60798.txt>
</file>

<file path=ppt/media/f60799.txt>
</file>

<file path=ppt/media/f60800.txt>
</file>

<file path=ppt/media/f60801.txt>
</file>

<file path=ppt/media/f60802.txt>
</file>

<file path=ppt/media/f60803.txt>
</file>

<file path=ppt/media/f60804.txt>
</file>

<file path=ppt/media/f60805.txt>
</file>

<file path=ppt/media/f60806.txt>
</file>

<file path=ppt/media/f60807.txt>
</file>

<file path=ppt/media/f60808.txt>
</file>

<file path=ppt/media/f60809.txt>
</file>

<file path=ppt/media/f60810.txt>
</file>

<file path=ppt/media/f60811.txt>
</file>

<file path=ppt/media/f60812.txt>
</file>

<file path=ppt/media/f60813.txt>
</file>

<file path=ppt/media/f60814.txt>
</file>

<file path=ppt/media/f60815.txt>
</file>

<file path=ppt/media/f60816.txt>
</file>

<file path=ppt/media/f60817.txt>
</file>

<file path=ppt/media/f60818.txt>
</file>

<file path=ppt/media/f60819.txt>
</file>

<file path=ppt/media/f60820.txt>
</file>

<file path=ppt/media/f60821.txt>
</file>

<file path=ppt/media/f60822.txt>
</file>

<file path=ppt/media/f60823.txt>
</file>

<file path=ppt/media/f60824.txt>
</file>

<file path=ppt/media/f60825.txt>
</file>

<file path=ppt/media/f60826.txt>
</file>

<file path=ppt/media/f60827.txt>
</file>

<file path=ppt/media/f60828.txt>
</file>

<file path=ppt/media/f60829.txt>
</file>

<file path=ppt/media/f60830.txt>
</file>

<file path=ppt/media/f60831.txt>
</file>

<file path=ppt/media/f60832.txt>
</file>

<file path=ppt/media/f60833.txt>
</file>

<file path=ppt/media/f60834.txt>
</file>

<file path=ppt/media/f60835.txt>
</file>

<file path=ppt/media/f60836.txt>
</file>

<file path=ppt/media/f60837.txt>
</file>

<file path=ppt/media/f60838.txt>
</file>

<file path=ppt/media/f60839.txt>
</file>

<file path=ppt/media/f60840.txt>
</file>

<file path=ppt/media/f60841.txt>
</file>

<file path=ppt/media/f60842.txt>
</file>

<file path=ppt/media/f60843.txt>
</file>

<file path=ppt/media/f60844.txt>
</file>

<file path=ppt/media/f60845.txt>
</file>

<file path=ppt/media/f60846.txt>
</file>

<file path=ppt/media/f60847.txt>
</file>

<file path=ppt/media/f60848.txt>
</file>

<file path=ppt/media/f60849.txt>
</file>

<file path=ppt/media/f60850.txt>
</file>

<file path=ppt/media/f60851.txt>
</file>

<file path=ppt/media/f60852.txt>
</file>

<file path=ppt/media/f60853.txt>
</file>

<file path=ppt/media/f60854.txt>
</file>

<file path=ppt/media/f60855.txt>
</file>

<file path=ppt/media/f60856.txt>
</file>

<file path=ppt/media/f60857.txt>
</file>

<file path=ppt/media/f60858.txt>
</file>

<file path=ppt/media/f60859.txt>
</file>

<file path=ppt/media/f60860.txt>
</file>

<file path=ppt/media/f60861.txt>
</file>

<file path=ppt/media/f60862.txt>
</file>

<file path=ppt/media/f60863.txt>
</file>

<file path=ppt/media/f60864.txt>
</file>

<file path=ppt/media/f60865.txt>
</file>

<file path=ppt/media/f60866.txt>
</file>

<file path=ppt/media/f60867.txt>
</file>

<file path=ppt/media/f60868.txt>
</file>

<file path=ppt/media/f60869.txt>
</file>

<file path=ppt/media/f60870.txt>
</file>

<file path=ppt/media/f60871.txt>
</file>

<file path=ppt/media/f60872.txt>
</file>

<file path=ppt/media/f60873.txt>
</file>

<file path=ppt/media/f60874.txt>
</file>

<file path=ppt/media/f60875.txt>
</file>

<file path=ppt/media/f60876.txt>
</file>

<file path=ppt/media/f60877.txt>
</file>

<file path=ppt/media/f60878.txt>
</file>

<file path=ppt/media/f60879.txt>
</file>

<file path=ppt/media/f60880.txt>
</file>

<file path=ppt/media/f60881.txt>
</file>

<file path=ppt/media/f60882.txt>
</file>

<file path=ppt/media/f60883.txt>
</file>

<file path=ppt/media/f60884.txt>
</file>

<file path=ppt/media/f60885.txt>
</file>

<file path=ppt/media/f60886.txt>
</file>

<file path=ppt/media/f60887.txt>
</file>

<file path=ppt/media/f60888.txt>
</file>

<file path=ppt/media/f60889.txt>
</file>

<file path=ppt/media/f60890.txt>
</file>

<file path=ppt/media/f60891.txt>
</file>

<file path=ppt/media/f60892.txt>
</file>

<file path=ppt/media/f60893.txt>
</file>

<file path=ppt/media/f60894.txt>
</file>

<file path=ppt/media/f60895.txt>
</file>

<file path=ppt/media/f60896.txt>
</file>

<file path=ppt/media/f60897.txt>
</file>

<file path=ppt/media/f60898.txt>
</file>

<file path=ppt/media/f60899.txt>
</file>

<file path=ppt/media/f60900.txt>
</file>

<file path=ppt/media/f60901.txt>
</file>

<file path=ppt/media/f60902.txt>
</file>

<file path=ppt/media/f60903.txt>
</file>

<file path=ppt/media/f60904.txt>
</file>

<file path=ppt/media/f60905.txt>
</file>

<file path=ppt/media/f60906.txt>
</file>

<file path=ppt/media/f60907.txt>
</file>

<file path=ppt/media/f60908.txt>
</file>

<file path=ppt/media/f60909.txt>
</file>

<file path=ppt/media/f60910.txt>
</file>

<file path=ppt/media/f60911.txt>
</file>

<file path=ppt/media/f60912.txt>
</file>

<file path=ppt/media/f60913.txt>
</file>

<file path=ppt/media/f60914.txt>
</file>

<file path=ppt/media/f60915.txt>
</file>

<file path=ppt/media/f60916.txt>
</file>

<file path=ppt/media/f60917.txt>
</file>

<file path=ppt/media/f60918.txt>
</file>

<file path=ppt/media/f60919.txt>
</file>

<file path=ppt/media/f60920.txt>
</file>

<file path=ppt/media/f60921.txt>
</file>

<file path=ppt/media/f60922.txt>
</file>

<file path=ppt/media/f60923.txt>
</file>

<file path=ppt/media/f60924.txt>
</file>

<file path=ppt/media/f60925.txt>
</file>

<file path=ppt/media/f60926.txt>
</file>

<file path=ppt/media/f60927.txt>
</file>

<file path=ppt/media/f60928.txt>
</file>

<file path=ppt/media/f60929.txt>
</file>

<file path=ppt/media/f60930.txt>
</file>

<file path=ppt/media/f60931.txt>
</file>

<file path=ppt/media/f60932.txt>
</file>

<file path=ppt/media/f60933.txt>
</file>

<file path=ppt/media/f60934.txt>
</file>

<file path=ppt/media/f60935.txt>
</file>

<file path=ppt/media/f60936.txt>
</file>

<file path=ppt/media/f60937.txt>
</file>

<file path=ppt/media/f60938.txt>
</file>

<file path=ppt/media/f60939.txt>
</file>

<file path=ppt/media/f60940.txt>
</file>

<file path=ppt/media/f60941.txt>
</file>

<file path=ppt/media/f60942.txt>
</file>

<file path=ppt/media/f60943.txt>
</file>

<file path=ppt/media/f60944.txt>
</file>

<file path=ppt/media/f60945.txt>
</file>

<file path=ppt/media/f60946.txt>
</file>

<file path=ppt/media/f60947.txt>
</file>

<file path=ppt/media/f60948.txt>
</file>

<file path=ppt/media/f60949.txt>
</file>

<file path=ppt/media/f60950.txt>
</file>

<file path=ppt/media/f60951.txt>
</file>

<file path=ppt/media/f60952.txt>
</file>

<file path=ppt/media/f60953.txt>
</file>

<file path=ppt/media/f60954.txt>
</file>

<file path=ppt/media/f60955.txt>
</file>

<file path=ppt/media/f60956.txt>
</file>

<file path=ppt/media/f60957.txt>
</file>

<file path=ppt/media/f60958.txt>
</file>

<file path=ppt/media/f60959.txt>
</file>

<file path=ppt/media/f60960.txt>
</file>

<file path=ppt/media/f60961.txt>
</file>

<file path=ppt/media/f60962.txt>
</file>

<file path=ppt/media/f60963.txt>
</file>

<file path=ppt/media/f60964.txt>
</file>

<file path=ppt/media/f60965.txt>
</file>

<file path=ppt/media/f60966.txt>
</file>

<file path=ppt/media/f60967.txt>
</file>

<file path=ppt/media/f60968.txt>
</file>

<file path=ppt/media/f60969.txt>
</file>

<file path=ppt/media/f60970.txt>
</file>

<file path=ppt/media/f60971.txt>
</file>

<file path=ppt/media/f60972.txt>
</file>

<file path=ppt/media/f60973.txt>
</file>

<file path=ppt/media/f60974.txt>
</file>

<file path=ppt/media/f60975.txt>
</file>

<file path=ppt/media/f60976.txt>
</file>

<file path=ppt/media/f60977.txt>
</file>

<file path=ppt/media/f60978.txt>
</file>

<file path=ppt/media/f60979.txt>
</file>

<file path=ppt/media/f60980.txt>
</file>

<file path=ppt/media/f60981.txt>
</file>

<file path=ppt/media/f60982.txt>
</file>

<file path=ppt/media/f60983.txt>
</file>

<file path=ppt/media/f60984.txt>
</file>

<file path=ppt/media/f60985.txt>
</file>

<file path=ppt/media/f60986.txt>
</file>

<file path=ppt/media/f60987.txt>
</file>

<file path=ppt/media/f60988.txt>
</file>

<file path=ppt/media/f60989.txt>
</file>

<file path=ppt/media/f60990.txt>
</file>

<file path=ppt/media/f60991.txt>
</file>

<file path=ppt/media/f60992.txt>
</file>

<file path=ppt/media/f60993.txt>
</file>

<file path=ppt/media/f60994.txt>
</file>

<file path=ppt/media/f60995.txt>
</file>

<file path=ppt/media/f60996.txt>
</file>

<file path=ppt/media/f60997.txt>
</file>

<file path=ppt/media/f60998.txt>
</file>

<file path=ppt/media/f60999.txt>
</file>

<file path=ppt/media/f61000.txt>
</file>

<file path=ppt/media/f61001.txt>
</file>

<file path=ppt/media/f61002.txt>
</file>

<file path=ppt/media/f61003.txt>
</file>

<file path=ppt/media/f61004.txt>
</file>

<file path=ppt/media/f61005.txt>
</file>

<file path=ppt/media/f61006.txt>
</file>

<file path=ppt/media/f61007.txt>
</file>

<file path=ppt/media/f61008.txt>
</file>

<file path=ppt/media/f61009.txt>
</file>

<file path=ppt/media/f61010.txt>
</file>

<file path=ppt/media/f61011.txt>
</file>

<file path=ppt/media/f61012.txt>
</file>

<file path=ppt/media/f61013.txt>
</file>

<file path=ppt/media/f61014.txt>
</file>

<file path=ppt/media/f61015.txt>
</file>

<file path=ppt/media/f61016.txt>
</file>

<file path=ppt/media/f61017.txt>
</file>

<file path=ppt/media/f61018.txt>
</file>

<file path=ppt/media/f61019.txt>
</file>

<file path=ppt/media/f61020.txt>
</file>

<file path=ppt/media/f61021.txt>
</file>

<file path=ppt/media/f61022.txt>
</file>

<file path=ppt/media/f61023.txt>
</file>

<file path=ppt/media/f61024.txt>
</file>

<file path=ppt/media/f61025.txt>
</file>

<file path=ppt/media/f61026.txt>
</file>

<file path=ppt/media/f61027.txt>
</file>

<file path=ppt/media/f61028.txt>
</file>

<file path=ppt/media/f61029.txt>
</file>

<file path=ppt/media/f61030.txt>
</file>

<file path=ppt/media/f61031.txt>
</file>

<file path=ppt/media/f61032.txt>
</file>

<file path=ppt/media/f61033.txt>
</file>

<file path=ppt/media/f61034.txt>
</file>

<file path=ppt/media/f61035.txt>
</file>

<file path=ppt/media/f61036.txt>
</file>

<file path=ppt/media/f61037.txt>
</file>

<file path=ppt/media/f61038.txt>
</file>

<file path=ppt/media/f61039.txt>
</file>

<file path=ppt/media/f61040.txt>
</file>

<file path=ppt/media/f61041.txt>
</file>

<file path=ppt/media/f61042.txt>
</file>

<file path=ppt/media/f61043.txt>
</file>

<file path=ppt/media/f61044.txt>
</file>

<file path=ppt/media/f61045.txt>
</file>

<file path=ppt/media/f61046.txt>
</file>

<file path=ppt/media/f61047.txt>
</file>

<file path=ppt/media/f61048.txt>
</file>

<file path=ppt/media/f61049.txt>
</file>

<file path=ppt/media/f61050.txt>
</file>

<file path=ppt/media/f61051.txt>
</file>

<file path=ppt/media/f61052.txt>
</file>

<file path=ppt/media/f61053.txt>
</file>

<file path=ppt/media/f61054.txt>
</file>

<file path=ppt/media/f61055.txt>
</file>

<file path=ppt/media/f61056.txt>
</file>

<file path=ppt/media/f61057.txt>
</file>

<file path=ppt/media/f61058.txt>
</file>

<file path=ppt/media/f61059.txt>
</file>

<file path=ppt/media/f61060.txt>
</file>

<file path=ppt/media/f61061.txt>
</file>

<file path=ppt/media/f61062.txt>
</file>

<file path=ppt/media/f61063.txt>
</file>

<file path=ppt/media/f61064.txt>
</file>

<file path=ppt/media/f61065.txt>
</file>

<file path=ppt/media/f61066.txt>
</file>

<file path=ppt/media/f61067.txt>
</file>

<file path=ppt/media/f61068.txt>
</file>

<file path=ppt/media/f61069.txt>
</file>

<file path=ppt/media/f61070.txt>
</file>

<file path=ppt/media/f61071.txt>
</file>

<file path=ppt/media/f61072.txt>
</file>

<file path=ppt/media/f61073.txt>
</file>

<file path=ppt/media/f61074.txt>
</file>

<file path=ppt/media/f61075.txt>
</file>

<file path=ppt/media/f61076.txt>
</file>

<file path=ppt/media/f61077.txt>
</file>

<file path=ppt/media/f61078.txt>
</file>

<file path=ppt/media/f61079.txt>
</file>

<file path=ppt/media/f61080.txt>
</file>

<file path=ppt/media/f61081.txt>
</file>

<file path=ppt/media/f61082.txt>
</file>

<file path=ppt/media/f61083.txt>
</file>

<file path=ppt/media/f61084.txt>
</file>

<file path=ppt/media/f61085.txt>
</file>

<file path=ppt/media/f61086.txt>
</file>

<file path=ppt/media/f61087.txt>
</file>

<file path=ppt/media/f61088.txt>
</file>

<file path=ppt/media/f61089.txt>
</file>

<file path=ppt/media/f61090.txt>
</file>

<file path=ppt/media/f61091.txt>
</file>

<file path=ppt/media/f61092.txt>
</file>

<file path=ppt/media/f61093.txt>
</file>

<file path=ppt/media/f61094.txt>
</file>

<file path=ppt/media/f61095.txt>
</file>

<file path=ppt/media/f61096.txt>
</file>

<file path=ppt/media/f61097.txt>
</file>

<file path=ppt/media/f61098.txt>
</file>

<file path=ppt/media/f61099.txt>
</file>

<file path=ppt/media/f61100.txt>
</file>

<file path=ppt/media/f61101.txt>
</file>

<file path=ppt/media/f61102.txt>
</file>

<file path=ppt/media/f61103.txt>
</file>

<file path=ppt/media/f61104.txt>
</file>

<file path=ppt/media/f61105.txt>
</file>

<file path=ppt/media/f61106.txt>
</file>

<file path=ppt/media/f61107.txt>
</file>

<file path=ppt/media/f61108.txt>
</file>

<file path=ppt/media/f61109.txt>
</file>

<file path=ppt/media/f61110.txt>
</file>

<file path=ppt/media/f61111.txt>
</file>

<file path=ppt/media/f61112.txt>
</file>

<file path=ppt/media/f61113.txt>
</file>

<file path=ppt/media/f61114.txt>
</file>

<file path=ppt/media/f61115.txt>
</file>

<file path=ppt/media/f61116.txt>
</file>

<file path=ppt/media/f61117.txt>
</file>

<file path=ppt/media/f61118.txt>
</file>

<file path=ppt/media/f61119.txt>
</file>

<file path=ppt/media/f61120.txt>
</file>

<file path=ppt/media/f61121.txt>
</file>

<file path=ppt/media/f61122.txt>
</file>

<file path=ppt/media/f61123.txt>
</file>

<file path=ppt/media/f61124.txt>
</file>

<file path=ppt/media/f61125.txt>
</file>

<file path=ppt/media/f61126.txt>
</file>

<file path=ppt/media/f61127.txt>
</file>

<file path=ppt/media/f61128.txt>
</file>

<file path=ppt/media/f61129.txt>
</file>

<file path=ppt/media/f61130.txt>
</file>

<file path=ppt/media/f61131.txt>
</file>

<file path=ppt/media/f61132.txt>
</file>

<file path=ppt/media/f61133.txt>
</file>

<file path=ppt/media/f61134.txt>
</file>

<file path=ppt/media/f61135.txt>
</file>

<file path=ppt/media/f61136.txt>
</file>

<file path=ppt/media/f61137.txt>
</file>

<file path=ppt/media/f61138.txt>
</file>

<file path=ppt/media/f61139.txt>
</file>

<file path=ppt/media/f61140.txt>
</file>

<file path=ppt/media/f61141.txt>
</file>

<file path=ppt/media/f61142.txt>
</file>

<file path=ppt/media/f61143.txt>
</file>

<file path=ppt/media/f61144.txt>
</file>

<file path=ppt/media/f61145.txt>
</file>

<file path=ppt/media/f61146.txt>
</file>

<file path=ppt/media/f61147.txt>
</file>

<file path=ppt/media/f61148.txt>
</file>

<file path=ppt/media/f61149.txt>
</file>

<file path=ppt/media/f61150.txt>
</file>

<file path=ppt/media/f61151.txt>
</file>

<file path=ppt/media/f61152.txt>
</file>

<file path=ppt/media/f61153.txt>
</file>

<file path=ppt/media/f61154.txt>
</file>

<file path=ppt/media/f61155.txt>
</file>

<file path=ppt/media/f61156.txt>
</file>

<file path=ppt/media/f61157.txt>
</file>

<file path=ppt/media/f61158.txt>
</file>

<file path=ppt/media/f61159.txt>
</file>

<file path=ppt/media/f61160.txt>
</file>

<file path=ppt/media/f61161.txt>
</file>

<file path=ppt/media/f61162.txt>
</file>

<file path=ppt/media/f61163.txt>
</file>

<file path=ppt/media/f61164.txt>
</file>

<file path=ppt/media/f61165.txt>
</file>

<file path=ppt/media/f61166.txt>
</file>

<file path=ppt/media/f61167.txt>
</file>

<file path=ppt/media/f61168.txt>
</file>

<file path=ppt/media/f61169.txt>
</file>

<file path=ppt/media/f61170.txt>
</file>

<file path=ppt/media/f61171.txt>
</file>

<file path=ppt/media/f61172.txt>
</file>

<file path=ppt/media/f61173.txt>
</file>

<file path=ppt/media/f61174.txt>
</file>

<file path=ppt/media/f61175.txt>
</file>

<file path=ppt/media/f61176.txt>
</file>

<file path=ppt/media/f61177.txt>
</file>

<file path=ppt/media/f61178.txt>
</file>

<file path=ppt/media/f61179.txt>
</file>

<file path=ppt/media/f61180.txt>
</file>

<file path=ppt/media/f61181.txt>
</file>

<file path=ppt/media/f61182.txt>
</file>

<file path=ppt/media/f61183.txt>
</file>

<file path=ppt/media/f61184.txt>
</file>

<file path=ppt/media/f61185.txt>
</file>

<file path=ppt/media/f61186.txt>
</file>

<file path=ppt/media/f61187.txt>
</file>

<file path=ppt/media/f61188.txt>
</file>

<file path=ppt/media/f61189.txt>
</file>

<file path=ppt/media/f61190.txt>
</file>

<file path=ppt/media/f61191.txt>
</file>

<file path=ppt/media/f61192.txt>
</file>

<file path=ppt/media/f61193.txt>
</file>

<file path=ppt/media/f61194.txt>
</file>

<file path=ppt/media/f61195.txt>
</file>

<file path=ppt/media/f61196.txt>
</file>

<file path=ppt/media/f61197.txt>
</file>

<file path=ppt/media/f61198.txt>
</file>

<file path=ppt/media/f61199.txt>
</file>

<file path=ppt/media/f61200.txt>
</file>

<file path=ppt/media/f61201.txt>
</file>

<file path=ppt/media/f61202.txt>
</file>

<file path=ppt/media/f61203.txt>
</file>

<file path=ppt/media/f61204.txt>
</file>

<file path=ppt/media/f61205.txt>
</file>

<file path=ppt/media/f61206.txt>
</file>

<file path=ppt/media/f61207.txt>
</file>

<file path=ppt/media/f61208.txt>
</file>

<file path=ppt/media/f61209.txt>
</file>

<file path=ppt/media/f61210.txt>
</file>

<file path=ppt/media/f61211.txt>
</file>

<file path=ppt/media/f61212.txt>
</file>

<file path=ppt/media/f61213.txt>
</file>

<file path=ppt/media/f61214.txt>
</file>

<file path=ppt/media/f61215.txt>
</file>

<file path=ppt/media/f61216.txt>
</file>

<file path=ppt/media/f61217.txt>
</file>

<file path=ppt/media/f61218.txt>
</file>

<file path=ppt/media/f61219.txt>
</file>

<file path=ppt/media/f61220.txt>
</file>

<file path=ppt/media/f61221.txt>
</file>

<file path=ppt/media/f61222.txt>
</file>

<file path=ppt/media/f61223.txt>
</file>

<file path=ppt/media/f61224.txt>
</file>

<file path=ppt/media/f61225.txt>
</file>

<file path=ppt/media/f61226.txt>
</file>

<file path=ppt/media/f61227.txt>
</file>

<file path=ppt/media/f61228.txt>
</file>

<file path=ppt/media/f61229.txt>
</file>

<file path=ppt/media/f61230.txt>
</file>

<file path=ppt/media/f61231.txt>
</file>

<file path=ppt/media/f61232.txt>
</file>

<file path=ppt/media/f61233.txt>
</file>

<file path=ppt/media/f61234.txt>
</file>

<file path=ppt/media/f61235.txt>
</file>

<file path=ppt/media/f61236.txt>
</file>

<file path=ppt/media/f61237.txt>
</file>

<file path=ppt/media/f61238.txt>
</file>

<file path=ppt/media/f61239.txt>
</file>

<file path=ppt/media/f61240.txt>
</file>

<file path=ppt/media/f61241.txt>
</file>

<file path=ppt/media/f61242.txt>
</file>

<file path=ppt/media/f61243.txt>
</file>

<file path=ppt/media/f61244.txt>
</file>

<file path=ppt/media/f61245.txt>
</file>

<file path=ppt/media/f61246.txt>
</file>

<file path=ppt/media/f61247.txt>
</file>

<file path=ppt/media/f61248.txt>
</file>

<file path=ppt/media/f61249.txt>
</file>

<file path=ppt/media/f61250.txt>
</file>

<file path=ppt/media/f61251.txt>
</file>

<file path=ppt/media/f61252.txt>
</file>

<file path=ppt/media/f61253.txt>
</file>

<file path=ppt/media/f61254.txt>
</file>

<file path=ppt/media/f61255.txt>
</file>

<file path=ppt/media/f61256.txt>
</file>

<file path=ppt/media/f61257.txt>
</file>

<file path=ppt/media/f61258.txt>
</file>

<file path=ppt/media/f61259.txt>
</file>

<file path=ppt/media/f61260.txt>
</file>

<file path=ppt/media/f61261.txt>
</file>

<file path=ppt/media/f61262.txt>
</file>

<file path=ppt/media/f61263.txt>
</file>

<file path=ppt/media/f61264.txt>
</file>

<file path=ppt/media/f61265.txt>
</file>

<file path=ppt/media/f61266.txt>
</file>

<file path=ppt/media/f61267.txt>
</file>

<file path=ppt/media/f61268.txt>
</file>

<file path=ppt/media/f61269.txt>
</file>

<file path=ppt/media/f61270.txt>
</file>

<file path=ppt/media/f61271.txt>
</file>

<file path=ppt/media/f61272.txt>
</file>

<file path=ppt/media/f61273.txt>
</file>

<file path=ppt/media/f61274.txt>
</file>

<file path=ppt/media/f61275.txt>
</file>

<file path=ppt/media/f61276.txt>
</file>

<file path=ppt/media/f61277.txt>
</file>

<file path=ppt/media/f61278.txt>
</file>

<file path=ppt/media/f61279.txt>
</file>

<file path=ppt/media/f61280.txt>
</file>

<file path=ppt/media/f61281.txt>
</file>

<file path=ppt/media/f61282.txt>
</file>

<file path=ppt/media/f61283.txt>
</file>

<file path=ppt/media/f61284.txt>
</file>

<file path=ppt/media/f61285.txt>
</file>

<file path=ppt/media/f61286.txt>
</file>

<file path=ppt/media/f61287.txt>
</file>

<file path=ppt/media/f61288.txt>
</file>

<file path=ppt/media/f61289.txt>
</file>

<file path=ppt/media/f61290.txt>
</file>

<file path=ppt/media/f61291.txt>
</file>

<file path=ppt/media/f61292.txt>
</file>

<file path=ppt/media/f61293.txt>
</file>

<file path=ppt/media/f61294.txt>
</file>

<file path=ppt/media/f61295.txt>
</file>

<file path=ppt/media/f61296.txt>
</file>

<file path=ppt/media/f61297.txt>
</file>

<file path=ppt/media/f61298.txt>
</file>

<file path=ppt/media/f61299.txt>
</file>

<file path=ppt/media/f61300.txt>
</file>

<file path=ppt/media/f61301.txt>
</file>

<file path=ppt/media/f61302.txt>
</file>

<file path=ppt/media/f61303.txt>
</file>

<file path=ppt/media/f61304.txt>
</file>

<file path=ppt/media/f61305.txt>
</file>

<file path=ppt/media/f61306.txt>
</file>

<file path=ppt/media/f61307.txt>
</file>

<file path=ppt/media/f61308.txt>
</file>

<file path=ppt/media/f61309.txt>
</file>

<file path=ppt/media/f61310.txt>
</file>

<file path=ppt/media/f61311.txt>
</file>

<file path=ppt/media/f61312.txt>
</file>

<file path=ppt/media/f61313.txt>
</file>

<file path=ppt/media/f61314.txt>
</file>

<file path=ppt/media/f61315.txt>
</file>

<file path=ppt/media/f61316.txt>
</file>

<file path=ppt/media/f61317.txt>
</file>

<file path=ppt/media/f61318.txt>
</file>

<file path=ppt/media/f61319.txt>
</file>

<file path=ppt/media/f61320.txt>
</file>

<file path=ppt/media/f61321.txt>
</file>

<file path=ppt/media/f61322.txt>
</file>

<file path=ppt/media/f61323.txt>
</file>

<file path=ppt/media/f61324.txt>
</file>

<file path=ppt/media/f61325.txt>
</file>

<file path=ppt/media/f61326.txt>
</file>

<file path=ppt/media/f61327.txt>
</file>

<file path=ppt/media/f61328.txt>
</file>

<file path=ppt/media/f61329.txt>
</file>

<file path=ppt/media/f61330.txt>
</file>

<file path=ppt/media/f61331.txt>
</file>

<file path=ppt/media/f61332.txt>
</file>

<file path=ppt/media/f61333.txt>
</file>

<file path=ppt/media/f61334.txt>
</file>

<file path=ppt/media/f61335.txt>
</file>

<file path=ppt/media/f61336.txt>
</file>

<file path=ppt/media/f61337.txt>
</file>

<file path=ppt/media/f61338.txt>
</file>

<file path=ppt/media/f61339.txt>
</file>

<file path=ppt/media/f61340.txt>
</file>

<file path=ppt/media/f61341.txt>
</file>

<file path=ppt/media/f61342.txt>
</file>

<file path=ppt/media/f61343.txt>
</file>

<file path=ppt/media/f61344.txt>
</file>

<file path=ppt/media/f61345.txt>
</file>

<file path=ppt/media/f61346.txt>
</file>

<file path=ppt/media/f61347.txt>
</file>

<file path=ppt/media/f61348.txt>
</file>

<file path=ppt/media/f61349.txt>
</file>

<file path=ppt/media/f61350.txt>
</file>

<file path=ppt/media/f61351.txt>
</file>

<file path=ppt/media/f61352.txt>
</file>

<file path=ppt/media/f61353.txt>
</file>

<file path=ppt/media/f61354.txt>
</file>

<file path=ppt/media/f61355.txt>
</file>

<file path=ppt/media/f61356.txt>
</file>

<file path=ppt/media/f61357.txt>
</file>

<file path=ppt/media/f61358.txt>
</file>

<file path=ppt/media/f61359.txt>
</file>

<file path=ppt/media/f61360.txt>
</file>

<file path=ppt/media/f61361.txt>
</file>

<file path=ppt/media/f61362.txt>
</file>

<file path=ppt/media/f61363.txt>
</file>

<file path=ppt/media/f61364.txt>
</file>

<file path=ppt/media/f61365.txt>
</file>

<file path=ppt/media/f61366.txt>
</file>

<file path=ppt/media/f61367.txt>
</file>

<file path=ppt/media/f61368.txt>
</file>

<file path=ppt/media/f61369.txt>
</file>

<file path=ppt/media/f61370.txt>
</file>

<file path=ppt/media/f61371.txt>
</file>

<file path=ppt/media/f61372.txt>
</file>

<file path=ppt/media/f61373.txt>
</file>

<file path=ppt/media/f61374.txt>
</file>

<file path=ppt/media/f61375.txt>
</file>

<file path=ppt/media/f61376.txt>
</file>

<file path=ppt/media/f61377.txt>
</file>

<file path=ppt/media/f61378.txt>
</file>

<file path=ppt/media/f61379.txt>
</file>

<file path=ppt/media/f61380.txt>
</file>

<file path=ppt/media/f61381.txt>
</file>

<file path=ppt/media/f61382.txt>
</file>

<file path=ppt/media/f61383.txt>
</file>

<file path=ppt/media/f61384.txt>
</file>

<file path=ppt/media/f61385.txt>
</file>

<file path=ppt/media/f61386.txt>
</file>

<file path=ppt/media/f61387.txt>
</file>

<file path=ppt/media/f61388.txt>
</file>

<file path=ppt/media/f61389.txt>
</file>

<file path=ppt/media/f61390.txt>
</file>

<file path=ppt/media/f61391.txt>
</file>

<file path=ppt/media/f61392.txt>
</file>

<file path=ppt/media/f61393.txt>
</file>

<file path=ppt/media/f61394.txt>
</file>

<file path=ppt/media/f61395.txt>
</file>

<file path=ppt/media/f61396.txt>
</file>

<file path=ppt/media/f61397.txt>
</file>

<file path=ppt/media/f61398.txt>
</file>

<file path=ppt/media/f61399.txt>
</file>

<file path=ppt/media/f61400.txt>
</file>

<file path=ppt/media/f61401.txt>
</file>

<file path=ppt/media/f61402.txt>
</file>

<file path=ppt/media/f61403.txt>
</file>

<file path=ppt/media/f61404.txt>
</file>

<file path=ppt/media/f61405.txt>
</file>

<file path=ppt/media/f61406.txt>
</file>

<file path=ppt/media/f61407.txt>
</file>

<file path=ppt/media/f61408.txt>
</file>

<file path=ppt/media/f61409.txt>
</file>

<file path=ppt/media/f61410.txt>
</file>

<file path=ppt/media/f61411.txt>
</file>

<file path=ppt/media/f61412.txt>
</file>

<file path=ppt/media/f61413.txt>
</file>

<file path=ppt/media/f61414.txt>
</file>

<file path=ppt/media/f61415.txt>
</file>

<file path=ppt/media/f61416.txt>
</file>

<file path=ppt/media/f61417.txt>
</file>

<file path=ppt/media/f61418.txt>
</file>

<file path=ppt/media/f61419.txt>
</file>

<file path=ppt/media/f61420.txt>
</file>

<file path=ppt/media/f61421.txt>
</file>

<file path=ppt/media/f61422.txt>
</file>

<file path=ppt/media/f61423.txt>
</file>

<file path=ppt/media/f61424.txt>
</file>

<file path=ppt/media/f61425.txt>
</file>

<file path=ppt/media/f61426.txt>
</file>

<file path=ppt/media/f61427.txt>
</file>

<file path=ppt/media/f61428.txt>
</file>

<file path=ppt/media/f61429.txt>
</file>

<file path=ppt/media/f61430.txt>
</file>

<file path=ppt/media/f61431.txt>
</file>

<file path=ppt/media/f61432.txt>
</file>

<file path=ppt/media/f61433.txt>
</file>

<file path=ppt/media/f61434.txt>
</file>

<file path=ppt/media/f61435.txt>
</file>

<file path=ppt/media/f61436.txt>
</file>

<file path=ppt/media/f61437.txt>
</file>

<file path=ppt/media/f61438.txt>
</file>

<file path=ppt/media/f61439.txt>
</file>

<file path=ppt/media/f61440.txt>
</file>

<file path=ppt/media/f61441.txt>
</file>

<file path=ppt/media/f61442.txt>
</file>

<file path=ppt/media/f61443.txt>
</file>

<file path=ppt/media/f61444.txt>
</file>

<file path=ppt/media/f61445.txt>
</file>

<file path=ppt/media/f61446.txt>
</file>

<file path=ppt/media/f61447.txt>
</file>

<file path=ppt/media/f61448.txt>
</file>

<file path=ppt/media/f61449.txt>
</file>

<file path=ppt/media/f61450.txt>
</file>

<file path=ppt/media/f61451.txt>
</file>

<file path=ppt/media/f61452.txt>
</file>

<file path=ppt/media/f61453.txt>
</file>

<file path=ppt/media/f61454.txt>
</file>

<file path=ppt/media/f61455.txt>
</file>

<file path=ppt/media/f61456.txt>
</file>

<file path=ppt/media/f61457.txt>
</file>

<file path=ppt/media/f61458.txt>
</file>

<file path=ppt/media/f61459.txt>
</file>

<file path=ppt/media/f61460.txt>
</file>

<file path=ppt/media/f61461.txt>
</file>

<file path=ppt/media/f61462.txt>
</file>

<file path=ppt/media/f61463.txt>
</file>

<file path=ppt/media/f61464.txt>
</file>

<file path=ppt/media/f61465.txt>
</file>

<file path=ppt/media/f61466.txt>
</file>

<file path=ppt/media/f61467.txt>
</file>

<file path=ppt/media/f61468.txt>
</file>

<file path=ppt/media/f61469.txt>
</file>

<file path=ppt/media/f61470.txt>
</file>

<file path=ppt/media/f61471.txt>
</file>

<file path=ppt/media/f61472.txt>
</file>

<file path=ppt/media/f61473.txt>
</file>

<file path=ppt/media/f61474.txt>
</file>

<file path=ppt/media/f61475.txt>
</file>

<file path=ppt/media/f61476.txt>
</file>

<file path=ppt/media/f61477.txt>
</file>

<file path=ppt/media/f61478.txt>
</file>

<file path=ppt/media/f61479.txt>
</file>

<file path=ppt/media/f61480.txt>
</file>

<file path=ppt/media/f61481.txt>
</file>

<file path=ppt/media/f61482.txt>
</file>

<file path=ppt/media/f61483.txt>
</file>

<file path=ppt/media/f61484.txt>
</file>

<file path=ppt/media/f61485.txt>
</file>

<file path=ppt/media/f61486.txt>
</file>

<file path=ppt/media/f61487.txt>
</file>

<file path=ppt/media/f61488.txt>
</file>

<file path=ppt/media/f61489.txt>
</file>

<file path=ppt/media/f61490.txt>
</file>

<file path=ppt/media/f61491.txt>
</file>

<file path=ppt/media/f61492.txt>
</file>

<file path=ppt/media/f61493.txt>
</file>

<file path=ppt/media/f61494.txt>
</file>

<file path=ppt/media/f61495.txt>
</file>

<file path=ppt/media/f61496.txt>
</file>

<file path=ppt/media/f61497.txt>
</file>

<file path=ppt/media/f61498.txt>
</file>

<file path=ppt/media/f61499.txt>
</file>

<file path=ppt/media/f61500.txt>
</file>

<file path=ppt/media/f61501.txt>
</file>

<file path=ppt/media/f61502.txt>
</file>

<file path=ppt/media/f61503.txt>
</file>

<file path=ppt/media/f61504.txt>
</file>

<file path=ppt/media/f61505.txt>
</file>

<file path=ppt/media/f61506.txt>
</file>

<file path=ppt/media/f61507.txt>
</file>

<file path=ppt/media/f61508.txt>
</file>

<file path=ppt/media/f61509.txt>
</file>

<file path=ppt/media/f61510.txt>
</file>

<file path=ppt/media/f61511.txt>
</file>

<file path=ppt/media/f61512.txt>
</file>

<file path=ppt/media/f61513.txt>
</file>

<file path=ppt/media/f61514.txt>
</file>

<file path=ppt/media/f61515.txt>
</file>

<file path=ppt/media/f61516.txt>
</file>

<file path=ppt/media/f61517.txt>
</file>

<file path=ppt/media/f61518.txt>
</file>

<file path=ppt/media/f61519.txt>
</file>

<file path=ppt/media/f61520.txt>
</file>

<file path=ppt/media/f61521.txt>
</file>

<file path=ppt/media/f61522.txt>
</file>

<file path=ppt/media/f61523.txt>
</file>

<file path=ppt/media/f61524.txt>
</file>

<file path=ppt/media/f61525.txt>
</file>

<file path=ppt/media/f61526.txt>
</file>

<file path=ppt/media/f61527.txt>
</file>

<file path=ppt/media/f61528.txt>
</file>

<file path=ppt/media/f61529.txt>
</file>

<file path=ppt/media/f61530.txt>
</file>

<file path=ppt/media/f61531.txt>
</file>

<file path=ppt/media/f61532.txt>
</file>

<file path=ppt/media/f61533.txt>
</file>

<file path=ppt/media/f61534.txt>
</file>

<file path=ppt/media/f61535.txt>
</file>

<file path=ppt/media/f61536.txt>
</file>

<file path=ppt/media/f61537.txt>
</file>

<file path=ppt/media/f61538.txt>
</file>

<file path=ppt/media/f61539.txt>
</file>

<file path=ppt/media/f61540.txt>
</file>

<file path=ppt/media/f61541.txt>
</file>

<file path=ppt/media/f61542.txt>
</file>

<file path=ppt/media/f61543.txt>
</file>

<file path=ppt/media/f61544.txt>
</file>

<file path=ppt/media/f61545.txt>
</file>

<file path=ppt/media/f61546.txt>
</file>

<file path=ppt/media/f61547.txt>
</file>

<file path=ppt/media/f61548.txt>
</file>

<file path=ppt/media/f61549.txt>
</file>

<file path=ppt/media/f61550.txt>
</file>

<file path=ppt/media/f61551.txt>
</file>

<file path=ppt/media/f61552.txt>
</file>

<file path=ppt/media/f61553.txt>
</file>

<file path=ppt/media/f61554.txt>
</file>

<file path=ppt/media/f61555.txt>
</file>

<file path=ppt/media/f61556.txt>
</file>

<file path=ppt/media/f61557.txt>
</file>

<file path=ppt/media/f61558.txt>
</file>

<file path=ppt/media/f61559.txt>
</file>

<file path=ppt/media/f61560.txt>
</file>

<file path=ppt/media/f61561.txt>
</file>

<file path=ppt/media/f61562.txt>
</file>

<file path=ppt/media/f61563.txt>
</file>

<file path=ppt/media/f61564.txt>
</file>

<file path=ppt/media/f61565.txt>
</file>

<file path=ppt/media/f61566.txt>
</file>

<file path=ppt/media/f61567.txt>
</file>

<file path=ppt/media/f61568.txt>
</file>

<file path=ppt/media/f61569.txt>
</file>

<file path=ppt/media/f61570.txt>
</file>

<file path=ppt/media/f61571.txt>
</file>

<file path=ppt/media/f61572.txt>
</file>

<file path=ppt/media/f61573.txt>
</file>

<file path=ppt/media/f61574.txt>
</file>

<file path=ppt/media/f61575.txt>
</file>

<file path=ppt/media/f61576.txt>
</file>

<file path=ppt/media/f61577.txt>
</file>

<file path=ppt/media/f61578.txt>
</file>

<file path=ppt/media/f61579.txt>
</file>

<file path=ppt/media/f61580.txt>
</file>

<file path=ppt/media/f61581.txt>
</file>

<file path=ppt/media/f61582.txt>
</file>

<file path=ppt/media/f61583.txt>
</file>

<file path=ppt/media/f61584.txt>
</file>

<file path=ppt/media/f61585.txt>
</file>

<file path=ppt/media/f61586.txt>
</file>

<file path=ppt/media/f61587.txt>
</file>

<file path=ppt/media/f61588.txt>
</file>

<file path=ppt/media/f61589.txt>
</file>

<file path=ppt/media/f61590.txt>
</file>

<file path=ppt/media/f61591.txt>
</file>

<file path=ppt/media/f61592.txt>
</file>

<file path=ppt/media/f61593.txt>
</file>

<file path=ppt/media/f61594.txt>
</file>

<file path=ppt/media/f61595.txt>
</file>

<file path=ppt/media/f61596.txt>
</file>

<file path=ppt/media/f61597.txt>
</file>

<file path=ppt/media/f61598.txt>
</file>

<file path=ppt/media/f61599.txt>
</file>

<file path=ppt/media/f61600.txt>
</file>

<file path=ppt/media/f61601.txt>
</file>

<file path=ppt/media/f61602.txt>
</file>

<file path=ppt/media/f61603.txt>
</file>

<file path=ppt/media/f61604.txt>
</file>

<file path=ppt/media/f61605.txt>
</file>

<file path=ppt/media/f61606.txt>
</file>

<file path=ppt/media/f61607.txt>
</file>

<file path=ppt/media/f61608.txt>
</file>

<file path=ppt/media/f61609.txt>
</file>

<file path=ppt/media/f61610.txt>
</file>

<file path=ppt/media/f61611.txt>
</file>

<file path=ppt/media/f61612.txt>
</file>

<file path=ppt/media/f61613.txt>
</file>

<file path=ppt/media/f61614.txt>
</file>

<file path=ppt/media/f61615.txt>
</file>

<file path=ppt/media/f61616.txt>
</file>

<file path=ppt/media/f61617.txt>
</file>

<file path=ppt/media/f61618.txt>
</file>

<file path=ppt/media/f61619.txt>
</file>

<file path=ppt/media/f61620.txt>
</file>

<file path=ppt/media/f61621.txt>
</file>

<file path=ppt/media/f61622.txt>
</file>

<file path=ppt/media/f61623.txt>
</file>

<file path=ppt/media/f61624.txt>
</file>

<file path=ppt/media/f61625.txt>
</file>

<file path=ppt/media/f61626.txt>
</file>

<file path=ppt/media/f61627.txt>
</file>

<file path=ppt/media/f61628.txt>
</file>

<file path=ppt/media/f61629.txt>
</file>

<file path=ppt/media/f61630.txt>
</file>

<file path=ppt/media/f61631.txt>
</file>

<file path=ppt/media/f61632.txt>
</file>

<file path=ppt/media/f61633.txt>
</file>

<file path=ppt/media/f61634.txt>
</file>

<file path=ppt/media/f61635.txt>
</file>

<file path=ppt/media/f61636.txt>
</file>

<file path=ppt/media/f61637.txt>
</file>

<file path=ppt/media/f61638.txt>
</file>

<file path=ppt/media/f61639.txt>
</file>

<file path=ppt/media/f61640.txt>
</file>

<file path=ppt/media/f61641.txt>
</file>

<file path=ppt/media/f61642.txt>
</file>

<file path=ppt/media/f61643.txt>
</file>

<file path=ppt/media/f61644.txt>
</file>

<file path=ppt/media/f61645.txt>
</file>

<file path=ppt/media/f61646.txt>
</file>

<file path=ppt/media/f61647.txt>
</file>

<file path=ppt/media/f61648.txt>
</file>

<file path=ppt/media/f61649.txt>
</file>

<file path=ppt/media/f61650.txt>
</file>

<file path=ppt/media/f61651.txt>
</file>

<file path=ppt/media/f61652.txt>
</file>

<file path=ppt/media/f61653.txt>
</file>

<file path=ppt/media/f61654.txt>
</file>

<file path=ppt/media/f61655.txt>
</file>

<file path=ppt/media/f61656.txt>
</file>

<file path=ppt/media/f61657.txt>
</file>

<file path=ppt/media/f61658.txt>
</file>

<file path=ppt/media/f61659.txt>
</file>

<file path=ppt/media/f61660.txt>
</file>

<file path=ppt/media/f61661.txt>
</file>

<file path=ppt/media/f61662.txt>
</file>

<file path=ppt/media/f61663.txt>
</file>

<file path=ppt/media/f61664.txt>
</file>

<file path=ppt/media/f61665.txt>
</file>

<file path=ppt/media/f61666.txt>
</file>

<file path=ppt/media/f61667.txt>
</file>

<file path=ppt/media/f61668.txt>
</file>

<file path=ppt/media/f61669.txt>
</file>

<file path=ppt/media/f61670.txt>
</file>

<file path=ppt/media/f61671.txt>
</file>

<file path=ppt/media/f61672.txt>
</file>

<file path=ppt/media/f61673.txt>
</file>

<file path=ppt/media/f61674.txt>
</file>

<file path=ppt/media/f61675.txt>
</file>

<file path=ppt/media/f61676.txt>
</file>

<file path=ppt/media/f61677.txt>
</file>

<file path=ppt/media/f61678.txt>
</file>

<file path=ppt/media/f61679.txt>
</file>

<file path=ppt/media/f61680.txt>
</file>

<file path=ppt/media/f61681.txt>
</file>

<file path=ppt/media/f61682.txt>
</file>

<file path=ppt/media/f61683.txt>
</file>

<file path=ppt/media/f61684.txt>
</file>

<file path=ppt/media/f61685.txt>
</file>

<file path=ppt/media/f61686.txt>
</file>

<file path=ppt/media/f61687.txt>
</file>

<file path=ppt/media/f61688.txt>
</file>

<file path=ppt/media/f61689.txt>
</file>

<file path=ppt/media/f61690.txt>
</file>

<file path=ppt/media/f61691.txt>
</file>

<file path=ppt/media/f61692.txt>
</file>

<file path=ppt/media/f61693.txt>
</file>

<file path=ppt/media/f61694.txt>
</file>

<file path=ppt/media/f61695.txt>
</file>

<file path=ppt/media/f61696.txt>
</file>

<file path=ppt/media/f61697.txt>
</file>

<file path=ppt/media/f61698.txt>
</file>

<file path=ppt/media/f61699.txt>
</file>

<file path=ppt/media/f61700.txt>
</file>

<file path=ppt/media/f61701.txt>
</file>

<file path=ppt/media/f61702.txt>
</file>

<file path=ppt/media/f61703.txt>
</file>

<file path=ppt/media/f61704.txt>
</file>

<file path=ppt/media/f61705.txt>
</file>

<file path=ppt/media/f61706.txt>
</file>

<file path=ppt/media/f61707.txt>
</file>

<file path=ppt/media/f61708.txt>
</file>

<file path=ppt/media/f61709.txt>
</file>

<file path=ppt/media/f61710.txt>
</file>

<file path=ppt/media/f61711.txt>
</file>

<file path=ppt/media/f61712.txt>
</file>

<file path=ppt/media/f61713.txt>
</file>

<file path=ppt/media/f61714.txt>
</file>

<file path=ppt/media/f61715.txt>
</file>

<file path=ppt/media/f61716.txt>
</file>

<file path=ppt/media/f61717.txt>
</file>

<file path=ppt/media/f61718.txt>
</file>

<file path=ppt/media/f61719.txt>
</file>

<file path=ppt/media/f61720.txt>
</file>

<file path=ppt/media/f61721.txt>
</file>

<file path=ppt/media/f61722.txt>
</file>

<file path=ppt/media/f61723.txt>
</file>

<file path=ppt/media/f61724.txt>
</file>

<file path=ppt/media/f61725.txt>
</file>

<file path=ppt/media/f61726.txt>
</file>

<file path=ppt/media/f61727.txt>
</file>

<file path=ppt/media/f61728.txt>
</file>

<file path=ppt/media/f61729.txt>
</file>

<file path=ppt/media/f61730.txt>
</file>

<file path=ppt/media/f61731.txt>
</file>

<file path=ppt/media/f61732.txt>
</file>

<file path=ppt/media/f61733.txt>
</file>

<file path=ppt/media/f61734.txt>
</file>

<file path=ppt/media/f61735.txt>
</file>

<file path=ppt/media/f61736.txt>
</file>

<file path=ppt/media/f61737.txt>
</file>

<file path=ppt/media/f61738.txt>
</file>

<file path=ppt/media/f61739.txt>
</file>

<file path=ppt/media/f61740.txt>
</file>

<file path=ppt/media/f61741.txt>
</file>

<file path=ppt/media/f61742.txt>
</file>

<file path=ppt/media/f61743.txt>
</file>

<file path=ppt/media/f61744.txt>
</file>

<file path=ppt/media/f61745.txt>
</file>

<file path=ppt/media/f61746.txt>
</file>

<file path=ppt/media/f61747.txt>
</file>

<file path=ppt/media/f61748.txt>
</file>

<file path=ppt/media/f61749.txt>
</file>

<file path=ppt/media/f61750.txt>
</file>

<file path=ppt/media/f61751.txt>
</file>

<file path=ppt/media/f61752.txt>
</file>

<file path=ppt/media/f61753.txt>
</file>

<file path=ppt/media/f61754.txt>
</file>

<file path=ppt/media/f61755.txt>
</file>

<file path=ppt/media/f61756.txt>
</file>

<file path=ppt/media/f61757.txt>
</file>

<file path=ppt/media/f61758.txt>
</file>

<file path=ppt/media/f61759.txt>
</file>

<file path=ppt/media/f61760.txt>
</file>

<file path=ppt/media/f61761.txt>
</file>

<file path=ppt/media/f61762.txt>
</file>

<file path=ppt/media/f61763.txt>
</file>

<file path=ppt/media/f61764.txt>
</file>

<file path=ppt/media/f61765.txt>
</file>

<file path=ppt/media/f61766.txt>
</file>

<file path=ppt/media/f61767.txt>
</file>

<file path=ppt/media/f61768.txt>
</file>

<file path=ppt/media/f61769.txt>
</file>

<file path=ppt/media/f61770.txt>
</file>

<file path=ppt/media/f61771.txt>
</file>

<file path=ppt/media/f61772.txt>
</file>

<file path=ppt/media/f61773.txt>
</file>

<file path=ppt/media/f61774.txt>
</file>

<file path=ppt/media/f61775.txt>
</file>

<file path=ppt/media/f61776.txt>
</file>

<file path=ppt/media/f61777.txt>
</file>

<file path=ppt/media/f61778.txt>
</file>

<file path=ppt/media/f61779.txt>
</file>

<file path=ppt/media/f61780.txt>
</file>

<file path=ppt/media/f61781.txt>
</file>

<file path=ppt/media/f61782.txt>
</file>

<file path=ppt/media/f61783.txt>
</file>

<file path=ppt/media/f61784.txt>
</file>

<file path=ppt/media/f61785.txt>
</file>

<file path=ppt/media/f61786.txt>
</file>

<file path=ppt/media/f61787.txt>
</file>

<file path=ppt/media/f61788.txt>
</file>

<file path=ppt/media/f61789.txt>
</file>

<file path=ppt/media/f61790.txt>
</file>

<file path=ppt/media/f61791.txt>
</file>

<file path=ppt/media/f61792.txt>
</file>

<file path=ppt/media/f61793.txt>
</file>

<file path=ppt/media/f61794.txt>
</file>

<file path=ppt/media/f61795.txt>
</file>

<file path=ppt/media/f61796.txt>
</file>

<file path=ppt/media/f61797.txt>
</file>

<file path=ppt/media/f61798.txt>
</file>

<file path=ppt/media/f61799.txt>
</file>

<file path=ppt/media/f61800.txt>
</file>

<file path=ppt/media/f61801.txt>
</file>

<file path=ppt/media/f61802.txt>
</file>

<file path=ppt/media/f61803.txt>
</file>

<file path=ppt/media/f61804.txt>
</file>

<file path=ppt/media/f61805.txt>
</file>

<file path=ppt/media/f61806.txt>
</file>

<file path=ppt/media/f61807.txt>
</file>

<file path=ppt/media/f61808.txt>
</file>

<file path=ppt/media/f61809.txt>
</file>

<file path=ppt/media/f61810.txt>
</file>

<file path=ppt/media/f61811.txt>
</file>

<file path=ppt/media/f61812.txt>
</file>

<file path=ppt/media/f61813.txt>
</file>

<file path=ppt/media/f61814.txt>
</file>

<file path=ppt/media/f61815.txt>
</file>

<file path=ppt/media/f61816.txt>
</file>

<file path=ppt/media/f61817.txt>
</file>

<file path=ppt/media/f61818.txt>
</file>

<file path=ppt/media/f61819.txt>
</file>

<file path=ppt/media/f61820.txt>
</file>

<file path=ppt/media/f61821.txt>
</file>

<file path=ppt/media/f61822.txt>
</file>

<file path=ppt/media/f61823.txt>
</file>

<file path=ppt/media/f61824.txt>
</file>

<file path=ppt/media/f61825.txt>
</file>

<file path=ppt/media/f61826.txt>
</file>

<file path=ppt/media/f61827.txt>
</file>

<file path=ppt/media/f61828.txt>
</file>

<file path=ppt/media/f61829.txt>
</file>

<file path=ppt/media/f61830.txt>
</file>

<file path=ppt/media/f61831.txt>
</file>

<file path=ppt/media/f61832.txt>
</file>

<file path=ppt/media/f61833.txt>
</file>

<file path=ppt/media/f61834.txt>
</file>

<file path=ppt/media/f61835.txt>
</file>

<file path=ppt/media/f61836.txt>
</file>

<file path=ppt/media/f61837.txt>
</file>

<file path=ppt/media/f61838.txt>
</file>

<file path=ppt/media/f61839.txt>
</file>

<file path=ppt/media/f61840.txt>
</file>

<file path=ppt/media/f61841.txt>
</file>

<file path=ppt/media/f61842.txt>
</file>

<file path=ppt/media/f61843.txt>
</file>

<file path=ppt/media/f61844.txt>
</file>

<file path=ppt/media/f61845.txt>
</file>

<file path=ppt/media/f61846.txt>
</file>

<file path=ppt/media/f61847.txt>
</file>

<file path=ppt/media/f61848.txt>
</file>

<file path=ppt/media/f61849.txt>
</file>

<file path=ppt/media/f61850.txt>
</file>

<file path=ppt/media/f61851.txt>
</file>

<file path=ppt/media/f61852.txt>
</file>

<file path=ppt/media/f61853.txt>
</file>

<file path=ppt/media/f61854.txt>
</file>

<file path=ppt/media/f61855.txt>
</file>

<file path=ppt/media/f61856.txt>
</file>

<file path=ppt/media/f61857.txt>
</file>

<file path=ppt/media/f61858.txt>
</file>

<file path=ppt/media/f61859.txt>
</file>

<file path=ppt/media/f61860.txt>
</file>

<file path=ppt/media/f61861.txt>
</file>

<file path=ppt/media/f61862.txt>
</file>

<file path=ppt/media/f61863.txt>
</file>

<file path=ppt/media/f61864.txt>
</file>

<file path=ppt/media/f61865.txt>
</file>

<file path=ppt/media/f61866.txt>
</file>

<file path=ppt/media/f61867.txt>
</file>

<file path=ppt/media/f61868.txt>
</file>

<file path=ppt/media/f61869.txt>
</file>

<file path=ppt/media/f61870.txt>
</file>

<file path=ppt/media/f61871.txt>
</file>

<file path=ppt/media/f61872.txt>
</file>

<file path=ppt/media/f61873.txt>
</file>

<file path=ppt/media/f61874.txt>
</file>

<file path=ppt/media/f61875.txt>
</file>

<file path=ppt/media/f61876.txt>
</file>

<file path=ppt/media/f61877.txt>
</file>

<file path=ppt/media/f61878.txt>
</file>

<file path=ppt/media/f61879.txt>
</file>

<file path=ppt/media/f61880.txt>
</file>

<file path=ppt/media/f61881.txt>
</file>

<file path=ppt/media/f61882.txt>
</file>

<file path=ppt/media/f61883.txt>
</file>

<file path=ppt/media/f61884.txt>
</file>

<file path=ppt/media/f61885.txt>
</file>

<file path=ppt/media/f61886.txt>
</file>

<file path=ppt/media/f61887.txt>
</file>

<file path=ppt/media/f61888.txt>
</file>

<file path=ppt/media/f61889.txt>
</file>

<file path=ppt/media/f61890.txt>
</file>

<file path=ppt/media/f61891.txt>
</file>

<file path=ppt/media/f61892.txt>
</file>

<file path=ppt/media/f61893.txt>
</file>

<file path=ppt/media/f61894.txt>
</file>

<file path=ppt/media/f61895.txt>
</file>

<file path=ppt/media/f61896.txt>
</file>

<file path=ppt/media/f61897.txt>
</file>

<file path=ppt/media/f61898.txt>
</file>

<file path=ppt/media/f61899.txt>
</file>

<file path=ppt/media/f61900.txt>
</file>

<file path=ppt/media/f61901.txt>
</file>

<file path=ppt/media/f61902.txt>
</file>

<file path=ppt/media/f61903.txt>
</file>

<file path=ppt/media/f61904.txt>
</file>

<file path=ppt/media/f61905.txt>
</file>

<file path=ppt/media/f61906.txt>
</file>

<file path=ppt/media/f61907.txt>
</file>

<file path=ppt/media/f61908.txt>
</file>

<file path=ppt/media/f61909.txt>
</file>

<file path=ppt/media/f61910.txt>
</file>

<file path=ppt/media/f61911.txt>
</file>

<file path=ppt/media/f61912.txt>
</file>

<file path=ppt/media/f61913.txt>
</file>

<file path=ppt/media/f61914.txt>
</file>

<file path=ppt/media/f61915.txt>
</file>

<file path=ppt/media/f61916.txt>
</file>

<file path=ppt/media/f61917.txt>
</file>

<file path=ppt/media/f61918.txt>
</file>

<file path=ppt/media/f61919.txt>
</file>

<file path=ppt/media/f61920.txt>
</file>

<file path=ppt/media/f61921.txt>
</file>

<file path=ppt/media/f61922.txt>
</file>

<file path=ppt/media/f61923.txt>
</file>

<file path=ppt/media/f61924.txt>
</file>

<file path=ppt/media/f61925.txt>
</file>

<file path=ppt/media/f61926.txt>
</file>

<file path=ppt/media/f61927.txt>
</file>

<file path=ppt/media/f61928.txt>
</file>

<file path=ppt/media/f61929.txt>
</file>

<file path=ppt/media/f61930.txt>
</file>

<file path=ppt/media/f61931.txt>
</file>

<file path=ppt/media/f61932.txt>
</file>

<file path=ppt/media/f61933.txt>
</file>

<file path=ppt/media/f61934.txt>
</file>

<file path=ppt/media/f61935.txt>
</file>

<file path=ppt/media/f61936.txt>
</file>

<file path=ppt/media/f61937.txt>
</file>

<file path=ppt/media/f61938.txt>
</file>

<file path=ppt/media/f61939.txt>
</file>

<file path=ppt/media/f61940.txt>
</file>

<file path=ppt/media/f61941.txt>
</file>

<file path=ppt/media/f61942.txt>
</file>

<file path=ppt/media/f61943.txt>
</file>

<file path=ppt/media/f61944.txt>
</file>

<file path=ppt/media/f61945.txt>
</file>

<file path=ppt/media/f61946.txt>
</file>

<file path=ppt/media/f61947.txt>
</file>

<file path=ppt/media/f61948.txt>
</file>

<file path=ppt/media/f61949.txt>
</file>

<file path=ppt/media/f61950.txt>
</file>

<file path=ppt/media/f61951.txt>
</file>

<file path=ppt/media/f61952.txt>
</file>

<file path=ppt/media/f61953.txt>
</file>

<file path=ppt/media/f61954.txt>
</file>

<file path=ppt/media/f61955.txt>
</file>

<file path=ppt/media/f61956.txt>
</file>

<file path=ppt/media/f61957.txt>
</file>

<file path=ppt/media/f61958.txt>
</file>

<file path=ppt/media/f61959.txt>
</file>

<file path=ppt/media/f61960.txt>
</file>

<file path=ppt/media/f61961.txt>
</file>

<file path=ppt/media/f61962.txt>
</file>

<file path=ppt/media/f61963.txt>
</file>

<file path=ppt/media/f61964.txt>
</file>

<file path=ppt/media/f61965.txt>
</file>

<file path=ppt/media/f61966.txt>
</file>

<file path=ppt/media/f61967.txt>
</file>

<file path=ppt/media/f61968.txt>
</file>

<file path=ppt/media/f61969.txt>
</file>

<file path=ppt/media/f61970.txt>
</file>

<file path=ppt/media/f61971.txt>
</file>

<file path=ppt/media/f61972.txt>
</file>

<file path=ppt/media/f61973.txt>
</file>

<file path=ppt/media/f61974.txt>
</file>

<file path=ppt/media/f61975.txt>
</file>

<file path=ppt/media/f61976.txt>
</file>

<file path=ppt/media/f61977.txt>
</file>

<file path=ppt/media/f61978.txt>
</file>

<file path=ppt/media/f61979.txt>
</file>

<file path=ppt/media/f61980.txt>
</file>

<file path=ppt/media/f61981.txt>
</file>

<file path=ppt/media/f61982.txt>
</file>

<file path=ppt/media/f61983.txt>
</file>

<file path=ppt/media/f61984.txt>
</file>

<file path=ppt/media/f61985.txt>
</file>

<file path=ppt/media/f61986.txt>
</file>

<file path=ppt/media/f61987.txt>
</file>

<file path=ppt/media/f61988.txt>
</file>

<file path=ppt/media/f61989.txt>
</file>

<file path=ppt/media/f61990.txt>
</file>

<file path=ppt/media/f61991.txt>
</file>

<file path=ppt/media/f61992.txt>
</file>

<file path=ppt/media/f61993.txt>
</file>

<file path=ppt/media/f61994.txt>
</file>

<file path=ppt/media/f61995.txt>
</file>

<file path=ppt/media/f61996.txt>
</file>

<file path=ppt/media/f61997.txt>
</file>

<file path=ppt/media/f61998.txt>
</file>

<file path=ppt/media/f61999.txt>
</file>

<file path=ppt/media/f62000.txt>
</file>

<file path=ppt/media/f62001.txt>
</file>

<file path=ppt/media/f62002.txt>
</file>

<file path=ppt/media/f62003.txt>
</file>

<file path=ppt/media/f62004.txt>
</file>

<file path=ppt/media/f62005.txt>
</file>

<file path=ppt/media/f62006.txt>
</file>

<file path=ppt/media/f62007.txt>
</file>

<file path=ppt/media/f62008.txt>
</file>

<file path=ppt/media/f62009.txt>
</file>

<file path=ppt/media/f62010.txt>
</file>

<file path=ppt/media/f62011.txt>
</file>

<file path=ppt/media/f62012.txt>
</file>

<file path=ppt/media/f62013.txt>
</file>

<file path=ppt/media/f62014.txt>
</file>

<file path=ppt/media/f62015.txt>
</file>

<file path=ppt/media/f62016.txt>
</file>

<file path=ppt/media/f62017.txt>
</file>

<file path=ppt/media/f62018.txt>
</file>

<file path=ppt/media/f62019.txt>
</file>

<file path=ppt/media/f62020.txt>
</file>

<file path=ppt/media/f62021.txt>
</file>

<file path=ppt/media/f62022.txt>
</file>

<file path=ppt/media/f62023.txt>
</file>

<file path=ppt/media/f62024.txt>
</file>

<file path=ppt/media/f62025.txt>
</file>

<file path=ppt/media/f62026.txt>
</file>

<file path=ppt/media/f62027.txt>
</file>

<file path=ppt/media/f62028.txt>
</file>

<file path=ppt/media/f62029.txt>
</file>

<file path=ppt/media/f62030.txt>
</file>

<file path=ppt/media/f62031.txt>
</file>

<file path=ppt/media/f62032.txt>
</file>

<file path=ppt/media/f62033.txt>
</file>

<file path=ppt/media/f62034.txt>
</file>

<file path=ppt/media/f62035.txt>
</file>

<file path=ppt/media/f62036.txt>
</file>

<file path=ppt/media/f62037.txt>
</file>

<file path=ppt/media/f62038.txt>
</file>

<file path=ppt/media/f62039.txt>
</file>

<file path=ppt/media/f62040.txt>
</file>

<file path=ppt/media/f62041.txt>
</file>

<file path=ppt/media/f62042.txt>
</file>

<file path=ppt/media/f62043.txt>
</file>

<file path=ppt/media/f62044.txt>
</file>

<file path=ppt/media/f62045.txt>
</file>

<file path=ppt/media/f62046.txt>
</file>

<file path=ppt/media/f62047.txt>
</file>

<file path=ppt/media/f62048.txt>
</file>

<file path=ppt/media/f62049.txt>
</file>

<file path=ppt/media/f62050.txt>
</file>

<file path=ppt/media/f62051.txt>
</file>

<file path=ppt/media/f62052.txt>
</file>

<file path=ppt/media/f62053.txt>
</file>

<file path=ppt/media/f62054.txt>
</file>

<file path=ppt/media/f62055.txt>
</file>

<file path=ppt/media/f62056.txt>
</file>

<file path=ppt/media/f62057.txt>
</file>

<file path=ppt/media/f62058.txt>
</file>

<file path=ppt/media/f62059.txt>
</file>

<file path=ppt/media/f62060.txt>
</file>

<file path=ppt/media/f62061.txt>
</file>

<file path=ppt/media/f62062.txt>
</file>

<file path=ppt/media/f62063.txt>
</file>

<file path=ppt/media/f62064.txt>
</file>

<file path=ppt/media/f62065.txt>
</file>

<file path=ppt/media/f62066.txt>
</file>

<file path=ppt/media/f62067.txt>
</file>

<file path=ppt/media/f62068.txt>
</file>

<file path=ppt/media/f62069.txt>
</file>

<file path=ppt/media/f62070.txt>
</file>

<file path=ppt/media/f62071.txt>
</file>

<file path=ppt/media/f62072.txt>
</file>

<file path=ppt/media/f62073.txt>
</file>

<file path=ppt/media/f62074.txt>
</file>

<file path=ppt/media/f62075.txt>
</file>

<file path=ppt/media/f62076.txt>
</file>

<file path=ppt/media/f62077.txt>
</file>

<file path=ppt/media/f62078.txt>
</file>

<file path=ppt/media/f62079.txt>
</file>

<file path=ppt/media/f62080.txt>
</file>

<file path=ppt/media/f62081.txt>
</file>

<file path=ppt/media/f62082.txt>
</file>

<file path=ppt/media/f62083.txt>
</file>

<file path=ppt/media/f62084.txt>
</file>

<file path=ppt/media/f62085.txt>
</file>

<file path=ppt/media/f62086.txt>
</file>

<file path=ppt/media/f62087.txt>
</file>

<file path=ppt/media/f62088.txt>
</file>

<file path=ppt/media/f62089.txt>
</file>

<file path=ppt/media/f62090.txt>
</file>

<file path=ppt/media/f62091.txt>
</file>

<file path=ppt/media/f62092.txt>
</file>

<file path=ppt/media/f62093.txt>
</file>

<file path=ppt/media/f62094.txt>
</file>

<file path=ppt/media/f62095.txt>
</file>

<file path=ppt/media/f62096.txt>
</file>

<file path=ppt/media/f62097.txt>
</file>

<file path=ppt/media/f62098.txt>
</file>

<file path=ppt/media/f62099.txt>
</file>

<file path=ppt/media/f62100.txt>
</file>

<file path=ppt/media/f62101.txt>
</file>

<file path=ppt/media/f62102.txt>
</file>

<file path=ppt/media/f62103.txt>
</file>

<file path=ppt/media/f62104.txt>
</file>

<file path=ppt/media/f62105.txt>
</file>

<file path=ppt/media/f62106.txt>
</file>

<file path=ppt/media/f62107.txt>
</file>

<file path=ppt/media/f62108.txt>
</file>

<file path=ppt/media/f62109.txt>
</file>

<file path=ppt/media/f62110.txt>
</file>

<file path=ppt/media/f62111.txt>
</file>

<file path=ppt/media/f62112.txt>
</file>

<file path=ppt/media/f62113.txt>
</file>

<file path=ppt/media/f62114.txt>
</file>

<file path=ppt/media/f62115.txt>
</file>

<file path=ppt/media/f62116.txt>
</file>

<file path=ppt/media/f62117.txt>
</file>

<file path=ppt/media/f62118.txt>
</file>

<file path=ppt/media/f62119.txt>
</file>

<file path=ppt/media/f62120.txt>
</file>

<file path=ppt/media/f62121.txt>
</file>

<file path=ppt/media/f62122.txt>
</file>

<file path=ppt/media/f62123.txt>
</file>

<file path=ppt/media/f62124.txt>
</file>

<file path=ppt/media/f62125.txt>
</file>

<file path=ppt/media/f62126.txt>
</file>

<file path=ppt/media/f62127.txt>
</file>

<file path=ppt/media/f62128.txt>
</file>

<file path=ppt/media/f62129.txt>
</file>

<file path=ppt/media/f62130.txt>
</file>

<file path=ppt/media/f62131.txt>
</file>

<file path=ppt/media/f62132.txt>
</file>

<file path=ppt/media/f62133.txt>
</file>

<file path=ppt/media/f62134.txt>
</file>

<file path=ppt/media/f62135.txt>
</file>

<file path=ppt/media/f62136.txt>
</file>

<file path=ppt/media/f62137.txt>
</file>

<file path=ppt/media/f62138.txt>
</file>

<file path=ppt/media/f62139.txt>
</file>

<file path=ppt/media/f62140.txt>
</file>

<file path=ppt/media/f62141.txt>
</file>

<file path=ppt/media/f62142.txt>
</file>

<file path=ppt/media/f62143.txt>
</file>

<file path=ppt/media/f62144.txt>
</file>

<file path=ppt/media/f62145.txt>
</file>

<file path=ppt/media/f62146.txt>
</file>

<file path=ppt/media/f62147.txt>
</file>

<file path=ppt/media/f62148.txt>
</file>

<file path=ppt/media/f62149.txt>
</file>

<file path=ppt/media/f62150.txt>
</file>

<file path=ppt/media/f62151.txt>
</file>

<file path=ppt/media/f62152.txt>
</file>

<file path=ppt/media/f62153.txt>
</file>

<file path=ppt/media/f62154.txt>
</file>

<file path=ppt/media/f62155.txt>
</file>

<file path=ppt/media/f62156.txt>
</file>

<file path=ppt/media/f62157.txt>
</file>

<file path=ppt/media/f62158.txt>
</file>

<file path=ppt/media/f62159.txt>
</file>

<file path=ppt/media/f62160.txt>
</file>

<file path=ppt/media/f62161.txt>
</file>

<file path=ppt/media/f62162.txt>
</file>

<file path=ppt/media/f62163.txt>
</file>

<file path=ppt/media/f62164.txt>
</file>

<file path=ppt/media/f62165.txt>
</file>

<file path=ppt/media/f62166.txt>
</file>

<file path=ppt/media/f62167.txt>
</file>

<file path=ppt/media/f62168.txt>
</file>

<file path=ppt/media/f62169.txt>
</file>

<file path=ppt/media/f62170.txt>
</file>

<file path=ppt/media/f62171.txt>
</file>

<file path=ppt/media/f62172.txt>
</file>

<file path=ppt/media/f62173.txt>
</file>

<file path=ppt/media/f62174.txt>
</file>

<file path=ppt/media/f62175.txt>
</file>

<file path=ppt/media/f62176.txt>
</file>

<file path=ppt/media/f62177.txt>
</file>

<file path=ppt/media/f62178.txt>
</file>

<file path=ppt/media/f62179.txt>
</file>

<file path=ppt/media/f62180.txt>
</file>

<file path=ppt/media/f62181.txt>
</file>

<file path=ppt/media/f62182.txt>
</file>

<file path=ppt/media/f62183.txt>
</file>

<file path=ppt/media/f62184.txt>
</file>

<file path=ppt/media/f62185.txt>
</file>

<file path=ppt/media/f62186.txt>
</file>

<file path=ppt/media/f62187.txt>
</file>

<file path=ppt/media/f62188.txt>
</file>

<file path=ppt/media/f62189.txt>
</file>

<file path=ppt/media/f62190.txt>
</file>

<file path=ppt/media/f62191.txt>
</file>

<file path=ppt/media/f62192.txt>
</file>

<file path=ppt/media/f62193.txt>
</file>

<file path=ppt/media/f62194.txt>
</file>

<file path=ppt/media/f62195.txt>
</file>

<file path=ppt/media/f62196.txt>
</file>

<file path=ppt/media/f62197.txt>
</file>

<file path=ppt/media/f62198.txt>
</file>

<file path=ppt/media/f62199.txt>
</file>

<file path=ppt/media/f62200.txt>
</file>

<file path=ppt/media/f62201.txt>
</file>

<file path=ppt/media/f62202.txt>
</file>

<file path=ppt/media/f62203.txt>
</file>

<file path=ppt/media/f62204.txt>
</file>

<file path=ppt/media/f62205.txt>
</file>

<file path=ppt/media/f62206.txt>
</file>

<file path=ppt/media/f62207.txt>
</file>

<file path=ppt/media/f62208.txt>
</file>

<file path=ppt/media/f62209.txt>
</file>

<file path=ppt/media/f62210.txt>
</file>

<file path=ppt/media/f62211.txt>
</file>

<file path=ppt/media/f62212.txt>
</file>

<file path=ppt/media/f62213.txt>
</file>

<file path=ppt/media/f62214.txt>
</file>

<file path=ppt/media/f62215.txt>
</file>

<file path=ppt/media/f62216.txt>
</file>

<file path=ppt/media/f62217.txt>
</file>

<file path=ppt/media/f62218.txt>
</file>

<file path=ppt/media/f62219.txt>
</file>

<file path=ppt/media/f62220.txt>
</file>

<file path=ppt/media/f62221.txt>
</file>

<file path=ppt/media/f62222.txt>
</file>

<file path=ppt/media/f62223.txt>
</file>

<file path=ppt/media/f62224.txt>
</file>

<file path=ppt/media/f62225.txt>
</file>

<file path=ppt/media/f62226.txt>
</file>

<file path=ppt/media/f62227.txt>
</file>

<file path=ppt/media/f62228.txt>
</file>

<file path=ppt/media/f62229.txt>
</file>

<file path=ppt/media/f62230.txt>
</file>

<file path=ppt/media/f62231.txt>
</file>

<file path=ppt/media/f62232.txt>
</file>

<file path=ppt/media/f62233.txt>
</file>

<file path=ppt/media/f62234.txt>
</file>

<file path=ppt/media/f62235.txt>
</file>

<file path=ppt/media/f62236.txt>
</file>

<file path=ppt/media/f62237.txt>
</file>

<file path=ppt/media/f62238.txt>
</file>

<file path=ppt/media/f62239.txt>
</file>

<file path=ppt/media/f62240.txt>
</file>

<file path=ppt/media/f62241.txt>
</file>

<file path=ppt/media/f62242.txt>
</file>

<file path=ppt/media/f62243.txt>
</file>

<file path=ppt/media/f62244.txt>
</file>

<file path=ppt/media/f62245.txt>
</file>

<file path=ppt/media/f62246.txt>
</file>

<file path=ppt/media/f62247.txt>
</file>

<file path=ppt/media/f62248.txt>
</file>

<file path=ppt/media/f62249.txt>
</file>

<file path=ppt/media/f62250.txt>
</file>

<file path=ppt/media/f62251.txt>
</file>

<file path=ppt/media/f62252.txt>
</file>

<file path=ppt/media/f62253.txt>
</file>

<file path=ppt/media/f62254.txt>
</file>

<file path=ppt/media/f62255.txt>
</file>

<file path=ppt/media/f62256.txt>
</file>

<file path=ppt/media/f62257.txt>
</file>

<file path=ppt/media/f62258.txt>
</file>

<file path=ppt/media/f62259.txt>
</file>

<file path=ppt/media/f62260.txt>
</file>

<file path=ppt/media/f62261.txt>
</file>

<file path=ppt/media/f62262.txt>
</file>

<file path=ppt/media/f62263.txt>
</file>

<file path=ppt/media/f62264.txt>
</file>

<file path=ppt/media/f62265.txt>
</file>

<file path=ppt/media/f62266.txt>
</file>

<file path=ppt/media/f62267.txt>
</file>

<file path=ppt/media/f62268.txt>
</file>

<file path=ppt/media/f62269.txt>
</file>

<file path=ppt/media/f62270.txt>
</file>

<file path=ppt/media/f62271.txt>
</file>

<file path=ppt/media/f62272.txt>
</file>

<file path=ppt/media/f62273.txt>
</file>

<file path=ppt/media/f62274.txt>
</file>

<file path=ppt/media/f62275.txt>
</file>

<file path=ppt/media/f62276.txt>
</file>

<file path=ppt/media/f62277.txt>
</file>

<file path=ppt/media/f62278.txt>
</file>

<file path=ppt/media/f62279.txt>
</file>

<file path=ppt/media/f62280.txt>
</file>

<file path=ppt/media/f62281.txt>
</file>

<file path=ppt/media/f62282.txt>
</file>

<file path=ppt/media/f62283.txt>
</file>

<file path=ppt/media/f62284.txt>
</file>

<file path=ppt/media/f62285.txt>
</file>

<file path=ppt/media/f62286.txt>
</file>

<file path=ppt/media/f62287.txt>
</file>

<file path=ppt/media/f62288.txt>
</file>

<file path=ppt/media/f62289.txt>
</file>

<file path=ppt/media/f62290.txt>
</file>

<file path=ppt/media/f62291.txt>
</file>

<file path=ppt/media/f62292.txt>
</file>

<file path=ppt/media/f62293.txt>
</file>

<file path=ppt/media/f62294.txt>
</file>

<file path=ppt/media/f62295.txt>
</file>

<file path=ppt/media/f62296.txt>
</file>

<file path=ppt/media/f62297.txt>
</file>

<file path=ppt/media/f62298.txt>
</file>

<file path=ppt/media/f62299.txt>
</file>

<file path=ppt/media/f62300.txt>
</file>

<file path=ppt/media/f62301.txt>
</file>

<file path=ppt/media/f62302.txt>
</file>

<file path=ppt/media/f62303.txt>
</file>

<file path=ppt/media/f62304.txt>
</file>

<file path=ppt/media/f62305.txt>
</file>

<file path=ppt/media/f62306.txt>
</file>

<file path=ppt/media/f62307.txt>
</file>

<file path=ppt/media/f62308.txt>
</file>

<file path=ppt/media/f62309.txt>
</file>

<file path=ppt/media/f62310.txt>
</file>

<file path=ppt/media/f62311.txt>
</file>

<file path=ppt/media/f62312.txt>
</file>

<file path=ppt/media/f62313.txt>
</file>

<file path=ppt/media/f62314.txt>
</file>

<file path=ppt/media/f62315.txt>
</file>

<file path=ppt/media/f62316.txt>
</file>

<file path=ppt/media/f62317.txt>
</file>

<file path=ppt/media/f62318.txt>
</file>

<file path=ppt/media/f62319.txt>
</file>

<file path=ppt/media/f62320.txt>
</file>

<file path=ppt/media/f62321.txt>
</file>

<file path=ppt/media/f62322.txt>
</file>

<file path=ppt/media/f62323.txt>
</file>

<file path=ppt/media/f62324.txt>
</file>

<file path=ppt/media/f62325.txt>
</file>

<file path=ppt/media/f62326.txt>
</file>

<file path=ppt/media/f62327.txt>
</file>

<file path=ppt/media/f62328.txt>
</file>

<file path=ppt/media/f62329.txt>
</file>

<file path=ppt/media/f62330.txt>
</file>

<file path=ppt/media/f62331.txt>
</file>

<file path=ppt/media/f62332.txt>
</file>

<file path=ppt/media/f62333.txt>
</file>

<file path=ppt/media/f62334.txt>
</file>

<file path=ppt/media/f62335.txt>
</file>

<file path=ppt/media/f62336.txt>
</file>

<file path=ppt/media/f62337.txt>
</file>

<file path=ppt/media/f62338.txt>
</file>

<file path=ppt/media/f62339.txt>
</file>

<file path=ppt/media/f62340.txt>
</file>

<file path=ppt/media/f62341.txt>
</file>

<file path=ppt/media/f62342.txt>
</file>

<file path=ppt/media/f62343.txt>
</file>

<file path=ppt/media/f62344.txt>
</file>

<file path=ppt/media/f62345.txt>
</file>

<file path=ppt/media/f62346.txt>
</file>

<file path=ppt/media/f62347.txt>
</file>

<file path=ppt/media/f62348.txt>
</file>

<file path=ppt/media/f62349.txt>
</file>

<file path=ppt/media/f62350.txt>
</file>

<file path=ppt/media/f62351.txt>
</file>

<file path=ppt/media/f62352.txt>
</file>

<file path=ppt/media/f62353.txt>
</file>

<file path=ppt/media/f62354.txt>
</file>

<file path=ppt/media/f62355.txt>
</file>

<file path=ppt/media/f62356.txt>
</file>

<file path=ppt/media/f62357.txt>
</file>

<file path=ppt/media/f62358.txt>
</file>

<file path=ppt/media/f62359.txt>
</file>

<file path=ppt/media/f62360.txt>
</file>

<file path=ppt/media/f62361.txt>
</file>

<file path=ppt/media/f62362.txt>
</file>

<file path=ppt/media/f62363.txt>
</file>

<file path=ppt/media/f62364.txt>
</file>

<file path=ppt/media/f62365.txt>
</file>

<file path=ppt/media/f62366.txt>
</file>

<file path=ppt/media/f62367.txt>
</file>

<file path=ppt/media/f62368.txt>
</file>

<file path=ppt/media/f62369.txt>
</file>

<file path=ppt/media/f62370.txt>
</file>

<file path=ppt/media/f62371.txt>
</file>

<file path=ppt/media/f62372.txt>
</file>

<file path=ppt/media/f62373.txt>
</file>

<file path=ppt/media/f62374.txt>
</file>

<file path=ppt/media/f62375.txt>
</file>

<file path=ppt/media/f62376.txt>
</file>

<file path=ppt/media/f62377.txt>
</file>

<file path=ppt/media/f62378.txt>
</file>

<file path=ppt/media/f62379.txt>
</file>

<file path=ppt/media/f62380.txt>
</file>

<file path=ppt/media/f62381.txt>
</file>

<file path=ppt/media/f62382.txt>
</file>

<file path=ppt/media/f62383.txt>
</file>

<file path=ppt/media/f62384.txt>
</file>

<file path=ppt/media/f62385.txt>
</file>

<file path=ppt/media/f62386.txt>
</file>

<file path=ppt/media/f62387.txt>
</file>

<file path=ppt/media/f62388.txt>
</file>

<file path=ppt/media/f62389.txt>
</file>

<file path=ppt/media/f62390.txt>
</file>

<file path=ppt/media/f62391.txt>
</file>

<file path=ppt/media/f62392.txt>
</file>

<file path=ppt/media/f62393.txt>
</file>

<file path=ppt/media/f62394.txt>
</file>

<file path=ppt/media/f62395.txt>
</file>

<file path=ppt/media/f62396.txt>
</file>

<file path=ppt/media/f62397.txt>
</file>

<file path=ppt/media/f62398.txt>
</file>

<file path=ppt/media/f62399.txt>
</file>

<file path=ppt/media/f62400.txt>
</file>

<file path=ppt/media/f62401.txt>
</file>

<file path=ppt/media/f62402.txt>
</file>

<file path=ppt/media/f62403.txt>
</file>

<file path=ppt/media/f62404.txt>
</file>

<file path=ppt/media/f62405.txt>
</file>

<file path=ppt/media/f62406.txt>
</file>

<file path=ppt/media/f62407.txt>
</file>

<file path=ppt/media/f62408.txt>
</file>

<file path=ppt/media/f62409.txt>
</file>

<file path=ppt/media/f62410.txt>
</file>

<file path=ppt/media/f62411.txt>
</file>

<file path=ppt/media/f62412.txt>
</file>

<file path=ppt/media/f62413.txt>
</file>

<file path=ppt/media/f62414.txt>
</file>

<file path=ppt/media/f62415.txt>
</file>

<file path=ppt/media/f62416.txt>
</file>

<file path=ppt/media/f62417.txt>
</file>

<file path=ppt/media/f62418.txt>
</file>

<file path=ppt/media/f62419.txt>
</file>

<file path=ppt/media/f62420.txt>
</file>

<file path=ppt/media/f62421.txt>
</file>

<file path=ppt/media/f62422.txt>
</file>

<file path=ppt/media/f62423.txt>
</file>

<file path=ppt/media/f62424.txt>
</file>

<file path=ppt/media/f62425.txt>
</file>

<file path=ppt/media/f62426.txt>
</file>

<file path=ppt/media/f62427.txt>
</file>

<file path=ppt/media/f62428.txt>
</file>

<file path=ppt/media/f62429.txt>
</file>

<file path=ppt/media/f62430.txt>
</file>

<file path=ppt/media/f62431.txt>
</file>

<file path=ppt/media/f62432.txt>
</file>

<file path=ppt/media/f62433.txt>
</file>

<file path=ppt/media/f62434.txt>
</file>

<file path=ppt/media/f62435.txt>
</file>

<file path=ppt/media/f62436.txt>
</file>

<file path=ppt/media/f62437.txt>
</file>

<file path=ppt/media/f62438.txt>
</file>

<file path=ppt/media/f62439.txt>
</file>

<file path=ppt/media/f62440.txt>
</file>

<file path=ppt/media/f62441.txt>
</file>

<file path=ppt/media/f62442.txt>
</file>

<file path=ppt/media/f62443.txt>
</file>

<file path=ppt/media/f62444.txt>
</file>

<file path=ppt/media/f62445.txt>
</file>

<file path=ppt/media/f62446.txt>
</file>

<file path=ppt/media/f62447.txt>
</file>

<file path=ppt/media/f62448.txt>
</file>

<file path=ppt/media/f62449.txt>
</file>

<file path=ppt/media/f62450.txt>
</file>

<file path=ppt/media/f62451.txt>
</file>

<file path=ppt/media/f62452.txt>
</file>

<file path=ppt/media/f62453.txt>
</file>

<file path=ppt/media/f62454.txt>
</file>

<file path=ppt/media/f62455.txt>
</file>

<file path=ppt/media/f62456.txt>
</file>

<file path=ppt/media/f62457.txt>
</file>

<file path=ppt/media/f62458.txt>
</file>

<file path=ppt/media/f62459.txt>
</file>

<file path=ppt/media/f62460.txt>
</file>

<file path=ppt/media/f62461.txt>
</file>

<file path=ppt/media/f62462.txt>
</file>

<file path=ppt/media/f62463.txt>
</file>

<file path=ppt/media/f62464.txt>
</file>

<file path=ppt/media/f62465.txt>
</file>

<file path=ppt/media/f62466.txt>
</file>

<file path=ppt/media/f62467.txt>
</file>

<file path=ppt/media/f62468.txt>
</file>

<file path=ppt/media/f62469.txt>
</file>

<file path=ppt/media/f62470.txt>
</file>

<file path=ppt/media/f62471.txt>
</file>

<file path=ppt/media/f62472.txt>
</file>

<file path=ppt/media/f62473.txt>
</file>

<file path=ppt/media/f62474.txt>
</file>

<file path=ppt/media/f62475.txt>
</file>

<file path=ppt/media/f62476.txt>
</file>

<file path=ppt/media/f62477.txt>
</file>

<file path=ppt/media/f62478.txt>
</file>

<file path=ppt/media/f62479.txt>
</file>

<file path=ppt/media/f62480.txt>
</file>

<file path=ppt/media/f62481.txt>
</file>

<file path=ppt/media/f62482.txt>
</file>

<file path=ppt/media/f62483.txt>
</file>

<file path=ppt/media/f62484.txt>
</file>

<file path=ppt/media/f62485.txt>
</file>

<file path=ppt/media/f62486.txt>
</file>

<file path=ppt/media/f62487.txt>
</file>

<file path=ppt/media/f62488.txt>
</file>

<file path=ppt/media/f62489.txt>
</file>

<file path=ppt/media/f62490.txt>
</file>

<file path=ppt/media/f62491.txt>
</file>

<file path=ppt/media/f62492.txt>
</file>

<file path=ppt/media/f62493.txt>
</file>

<file path=ppt/media/f62494.txt>
</file>

<file path=ppt/media/f62495.txt>
</file>

<file path=ppt/media/f62496.txt>
</file>

<file path=ppt/media/f62497.txt>
</file>

<file path=ppt/media/f62498.txt>
</file>

<file path=ppt/media/f62499.txt>
</file>

<file path=ppt/media/f62500.txt>
</file>

<file path=ppt/media/f62501.txt>
</file>

<file path=ppt/media/f62502.txt>
</file>

<file path=ppt/media/f62503.txt>
</file>

<file path=ppt/media/f62504.txt>
</file>

<file path=ppt/media/f62505.txt>
</file>

<file path=ppt/media/f62506.txt>
</file>

<file path=ppt/media/f62507.txt>
</file>

<file path=ppt/media/f62508.txt>
</file>

<file path=ppt/media/f62509.txt>
</file>

<file path=ppt/media/f62510.txt>
</file>

<file path=ppt/media/f62511.txt>
</file>

<file path=ppt/media/f62512.txt>
</file>

<file path=ppt/media/f62513.txt>
</file>

<file path=ppt/media/f62514.txt>
</file>

<file path=ppt/media/f62515.txt>
</file>

<file path=ppt/media/f62516.txt>
</file>

<file path=ppt/media/f62517.txt>
</file>

<file path=ppt/media/f62518.txt>
</file>

<file path=ppt/media/f62519.txt>
</file>

<file path=ppt/media/f62520.txt>
</file>

<file path=ppt/media/f62521.txt>
</file>

<file path=ppt/media/f62522.txt>
</file>

<file path=ppt/media/f62523.txt>
</file>

<file path=ppt/media/f62524.txt>
</file>

<file path=ppt/media/f62525.txt>
</file>

<file path=ppt/media/f62526.txt>
</file>

<file path=ppt/media/f62527.txt>
</file>

<file path=ppt/media/f62528.txt>
</file>

<file path=ppt/media/f62529.txt>
</file>

<file path=ppt/media/f62530.txt>
</file>

<file path=ppt/media/f62531.txt>
</file>

<file path=ppt/media/f62532.txt>
</file>

<file path=ppt/media/f62533.txt>
</file>

<file path=ppt/media/f62534.txt>
</file>

<file path=ppt/media/f62535.txt>
</file>

<file path=ppt/media/f62536.txt>
</file>

<file path=ppt/media/f62537.txt>
</file>

<file path=ppt/media/f62538.txt>
</file>

<file path=ppt/media/f62539.txt>
</file>

<file path=ppt/media/f62540.txt>
</file>

<file path=ppt/media/f62541.txt>
</file>

<file path=ppt/media/f62542.txt>
</file>

<file path=ppt/media/f62543.txt>
</file>

<file path=ppt/media/f62544.txt>
</file>

<file path=ppt/media/f62545.txt>
</file>

<file path=ppt/media/f62546.txt>
</file>

<file path=ppt/media/f62547.txt>
</file>

<file path=ppt/media/f62548.txt>
</file>

<file path=ppt/media/f62549.txt>
</file>

<file path=ppt/media/f62550.txt>
</file>

<file path=ppt/media/f62551.txt>
</file>

<file path=ppt/media/f62552.txt>
</file>

<file path=ppt/media/f62553.txt>
</file>

<file path=ppt/media/f62554.txt>
</file>

<file path=ppt/media/f62555.txt>
</file>

<file path=ppt/media/f62556.txt>
</file>

<file path=ppt/media/f62557.txt>
</file>

<file path=ppt/media/f62558.txt>
</file>

<file path=ppt/media/f62559.txt>
</file>

<file path=ppt/media/f62560.txt>
</file>

<file path=ppt/media/f62561.txt>
</file>

<file path=ppt/media/f62562.txt>
</file>

<file path=ppt/media/f62563.txt>
</file>

<file path=ppt/media/f62564.txt>
</file>

<file path=ppt/media/f62565.txt>
</file>

<file path=ppt/media/f62566.txt>
</file>

<file path=ppt/media/f62567.txt>
</file>

<file path=ppt/media/f62568.txt>
</file>

<file path=ppt/media/f62569.txt>
</file>

<file path=ppt/media/f62570.txt>
</file>

<file path=ppt/media/f62571.txt>
</file>

<file path=ppt/media/f62572.txt>
</file>

<file path=ppt/media/f62573.txt>
</file>

<file path=ppt/media/f62574.txt>
</file>

<file path=ppt/media/f62575.txt>
</file>

<file path=ppt/media/f62576.txt>
</file>

<file path=ppt/media/f62577.txt>
</file>

<file path=ppt/media/f62578.txt>
</file>

<file path=ppt/media/f62579.txt>
</file>

<file path=ppt/media/f62580.txt>
</file>

<file path=ppt/media/f62581.txt>
</file>

<file path=ppt/media/f62582.txt>
</file>

<file path=ppt/media/f62583.txt>
</file>

<file path=ppt/media/f62584.txt>
</file>

<file path=ppt/media/f62585.txt>
</file>

<file path=ppt/media/f62586.txt>
</file>

<file path=ppt/media/f62587.txt>
</file>

<file path=ppt/media/f62588.txt>
</file>

<file path=ppt/media/f62589.txt>
</file>

<file path=ppt/media/f62590.txt>
</file>

<file path=ppt/media/f62591.txt>
</file>

<file path=ppt/media/f62592.txt>
</file>

<file path=ppt/media/f62593.txt>
</file>

<file path=ppt/media/f62594.txt>
</file>

<file path=ppt/media/f62595.txt>
</file>

<file path=ppt/media/f62596.txt>
</file>

<file path=ppt/media/f62597.txt>
</file>

<file path=ppt/media/f62598.txt>
</file>

<file path=ppt/media/f62599.txt>
</file>

<file path=ppt/media/f62600.txt>
</file>

<file path=ppt/media/f62601.txt>
</file>

<file path=ppt/media/f62602.txt>
</file>

<file path=ppt/media/f62603.txt>
</file>

<file path=ppt/media/f62604.txt>
</file>

<file path=ppt/media/f62605.txt>
</file>

<file path=ppt/media/f62606.txt>
</file>

<file path=ppt/media/f62607.txt>
</file>

<file path=ppt/media/f62608.txt>
</file>

<file path=ppt/media/f62609.txt>
</file>

<file path=ppt/media/f62610.txt>
</file>

<file path=ppt/media/f62611.txt>
</file>

<file path=ppt/media/f62612.txt>
</file>

<file path=ppt/media/f62613.txt>
</file>

<file path=ppt/media/f62614.txt>
</file>

<file path=ppt/media/f62615.txt>
</file>

<file path=ppt/media/f62616.txt>
</file>

<file path=ppt/media/f62617.txt>
</file>

<file path=ppt/media/f62618.txt>
</file>

<file path=ppt/media/f62619.txt>
</file>

<file path=ppt/media/f62620.txt>
</file>

<file path=ppt/media/f62621.txt>
</file>

<file path=ppt/media/f62622.txt>
</file>

<file path=ppt/media/f62623.txt>
</file>

<file path=ppt/media/f62624.txt>
</file>

<file path=ppt/media/f62625.txt>
</file>

<file path=ppt/media/f62626.txt>
</file>

<file path=ppt/media/f62627.txt>
</file>

<file path=ppt/media/f62628.txt>
</file>

<file path=ppt/media/f62629.txt>
</file>

<file path=ppt/media/f62630.txt>
</file>

<file path=ppt/media/f62631.txt>
</file>

<file path=ppt/media/f62632.txt>
</file>

<file path=ppt/media/f62633.txt>
</file>

<file path=ppt/media/f62634.txt>
</file>

<file path=ppt/media/f62635.txt>
</file>

<file path=ppt/media/f62636.txt>
</file>

<file path=ppt/media/f62637.txt>
</file>

<file path=ppt/media/f62638.txt>
</file>

<file path=ppt/media/f62639.txt>
</file>

<file path=ppt/media/f62640.txt>
</file>

<file path=ppt/media/f62641.txt>
</file>

<file path=ppt/media/f62642.txt>
</file>

<file path=ppt/media/f62643.txt>
</file>

<file path=ppt/media/f62644.txt>
</file>

<file path=ppt/media/f62645.txt>
</file>

<file path=ppt/media/f62646.txt>
</file>

<file path=ppt/media/f62647.txt>
</file>

<file path=ppt/media/f62648.txt>
</file>

<file path=ppt/media/f62649.txt>
</file>

<file path=ppt/media/f62650.txt>
</file>

<file path=ppt/media/f62651.txt>
</file>

<file path=ppt/media/f62652.txt>
</file>

<file path=ppt/media/f62653.txt>
</file>

<file path=ppt/media/f62654.txt>
</file>

<file path=ppt/media/f62655.txt>
</file>

<file path=ppt/media/f62656.txt>
</file>

<file path=ppt/media/f62657.txt>
</file>

<file path=ppt/media/f62658.txt>
</file>

<file path=ppt/media/f62659.txt>
</file>

<file path=ppt/media/f62660.txt>
</file>

<file path=ppt/media/f62661.txt>
</file>

<file path=ppt/media/f62662.txt>
</file>

<file path=ppt/media/f62663.txt>
</file>

<file path=ppt/media/f62664.txt>
</file>

<file path=ppt/media/f62665.txt>
</file>

<file path=ppt/media/f62666.txt>
</file>

<file path=ppt/media/f62667.txt>
</file>

<file path=ppt/media/f62668.txt>
</file>

<file path=ppt/media/f62669.txt>
</file>

<file path=ppt/media/f62670.txt>
</file>

<file path=ppt/media/f62671.txt>
</file>

<file path=ppt/media/f62672.txt>
</file>

<file path=ppt/media/f62673.txt>
</file>

<file path=ppt/media/f62674.txt>
</file>

<file path=ppt/media/f62675.txt>
</file>

<file path=ppt/media/f62676.txt>
</file>

<file path=ppt/media/f62677.txt>
</file>

<file path=ppt/media/f62678.txt>
</file>

<file path=ppt/media/f62679.txt>
</file>

<file path=ppt/media/f62680.txt>
</file>

<file path=ppt/media/f62681.txt>
</file>

<file path=ppt/media/f62682.txt>
</file>

<file path=ppt/media/f62683.txt>
</file>

<file path=ppt/media/f62684.txt>
</file>

<file path=ppt/media/f62685.txt>
</file>

<file path=ppt/media/f62686.txt>
</file>

<file path=ppt/media/f62687.txt>
</file>

<file path=ppt/media/f62688.txt>
</file>

<file path=ppt/media/f62689.txt>
</file>

<file path=ppt/media/f62690.txt>
</file>

<file path=ppt/media/f62691.txt>
</file>

<file path=ppt/media/f62692.txt>
</file>

<file path=ppt/media/f62693.txt>
</file>

<file path=ppt/media/f62694.txt>
</file>

<file path=ppt/media/f62695.txt>
</file>

<file path=ppt/media/f62696.txt>
</file>

<file path=ppt/media/f62697.txt>
</file>

<file path=ppt/media/f62698.txt>
</file>

<file path=ppt/media/f62699.txt>
</file>

<file path=ppt/media/f62700.txt>
</file>

<file path=ppt/media/f62701.txt>
</file>

<file path=ppt/media/f62702.txt>
</file>

<file path=ppt/media/f62703.txt>
</file>

<file path=ppt/media/f62704.txt>
</file>

<file path=ppt/media/f62705.txt>
</file>

<file path=ppt/media/f62706.txt>
</file>

<file path=ppt/media/f62707.txt>
</file>

<file path=ppt/media/f62708.txt>
</file>

<file path=ppt/media/f62709.txt>
</file>

<file path=ppt/media/f62710.txt>
</file>

<file path=ppt/media/f62711.txt>
</file>

<file path=ppt/media/f62712.txt>
</file>

<file path=ppt/media/f62713.txt>
</file>

<file path=ppt/media/f62714.txt>
</file>

<file path=ppt/media/f62715.txt>
</file>

<file path=ppt/media/f62716.txt>
</file>

<file path=ppt/media/f62717.txt>
</file>

<file path=ppt/media/f62718.txt>
</file>

<file path=ppt/media/f62719.txt>
</file>

<file path=ppt/media/f62720.txt>
</file>

<file path=ppt/media/f62721.txt>
</file>

<file path=ppt/media/f62722.txt>
</file>

<file path=ppt/media/f62723.txt>
</file>

<file path=ppt/media/f62724.txt>
</file>

<file path=ppt/media/f62725.txt>
</file>

<file path=ppt/media/f62726.txt>
</file>

<file path=ppt/media/f62727.txt>
</file>

<file path=ppt/media/f62728.txt>
</file>

<file path=ppt/media/f62729.txt>
</file>

<file path=ppt/media/f62730.txt>
</file>

<file path=ppt/media/f62731.txt>
</file>

<file path=ppt/media/f62732.txt>
</file>

<file path=ppt/media/f62733.txt>
</file>

<file path=ppt/media/f62734.txt>
</file>

<file path=ppt/media/f62735.txt>
</file>

<file path=ppt/media/f62736.txt>
</file>

<file path=ppt/media/f62737.txt>
</file>

<file path=ppt/media/f62738.txt>
</file>

<file path=ppt/media/f62739.txt>
</file>

<file path=ppt/media/f62740.txt>
</file>

<file path=ppt/media/f62741.txt>
</file>

<file path=ppt/media/f62742.txt>
</file>

<file path=ppt/media/f62743.txt>
</file>

<file path=ppt/media/f62744.txt>
</file>

<file path=ppt/media/f62745.txt>
</file>

<file path=ppt/media/f62746.txt>
</file>

<file path=ppt/media/f62747.txt>
</file>

<file path=ppt/media/f62748.txt>
</file>

<file path=ppt/media/f62749.txt>
</file>

<file path=ppt/media/f62750.txt>
</file>

<file path=ppt/media/f62751.txt>
</file>

<file path=ppt/media/f62752.txt>
</file>

<file path=ppt/media/f62753.txt>
</file>

<file path=ppt/media/f62754.txt>
</file>

<file path=ppt/media/f62755.txt>
</file>

<file path=ppt/media/f62756.txt>
</file>

<file path=ppt/media/f62757.txt>
</file>

<file path=ppt/media/f62758.txt>
</file>

<file path=ppt/media/f62759.txt>
</file>

<file path=ppt/media/f62760.txt>
</file>

<file path=ppt/media/f62761.txt>
</file>

<file path=ppt/media/f62762.txt>
</file>

<file path=ppt/media/f62763.txt>
</file>

<file path=ppt/media/f62764.txt>
</file>

<file path=ppt/media/f62765.txt>
</file>

<file path=ppt/media/f62766.txt>
</file>

<file path=ppt/media/f62767.txt>
</file>

<file path=ppt/media/f62768.txt>
</file>

<file path=ppt/media/f62769.txt>
</file>

<file path=ppt/media/f62770.txt>
</file>

<file path=ppt/media/f62771.txt>
</file>

<file path=ppt/media/f62772.txt>
</file>

<file path=ppt/media/f62773.txt>
</file>

<file path=ppt/media/f62774.txt>
</file>

<file path=ppt/media/f62775.txt>
</file>

<file path=ppt/media/f62776.txt>
</file>

<file path=ppt/media/f62777.txt>
</file>

<file path=ppt/media/f62778.txt>
</file>

<file path=ppt/media/f62779.txt>
</file>

<file path=ppt/media/f62780.txt>
</file>

<file path=ppt/media/f62781.txt>
</file>

<file path=ppt/media/f62782.txt>
</file>

<file path=ppt/media/f62783.txt>
</file>

<file path=ppt/media/f62784.txt>
</file>

<file path=ppt/media/f62785.txt>
</file>

<file path=ppt/media/f62786.txt>
</file>

<file path=ppt/media/f62787.txt>
</file>

<file path=ppt/media/f62788.txt>
</file>

<file path=ppt/media/f62789.txt>
</file>

<file path=ppt/media/f62790.txt>
</file>

<file path=ppt/media/f62791.txt>
</file>

<file path=ppt/media/f62792.txt>
</file>

<file path=ppt/media/f62793.txt>
</file>

<file path=ppt/media/f62794.txt>
</file>

<file path=ppt/media/f62795.txt>
</file>

<file path=ppt/media/f62796.txt>
</file>

<file path=ppt/media/f62797.txt>
</file>

<file path=ppt/media/f62798.txt>
</file>

<file path=ppt/media/f62799.txt>
</file>

<file path=ppt/media/f62800.txt>
</file>

<file path=ppt/media/f62801.txt>
</file>

<file path=ppt/media/f62802.txt>
</file>

<file path=ppt/media/f62803.txt>
</file>

<file path=ppt/media/f62804.txt>
</file>

<file path=ppt/media/f62805.txt>
</file>

<file path=ppt/media/f62806.txt>
</file>

<file path=ppt/media/f62807.txt>
</file>

<file path=ppt/media/f62808.txt>
</file>

<file path=ppt/media/f62809.txt>
</file>

<file path=ppt/media/f62810.txt>
</file>

<file path=ppt/media/f62811.txt>
</file>

<file path=ppt/media/f62812.txt>
</file>

<file path=ppt/media/f62813.txt>
</file>

<file path=ppt/media/f62814.txt>
</file>

<file path=ppt/media/f62815.txt>
</file>

<file path=ppt/media/f62816.txt>
</file>

<file path=ppt/media/f62817.txt>
</file>

<file path=ppt/media/f62818.txt>
</file>

<file path=ppt/media/f62819.txt>
</file>

<file path=ppt/media/f62820.txt>
</file>

<file path=ppt/media/f62821.txt>
</file>

<file path=ppt/media/f62822.txt>
</file>

<file path=ppt/media/f62823.txt>
</file>

<file path=ppt/media/f62824.txt>
</file>

<file path=ppt/media/f62825.txt>
</file>

<file path=ppt/media/f62826.txt>
</file>

<file path=ppt/media/f62827.txt>
</file>

<file path=ppt/media/f62828.txt>
</file>

<file path=ppt/media/f62829.txt>
</file>

<file path=ppt/media/f62830.txt>
</file>

<file path=ppt/media/f62831.txt>
</file>

<file path=ppt/media/f62832.txt>
</file>

<file path=ppt/media/f62833.txt>
</file>

<file path=ppt/media/f62834.txt>
</file>

<file path=ppt/media/f62835.txt>
</file>

<file path=ppt/media/f62836.txt>
</file>

<file path=ppt/media/f62837.txt>
</file>

<file path=ppt/media/f62838.txt>
</file>

<file path=ppt/media/f62839.txt>
</file>

<file path=ppt/media/f62840.txt>
</file>

<file path=ppt/media/f62841.txt>
</file>

<file path=ppt/media/f62842.txt>
</file>

<file path=ppt/media/f62843.txt>
</file>

<file path=ppt/media/f62844.txt>
</file>

<file path=ppt/media/f62845.txt>
</file>

<file path=ppt/media/f62846.txt>
</file>

<file path=ppt/media/f62847.txt>
</file>

<file path=ppt/media/f62848.txt>
</file>

<file path=ppt/media/f62849.txt>
</file>

<file path=ppt/media/f62850.txt>
</file>

<file path=ppt/media/f62851.txt>
</file>

<file path=ppt/media/f62852.txt>
</file>

<file path=ppt/media/f62853.txt>
</file>

<file path=ppt/media/f62854.txt>
</file>

<file path=ppt/media/f62855.txt>
</file>

<file path=ppt/media/f62856.txt>
</file>

<file path=ppt/media/f62857.txt>
</file>

<file path=ppt/media/f62858.txt>
</file>

<file path=ppt/media/f62859.txt>
</file>

<file path=ppt/media/f62860.txt>
</file>

<file path=ppt/media/f62861.txt>
</file>

<file path=ppt/media/f62862.txt>
</file>

<file path=ppt/media/f62863.txt>
</file>

<file path=ppt/media/f62864.txt>
</file>

<file path=ppt/media/f62865.txt>
</file>

<file path=ppt/media/f62866.txt>
</file>

<file path=ppt/media/f62867.txt>
</file>

<file path=ppt/media/f62868.txt>
</file>

<file path=ppt/media/f62869.txt>
</file>

<file path=ppt/media/f62870.txt>
</file>

<file path=ppt/media/f62871.txt>
</file>

<file path=ppt/media/f62872.txt>
</file>

<file path=ppt/media/f62873.txt>
</file>

<file path=ppt/media/f62874.txt>
</file>

<file path=ppt/media/f62875.txt>
</file>

<file path=ppt/media/f62876.txt>
</file>

<file path=ppt/media/f62877.txt>
</file>

<file path=ppt/media/f62878.txt>
</file>

<file path=ppt/media/f62879.txt>
</file>

<file path=ppt/media/f62880.txt>
</file>

<file path=ppt/media/f62881.txt>
</file>

<file path=ppt/media/f62882.txt>
</file>

<file path=ppt/media/f62883.txt>
</file>

<file path=ppt/media/f62884.txt>
</file>

<file path=ppt/media/f62885.txt>
</file>

<file path=ppt/media/f62886.txt>
</file>

<file path=ppt/media/f62887.txt>
</file>

<file path=ppt/media/f62888.txt>
</file>

<file path=ppt/media/f62889.txt>
</file>

<file path=ppt/media/f62890.txt>
</file>

<file path=ppt/media/f62891.txt>
</file>

<file path=ppt/media/f62892.txt>
</file>

<file path=ppt/media/f62893.txt>
</file>

<file path=ppt/media/f62894.txt>
</file>

<file path=ppt/media/f62895.txt>
</file>

<file path=ppt/media/f62896.txt>
</file>

<file path=ppt/media/f62897.txt>
</file>

<file path=ppt/media/f62898.txt>
</file>

<file path=ppt/media/f62899.txt>
</file>

<file path=ppt/media/f62900.txt>
</file>

<file path=ppt/media/f62901.txt>
</file>

<file path=ppt/media/f62902.txt>
</file>

<file path=ppt/media/f62903.txt>
</file>

<file path=ppt/media/f62904.txt>
</file>

<file path=ppt/media/f62905.txt>
</file>

<file path=ppt/media/f62906.txt>
</file>

<file path=ppt/media/f62907.txt>
</file>

<file path=ppt/media/f62908.txt>
</file>

<file path=ppt/media/f62909.txt>
</file>

<file path=ppt/media/f62910.txt>
</file>

<file path=ppt/media/f62911.txt>
</file>

<file path=ppt/media/f62912.txt>
</file>

<file path=ppt/media/f62913.txt>
</file>

<file path=ppt/media/f62914.txt>
</file>

<file path=ppt/media/f62915.txt>
</file>

<file path=ppt/media/f62916.txt>
</file>

<file path=ppt/media/f62917.txt>
</file>

<file path=ppt/media/f62918.txt>
</file>

<file path=ppt/media/f62919.txt>
</file>

<file path=ppt/media/f62920.txt>
</file>

<file path=ppt/media/f62921.txt>
</file>

<file path=ppt/media/f62922.txt>
</file>

<file path=ppt/media/f62923.txt>
</file>

<file path=ppt/media/f62924.txt>
</file>

<file path=ppt/media/f62925.txt>
</file>

<file path=ppt/media/f62926.txt>
</file>

<file path=ppt/media/f62927.txt>
</file>

<file path=ppt/media/f62928.txt>
</file>

<file path=ppt/media/f62929.txt>
</file>

<file path=ppt/media/f62930.txt>
</file>

<file path=ppt/media/f62931.txt>
</file>

<file path=ppt/media/f62932.txt>
</file>

<file path=ppt/media/f62933.txt>
</file>

<file path=ppt/media/f62934.txt>
</file>

<file path=ppt/media/f62935.txt>
</file>

<file path=ppt/media/f62936.txt>
</file>

<file path=ppt/media/f62937.txt>
</file>

<file path=ppt/media/f62938.txt>
</file>

<file path=ppt/media/f62939.txt>
</file>

<file path=ppt/media/f62940.txt>
</file>

<file path=ppt/media/f62941.txt>
</file>

<file path=ppt/media/f62942.txt>
</file>

<file path=ppt/media/f62943.txt>
</file>

<file path=ppt/media/f62944.txt>
</file>

<file path=ppt/media/f62945.txt>
</file>

<file path=ppt/media/f62946.txt>
</file>

<file path=ppt/media/f62947.txt>
</file>

<file path=ppt/media/f62948.txt>
</file>

<file path=ppt/media/f62949.txt>
</file>

<file path=ppt/media/f62950.txt>
</file>

<file path=ppt/media/f62951.txt>
</file>

<file path=ppt/media/f62952.txt>
</file>

<file path=ppt/media/f62953.txt>
</file>

<file path=ppt/media/f62954.txt>
</file>

<file path=ppt/media/f62955.txt>
</file>

<file path=ppt/media/f62956.txt>
</file>

<file path=ppt/media/f62957.txt>
</file>

<file path=ppt/media/f62958.txt>
</file>

<file path=ppt/media/f62959.txt>
</file>

<file path=ppt/media/f62960.txt>
</file>

<file path=ppt/media/f62961.txt>
</file>

<file path=ppt/media/f62962.txt>
</file>

<file path=ppt/media/f62963.txt>
</file>

<file path=ppt/media/f62964.txt>
</file>

<file path=ppt/media/f62965.txt>
</file>

<file path=ppt/media/f62966.txt>
</file>

<file path=ppt/media/f62967.txt>
</file>

<file path=ppt/media/f62968.txt>
</file>

<file path=ppt/media/f62969.txt>
</file>

<file path=ppt/media/f62970.txt>
</file>

<file path=ppt/media/f62971.txt>
</file>

<file path=ppt/media/f62972.txt>
</file>

<file path=ppt/media/f62973.txt>
</file>

<file path=ppt/media/f62974.txt>
</file>

<file path=ppt/media/f62975.txt>
</file>

<file path=ppt/media/f62976.txt>
</file>

<file path=ppt/media/f62977.txt>
</file>

<file path=ppt/media/f62978.txt>
</file>

<file path=ppt/media/f62979.txt>
</file>

<file path=ppt/media/f62980.txt>
</file>

<file path=ppt/media/f62981.txt>
</file>

<file path=ppt/media/f62982.txt>
</file>

<file path=ppt/media/f62983.txt>
</file>

<file path=ppt/media/f62984.txt>
</file>

<file path=ppt/media/f62985.txt>
</file>

<file path=ppt/media/f62986.txt>
</file>

<file path=ppt/media/f62987.txt>
</file>

<file path=ppt/media/f62988.txt>
</file>

<file path=ppt/media/f62989.txt>
</file>

<file path=ppt/media/f62990.txt>
</file>

<file path=ppt/media/f62991.txt>
</file>

<file path=ppt/media/f62992.txt>
</file>

<file path=ppt/media/f62993.txt>
</file>

<file path=ppt/media/f62994.txt>
</file>

<file path=ppt/media/f62995.txt>
</file>

<file path=ppt/media/f62996.txt>
</file>

<file path=ppt/media/f62997.txt>
</file>

<file path=ppt/media/f62998.txt>
</file>

<file path=ppt/media/f62999.txt>
</file>

<file path=ppt/media/f63000.txt>
</file>

<file path=ppt/media/f63001.txt>
</file>

<file path=ppt/media/f63002.txt>
</file>

<file path=ppt/media/f63003.txt>
</file>

<file path=ppt/media/f63004.txt>
</file>

<file path=ppt/media/f63005.txt>
</file>

<file path=ppt/media/f63006.txt>
</file>

<file path=ppt/media/f63007.txt>
</file>

<file path=ppt/media/f63008.txt>
</file>

<file path=ppt/media/f63009.txt>
</file>

<file path=ppt/media/f63010.txt>
</file>

<file path=ppt/media/f63011.txt>
</file>

<file path=ppt/media/f63012.txt>
</file>

<file path=ppt/media/f63013.txt>
</file>

<file path=ppt/media/f63014.txt>
</file>

<file path=ppt/media/f63015.txt>
</file>

<file path=ppt/media/f63016.txt>
</file>

<file path=ppt/media/f63017.txt>
</file>

<file path=ppt/media/f63018.txt>
</file>

<file path=ppt/media/f63019.txt>
</file>

<file path=ppt/media/f63020.txt>
</file>

<file path=ppt/media/f63021.txt>
</file>

<file path=ppt/media/f63022.txt>
</file>

<file path=ppt/media/f63023.txt>
</file>

<file path=ppt/media/f63024.txt>
</file>

<file path=ppt/media/f63025.txt>
</file>

<file path=ppt/media/f63026.txt>
</file>

<file path=ppt/media/f63027.txt>
</file>

<file path=ppt/media/f63028.txt>
</file>

<file path=ppt/media/f63029.txt>
</file>

<file path=ppt/media/f63030.txt>
</file>

<file path=ppt/media/f63031.txt>
</file>

<file path=ppt/media/f63032.txt>
</file>

<file path=ppt/media/f63033.txt>
</file>

<file path=ppt/media/f63034.txt>
</file>

<file path=ppt/media/f63035.txt>
</file>

<file path=ppt/media/f63036.txt>
</file>

<file path=ppt/media/f63037.txt>
</file>

<file path=ppt/media/f63038.txt>
</file>

<file path=ppt/media/f63039.txt>
</file>

<file path=ppt/media/f63040.txt>
</file>

<file path=ppt/media/f63041.txt>
</file>

<file path=ppt/media/f63042.txt>
</file>

<file path=ppt/media/f63043.txt>
</file>

<file path=ppt/media/f63044.txt>
</file>

<file path=ppt/media/f63045.txt>
</file>

<file path=ppt/media/f63046.txt>
</file>

<file path=ppt/media/f63047.txt>
</file>

<file path=ppt/media/f63048.txt>
</file>

<file path=ppt/media/f63049.txt>
</file>

<file path=ppt/media/f63050.txt>
</file>

<file path=ppt/media/f63051.txt>
</file>

<file path=ppt/media/f63052.txt>
</file>

<file path=ppt/media/f63053.txt>
</file>

<file path=ppt/media/f63054.txt>
</file>

<file path=ppt/media/f63055.txt>
</file>

<file path=ppt/media/f63056.txt>
</file>

<file path=ppt/media/f63057.txt>
</file>

<file path=ppt/media/f63058.txt>
</file>

<file path=ppt/media/f63059.txt>
</file>

<file path=ppt/media/f63060.txt>
</file>

<file path=ppt/media/f63061.txt>
</file>

<file path=ppt/media/f63062.txt>
</file>

<file path=ppt/media/f63063.txt>
</file>

<file path=ppt/media/f63064.txt>
</file>

<file path=ppt/media/f63065.txt>
</file>

<file path=ppt/media/f63066.txt>
</file>

<file path=ppt/media/f63067.txt>
</file>

<file path=ppt/media/f63068.txt>
</file>

<file path=ppt/media/f63069.txt>
</file>

<file path=ppt/media/f63070.txt>
</file>

<file path=ppt/media/f63071.txt>
</file>

<file path=ppt/media/f63072.txt>
</file>

<file path=ppt/media/f63073.txt>
</file>

<file path=ppt/media/f63074.txt>
</file>

<file path=ppt/media/f63075.txt>
</file>

<file path=ppt/media/f63076.txt>
</file>

<file path=ppt/media/f63077.txt>
</file>

<file path=ppt/media/f63078.txt>
</file>

<file path=ppt/media/f63079.txt>
</file>

<file path=ppt/media/f63080.txt>
</file>

<file path=ppt/media/f63081.txt>
</file>

<file path=ppt/media/f63082.txt>
</file>

<file path=ppt/media/f63083.txt>
</file>

<file path=ppt/media/f63084.txt>
</file>

<file path=ppt/media/f63085.txt>
</file>

<file path=ppt/media/f63086.txt>
</file>

<file path=ppt/media/f63087.txt>
</file>

<file path=ppt/media/f63088.txt>
</file>

<file path=ppt/media/f63089.txt>
</file>

<file path=ppt/media/f63090.txt>
</file>

<file path=ppt/media/f63091.txt>
</file>

<file path=ppt/media/f63092.txt>
</file>

<file path=ppt/media/f63093.txt>
</file>

<file path=ppt/media/f63094.txt>
</file>

<file path=ppt/media/f63095.txt>
</file>

<file path=ppt/media/f63096.txt>
</file>

<file path=ppt/media/f63097.txt>
</file>

<file path=ppt/media/f63098.txt>
</file>

<file path=ppt/media/f63099.txt>
</file>

<file path=ppt/media/f63100.txt>
</file>

<file path=ppt/media/f63101.txt>
</file>

<file path=ppt/media/f63102.txt>
</file>

<file path=ppt/media/f63103.txt>
</file>

<file path=ppt/media/f63104.txt>
</file>

<file path=ppt/media/f63105.txt>
</file>

<file path=ppt/media/f63106.txt>
</file>

<file path=ppt/media/f63107.txt>
</file>

<file path=ppt/media/f63108.txt>
</file>

<file path=ppt/media/f63109.txt>
</file>

<file path=ppt/media/f63110.txt>
</file>

<file path=ppt/media/f63111.txt>
</file>

<file path=ppt/media/f63112.txt>
</file>

<file path=ppt/media/f63113.txt>
</file>

<file path=ppt/media/f63114.txt>
</file>

<file path=ppt/media/f63115.txt>
</file>

<file path=ppt/media/f63116.txt>
</file>

<file path=ppt/media/f63117.txt>
</file>

<file path=ppt/media/f63118.txt>
</file>

<file path=ppt/media/f63119.txt>
</file>

<file path=ppt/media/f63120.txt>
</file>

<file path=ppt/media/f63121.txt>
</file>

<file path=ppt/media/f63122.txt>
</file>

<file path=ppt/media/f63123.txt>
</file>

<file path=ppt/media/f63124.txt>
</file>

<file path=ppt/media/f63125.txt>
</file>

<file path=ppt/media/f63126.txt>
</file>

<file path=ppt/media/f63127.txt>
</file>

<file path=ppt/media/f63128.txt>
</file>

<file path=ppt/media/f63129.txt>
</file>

<file path=ppt/media/f63130.txt>
</file>

<file path=ppt/media/f63131.txt>
</file>

<file path=ppt/media/f63132.txt>
</file>

<file path=ppt/media/f63133.txt>
</file>

<file path=ppt/media/f63134.txt>
</file>

<file path=ppt/media/f63135.txt>
</file>

<file path=ppt/media/f63136.txt>
</file>

<file path=ppt/media/f63137.txt>
</file>

<file path=ppt/media/f63138.txt>
</file>

<file path=ppt/media/f63139.txt>
</file>

<file path=ppt/media/f63140.txt>
</file>

<file path=ppt/media/f63141.txt>
</file>

<file path=ppt/media/f63142.txt>
</file>

<file path=ppt/media/f63143.txt>
</file>

<file path=ppt/media/f63144.txt>
</file>

<file path=ppt/media/f63145.txt>
</file>

<file path=ppt/media/f63146.txt>
</file>

<file path=ppt/media/f63147.txt>
</file>

<file path=ppt/media/f63148.txt>
</file>

<file path=ppt/media/f63149.txt>
</file>

<file path=ppt/media/f63150.txt>
</file>

<file path=ppt/media/f63151.txt>
</file>

<file path=ppt/media/f63152.txt>
</file>

<file path=ppt/media/f63153.txt>
</file>

<file path=ppt/media/f63154.txt>
</file>

<file path=ppt/media/f63155.txt>
</file>

<file path=ppt/media/f63156.txt>
</file>

<file path=ppt/media/f63157.txt>
</file>

<file path=ppt/media/f63158.txt>
</file>

<file path=ppt/media/f63159.txt>
</file>

<file path=ppt/media/f63160.txt>
</file>

<file path=ppt/media/f63161.txt>
</file>

<file path=ppt/media/f63162.txt>
</file>

<file path=ppt/media/f63163.txt>
</file>

<file path=ppt/media/f63164.txt>
</file>

<file path=ppt/media/f63165.txt>
</file>

<file path=ppt/media/f63166.txt>
</file>

<file path=ppt/media/f63167.txt>
</file>

<file path=ppt/media/f63168.txt>
</file>

<file path=ppt/media/f63169.txt>
</file>

<file path=ppt/media/f63170.txt>
</file>

<file path=ppt/media/f63171.txt>
</file>

<file path=ppt/media/f63172.txt>
</file>

<file path=ppt/media/f63173.txt>
</file>

<file path=ppt/media/f63174.txt>
</file>

<file path=ppt/media/f63175.txt>
</file>

<file path=ppt/media/f63176.txt>
</file>

<file path=ppt/media/f63177.txt>
</file>

<file path=ppt/media/f63178.txt>
</file>

<file path=ppt/media/f63179.txt>
</file>

<file path=ppt/media/f63180.txt>
</file>

<file path=ppt/media/f63181.txt>
</file>

<file path=ppt/media/f63182.txt>
</file>

<file path=ppt/media/f63183.txt>
</file>

<file path=ppt/media/f63184.txt>
</file>

<file path=ppt/media/f63185.txt>
</file>

<file path=ppt/media/f63186.txt>
</file>

<file path=ppt/media/f63187.txt>
</file>

<file path=ppt/media/f63188.txt>
</file>

<file path=ppt/media/f63189.txt>
</file>

<file path=ppt/media/f63190.txt>
</file>

<file path=ppt/media/f63191.txt>
</file>

<file path=ppt/media/f63192.txt>
</file>

<file path=ppt/media/f63193.txt>
</file>

<file path=ppt/media/f63194.txt>
</file>

<file path=ppt/media/f63195.txt>
</file>

<file path=ppt/media/f63196.txt>
</file>

<file path=ppt/media/f63197.txt>
</file>

<file path=ppt/media/f63198.txt>
</file>

<file path=ppt/media/f63199.txt>
</file>

<file path=ppt/media/f63200.txt>
</file>

<file path=ppt/media/f63201.txt>
</file>

<file path=ppt/media/f63202.txt>
</file>

<file path=ppt/media/f63203.txt>
</file>

<file path=ppt/media/f63204.txt>
</file>

<file path=ppt/media/f63205.txt>
</file>

<file path=ppt/media/f63206.txt>
</file>

<file path=ppt/media/f63207.txt>
</file>

<file path=ppt/media/f63208.txt>
</file>

<file path=ppt/media/f63209.txt>
</file>

<file path=ppt/media/f63210.txt>
</file>

<file path=ppt/media/f63211.txt>
</file>

<file path=ppt/media/f63212.txt>
</file>

<file path=ppt/media/f63213.txt>
</file>

<file path=ppt/media/f63214.txt>
</file>

<file path=ppt/media/f63215.txt>
</file>

<file path=ppt/media/f63216.txt>
</file>

<file path=ppt/media/f63217.txt>
</file>

<file path=ppt/media/f63218.txt>
</file>

<file path=ppt/media/f63219.txt>
</file>

<file path=ppt/media/f63220.txt>
</file>

<file path=ppt/media/f63221.txt>
</file>

<file path=ppt/media/f63222.txt>
</file>

<file path=ppt/media/f63223.txt>
</file>

<file path=ppt/media/f63224.txt>
</file>

<file path=ppt/media/f63225.txt>
</file>

<file path=ppt/media/f63226.txt>
</file>

<file path=ppt/media/f63227.txt>
</file>

<file path=ppt/media/f63228.txt>
</file>

<file path=ppt/media/f63229.txt>
</file>

<file path=ppt/media/f63230.txt>
</file>

<file path=ppt/media/f63231.txt>
</file>

<file path=ppt/media/f63232.txt>
</file>

<file path=ppt/media/f63233.txt>
</file>

<file path=ppt/media/f63234.txt>
</file>

<file path=ppt/media/f63235.txt>
</file>

<file path=ppt/media/f63236.txt>
</file>

<file path=ppt/media/f63237.txt>
</file>

<file path=ppt/media/f63238.txt>
</file>

<file path=ppt/media/f63239.txt>
</file>

<file path=ppt/media/f63240.txt>
</file>

<file path=ppt/media/f63241.txt>
</file>

<file path=ppt/media/f63242.txt>
</file>

<file path=ppt/media/f63243.txt>
</file>

<file path=ppt/media/f63244.txt>
</file>

<file path=ppt/media/f63245.txt>
</file>

<file path=ppt/media/f63246.txt>
</file>

<file path=ppt/media/f63247.txt>
</file>

<file path=ppt/media/f63248.txt>
</file>

<file path=ppt/media/f63249.txt>
</file>

<file path=ppt/media/f63250.txt>
</file>

<file path=ppt/media/f63251.txt>
</file>

<file path=ppt/media/f63252.txt>
</file>

<file path=ppt/media/f63253.txt>
</file>

<file path=ppt/media/f63254.txt>
</file>

<file path=ppt/media/f63255.txt>
</file>

<file path=ppt/media/f63256.txt>
</file>

<file path=ppt/media/f63257.txt>
</file>

<file path=ppt/media/f63258.txt>
</file>

<file path=ppt/media/f63259.txt>
</file>

<file path=ppt/media/f63260.txt>
</file>

<file path=ppt/media/f63261.txt>
</file>

<file path=ppt/media/f63262.txt>
</file>

<file path=ppt/media/f63263.txt>
</file>

<file path=ppt/media/f63264.txt>
</file>

<file path=ppt/media/f63265.txt>
</file>

<file path=ppt/media/f63266.txt>
</file>

<file path=ppt/media/f63267.txt>
</file>

<file path=ppt/media/f63268.txt>
</file>

<file path=ppt/media/f63269.txt>
</file>

<file path=ppt/media/f63270.txt>
</file>

<file path=ppt/media/f63271.txt>
</file>

<file path=ppt/media/f63272.txt>
</file>

<file path=ppt/media/f63273.txt>
</file>

<file path=ppt/media/f63274.txt>
</file>

<file path=ppt/media/f63275.txt>
</file>

<file path=ppt/media/f63276.txt>
</file>

<file path=ppt/media/f63277.txt>
</file>

<file path=ppt/media/f63278.txt>
</file>

<file path=ppt/media/f63279.txt>
</file>

<file path=ppt/media/f63280.txt>
</file>

<file path=ppt/media/f63281.txt>
</file>

<file path=ppt/media/f63282.txt>
</file>

<file path=ppt/media/f63283.txt>
</file>

<file path=ppt/media/f63284.txt>
</file>

<file path=ppt/media/f63285.txt>
</file>

<file path=ppt/media/f63286.txt>
</file>

<file path=ppt/media/f63287.txt>
</file>

<file path=ppt/media/f63288.txt>
</file>

<file path=ppt/media/f63289.txt>
</file>

<file path=ppt/media/f63290.txt>
</file>

<file path=ppt/media/f63291.txt>
</file>

<file path=ppt/media/f63292.txt>
</file>

<file path=ppt/media/f63293.txt>
</file>

<file path=ppt/media/f63294.txt>
</file>

<file path=ppt/media/f63295.txt>
</file>

<file path=ppt/media/f63296.txt>
</file>

<file path=ppt/media/f63297.txt>
</file>

<file path=ppt/media/f63298.txt>
</file>

<file path=ppt/media/f63299.txt>
</file>

<file path=ppt/media/f63300.txt>
</file>

<file path=ppt/media/f63301.txt>
</file>

<file path=ppt/media/f63302.txt>
</file>

<file path=ppt/media/f63303.txt>
</file>

<file path=ppt/media/f63304.txt>
</file>

<file path=ppt/media/f63305.txt>
</file>

<file path=ppt/media/f63306.txt>
</file>

<file path=ppt/media/f63307.txt>
</file>

<file path=ppt/media/f63308.txt>
</file>

<file path=ppt/media/f63309.txt>
</file>

<file path=ppt/media/f63310.txt>
</file>

<file path=ppt/media/f63311.txt>
</file>

<file path=ppt/media/f63312.txt>
</file>

<file path=ppt/media/f63313.txt>
</file>

<file path=ppt/media/f63314.txt>
</file>

<file path=ppt/media/f63315.txt>
</file>

<file path=ppt/media/f63316.txt>
</file>

<file path=ppt/media/f63317.txt>
</file>

<file path=ppt/media/f63318.txt>
</file>

<file path=ppt/media/f63319.txt>
</file>

<file path=ppt/media/f63320.txt>
</file>

<file path=ppt/media/f63321.txt>
</file>

<file path=ppt/media/f63322.txt>
</file>

<file path=ppt/media/f63323.txt>
</file>

<file path=ppt/media/f63324.txt>
</file>

<file path=ppt/media/f63325.txt>
</file>

<file path=ppt/media/f63326.txt>
</file>

<file path=ppt/media/f63327.txt>
</file>

<file path=ppt/media/f63328.txt>
</file>

<file path=ppt/media/f63329.txt>
</file>

<file path=ppt/media/f63330.txt>
</file>

<file path=ppt/media/f63331.txt>
</file>

<file path=ppt/media/f63332.txt>
</file>

<file path=ppt/media/f63333.txt>
</file>

<file path=ppt/media/f63334.txt>
</file>

<file path=ppt/media/f63335.txt>
</file>

<file path=ppt/media/f63336.txt>
</file>

<file path=ppt/media/f63337.txt>
</file>

<file path=ppt/media/f63338.txt>
</file>

<file path=ppt/media/f63339.txt>
</file>

<file path=ppt/media/f63340.txt>
</file>

<file path=ppt/media/f63341.txt>
</file>

<file path=ppt/media/f63342.txt>
</file>

<file path=ppt/media/f63343.txt>
</file>

<file path=ppt/media/f63344.txt>
</file>

<file path=ppt/media/f63345.txt>
</file>

<file path=ppt/media/f63346.txt>
</file>

<file path=ppt/media/f63347.txt>
</file>

<file path=ppt/media/f63348.txt>
</file>

<file path=ppt/media/f63349.txt>
</file>

<file path=ppt/media/f63350.txt>
</file>

<file path=ppt/media/f63351.txt>
</file>

<file path=ppt/media/f63352.txt>
</file>

<file path=ppt/media/f63353.txt>
</file>

<file path=ppt/media/f63354.txt>
</file>

<file path=ppt/media/f63355.txt>
</file>

<file path=ppt/media/f63356.txt>
</file>

<file path=ppt/media/f63357.txt>
</file>

<file path=ppt/media/f63358.txt>
</file>

<file path=ppt/media/f63359.txt>
</file>

<file path=ppt/media/f63360.txt>
</file>

<file path=ppt/media/f63361.txt>
</file>

<file path=ppt/media/f63362.txt>
</file>

<file path=ppt/media/f63363.txt>
</file>

<file path=ppt/media/f63364.txt>
</file>

<file path=ppt/media/f63365.txt>
</file>

<file path=ppt/media/f63366.txt>
</file>

<file path=ppt/media/f63367.txt>
</file>

<file path=ppt/media/f63368.txt>
</file>

<file path=ppt/media/f63369.txt>
</file>

<file path=ppt/media/f63370.txt>
</file>

<file path=ppt/media/f63371.txt>
</file>

<file path=ppt/media/f63372.txt>
</file>

<file path=ppt/media/f63373.txt>
</file>

<file path=ppt/media/f63374.txt>
</file>

<file path=ppt/media/f63375.txt>
</file>

<file path=ppt/media/f63376.txt>
</file>

<file path=ppt/media/f63377.txt>
</file>

<file path=ppt/media/f63378.txt>
</file>

<file path=ppt/media/f63379.txt>
</file>

<file path=ppt/media/f63380.txt>
</file>

<file path=ppt/media/f63381.txt>
</file>

<file path=ppt/media/f63382.txt>
</file>

<file path=ppt/media/f63383.txt>
</file>

<file path=ppt/media/f63384.txt>
</file>

<file path=ppt/media/f63385.txt>
</file>

<file path=ppt/media/f63386.txt>
</file>

<file path=ppt/media/f63387.txt>
</file>

<file path=ppt/media/f63388.txt>
</file>

<file path=ppt/media/f63389.txt>
</file>

<file path=ppt/media/f63390.txt>
</file>

<file path=ppt/media/f63391.txt>
</file>

<file path=ppt/media/f63392.txt>
</file>

<file path=ppt/media/f63393.txt>
</file>

<file path=ppt/media/f63394.txt>
</file>

<file path=ppt/media/f63395.txt>
</file>

<file path=ppt/media/f63396.txt>
</file>

<file path=ppt/media/f63397.txt>
</file>

<file path=ppt/media/f63398.txt>
</file>

<file path=ppt/media/f63399.txt>
</file>

<file path=ppt/media/f63400.txt>
</file>

<file path=ppt/media/f63401.txt>
</file>

<file path=ppt/media/f63402.txt>
</file>

<file path=ppt/media/f63403.txt>
</file>

<file path=ppt/media/f63404.txt>
</file>

<file path=ppt/media/f63405.txt>
</file>

<file path=ppt/media/f63406.txt>
</file>

<file path=ppt/media/f63407.txt>
</file>

<file path=ppt/media/f63408.txt>
</file>

<file path=ppt/media/f63409.txt>
</file>

<file path=ppt/media/f63410.txt>
</file>

<file path=ppt/media/f63411.txt>
</file>

<file path=ppt/media/f63412.txt>
</file>

<file path=ppt/media/f63413.txt>
</file>

<file path=ppt/media/f63414.txt>
</file>

<file path=ppt/media/f63415.txt>
</file>

<file path=ppt/media/f63416.txt>
</file>

<file path=ppt/media/f63417.txt>
</file>

<file path=ppt/media/f63418.txt>
</file>

<file path=ppt/media/f63419.txt>
</file>

<file path=ppt/media/f63420.txt>
</file>

<file path=ppt/media/f63421.txt>
</file>

<file path=ppt/media/f63422.txt>
</file>

<file path=ppt/media/f63423.txt>
</file>

<file path=ppt/media/f63424.txt>
</file>

<file path=ppt/media/f63425.txt>
</file>

<file path=ppt/media/f63426.txt>
</file>

<file path=ppt/media/f63427.txt>
</file>

<file path=ppt/media/f63428.txt>
</file>

<file path=ppt/media/f63429.txt>
</file>

<file path=ppt/media/f63430.txt>
</file>

<file path=ppt/media/f63431.txt>
</file>

<file path=ppt/media/f63432.txt>
</file>

<file path=ppt/media/f63433.txt>
</file>

<file path=ppt/media/f63434.txt>
</file>

<file path=ppt/media/f63435.txt>
</file>

<file path=ppt/media/f63436.txt>
</file>

<file path=ppt/media/f63437.txt>
</file>

<file path=ppt/media/f63438.txt>
</file>

<file path=ppt/media/f63439.txt>
</file>

<file path=ppt/media/f63440.txt>
</file>

<file path=ppt/media/f63441.txt>
</file>

<file path=ppt/media/f63442.txt>
</file>

<file path=ppt/media/f63443.txt>
</file>

<file path=ppt/media/f63444.txt>
</file>

<file path=ppt/media/f63445.txt>
</file>

<file path=ppt/media/f63446.txt>
</file>

<file path=ppt/media/f63447.txt>
</file>

<file path=ppt/media/f63448.txt>
</file>

<file path=ppt/media/f63449.txt>
</file>

<file path=ppt/media/f63450.txt>
</file>

<file path=ppt/media/f63451.txt>
</file>

<file path=ppt/media/f63452.txt>
</file>

<file path=ppt/media/f63453.txt>
</file>

<file path=ppt/media/f63454.txt>
</file>

<file path=ppt/media/f63455.txt>
</file>

<file path=ppt/media/f63456.txt>
</file>

<file path=ppt/media/f63457.txt>
</file>

<file path=ppt/media/f63458.txt>
</file>

<file path=ppt/media/f63459.txt>
</file>

<file path=ppt/media/f63460.txt>
</file>

<file path=ppt/media/f63461.txt>
</file>

<file path=ppt/media/f63462.txt>
</file>

<file path=ppt/media/f63463.txt>
</file>

<file path=ppt/media/f63464.txt>
</file>

<file path=ppt/media/f63465.txt>
</file>

<file path=ppt/media/f63466.txt>
</file>

<file path=ppt/media/f63467.txt>
</file>

<file path=ppt/media/f63468.txt>
</file>

<file path=ppt/media/f63469.txt>
</file>

<file path=ppt/media/f63470.txt>
</file>

<file path=ppt/media/f63471.txt>
</file>

<file path=ppt/media/f63472.txt>
</file>

<file path=ppt/media/f63473.txt>
</file>

<file path=ppt/media/f63474.txt>
</file>

<file path=ppt/media/f63475.txt>
</file>

<file path=ppt/media/f63476.txt>
</file>

<file path=ppt/media/f63477.txt>
</file>

<file path=ppt/media/f63478.txt>
</file>

<file path=ppt/media/f63479.txt>
</file>

<file path=ppt/media/f63480.txt>
</file>

<file path=ppt/media/f63481.txt>
</file>

<file path=ppt/media/f63482.txt>
</file>

<file path=ppt/media/f63483.txt>
</file>

<file path=ppt/media/f63484.txt>
</file>

<file path=ppt/media/f63485.txt>
</file>

<file path=ppt/media/f63486.txt>
</file>

<file path=ppt/media/f63487.txt>
</file>

<file path=ppt/media/f63488.txt>
</file>

<file path=ppt/media/f63489.txt>
</file>

<file path=ppt/media/f63490.txt>
</file>

<file path=ppt/media/f63491.txt>
</file>

<file path=ppt/media/f63492.txt>
</file>

<file path=ppt/media/f63493.txt>
</file>

<file path=ppt/media/f63494.txt>
</file>

<file path=ppt/media/f63495.txt>
</file>

<file path=ppt/media/f63496.txt>
</file>

<file path=ppt/media/f63497.txt>
</file>

<file path=ppt/media/f63498.txt>
</file>

<file path=ppt/media/f63499.txt>
</file>

<file path=ppt/media/f63500.txt>
</file>

<file path=ppt/media/f63501.txt>
</file>

<file path=ppt/media/f63502.txt>
</file>

<file path=ppt/media/f63503.txt>
</file>

<file path=ppt/media/f63504.txt>
</file>

<file path=ppt/media/f63505.txt>
</file>

<file path=ppt/media/f63506.txt>
</file>

<file path=ppt/media/f63507.txt>
</file>

<file path=ppt/media/f63508.txt>
</file>

<file path=ppt/media/f63509.txt>
</file>

<file path=ppt/media/f63510.txt>
</file>

<file path=ppt/media/f63511.txt>
</file>

<file path=ppt/media/f63512.txt>
</file>

<file path=ppt/media/f63513.txt>
</file>

<file path=ppt/media/f63514.txt>
</file>

<file path=ppt/media/f63515.txt>
</file>

<file path=ppt/media/f63516.txt>
</file>

<file path=ppt/media/f63517.txt>
</file>

<file path=ppt/media/f63518.txt>
</file>

<file path=ppt/media/f63519.txt>
</file>

<file path=ppt/media/f63520.txt>
</file>

<file path=ppt/media/f63521.txt>
</file>

<file path=ppt/media/f63522.txt>
</file>

<file path=ppt/media/f63523.txt>
</file>

<file path=ppt/media/f63524.txt>
</file>

<file path=ppt/media/f63525.txt>
</file>

<file path=ppt/media/f63526.txt>
</file>

<file path=ppt/media/f63527.txt>
</file>

<file path=ppt/media/f63528.txt>
</file>

<file path=ppt/media/f63529.txt>
</file>

<file path=ppt/media/f63530.txt>
</file>

<file path=ppt/media/f63531.txt>
</file>

<file path=ppt/media/f63532.txt>
</file>

<file path=ppt/media/f63533.txt>
</file>

<file path=ppt/media/f63534.txt>
</file>

<file path=ppt/media/f63535.txt>
</file>

<file path=ppt/media/f63536.txt>
</file>

<file path=ppt/media/f63537.txt>
</file>

<file path=ppt/media/f63538.txt>
</file>

<file path=ppt/media/f63539.txt>
</file>

<file path=ppt/media/f63540.txt>
</file>

<file path=ppt/media/f63541.txt>
</file>

<file path=ppt/media/f63542.txt>
</file>

<file path=ppt/media/f63543.txt>
</file>

<file path=ppt/media/f63544.txt>
</file>

<file path=ppt/media/f63545.txt>
</file>

<file path=ppt/media/f63546.txt>
</file>

<file path=ppt/media/f63547.txt>
</file>

<file path=ppt/media/f63548.txt>
</file>

<file path=ppt/media/f63549.txt>
</file>

<file path=ppt/media/f63550.txt>
</file>

<file path=ppt/media/f63551.txt>
</file>

<file path=ppt/media/f63552.txt>
</file>

<file path=ppt/media/f63553.txt>
</file>

<file path=ppt/media/f63554.txt>
</file>

<file path=ppt/media/f63555.txt>
</file>

<file path=ppt/media/f63556.txt>
</file>

<file path=ppt/media/f63557.txt>
</file>

<file path=ppt/media/f63558.txt>
</file>

<file path=ppt/media/f63559.txt>
</file>

<file path=ppt/media/f63560.txt>
</file>

<file path=ppt/media/f63561.txt>
</file>

<file path=ppt/media/f63562.txt>
</file>

<file path=ppt/media/f63563.txt>
</file>

<file path=ppt/media/f63564.txt>
</file>

<file path=ppt/media/f63565.txt>
</file>

<file path=ppt/media/f63566.txt>
</file>

<file path=ppt/media/f63567.txt>
</file>

<file path=ppt/media/f63568.txt>
</file>

<file path=ppt/media/f63569.txt>
</file>

<file path=ppt/media/f63570.txt>
</file>

<file path=ppt/media/f63571.txt>
</file>

<file path=ppt/media/f63572.txt>
</file>

<file path=ppt/media/f63573.txt>
</file>

<file path=ppt/media/f63574.txt>
</file>

<file path=ppt/media/f63575.txt>
</file>

<file path=ppt/media/f63576.txt>
</file>

<file path=ppt/media/f63577.txt>
</file>

<file path=ppt/media/f63578.txt>
</file>

<file path=ppt/media/f63579.txt>
</file>

<file path=ppt/media/f63580.txt>
</file>

<file path=ppt/media/f63581.txt>
</file>

<file path=ppt/media/f63582.txt>
</file>

<file path=ppt/media/f63583.txt>
</file>

<file path=ppt/media/f63584.txt>
</file>

<file path=ppt/media/f63585.txt>
</file>

<file path=ppt/media/f63586.txt>
</file>

<file path=ppt/media/f63587.txt>
</file>

<file path=ppt/media/f63588.txt>
</file>

<file path=ppt/media/f63589.txt>
</file>

<file path=ppt/media/f63590.txt>
</file>

<file path=ppt/media/f63591.txt>
</file>

<file path=ppt/media/f63592.txt>
</file>

<file path=ppt/media/f63593.txt>
</file>

<file path=ppt/media/f63594.txt>
</file>

<file path=ppt/media/f63595.txt>
</file>

<file path=ppt/media/f63596.txt>
</file>

<file path=ppt/media/f63597.txt>
</file>

<file path=ppt/media/f63598.txt>
</file>

<file path=ppt/media/f63599.txt>
</file>

<file path=ppt/media/f63600.txt>
</file>

<file path=ppt/media/f63601.txt>
</file>

<file path=ppt/media/f63602.txt>
</file>

<file path=ppt/media/f63603.txt>
</file>

<file path=ppt/media/f63604.txt>
</file>

<file path=ppt/media/f63605.txt>
</file>

<file path=ppt/media/f63606.txt>
</file>

<file path=ppt/media/f63607.txt>
</file>

<file path=ppt/media/f63608.txt>
</file>

<file path=ppt/media/f63609.txt>
</file>

<file path=ppt/media/f63610.txt>
</file>

<file path=ppt/media/f63611.txt>
</file>

<file path=ppt/media/f63612.txt>
</file>

<file path=ppt/media/f63613.txt>
</file>

<file path=ppt/media/f63614.txt>
</file>

<file path=ppt/media/f63615.txt>
</file>

<file path=ppt/media/f63616.txt>
</file>

<file path=ppt/media/f63617.txt>
</file>

<file path=ppt/media/f63618.txt>
</file>

<file path=ppt/media/f63619.txt>
</file>

<file path=ppt/media/f63620.txt>
</file>

<file path=ppt/media/f63621.txt>
</file>

<file path=ppt/media/f63622.txt>
</file>

<file path=ppt/media/f63623.txt>
</file>

<file path=ppt/media/f63624.txt>
</file>

<file path=ppt/media/f63625.txt>
</file>

<file path=ppt/media/f63626.txt>
</file>

<file path=ppt/media/f63627.txt>
</file>

<file path=ppt/media/f63628.txt>
</file>

<file path=ppt/media/f63629.txt>
</file>

<file path=ppt/media/f63630.txt>
</file>

<file path=ppt/media/f63631.txt>
</file>

<file path=ppt/media/f63632.txt>
</file>

<file path=ppt/media/f63633.txt>
</file>

<file path=ppt/media/f63634.txt>
</file>

<file path=ppt/media/f63635.txt>
</file>

<file path=ppt/media/f63636.txt>
</file>

<file path=ppt/media/f63637.txt>
</file>

<file path=ppt/media/f63638.txt>
</file>

<file path=ppt/media/f63639.txt>
</file>

<file path=ppt/media/f63640.txt>
</file>

<file path=ppt/media/f63641.txt>
</file>

<file path=ppt/media/f63642.txt>
</file>

<file path=ppt/media/f63643.txt>
</file>

<file path=ppt/media/f63644.txt>
</file>

<file path=ppt/media/f63645.txt>
</file>

<file path=ppt/media/f63646.txt>
</file>

<file path=ppt/media/f63647.txt>
</file>

<file path=ppt/media/f63648.txt>
</file>

<file path=ppt/media/f63649.txt>
</file>

<file path=ppt/media/f63650.txt>
</file>

<file path=ppt/media/f63651.txt>
</file>

<file path=ppt/media/f63652.txt>
</file>

<file path=ppt/media/f63653.txt>
</file>

<file path=ppt/media/f63654.txt>
</file>

<file path=ppt/media/f63655.txt>
</file>

<file path=ppt/media/f63656.txt>
</file>

<file path=ppt/media/f63657.txt>
</file>

<file path=ppt/media/f63658.txt>
</file>

<file path=ppt/media/f63659.txt>
</file>

<file path=ppt/media/f63660.txt>
</file>

<file path=ppt/media/f63661.txt>
</file>

<file path=ppt/media/f63662.txt>
</file>

<file path=ppt/media/f63663.txt>
</file>

<file path=ppt/media/f63664.txt>
</file>

<file path=ppt/media/f63665.txt>
</file>

<file path=ppt/media/f63666.txt>
</file>

<file path=ppt/media/f63667.txt>
</file>

<file path=ppt/media/f63668.txt>
</file>

<file path=ppt/media/f63669.txt>
</file>

<file path=ppt/media/f63670.txt>
</file>

<file path=ppt/media/f63671.txt>
</file>

<file path=ppt/media/f63672.txt>
</file>

<file path=ppt/media/f63673.txt>
</file>

<file path=ppt/media/f63674.txt>
</file>

<file path=ppt/media/f63675.txt>
</file>

<file path=ppt/media/f63676.txt>
</file>

<file path=ppt/media/f63677.txt>
</file>

<file path=ppt/media/f63678.txt>
</file>

<file path=ppt/media/f63679.txt>
</file>

<file path=ppt/media/f63680.txt>
</file>

<file path=ppt/media/f63681.txt>
</file>

<file path=ppt/media/f63682.txt>
</file>

<file path=ppt/media/f63683.txt>
</file>

<file path=ppt/media/f63684.txt>
</file>

<file path=ppt/media/f63685.txt>
</file>

<file path=ppt/media/f63686.txt>
</file>

<file path=ppt/media/f63687.txt>
</file>

<file path=ppt/media/f63688.txt>
</file>

<file path=ppt/media/f63689.txt>
</file>

<file path=ppt/media/f63690.txt>
</file>

<file path=ppt/media/f63691.txt>
</file>

<file path=ppt/media/f63692.txt>
</file>

<file path=ppt/media/f63693.txt>
</file>

<file path=ppt/media/f63694.txt>
</file>

<file path=ppt/media/f63695.txt>
</file>

<file path=ppt/media/f63696.txt>
</file>

<file path=ppt/media/f63697.txt>
</file>

<file path=ppt/media/f63698.txt>
</file>

<file path=ppt/media/f63699.txt>
</file>

<file path=ppt/media/f63700.txt>
</file>

<file path=ppt/media/f63701.txt>
</file>

<file path=ppt/media/f63702.txt>
</file>

<file path=ppt/media/f63703.txt>
</file>

<file path=ppt/media/f63704.txt>
</file>

<file path=ppt/media/f63705.txt>
</file>

<file path=ppt/media/f63706.txt>
</file>

<file path=ppt/media/f63707.txt>
</file>

<file path=ppt/media/f63708.txt>
</file>

<file path=ppt/media/f63709.txt>
</file>

<file path=ppt/media/f63710.txt>
</file>

<file path=ppt/media/f63711.txt>
</file>

<file path=ppt/media/f63712.txt>
</file>

<file path=ppt/media/f63713.txt>
</file>

<file path=ppt/media/f63714.txt>
</file>

<file path=ppt/media/f63715.txt>
</file>

<file path=ppt/media/f63716.txt>
</file>

<file path=ppt/media/f63717.txt>
</file>

<file path=ppt/media/f63718.txt>
</file>

<file path=ppt/media/f63719.txt>
</file>

<file path=ppt/media/f63720.txt>
</file>

<file path=ppt/media/f63721.txt>
</file>

<file path=ppt/media/f63722.txt>
</file>

<file path=ppt/media/f63723.txt>
</file>

<file path=ppt/media/f63724.txt>
</file>

<file path=ppt/media/f63725.txt>
</file>

<file path=ppt/media/f63726.txt>
</file>

<file path=ppt/media/f63727.txt>
</file>

<file path=ppt/media/f63728.txt>
</file>

<file path=ppt/media/f63729.txt>
</file>

<file path=ppt/media/f63730.txt>
</file>

<file path=ppt/media/f63731.txt>
</file>

<file path=ppt/media/f63732.txt>
</file>

<file path=ppt/media/f63733.txt>
</file>

<file path=ppt/media/f63734.txt>
</file>

<file path=ppt/media/f63735.txt>
</file>

<file path=ppt/media/f63736.txt>
</file>

<file path=ppt/media/f63737.txt>
</file>

<file path=ppt/media/f63738.txt>
</file>

<file path=ppt/media/f63739.txt>
</file>

<file path=ppt/media/f63740.txt>
</file>

<file path=ppt/media/f63741.txt>
</file>

<file path=ppt/media/f63742.txt>
</file>

<file path=ppt/media/f63743.txt>
</file>

<file path=ppt/media/f63744.txt>
</file>

<file path=ppt/media/f63745.txt>
</file>

<file path=ppt/media/f63746.txt>
</file>

<file path=ppt/media/f63747.txt>
</file>

<file path=ppt/media/f63748.txt>
</file>

<file path=ppt/media/f63749.txt>
</file>

<file path=ppt/media/f63750.txt>
</file>

<file path=ppt/media/f63751.txt>
</file>

<file path=ppt/media/f63752.txt>
</file>

<file path=ppt/media/f63753.txt>
</file>

<file path=ppt/media/f63754.txt>
</file>

<file path=ppt/media/f63755.txt>
</file>

<file path=ppt/media/f63756.txt>
</file>

<file path=ppt/media/f63757.txt>
</file>

<file path=ppt/media/f63758.txt>
</file>

<file path=ppt/media/f63759.txt>
</file>

<file path=ppt/media/f63760.txt>
</file>

<file path=ppt/media/f63761.txt>
</file>

<file path=ppt/media/f63762.txt>
</file>

<file path=ppt/media/f63763.txt>
</file>

<file path=ppt/media/f63764.txt>
</file>

<file path=ppt/media/f63765.txt>
</file>

<file path=ppt/media/f63766.txt>
</file>

<file path=ppt/media/f63767.txt>
</file>

<file path=ppt/media/f63768.txt>
</file>

<file path=ppt/media/f63769.txt>
</file>

<file path=ppt/media/f63770.txt>
</file>

<file path=ppt/media/f63771.txt>
</file>

<file path=ppt/media/f63772.txt>
</file>

<file path=ppt/media/f63773.txt>
</file>

<file path=ppt/media/f63774.txt>
</file>

<file path=ppt/media/f63775.txt>
</file>

<file path=ppt/media/f63776.txt>
</file>

<file path=ppt/media/f63777.txt>
</file>

<file path=ppt/media/f63778.txt>
</file>

<file path=ppt/media/f63779.txt>
</file>

<file path=ppt/media/f63780.txt>
</file>

<file path=ppt/media/f63781.txt>
</file>

<file path=ppt/media/f63782.txt>
</file>

<file path=ppt/media/f63783.txt>
</file>

<file path=ppt/media/f63784.txt>
</file>

<file path=ppt/media/f63785.txt>
</file>

<file path=ppt/media/f63786.txt>
</file>

<file path=ppt/media/f63787.txt>
</file>

<file path=ppt/media/f63788.txt>
</file>

<file path=ppt/media/f63789.txt>
</file>

<file path=ppt/media/f63790.txt>
</file>

<file path=ppt/media/f63791.txt>
</file>

<file path=ppt/media/f63792.txt>
</file>

<file path=ppt/media/f63793.txt>
</file>

<file path=ppt/media/f63794.txt>
</file>

<file path=ppt/media/f63795.txt>
</file>

<file path=ppt/media/f63796.txt>
</file>

<file path=ppt/media/f63797.txt>
</file>

<file path=ppt/media/f63798.txt>
</file>

<file path=ppt/media/f63799.txt>
</file>

<file path=ppt/media/f63800.txt>
</file>

<file path=ppt/media/f63801.txt>
</file>

<file path=ppt/media/f63802.txt>
</file>

<file path=ppt/media/f63803.txt>
</file>

<file path=ppt/media/f63804.txt>
</file>

<file path=ppt/media/f63805.txt>
</file>

<file path=ppt/media/f63806.txt>
</file>

<file path=ppt/media/f63807.txt>
</file>

<file path=ppt/media/f63808.txt>
</file>

<file path=ppt/media/f63809.txt>
</file>

<file path=ppt/media/f63810.txt>
</file>

<file path=ppt/media/f63811.txt>
</file>

<file path=ppt/media/f63812.txt>
</file>

<file path=ppt/media/f63813.txt>
</file>

<file path=ppt/media/f63814.txt>
</file>

<file path=ppt/media/f63815.txt>
</file>

<file path=ppt/media/f63816.txt>
</file>

<file path=ppt/media/f63817.txt>
</file>

<file path=ppt/media/f63818.txt>
</file>

<file path=ppt/media/f63819.txt>
</file>

<file path=ppt/media/f63820.txt>
</file>

<file path=ppt/media/f63821.txt>
</file>

<file path=ppt/media/f63822.txt>
</file>

<file path=ppt/media/f63823.txt>
</file>

<file path=ppt/media/f63824.txt>
</file>

<file path=ppt/media/f63825.txt>
</file>

<file path=ppt/media/f63826.txt>
</file>

<file path=ppt/media/f63827.txt>
</file>

<file path=ppt/media/f63828.txt>
</file>

<file path=ppt/media/f63829.txt>
</file>

<file path=ppt/media/f63830.txt>
</file>

<file path=ppt/media/f63831.txt>
</file>

<file path=ppt/media/f63832.txt>
</file>

<file path=ppt/media/f63833.txt>
</file>

<file path=ppt/media/f63834.txt>
</file>

<file path=ppt/media/f63835.txt>
</file>

<file path=ppt/media/f63836.txt>
</file>

<file path=ppt/media/f63837.txt>
</file>

<file path=ppt/media/f63838.txt>
</file>

<file path=ppt/media/f63839.txt>
</file>

<file path=ppt/media/f63840.txt>
</file>

<file path=ppt/media/f63841.txt>
</file>

<file path=ppt/media/f63842.txt>
</file>

<file path=ppt/media/f63843.txt>
</file>

<file path=ppt/media/f63844.txt>
</file>

<file path=ppt/media/f63845.txt>
</file>

<file path=ppt/media/f63846.txt>
</file>

<file path=ppt/media/f63847.txt>
</file>

<file path=ppt/media/f63848.txt>
</file>

<file path=ppt/media/f63849.txt>
</file>

<file path=ppt/media/f63850.txt>
</file>

<file path=ppt/media/f63851.txt>
</file>

<file path=ppt/media/f63852.txt>
</file>

<file path=ppt/media/f63853.txt>
</file>

<file path=ppt/media/f63854.txt>
</file>

<file path=ppt/media/f63855.txt>
</file>

<file path=ppt/media/f63856.txt>
</file>

<file path=ppt/media/f63857.txt>
</file>

<file path=ppt/media/f63858.txt>
</file>

<file path=ppt/media/f63859.txt>
</file>

<file path=ppt/media/f63860.txt>
</file>

<file path=ppt/media/f63861.txt>
</file>

<file path=ppt/media/f63862.txt>
</file>

<file path=ppt/media/f63863.txt>
</file>

<file path=ppt/media/f63864.txt>
</file>

<file path=ppt/media/f63865.txt>
</file>

<file path=ppt/media/f63866.txt>
</file>

<file path=ppt/media/f63867.txt>
</file>

<file path=ppt/media/f63868.txt>
</file>

<file path=ppt/media/f63869.txt>
</file>

<file path=ppt/media/f63870.txt>
</file>

<file path=ppt/media/f63871.txt>
</file>

<file path=ppt/media/f63872.txt>
</file>

<file path=ppt/media/f63873.txt>
</file>

<file path=ppt/media/f63874.txt>
</file>

<file path=ppt/media/f63875.txt>
</file>

<file path=ppt/media/f63876.txt>
</file>

<file path=ppt/media/f63877.txt>
</file>

<file path=ppt/media/f63878.txt>
</file>

<file path=ppt/media/f63879.txt>
</file>

<file path=ppt/media/f63880.txt>
</file>

<file path=ppt/media/f63881.txt>
</file>

<file path=ppt/media/f63882.txt>
</file>

<file path=ppt/media/f63883.txt>
</file>

<file path=ppt/media/f63884.txt>
</file>

<file path=ppt/media/f63885.txt>
</file>

<file path=ppt/media/f63886.txt>
</file>

<file path=ppt/media/f63887.txt>
</file>

<file path=ppt/media/f63888.txt>
</file>

<file path=ppt/media/f63889.txt>
</file>

<file path=ppt/media/f63890.txt>
</file>

<file path=ppt/media/f63891.txt>
</file>

<file path=ppt/media/f63892.txt>
</file>

<file path=ppt/media/f63893.txt>
</file>

<file path=ppt/media/f63894.txt>
</file>

<file path=ppt/media/f63895.txt>
</file>

<file path=ppt/media/f63896.txt>
</file>

<file path=ppt/media/f63897.txt>
</file>

<file path=ppt/media/f63898.txt>
</file>

<file path=ppt/media/f63899.txt>
</file>

<file path=ppt/media/f63900.txt>
</file>

<file path=ppt/media/f63901.txt>
</file>

<file path=ppt/media/f63902.txt>
</file>

<file path=ppt/media/f63903.txt>
</file>

<file path=ppt/media/f63904.txt>
</file>

<file path=ppt/media/f63905.txt>
</file>

<file path=ppt/media/f63906.txt>
</file>

<file path=ppt/media/f63907.txt>
</file>

<file path=ppt/media/f63908.txt>
</file>

<file path=ppt/media/f63909.txt>
</file>

<file path=ppt/media/f63910.txt>
</file>

<file path=ppt/media/f63911.txt>
</file>

<file path=ppt/media/f63912.txt>
</file>

<file path=ppt/media/f63913.txt>
</file>

<file path=ppt/media/f63914.txt>
</file>

<file path=ppt/media/f63915.txt>
</file>

<file path=ppt/media/f63916.txt>
</file>

<file path=ppt/media/f63917.txt>
</file>

<file path=ppt/media/f63918.txt>
</file>

<file path=ppt/media/f63919.txt>
</file>

<file path=ppt/media/f63920.txt>
</file>

<file path=ppt/media/f63921.txt>
</file>

<file path=ppt/media/f63922.txt>
</file>

<file path=ppt/media/f63923.txt>
</file>

<file path=ppt/media/f63924.txt>
</file>

<file path=ppt/media/f63925.txt>
</file>

<file path=ppt/media/f63926.txt>
</file>

<file path=ppt/media/f63927.txt>
</file>

<file path=ppt/media/f63928.txt>
</file>

<file path=ppt/media/f63929.txt>
</file>

<file path=ppt/media/f63930.txt>
</file>

<file path=ppt/media/f63931.txt>
</file>

<file path=ppt/media/f63932.txt>
</file>

<file path=ppt/media/f63933.txt>
</file>

<file path=ppt/media/f63934.txt>
</file>

<file path=ppt/media/f63935.txt>
</file>

<file path=ppt/media/f63936.txt>
</file>

<file path=ppt/media/f63937.txt>
</file>

<file path=ppt/media/f63938.txt>
</file>

<file path=ppt/media/f63939.txt>
</file>

<file path=ppt/media/f63940.txt>
</file>

<file path=ppt/media/f63941.txt>
</file>

<file path=ppt/media/f63942.txt>
</file>

<file path=ppt/media/f63943.txt>
</file>

<file path=ppt/media/f63944.txt>
</file>

<file path=ppt/media/f63945.txt>
</file>

<file path=ppt/media/f63946.txt>
</file>

<file path=ppt/media/f63947.txt>
</file>

<file path=ppt/media/f63948.txt>
</file>

<file path=ppt/media/f63949.txt>
</file>

<file path=ppt/media/f63950.txt>
</file>

<file path=ppt/media/f63951.txt>
</file>

<file path=ppt/media/f63952.txt>
</file>

<file path=ppt/media/f63953.txt>
</file>

<file path=ppt/media/f63954.txt>
</file>

<file path=ppt/media/f63955.txt>
</file>

<file path=ppt/media/f63956.txt>
</file>

<file path=ppt/media/f63957.txt>
</file>

<file path=ppt/media/f63958.txt>
</file>

<file path=ppt/media/f63959.txt>
</file>

<file path=ppt/media/f63960.txt>
</file>

<file path=ppt/media/f63961.txt>
</file>

<file path=ppt/media/f63962.txt>
</file>

<file path=ppt/media/f63963.txt>
</file>

<file path=ppt/media/f63964.txt>
</file>

<file path=ppt/media/f63965.txt>
</file>

<file path=ppt/media/f63966.txt>
</file>

<file path=ppt/media/f63967.txt>
</file>

<file path=ppt/media/f63968.txt>
</file>

<file path=ppt/media/f63969.txt>
</file>

<file path=ppt/media/f63970.txt>
</file>

<file path=ppt/media/f63971.txt>
</file>

<file path=ppt/media/f63972.txt>
</file>

<file path=ppt/media/f63973.txt>
</file>

<file path=ppt/media/f63974.txt>
</file>

<file path=ppt/media/f63975.txt>
</file>

<file path=ppt/media/f63976.txt>
</file>

<file path=ppt/media/f63977.txt>
</file>

<file path=ppt/media/f63978.txt>
</file>

<file path=ppt/media/f63979.txt>
</file>

<file path=ppt/media/f63980.txt>
</file>

<file path=ppt/media/f63981.txt>
</file>

<file path=ppt/media/f63982.txt>
</file>

<file path=ppt/media/f63983.txt>
</file>

<file path=ppt/media/f63984.txt>
</file>

<file path=ppt/media/f63985.txt>
</file>

<file path=ppt/media/f63986.txt>
</file>

<file path=ppt/media/f63987.txt>
</file>

<file path=ppt/media/f63988.txt>
</file>

<file path=ppt/media/f63989.txt>
</file>

<file path=ppt/media/f63990.txt>
</file>

<file path=ppt/media/f63991.txt>
</file>

<file path=ppt/media/f63992.txt>
</file>

<file path=ppt/media/f63993.txt>
</file>

<file path=ppt/media/f63994.txt>
</file>

<file path=ppt/media/f63995.txt>
</file>

<file path=ppt/media/f63996.txt>
</file>

<file path=ppt/media/f63997.txt>
</file>

<file path=ppt/media/f63998.txt>
</file>

<file path=ppt/media/f63999.txt>
</file>

<file path=ppt/media/f64000.txt>
</file>

<file path=ppt/media/f64001.txt>
</file>

<file path=ppt/media/f64002.txt>
</file>

<file path=ppt/media/f64003.txt>
</file>

<file path=ppt/media/f64004.txt>
</file>

<file path=ppt/media/f64005.txt>
</file>

<file path=ppt/media/f64006.txt>
</file>

<file path=ppt/media/f64007.txt>
</file>

<file path=ppt/media/f64008.txt>
</file>

<file path=ppt/media/f64009.txt>
</file>

<file path=ppt/media/f64010.txt>
</file>

<file path=ppt/media/f64011.txt>
</file>

<file path=ppt/media/f64012.txt>
</file>

<file path=ppt/media/f64013.txt>
</file>

<file path=ppt/media/f64014.txt>
</file>

<file path=ppt/media/f64015.txt>
</file>

<file path=ppt/media/f64016.txt>
</file>

<file path=ppt/media/f64017.txt>
</file>

<file path=ppt/media/f64018.txt>
</file>

<file path=ppt/media/f64019.txt>
</file>

<file path=ppt/media/f64020.txt>
</file>

<file path=ppt/media/f64021.txt>
</file>

<file path=ppt/media/f64022.txt>
</file>

<file path=ppt/media/f64023.txt>
</file>

<file path=ppt/media/f64024.txt>
</file>

<file path=ppt/media/f64025.txt>
</file>

<file path=ppt/media/f64026.txt>
</file>

<file path=ppt/media/f64027.txt>
</file>

<file path=ppt/media/f64028.txt>
</file>

<file path=ppt/media/f64029.txt>
</file>

<file path=ppt/media/f64030.txt>
</file>

<file path=ppt/media/f64031.txt>
</file>

<file path=ppt/media/f64032.txt>
</file>

<file path=ppt/media/f64033.txt>
</file>

<file path=ppt/media/f64034.txt>
</file>

<file path=ppt/media/f64035.txt>
</file>

<file path=ppt/media/f64036.txt>
</file>

<file path=ppt/media/f64037.txt>
</file>

<file path=ppt/media/f64038.txt>
</file>

<file path=ppt/media/f64039.txt>
</file>

<file path=ppt/media/f64040.txt>
</file>

<file path=ppt/media/f64041.txt>
</file>

<file path=ppt/media/f64042.txt>
</file>

<file path=ppt/media/f64043.txt>
</file>

<file path=ppt/media/f64044.txt>
</file>

<file path=ppt/media/f64045.txt>
</file>

<file path=ppt/media/f64046.txt>
</file>

<file path=ppt/media/f64047.txt>
</file>

<file path=ppt/media/f64048.txt>
</file>

<file path=ppt/media/f64049.txt>
</file>

<file path=ppt/media/f64050.txt>
</file>

<file path=ppt/media/f64051.txt>
</file>

<file path=ppt/media/f64052.txt>
</file>

<file path=ppt/media/f64053.txt>
</file>

<file path=ppt/media/f64054.txt>
</file>

<file path=ppt/media/f64055.txt>
</file>

<file path=ppt/media/f64056.txt>
</file>

<file path=ppt/media/f64057.txt>
</file>

<file path=ppt/media/f64058.txt>
</file>

<file path=ppt/media/f64059.txt>
</file>

<file path=ppt/media/f64060.txt>
</file>

<file path=ppt/media/f64061.txt>
</file>

<file path=ppt/media/f64062.txt>
</file>

<file path=ppt/media/f64063.txt>
</file>

<file path=ppt/media/f64064.txt>
</file>

<file path=ppt/media/f64065.txt>
</file>

<file path=ppt/media/f64066.txt>
</file>

<file path=ppt/media/f64067.txt>
</file>

<file path=ppt/media/f64068.txt>
</file>

<file path=ppt/media/f64069.txt>
</file>

<file path=ppt/media/f64070.txt>
</file>

<file path=ppt/media/f64071.txt>
</file>

<file path=ppt/media/f64072.txt>
</file>

<file path=ppt/media/f64073.txt>
</file>

<file path=ppt/media/f64074.txt>
</file>

<file path=ppt/media/f64075.txt>
</file>

<file path=ppt/media/f64076.txt>
</file>

<file path=ppt/media/f64077.txt>
</file>

<file path=ppt/media/f64078.txt>
</file>

<file path=ppt/media/f64079.txt>
</file>

<file path=ppt/media/f64080.txt>
</file>

<file path=ppt/media/f64081.txt>
</file>

<file path=ppt/media/f64082.txt>
</file>

<file path=ppt/media/f64083.txt>
</file>

<file path=ppt/media/f64084.txt>
</file>

<file path=ppt/media/f64085.txt>
</file>

<file path=ppt/media/f64086.txt>
</file>

<file path=ppt/media/f64087.txt>
</file>

<file path=ppt/media/f64088.txt>
</file>

<file path=ppt/media/f64089.txt>
</file>

<file path=ppt/media/f64090.txt>
</file>

<file path=ppt/media/f64091.txt>
</file>

<file path=ppt/media/f64092.txt>
</file>

<file path=ppt/media/f64093.txt>
</file>

<file path=ppt/media/f64094.txt>
</file>

<file path=ppt/media/f64095.txt>
</file>

<file path=ppt/media/f64096.txt>
</file>

<file path=ppt/media/f64097.txt>
</file>

<file path=ppt/media/f64098.txt>
</file>

<file path=ppt/media/f64099.txt>
</file>

<file path=ppt/media/f64100.txt>
</file>

<file path=ppt/media/f64101.txt>
</file>

<file path=ppt/media/f64102.txt>
</file>

<file path=ppt/media/f64103.txt>
</file>

<file path=ppt/media/f64104.txt>
</file>

<file path=ppt/media/f64105.txt>
</file>

<file path=ppt/media/f64106.txt>
</file>

<file path=ppt/media/f64107.txt>
</file>

<file path=ppt/media/f64108.txt>
</file>

<file path=ppt/media/f64109.txt>
</file>

<file path=ppt/media/f64110.txt>
</file>

<file path=ppt/media/f64111.txt>
</file>

<file path=ppt/media/f64112.txt>
</file>

<file path=ppt/media/f64113.txt>
</file>

<file path=ppt/media/f64114.txt>
</file>

<file path=ppt/media/f64115.txt>
</file>

<file path=ppt/media/f64116.txt>
</file>

<file path=ppt/media/f64117.txt>
</file>

<file path=ppt/media/f64118.txt>
</file>

<file path=ppt/media/f64119.txt>
</file>

<file path=ppt/media/f64120.txt>
</file>

<file path=ppt/media/f64121.txt>
</file>

<file path=ppt/media/f64122.txt>
</file>

<file path=ppt/media/f64123.txt>
</file>

<file path=ppt/media/f64124.txt>
</file>

<file path=ppt/media/f64125.txt>
</file>

<file path=ppt/media/f64126.txt>
</file>

<file path=ppt/media/f64127.txt>
</file>

<file path=ppt/media/f64128.txt>
</file>

<file path=ppt/media/f64129.txt>
</file>

<file path=ppt/media/f64130.txt>
</file>

<file path=ppt/media/f64131.txt>
</file>

<file path=ppt/media/f64132.txt>
</file>

<file path=ppt/media/f64133.txt>
</file>

<file path=ppt/media/f64134.txt>
</file>

<file path=ppt/media/f64135.txt>
</file>

<file path=ppt/media/f64136.txt>
</file>

<file path=ppt/media/f64137.txt>
</file>

<file path=ppt/media/f64138.txt>
</file>

<file path=ppt/media/f64139.txt>
</file>

<file path=ppt/media/f64140.txt>
</file>

<file path=ppt/media/f64141.txt>
</file>

<file path=ppt/media/f64142.txt>
</file>

<file path=ppt/media/f64143.txt>
</file>

<file path=ppt/media/f64144.txt>
</file>

<file path=ppt/media/f64145.txt>
</file>

<file path=ppt/media/f64146.txt>
</file>

<file path=ppt/media/f64147.txt>
</file>

<file path=ppt/media/f64148.txt>
</file>

<file path=ppt/media/f64149.txt>
</file>

<file path=ppt/media/f64150.txt>
</file>

<file path=ppt/media/f64151.txt>
</file>

<file path=ppt/media/f64152.txt>
</file>

<file path=ppt/media/f64153.txt>
</file>

<file path=ppt/media/f64154.txt>
</file>

<file path=ppt/media/f64155.txt>
</file>

<file path=ppt/media/f64156.txt>
</file>

<file path=ppt/media/f64157.txt>
</file>

<file path=ppt/media/f64158.txt>
</file>

<file path=ppt/media/f64159.txt>
</file>

<file path=ppt/media/f64160.txt>
</file>

<file path=ppt/media/f64161.txt>
</file>

<file path=ppt/media/f64162.txt>
</file>

<file path=ppt/media/f64163.txt>
</file>

<file path=ppt/media/f64164.txt>
</file>

<file path=ppt/media/f64165.txt>
</file>

<file path=ppt/media/f64166.txt>
</file>

<file path=ppt/media/f64167.txt>
</file>

<file path=ppt/media/f64168.txt>
</file>

<file path=ppt/media/f64169.txt>
</file>

<file path=ppt/media/f64170.txt>
</file>

<file path=ppt/media/f64171.txt>
</file>

<file path=ppt/media/f64172.txt>
</file>

<file path=ppt/media/f64173.txt>
</file>

<file path=ppt/media/f64174.txt>
</file>

<file path=ppt/media/f64175.txt>
</file>

<file path=ppt/media/f64176.txt>
</file>

<file path=ppt/media/f64177.txt>
</file>

<file path=ppt/media/f64178.txt>
</file>

<file path=ppt/media/f64179.txt>
</file>

<file path=ppt/media/f64180.txt>
</file>

<file path=ppt/media/f64181.txt>
</file>

<file path=ppt/media/f64182.txt>
</file>

<file path=ppt/media/f64183.txt>
</file>

<file path=ppt/media/f64184.txt>
</file>

<file path=ppt/media/f64185.txt>
</file>

<file path=ppt/media/f64186.txt>
</file>

<file path=ppt/media/f64187.txt>
</file>

<file path=ppt/media/f64188.txt>
</file>

<file path=ppt/media/f64189.txt>
</file>

<file path=ppt/media/f64190.txt>
</file>

<file path=ppt/media/f64191.txt>
</file>

<file path=ppt/media/f64192.txt>
</file>

<file path=ppt/media/f64193.txt>
</file>

<file path=ppt/media/f64194.txt>
</file>

<file path=ppt/media/f64195.txt>
</file>

<file path=ppt/media/f64196.txt>
</file>

<file path=ppt/media/f64197.txt>
</file>

<file path=ppt/media/f64198.txt>
</file>

<file path=ppt/media/f64199.txt>
</file>

<file path=ppt/media/f64200.txt>
</file>

<file path=ppt/media/f64201.txt>
</file>

<file path=ppt/media/f64202.txt>
</file>

<file path=ppt/media/f64203.txt>
</file>

<file path=ppt/media/f64204.txt>
</file>

<file path=ppt/media/f64205.txt>
</file>

<file path=ppt/media/f64206.txt>
</file>

<file path=ppt/media/f64207.txt>
</file>

<file path=ppt/media/f64208.txt>
</file>

<file path=ppt/media/f64209.txt>
</file>

<file path=ppt/media/f64210.txt>
</file>

<file path=ppt/media/f64211.txt>
</file>

<file path=ppt/media/f64212.txt>
</file>

<file path=ppt/media/f64213.txt>
</file>

<file path=ppt/media/f64214.txt>
</file>

<file path=ppt/media/f64215.txt>
</file>

<file path=ppt/media/f64216.txt>
</file>

<file path=ppt/media/f64217.txt>
</file>

<file path=ppt/media/f64218.txt>
</file>

<file path=ppt/media/f64219.txt>
</file>

<file path=ppt/media/f64220.txt>
</file>

<file path=ppt/media/f64221.txt>
</file>

<file path=ppt/media/f64222.txt>
</file>

<file path=ppt/media/f64223.txt>
</file>

<file path=ppt/media/f64224.txt>
</file>

<file path=ppt/media/f64225.txt>
</file>

<file path=ppt/media/f64226.txt>
</file>

<file path=ppt/media/f64227.txt>
</file>

<file path=ppt/media/f64228.txt>
</file>

<file path=ppt/media/f64229.txt>
</file>

<file path=ppt/media/f64230.txt>
</file>

<file path=ppt/media/f64231.txt>
</file>

<file path=ppt/media/f64232.txt>
</file>

<file path=ppt/media/f64233.txt>
</file>

<file path=ppt/media/f64234.txt>
</file>

<file path=ppt/media/f64235.txt>
</file>

<file path=ppt/media/f64236.txt>
</file>

<file path=ppt/media/f64237.txt>
</file>

<file path=ppt/media/f64238.txt>
</file>

<file path=ppt/media/f64239.txt>
</file>

<file path=ppt/media/f64240.txt>
</file>

<file path=ppt/media/f64241.txt>
</file>

<file path=ppt/media/f64242.txt>
</file>

<file path=ppt/media/f64243.txt>
</file>

<file path=ppt/media/f64244.txt>
</file>

<file path=ppt/media/f64245.txt>
</file>

<file path=ppt/media/f64246.txt>
</file>

<file path=ppt/media/f64247.txt>
</file>

<file path=ppt/media/f64248.txt>
</file>

<file path=ppt/media/f64249.txt>
</file>

<file path=ppt/media/f64250.txt>
</file>

<file path=ppt/media/f64251.txt>
</file>

<file path=ppt/media/f64252.txt>
</file>

<file path=ppt/media/f64253.txt>
</file>

<file path=ppt/media/f64254.txt>
</file>

<file path=ppt/media/f64255.txt>
</file>

<file path=ppt/media/f64256.txt>
</file>

<file path=ppt/media/f64257.txt>
</file>

<file path=ppt/media/f64258.txt>
</file>

<file path=ppt/media/f64259.txt>
</file>

<file path=ppt/media/f64260.txt>
</file>

<file path=ppt/media/f64261.txt>
</file>

<file path=ppt/media/f64262.txt>
</file>

<file path=ppt/media/f64263.txt>
</file>

<file path=ppt/media/f64264.txt>
</file>

<file path=ppt/media/f64265.txt>
</file>

<file path=ppt/media/f64266.txt>
</file>

<file path=ppt/media/f64267.txt>
</file>

<file path=ppt/media/f64268.txt>
</file>

<file path=ppt/media/f64269.txt>
</file>

<file path=ppt/media/f64270.txt>
</file>

<file path=ppt/media/f64271.txt>
</file>

<file path=ppt/media/f64272.txt>
</file>

<file path=ppt/media/f64273.txt>
</file>

<file path=ppt/media/f64274.txt>
</file>

<file path=ppt/media/f64275.txt>
</file>

<file path=ppt/media/f64276.txt>
</file>

<file path=ppt/media/f64277.txt>
</file>

<file path=ppt/media/f64278.txt>
</file>

<file path=ppt/media/f64279.txt>
</file>

<file path=ppt/media/f64280.txt>
</file>

<file path=ppt/media/f64281.txt>
</file>

<file path=ppt/media/f64282.txt>
</file>

<file path=ppt/media/f64283.txt>
</file>

<file path=ppt/media/f64284.txt>
</file>

<file path=ppt/media/f64285.txt>
</file>

<file path=ppt/media/f64286.txt>
</file>

<file path=ppt/media/f64287.txt>
</file>

<file path=ppt/media/f64288.txt>
</file>

<file path=ppt/media/f64289.txt>
</file>

<file path=ppt/media/f64290.txt>
</file>

<file path=ppt/media/f64291.txt>
</file>

<file path=ppt/media/f64292.txt>
</file>

<file path=ppt/media/f64293.txt>
</file>

<file path=ppt/media/f64294.txt>
</file>

<file path=ppt/media/f64295.txt>
</file>

<file path=ppt/media/f64296.txt>
</file>

<file path=ppt/media/f64297.txt>
</file>

<file path=ppt/media/f64298.txt>
</file>

<file path=ppt/media/f64299.txt>
</file>

<file path=ppt/media/f64300.txt>
</file>

<file path=ppt/media/f64301.txt>
</file>

<file path=ppt/media/f64302.txt>
</file>

<file path=ppt/media/f64303.txt>
</file>

<file path=ppt/media/f64304.txt>
</file>

<file path=ppt/media/f64305.txt>
</file>

<file path=ppt/media/f64306.txt>
</file>

<file path=ppt/media/f64307.txt>
</file>

<file path=ppt/media/f64308.txt>
</file>

<file path=ppt/media/f64309.txt>
</file>

<file path=ppt/media/f64310.txt>
</file>

<file path=ppt/media/f64311.txt>
</file>

<file path=ppt/media/f64312.txt>
</file>

<file path=ppt/media/f64313.txt>
</file>

<file path=ppt/media/f64314.txt>
</file>

<file path=ppt/media/f64315.txt>
</file>

<file path=ppt/media/f64316.txt>
</file>

<file path=ppt/media/f64317.txt>
</file>

<file path=ppt/media/f64318.txt>
</file>

<file path=ppt/media/f64319.txt>
</file>

<file path=ppt/media/f64320.txt>
</file>

<file path=ppt/media/f64321.txt>
</file>

<file path=ppt/media/f64322.txt>
</file>

<file path=ppt/media/f64323.txt>
</file>

<file path=ppt/media/f64324.txt>
</file>

<file path=ppt/media/f64325.txt>
</file>

<file path=ppt/media/f64326.txt>
</file>

<file path=ppt/media/f64327.txt>
</file>

<file path=ppt/media/f64328.txt>
</file>

<file path=ppt/media/f64329.txt>
</file>

<file path=ppt/media/f64330.txt>
</file>

<file path=ppt/media/f64331.txt>
</file>

<file path=ppt/media/f64332.txt>
</file>

<file path=ppt/media/f64333.txt>
</file>

<file path=ppt/media/f64334.txt>
</file>

<file path=ppt/media/f64335.txt>
</file>

<file path=ppt/media/f64336.txt>
</file>

<file path=ppt/media/f64337.txt>
</file>

<file path=ppt/media/f64338.txt>
</file>

<file path=ppt/media/f64339.txt>
</file>

<file path=ppt/media/f64340.txt>
</file>

<file path=ppt/media/f64341.txt>
</file>

<file path=ppt/media/f64342.txt>
</file>

<file path=ppt/media/f64343.txt>
</file>

<file path=ppt/media/f64344.txt>
</file>

<file path=ppt/media/f64345.txt>
</file>

<file path=ppt/media/f64346.txt>
</file>

<file path=ppt/media/f64347.txt>
</file>

<file path=ppt/media/f64348.txt>
</file>

<file path=ppt/media/f64349.txt>
</file>

<file path=ppt/media/f64350.txt>
</file>

<file path=ppt/media/f64351.txt>
</file>

<file path=ppt/media/f64352.txt>
</file>

<file path=ppt/media/f64353.txt>
</file>

<file path=ppt/media/f64354.txt>
</file>

<file path=ppt/media/f64355.txt>
</file>

<file path=ppt/media/f64356.txt>
</file>

<file path=ppt/media/f64357.txt>
</file>

<file path=ppt/media/f64358.txt>
</file>

<file path=ppt/media/f64359.txt>
</file>

<file path=ppt/media/f64360.txt>
</file>

<file path=ppt/media/f64361.txt>
</file>

<file path=ppt/media/f64362.txt>
</file>

<file path=ppt/media/f64363.txt>
</file>

<file path=ppt/media/f64364.txt>
</file>

<file path=ppt/media/f64365.txt>
</file>

<file path=ppt/media/f64366.txt>
</file>

<file path=ppt/media/f64367.txt>
</file>

<file path=ppt/media/f64368.txt>
</file>

<file path=ppt/media/f64369.txt>
</file>

<file path=ppt/media/f64370.txt>
</file>

<file path=ppt/media/f64371.txt>
</file>

<file path=ppt/media/f64372.txt>
</file>

<file path=ppt/media/f64373.txt>
</file>

<file path=ppt/media/f64374.txt>
</file>

<file path=ppt/media/f64375.txt>
</file>

<file path=ppt/media/f64376.txt>
</file>

<file path=ppt/media/f64377.txt>
</file>

<file path=ppt/media/f64378.txt>
</file>

<file path=ppt/media/f64379.txt>
</file>

<file path=ppt/media/f64380.txt>
</file>

<file path=ppt/media/f64381.txt>
</file>

<file path=ppt/media/f64382.txt>
</file>

<file path=ppt/media/f64383.txt>
</file>

<file path=ppt/media/f64384.txt>
</file>

<file path=ppt/media/f64385.txt>
</file>

<file path=ppt/media/f64386.txt>
</file>

<file path=ppt/media/f64387.txt>
</file>

<file path=ppt/media/f64388.txt>
</file>

<file path=ppt/media/f64389.txt>
</file>

<file path=ppt/media/f64390.txt>
</file>

<file path=ppt/media/f64391.txt>
</file>

<file path=ppt/media/f64392.txt>
</file>

<file path=ppt/media/f64393.txt>
</file>

<file path=ppt/media/f64394.txt>
</file>

<file path=ppt/media/f64395.txt>
</file>

<file path=ppt/media/f64396.txt>
</file>

<file path=ppt/media/f64397.txt>
</file>

<file path=ppt/media/f64398.txt>
</file>

<file path=ppt/media/f64399.txt>
</file>

<file path=ppt/media/f64400.txt>
</file>

<file path=ppt/media/f64401.txt>
</file>

<file path=ppt/media/f64402.txt>
</file>

<file path=ppt/media/f64403.txt>
</file>

<file path=ppt/media/f64404.txt>
</file>

<file path=ppt/media/f64405.txt>
</file>

<file path=ppt/media/f64406.txt>
</file>

<file path=ppt/media/f64407.txt>
</file>

<file path=ppt/media/f64408.txt>
</file>

<file path=ppt/media/f64409.txt>
</file>

<file path=ppt/media/f64410.txt>
</file>

<file path=ppt/media/f64411.txt>
</file>

<file path=ppt/media/f64412.txt>
</file>

<file path=ppt/media/f64413.txt>
</file>

<file path=ppt/media/f64414.txt>
</file>

<file path=ppt/media/f64415.txt>
</file>

<file path=ppt/media/f64416.txt>
</file>

<file path=ppt/media/f64417.txt>
</file>

<file path=ppt/media/f64418.txt>
</file>

<file path=ppt/media/f64419.txt>
</file>

<file path=ppt/media/f64420.txt>
</file>

<file path=ppt/media/f64421.txt>
</file>

<file path=ppt/media/f64422.txt>
</file>

<file path=ppt/media/f64423.txt>
</file>

<file path=ppt/media/f64424.txt>
</file>

<file path=ppt/media/f64425.txt>
</file>

<file path=ppt/media/f64426.txt>
</file>

<file path=ppt/media/f64427.txt>
</file>

<file path=ppt/media/f64428.txt>
</file>

<file path=ppt/media/f64429.txt>
</file>

<file path=ppt/media/f64430.txt>
</file>

<file path=ppt/media/f64431.txt>
</file>

<file path=ppt/media/f64432.txt>
</file>

<file path=ppt/media/f64433.txt>
</file>

<file path=ppt/media/f64434.txt>
</file>

<file path=ppt/media/f64435.txt>
</file>

<file path=ppt/media/f64436.txt>
</file>

<file path=ppt/media/f64437.txt>
</file>

<file path=ppt/media/f64438.txt>
</file>

<file path=ppt/media/f64439.txt>
</file>

<file path=ppt/media/f64440.txt>
</file>

<file path=ppt/media/f64441.txt>
</file>

<file path=ppt/media/f64442.txt>
</file>

<file path=ppt/media/f64443.txt>
</file>

<file path=ppt/media/f64444.txt>
</file>

<file path=ppt/media/f64445.txt>
</file>

<file path=ppt/media/f64446.txt>
</file>

<file path=ppt/media/f64447.txt>
</file>

<file path=ppt/media/f64448.txt>
</file>

<file path=ppt/media/f64449.txt>
</file>

<file path=ppt/media/f64450.txt>
</file>

<file path=ppt/media/f64451.txt>
</file>

<file path=ppt/media/f64452.txt>
</file>

<file path=ppt/media/f64453.txt>
</file>

<file path=ppt/media/f64454.txt>
</file>

<file path=ppt/media/f64455.txt>
</file>

<file path=ppt/media/f64456.txt>
</file>

<file path=ppt/media/f64457.txt>
</file>

<file path=ppt/media/f64458.txt>
</file>

<file path=ppt/media/f64459.txt>
</file>

<file path=ppt/media/f64460.txt>
</file>

<file path=ppt/media/f64461.txt>
</file>

<file path=ppt/media/f64462.txt>
</file>

<file path=ppt/media/f64463.txt>
</file>

<file path=ppt/media/f64464.txt>
</file>

<file path=ppt/media/f64465.txt>
</file>

<file path=ppt/media/f64466.txt>
</file>

<file path=ppt/media/f64467.txt>
</file>

<file path=ppt/media/f64468.txt>
</file>

<file path=ppt/media/f64469.txt>
</file>

<file path=ppt/media/f64470.txt>
</file>

<file path=ppt/media/f64471.txt>
</file>

<file path=ppt/media/f64472.txt>
</file>

<file path=ppt/media/f64473.txt>
</file>

<file path=ppt/media/f64474.txt>
</file>

<file path=ppt/media/f64475.txt>
</file>

<file path=ppt/media/f64476.txt>
</file>

<file path=ppt/media/f64477.txt>
</file>

<file path=ppt/media/f64478.txt>
</file>

<file path=ppt/media/f64479.txt>
</file>

<file path=ppt/media/f64480.txt>
</file>

<file path=ppt/media/f64481.txt>
</file>

<file path=ppt/media/f64482.txt>
</file>

<file path=ppt/media/f64483.txt>
</file>

<file path=ppt/media/f64484.txt>
</file>

<file path=ppt/media/f64485.txt>
</file>

<file path=ppt/media/f64486.txt>
</file>

<file path=ppt/media/f64487.txt>
</file>

<file path=ppt/media/f64488.txt>
</file>

<file path=ppt/media/f64489.txt>
</file>

<file path=ppt/media/f64490.txt>
</file>

<file path=ppt/media/f64491.txt>
</file>

<file path=ppt/media/f64492.txt>
</file>

<file path=ppt/media/f64493.txt>
</file>

<file path=ppt/media/f64494.txt>
</file>

<file path=ppt/media/f64495.txt>
</file>

<file path=ppt/media/f64496.txt>
</file>

<file path=ppt/media/f64497.txt>
</file>

<file path=ppt/media/f64498.txt>
</file>

<file path=ppt/media/f64499.txt>
</file>

<file path=ppt/media/f64500.txt>
</file>

<file path=ppt/media/f64501.txt>
</file>

<file path=ppt/media/f64502.txt>
</file>

<file path=ppt/media/f64503.txt>
</file>

<file path=ppt/media/f64504.txt>
</file>

<file path=ppt/media/f64505.txt>
</file>

<file path=ppt/media/f64506.txt>
</file>

<file path=ppt/media/f64507.txt>
</file>

<file path=ppt/media/f64508.txt>
</file>

<file path=ppt/media/f64509.txt>
</file>

<file path=ppt/media/f64510.txt>
</file>

<file path=ppt/media/f64511.txt>
</file>

<file path=ppt/media/f64512.txt>
</file>

<file path=ppt/media/f64513.txt>
</file>

<file path=ppt/media/f64514.txt>
</file>

<file path=ppt/media/f64515.txt>
</file>

<file path=ppt/media/f64516.txt>
</file>

<file path=ppt/media/f64517.txt>
</file>

<file path=ppt/media/f64518.txt>
</file>

<file path=ppt/media/f64519.txt>
</file>

<file path=ppt/media/f64520.txt>
</file>

<file path=ppt/media/f64521.txt>
</file>

<file path=ppt/media/f64522.txt>
</file>

<file path=ppt/media/f64523.txt>
</file>

<file path=ppt/media/f64524.txt>
</file>

<file path=ppt/media/f64525.txt>
</file>

<file path=ppt/media/f64526.txt>
</file>

<file path=ppt/media/f64527.txt>
</file>

<file path=ppt/media/f64528.txt>
</file>

<file path=ppt/media/f64529.txt>
</file>

<file path=ppt/media/f64530.txt>
</file>

<file path=ppt/media/f64531.txt>
</file>

<file path=ppt/media/f64532.txt>
</file>

<file path=ppt/media/f64533.txt>
</file>

<file path=ppt/media/f64534.txt>
</file>

<file path=ppt/media/f64535.txt>
</file>

<file path=ppt/media/f64536.txt>
</file>

<file path=ppt/media/f64537.txt>
</file>

<file path=ppt/media/f64538.txt>
</file>

<file path=ppt/media/f64539.txt>
</file>

<file path=ppt/media/f64540.txt>
</file>

<file path=ppt/media/f64541.txt>
</file>

<file path=ppt/media/f64542.txt>
</file>

<file path=ppt/media/f64543.txt>
</file>

<file path=ppt/media/f64544.txt>
</file>

<file path=ppt/media/f64545.txt>
</file>

<file path=ppt/media/f64546.txt>
</file>

<file path=ppt/media/f64547.txt>
</file>

<file path=ppt/media/f64548.txt>
</file>

<file path=ppt/media/f64549.txt>
</file>

<file path=ppt/media/f64550.txt>
</file>

<file path=ppt/media/f64551.txt>
</file>

<file path=ppt/media/f64552.txt>
</file>

<file path=ppt/media/f64553.txt>
</file>

<file path=ppt/media/f64554.txt>
</file>

<file path=ppt/media/f64555.txt>
</file>

<file path=ppt/media/f64556.txt>
</file>

<file path=ppt/media/f64557.txt>
</file>

<file path=ppt/media/f64558.txt>
</file>

<file path=ppt/media/f64559.txt>
</file>

<file path=ppt/media/f64560.txt>
</file>

<file path=ppt/media/f64561.txt>
</file>

<file path=ppt/media/f64562.txt>
</file>

<file path=ppt/media/f64563.txt>
</file>

<file path=ppt/media/f64564.txt>
</file>

<file path=ppt/media/f64565.txt>
</file>

<file path=ppt/media/f64566.txt>
</file>

<file path=ppt/media/f64567.txt>
</file>

<file path=ppt/media/f64568.txt>
</file>

<file path=ppt/media/f64569.txt>
</file>

<file path=ppt/media/f64570.txt>
</file>

<file path=ppt/media/f64571.txt>
</file>

<file path=ppt/media/f64572.txt>
</file>

<file path=ppt/media/f64573.txt>
</file>

<file path=ppt/media/f64574.txt>
</file>

<file path=ppt/media/f64575.txt>
</file>

<file path=ppt/media/f64576.txt>
</file>

<file path=ppt/media/f64577.txt>
</file>

<file path=ppt/media/f64578.txt>
</file>

<file path=ppt/media/f64579.txt>
</file>

<file path=ppt/media/f64580.txt>
</file>

<file path=ppt/media/f64581.txt>
</file>

<file path=ppt/media/f64582.txt>
</file>

<file path=ppt/media/f64583.txt>
</file>

<file path=ppt/media/f64584.txt>
</file>

<file path=ppt/media/f64585.txt>
</file>

<file path=ppt/media/f64586.txt>
</file>

<file path=ppt/media/f64587.txt>
</file>

<file path=ppt/media/f64588.txt>
</file>

<file path=ppt/media/f64589.txt>
</file>

<file path=ppt/media/f64590.txt>
</file>

<file path=ppt/media/f64591.txt>
</file>

<file path=ppt/media/f64592.txt>
</file>

<file path=ppt/media/f64593.txt>
</file>

<file path=ppt/media/f64594.txt>
</file>

<file path=ppt/media/f64595.txt>
</file>

<file path=ppt/media/f64596.txt>
</file>

<file path=ppt/media/f64597.txt>
</file>

<file path=ppt/media/f64598.txt>
</file>

<file path=ppt/media/f64599.txt>
</file>

<file path=ppt/media/f64600.txt>
</file>

<file path=ppt/media/f64601.txt>
</file>

<file path=ppt/media/f64602.txt>
</file>

<file path=ppt/media/f64603.txt>
</file>

<file path=ppt/media/f64604.txt>
</file>

<file path=ppt/media/f64605.txt>
</file>

<file path=ppt/media/f64606.txt>
</file>

<file path=ppt/media/f64607.txt>
</file>

<file path=ppt/media/f64608.txt>
</file>

<file path=ppt/media/f64609.txt>
</file>

<file path=ppt/media/f64610.txt>
</file>

<file path=ppt/media/f64611.txt>
</file>

<file path=ppt/media/f64612.txt>
</file>

<file path=ppt/media/f64613.txt>
</file>

<file path=ppt/media/f64614.txt>
</file>

<file path=ppt/media/f64615.txt>
</file>

<file path=ppt/media/f64616.txt>
</file>

<file path=ppt/media/f64617.txt>
</file>

<file path=ppt/media/f64618.txt>
</file>

<file path=ppt/media/f64619.txt>
</file>

<file path=ppt/media/f64620.txt>
</file>

<file path=ppt/media/f64621.txt>
</file>

<file path=ppt/media/f64622.txt>
</file>

<file path=ppt/media/f64623.txt>
</file>

<file path=ppt/media/f64624.txt>
</file>

<file path=ppt/media/f64625.txt>
</file>

<file path=ppt/media/f64626.txt>
</file>

<file path=ppt/media/f64627.txt>
</file>

<file path=ppt/media/f64628.txt>
</file>

<file path=ppt/media/f64629.txt>
</file>

<file path=ppt/media/f64630.txt>
</file>

<file path=ppt/media/f64631.txt>
</file>

<file path=ppt/media/f64632.txt>
</file>

<file path=ppt/media/f64633.txt>
</file>

<file path=ppt/media/f64634.txt>
</file>

<file path=ppt/media/f64635.txt>
</file>

<file path=ppt/media/f64636.txt>
</file>

<file path=ppt/media/f64637.txt>
</file>

<file path=ppt/media/f64638.txt>
</file>

<file path=ppt/media/f64639.txt>
</file>

<file path=ppt/media/f64640.txt>
</file>

<file path=ppt/media/f64641.txt>
</file>

<file path=ppt/media/f64642.txt>
</file>

<file path=ppt/media/f64643.txt>
</file>

<file path=ppt/media/f64644.txt>
</file>

<file path=ppt/media/f64645.txt>
</file>

<file path=ppt/media/f64646.txt>
</file>

<file path=ppt/media/f64647.txt>
</file>

<file path=ppt/media/f64648.txt>
</file>

<file path=ppt/media/f64649.txt>
</file>

<file path=ppt/media/f64650.txt>
</file>

<file path=ppt/media/f64651.txt>
</file>

<file path=ppt/media/f64652.txt>
</file>

<file path=ppt/media/f64653.txt>
</file>

<file path=ppt/media/f64654.txt>
</file>

<file path=ppt/media/f64655.txt>
</file>

<file path=ppt/media/f64656.txt>
</file>

<file path=ppt/media/f64657.txt>
</file>

<file path=ppt/media/f64658.txt>
</file>

<file path=ppt/media/f64659.txt>
</file>

<file path=ppt/media/f64660.txt>
</file>

<file path=ppt/media/f64661.txt>
</file>

<file path=ppt/media/f64662.txt>
</file>

<file path=ppt/media/f64663.txt>
</file>

<file path=ppt/media/f64664.txt>
</file>

<file path=ppt/media/f64665.txt>
</file>

<file path=ppt/media/f64666.txt>
</file>

<file path=ppt/media/f64667.txt>
</file>

<file path=ppt/media/f64668.txt>
</file>

<file path=ppt/media/f64669.txt>
</file>

<file path=ppt/media/f64670.txt>
</file>

<file path=ppt/media/f64671.txt>
</file>

<file path=ppt/media/f64672.txt>
</file>

<file path=ppt/media/f64673.txt>
</file>

<file path=ppt/media/f64674.txt>
</file>

<file path=ppt/media/f64675.txt>
</file>

<file path=ppt/media/f64676.txt>
</file>

<file path=ppt/media/f64677.txt>
</file>

<file path=ppt/media/f64678.txt>
</file>

<file path=ppt/media/f64679.txt>
</file>

<file path=ppt/media/f64680.txt>
</file>

<file path=ppt/media/f64681.txt>
</file>

<file path=ppt/media/f64682.txt>
</file>

<file path=ppt/media/f64683.txt>
</file>

<file path=ppt/media/f64684.txt>
</file>

<file path=ppt/media/f64685.txt>
</file>

<file path=ppt/media/f64686.txt>
</file>

<file path=ppt/media/f64687.txt>
</file>

<file path=ppt/media/f64688.txt>
</file>

<file path=ppt/media/f64689.txt>
</file>

<file path=ppt/media/f64690.txt>
</file>

<file path=ppt/media/f64691.txt>
</file>

<file path=ppt/media/f64692.txt>
</file>

<file path=ppt/media/f64693.txt>
</file>

<file path=ppt/media/f64694.txt>
</file>

<file path=ppt/media/f64695.txt>
</file>

<file path=ppt/media/f64696.txt>
</file>

<file path=ppt/media/f64697.txt>
</file>

<file path=ppt/media/f64698.txt>
</file>

<file path=ppt/media/f64699.txt>
</file>

<file path=ppt/media/f64700.txt>
</file>

<file path=ppt/media/f64701.txt>
</file>

<file path=ppt/media/f64702.txt>
</file>

<file path=ppt/media/f64703.txt>
</file>

<file path=ppt/media/f64704.txt>
</file>

<file path=ppt/media/f64705.txt>
</file>

<file path=ppt/media/f64706.txt>
</file>

<file path=ppt/media/f64707.txt>
</file>

<file path=ppt/media/f64708.txt>
</file>

<file path=ppt/media/f64709.txt>
</file>

<file path=ppt/media/f64710.txt>
</file>

<file path=ppt/media/f64711.txt>
</file>

<file path=ppt/media/f64712.txt>
</file>

<file path=ppt/media/f64713.txt>
</file>

<file path=ppt/media/f64714.txt>
</file>

<file path=ppt/media/f64715.txt>
</file>

<file path=ppt/media/f64716.txt>
</file>

<file path=ppt/media/f64717.txt>
</file>

<file path=ppt/media/f64718.txt>
</file>

<file path=ppt/media/f64719.txt>
</file>

<file path=ppt/media/f64720.txt>
</file>

<file path=ppt/media/f64721.txt>
</file>

<file path=ppt/media/f64722.txt>
</file>

<file path=ppt/media/f64723.txt>
</file>

<file path=ppt/media/f64724.txt>
</file>

<file path=ppt/media/f64725.txt>
</file>

<file path=ppt/media/f64726.txt>
</file>

<file path=ppt/media/f64727.txt>
</file>

<file path=ppt/media/f64728.txt>
</file>

<file path=ppt/media/f64729.txt>
</file>

<file path=ppt/media/f64730.txt>
</file>

<file path=ppt/media/f64731.txt>
</file>

<file path=ppt/media/f64732.txt>
</file>

<file path=ppt/media/f64733.txt>
</file>

<file path=ppt/media/f64734.txt>
</file>

<file path=ppt/media/f64735.txt>
</file>

<file path=ppt/media/f64736.txt>
</file>

<file path=ppt/media/f64737.txt>
</file>

<file path=ppt/media/f64738.txt>
</file>

<file path=ppt/media/f64739.txt>
</file>

<file path=ppt/media/f64740.txt>
</file>

<file path=ppt/media/f64741.txt>
</file>

<file path=ppt/media/f64742.txt>
</file>

<file path=ppt/media/f64743.txt>
</file>

<file path=ppt/media/f64744.txt>
</file>

<file path=ppt/media/f64745.txt>
</file>

<file path=ppt/media/f64746.txt>
</file>

<file path=ppt/media/f64747.txt>
</file>

<file path=ppt/media/f64748.txt>
</file>

<file path=ppt/media/f64749.txt>
</file>

<file path=ppt/media/f64750.txt>
</file>

<file path=ppt/media/f64751.txt>
</file>

<file path=ppt/media/f64752.txt>
</file>

<file path=ppt/media/f64753.txt>
</file>

<file path=ppt/media/f64754.txt>
</file>

<file path=ppt/media/f64755.txt>
</file>

<file path=ppt/media/f64756.txt>
</file>

<file path=ppt/media/f64757.txt>
</file>

<file path=ppt/media/f64758.txt>
</file>

<file path=ppt/media/f64759.txt>
</file>

<file path=ppt/media/f64760.txt>
</file>

<file path=ppt/media/f64761.txt>
</file>

<file path=ppt/media/f64762.txt>
</file>

<file path=ppt/media/f64763.txt>
</file>

<file path=ppt/media/f64764.txt>
</file>

<file path=ppt/media/f64765.txt>
</file>

<file path=ppt/media/f64766.txt>
</file>

<file path=ppt/media/f64767.txt>
</file>

<file path=ppt/media/f64768.txt>
</file>

<file path=ppt/media/f64769.txt>
</file>

<file path=ppt/media/f64770.txt>
</file>

<file path=ppt/media/f64771.txt>
</file>

<file path=ppt/media/f64772.txt>
</file>

<file path=ppt/media/f64773.txt>
</file>

<file path=ppt/media/f64774.txt>
</file>

<file path=ppt/media/f64775.txt>
</file>

<file path=ppt/media/f64776.txt>
</file>

<file path=ppt/media/f64777.txt>
</file>

<file path=ppt/media/f64778.txt>
</file>

<file path=ppt/media/f64779.txt>
</file>

<file path=ppt/media/f64780.txt>
</file>

<file path=ppt/media/f64781.txt>
</file>

<file path=ppt/media/f64782.txt>
</file>

<file path=ppt/media/f64783.txt>
</file>

<file path=ppt/media/f64784.txt>
</file>

<file path=ppt/media/f64785.txt>
</file>

<file path=ppt/media/f64786.txt>
</file>

<file path=ppt/media/f64787.txt>
</file>

<file path=ppt/media/f64788.txt>
</file>

<file path=ppt/media/f64789.txt>
</file>

<file path=ppt/media/f64790.txt>
</file>

<file path=ppt/media/f64791.txt>
</file>

<file path=ppt/media/f64792.txt>
</file>

<file path=ppt/media/f64793.txt>
</file>

<file path=ppt/media/f64794.txt>
</file>

<file path=ppt/media/f64795.txt>
</file>

<file path=ppt/media/f64796.txt>
</file>

<file path=ppt/media/f64797.txt>
</file>

<file path=ppt/media/f64798.txt>
</file>

<file path=ppt/media/f64799.txt>
</file>

<file path=ppt/media/f64800.txt>
</file>

<file path=ppt/media/f64801.txt>
</file>

<file path=ppt/media/f64802.txt>
</file>

<file path=ppt/media/f64803.txt>
</file>

<file path=ppt/media/f64804.txt>
</file>

<file path=ppt/media/f64805.txt>
</file>

<file path=ppt/media/f64806.txt>
</file>

<file path=ppt/media/f64807.txt>
</file>

<file path=ppt/media/f64808.txt>
</file>

<file path=ppt/media/f64809.txt>
</file>

<file path=ppt/media/f64810.txt>
</file>

<file path=ppt/media/f64811.txt>
</file>

<file path=ppt/media/f64812.txt>
</file>

<file path=ppt/media/f64813.txt>
</file>

<file path=ppt/media/f64814.txt>
</file>

<file path=ppt/media/f64815.txt>
</file>

<file path=ppt/media/f64816.txt>
</file>

<file path=ppt/media/f64817.txt>
</file>

<file path=ppt/media/f64818.txt>
</file>

<file path=ppt/media/f64819.txt>
</file>

<file path=ppt/media/f64820.txt>
</file>

<file path=ppt/media/f64821.txt>
</file>

<file path=ppt/media/f64822.txt>
</file>

<file path=ppt/media/f64823.txt>
</file>

<file path=ppt/media/f64824.txt>
</file>

<file path=ppt/media/f64825.txt>
</file>

<file path=ppt/media/f64826.txt>
</file>

<file path=ppt/media/f64827.txt>
</file>

<file path=ppt/media/f64828.txt>
</file>

<file path=ppt/media/f64829.txt>
</file>

<file path=ppt/media/f64830.txt>
</file>

<file path=ppt/media/f64831.txt>
</file>

<file path=ppt/media/f64832.txt>
</file>

<file path=ppt/media/f64833.txt>
</file>

<file path=ppt/media/f64834.txt>
</file>

<file path=ppt/media/f64835.txt>
</file>

<file path=ppt/media/f64836.txt>
</file>

<file path=ppt/media/f64837.txt>
</file>

<file path=ppt/media/f64838.txt>
</file>

<file path=ppt/media/f64839.txt>
</file>

<file path=ppt/media/f64840.txt>
</file>

<file path=ppt/media/f64841.txt>
</file>

<file path=ppt/media/f64842.txt>
</file>

<file path=ppt/media/f64843.txt>
</file>

<file path=ppt/media/f64844.txt>
</file>

<file path=ppt/media/f64845.txt>
</file>

<file path=ppt/media/f64846.txt>
</file>

<file path=ppt/media/f64847.txt>
</file>

<file path=ppt/media/f64848.txt>
</file>

<file path=ppt/media/f64849.txt>
</file>

<file path=ppt/media/f64850.txt>
</file>

<file path=ppt/media/f64851.txt>
</file>

<file path=ppt/media/f64852.txt>
</file>

<file path=ppt/media/f64853.txt>
</file>

<file path=ppt/media/f64854.txt>
</file>

<file path=ppt/media/f64855.txt>
</file>

<file path=ppt/media/f64856.txt>
</file>

<file path=ppt/media/f64857.txt>
</file>

<file path=ppt/media/f64858.txt>
</file>

<file path=ppt/media/f64859.txt>
</file>

<file path=ppt/media/f64860.txt>
</file>

<file path=ppt/media/f64861.txt>
</file>

<file path=ppt/media/f64862.txt>
</file>

<file path=ppt/media/f64863.txt>
</file>

<file path=ppt/media/f64864.txt>
</file>

<file path=ppt/media/f64865.txt>
</file>

<file path=ppt/media/f64866.txt>
</file>

<file path=ppt/media/f64867.txt>
</file>

<file path=ppt/media/f64868.txt>
</file>

<file path=ppt/media/f64869.txt>
</file>

<file path=ppt/media/f64870.txt>
</file>

<file path=ppt/media/f64871.txt>
</file>

<file path=ppt/media/f64872.txt>
</file>

<file path=ppt/media/f64873.txt>
</file>

<file path=ppt/media/f64874.txt>
</file>

<file path=ppt/media/f64875.txt>
</file>

<file path=ppt/media/f64876.txt>
</file>

<file path=ppt/media/f64877.txt>
</file>

<file path=ppt/media/f64878.txt>
</file>

<file path=ppt/media/f64879.txt>
</file>

<file path=ppt/media/f64880.txt>
</file>

<file path=ppt/media/f64881.txt>
</file>

<file path=ppt/media/f64882.txt>
</file>

<file path=ppt/media/f64883.txt>
</file>

<file path=ppt/media/f64884.txt>
</file>

<file path=ppt/media/f64885.txt>
</file>

<file path=ppt/media/f64886.txt>
</file>

<file path=ppt/media/f64887.txt>
</file>

<file path=ppt/media/f64888.txt>
</file>

<file path=ppt/media/f64889.txt>
</file>

<file path=ppt/media/f64890.txt>
</file>

<file path=ppt/media/f64891.txt>
</file>

<file path=ppt/media/f64892.txt>
</file>

<file path=ppt/media/f64893.txt>
</file>

<file path=ppt/media/f64894.txt>
</file>

<file path=ppt/media/f64895.txt>
</file>

<file path=ppt/media/f64896.txt>
</file>

<file path=ppt/media/f64897.txt>
</file>

<file path=ppt/media/f64898.txt>
</file>

<file path=ppt/media/f64899.txt>
</file>

<file path=ppt/media/f64900.txt>
</file>

<file path=ppt/media/f64901.txt>
</file>

<file path=ppt/media/f64902.txt>
</file>

<file path=ppt/media/f64903.txt>
</file>

<file path=ppt/media/f64904.txt>
</file>

<file path=ppt/media/f64905.txt>
</file>

<file path=ppt/media/f64906.txt>
</file>

<file path=ppt/media/f64907.txt>
</file>

<file path=ppt/media/f64908.txt>
</file>

<file path=ppt/media/f64909.txt>
</file>

<file path=ppt/media/f64910.txt>
</file>

<file path=ppt/media/f64911.txt>
</file>

<file path=ppt/media/f64912.txt>
</file>

<file path=ppt/media/f64913.txt>
</file>

<file path=ppt/media/f64914.txt>
</file>

<file path=ppt/media/f64915.txt>
</file>

<file path=ppt/media/f64916.txt>
</file>

<file path=ppt/media/f64917.txt>
</file>

<file path=ppt/media/f64918.txt>
</file>

<file path=ppt/media/f64919.txt>
</file>

<file path=ppt/media/f64920.txt>
</file>

<file path=ppt/media/f64921.txt>
</file>

<file path=ppt/media/f64922.txt>
</file>

<file path=ppt/media/f64923.txt>
</file>

<file path=ppt/media/f64924.txt>
</file>

<file path=ppt/media/f64925.txt>
</file>

<file path=ppt/media/f64926.txt>
</file>

<file path=ppt/media/f64927.txt>
</file>

<file path=ppt/media/f64928.txt>
</file>

<file path=ppt/media/f64929.txt>
</file>

<file path=ppt/media/f64930.txt>
</file>

<file path=ppt/media/f64931.txt>
</file>

<file path=ppt/media/f64932.txt>
</file>

<file path=ppt/media/f64933.txt>
</file>

<file path=ppt/media/f64934.txt>
</file>

<file path=ppt/media/f64935.txt>
</file>

<file path=ppt/media/f64936.txt>
</file>

<file path=ppt/media/f64937.txt>
</file>

<file path=ppt/media/f64938.txt>
</file>

<file path=ppt/media/f64939.txt>
</file>

<file path=ppt/media/f64940.txt>
</file>

<file path=ppt/media/f64941.txt>
</file>

<file path=ppt/media/f64942.txt>
</file>

<file path=ppt/media/f64943.txt>
</file>

<file path=ppt/media/f64944.txt>
</file>

<file path=ppt/media/f64945.txt>
</file>

<file path=ppt/media/f64946.txt>
</file>

<file path=ppt/media/f64947.txt>
</file>

<file path=ppt/media/f64948.txt>
</file>

<file path=ppt/media/f64949.txt>
</file>

<file path=ppt/media/f64950.txt>
</file>

<file path=ppt/media/f64951.txt>
</file>

<file path=ppt/media/f64952.txt>
</file>

<file path=ppt/media/f64953.txt>
</file>

<file path=ppt/media/f64954.txt>
</file>

<file path=ppt/media/f64955.txt>
</file>

<file path=ppt/media/f64956.txt>
</file>

<file path=ppt/media/f64957.txt>
</file>

<file path=ppt/media/f64958.txt>
</file>

<file path=ppt/media/f64959.txt>
</file>

<file path=ppt/media/f64960.txt>
</file>

<file path=ppt/media/f64961.txt>
</file>

<file path=ppt/media/f64962.txt>
</file>

<file path=ppt/media/f64963.txt>
</file>

<file path=ppt/media/f64964.txt>
</file>

<file path=ppt/media/f64965.txt>
</file>

<file path=ppt/media/f64966.txt>
</file>

<file path=ppt/media/f64967.txt>
</file>

<file path=ppt/media/f64968.txt>
</file>

<file path=ppt/media/f64969.txt>
</file>

<file path=ppt/media/f64970.txt>
</file>

<file path=ppt/media/f64971.txt>
</file>

<file path=ppt/media/f64972.txt>
</file>

<file path=ppt/media/f64973.txt>
</file>

<file path=ppt/media/f64974.txt>
</file>

<file path=ppt/media/f64975.txt>
</file>

<file path=ppt/media/f64976.txt>
</file>

<file path=ppt/media/f64977.txt>
</file>

<file path=ppt/media/f64978.txt>
</file>

<file path=ppt/media/f64979.txt>
</file>

<file path=ppt/media/f64980.txt>
</file>

<file path=ppt/media/f64981.txt>
</file>

<file path=ppt/media/f64982.txt>
</file>

<file path=ppt/media/f64983.txt>
</file>

<file path=ppt/media/f64984.txt>
</file>

<file path=ppt/media/f64985.txt>
</file>

<file path=ppt/media/f64986.txt>
</file>

<file path=ppt/media/f64987.txt>
</file>

<file path=ppt/media/f64988.txt>
</file>

<file path=ppt/media/f64989.txt>
</file>

<file path=ppt/media/f64990.txt>
</file>

<file path=ppt/media/f64991.txt>
</file>

<file path=ppt/media/f64992.txt>
</file>

<file path=ppt/media/f64993.txt>
</file>

<file path=ppt/media/f64994.txt>
</file>

<file path=ppt/media/f64995.txt>
</file>

<file path=ppt/media/f64996.txt>
</file>

<file path=ppt/media/f64997.txt>
</file>

<file path=ppt/media/f64998.txt>
</file>

<file path=ppt/media/f64999.txt>
</file>

<file path=ppt/media/f65000.txt>
</file>

<file path=ppt/media/f65001.txt>
</file>

<file path=ppt/media/f65002.txt>
</file>

<file path=ppt/media/f65003.txt>
</file>

<file path=ppt/media/f65004.txt>
</file>

<file path=ppt/media/f65005.txt>
</file>

<file path=ppt/media/f65006.txt>
</file>

<file path=ppt/media/f65007.txt>
</file>

<file path=ppt/media/f65008.txt>
</file>

<file path=ppt/media/f65009.txt>
</file>

<file path=ppt/media/f65010.txt>
</file>

<file path=ppt/media/f65011.txt>
</file>

<file path=ppt/media/f65012.txt>
</file>

<file path=ppt/media/f65013.txt>
</file>

<file path=ppt/media/f65014.txt>
</file>

<file path=ppt/media/f65015.txt>
</file>

<file path=ppt/media/f65016.txt>
</file>

<file path=ppt/media/f65017.txt>
</file>

<file path=ppt/media/f65018.txt>
</file>

<file path=ppt/media/f65019.txt>
</file>

<file path=ppt/media/f65020.txt>
</file>

<file path=ppt/media/f65021.txt>
</file>

<file path=ppt/media/f65022.txt>
</file>

<file path=ppt/media/f65023.txt>
</file>

<file path=ppt/media/f65024.txt>
</file>

<file path=ppt/media/f65025.txt>
</file>

<file path=ppt/media/f65026.txt>
</file>

<file path=ppt/media/f65027.txt>
</file>

<file path=ppt/media/f65028.txt>
</file>

<file path=ppt/media/f65029.txt>
</file>

<file path=ppt/media/f65030.txt>
</file>

<file path=ppt/media/f65031.txt>
</file>

<file path=ppt/media/f65032.txt>
</file>

<file path=ppt/media/f65033.txt>
</file>

<file path=ppt/media/f65034.txt>
</file>

<file path=ppt/media/f65035.txt>
</file>

<file path=ppt/media/f65036.txt>
</file>

<file path=ppt/media/f65037.txt>
</file>

<file path=ppt/media/f65038.txt>
</file>

<file path=ppt/media/f65039.txt>
</file>

<file path=ppt/media/f65040.txt>
</file>

<file path=ppt/media/f65041.txt>
</file>

<file path=ppt/media/f65042.txt>
</file>

<file path=ppt/media/f65043.txt>
</file>

<file path=ppt/media/f65044.txt>
</file>

<file path=ppt/media/f65045.txt>
</file>

<file path=ppt/media/f65046.txt>
</file>

<file path=ppt/media/f65047.txt>
</file>

<file path=ppt/media/f65048.txt>
</file>

<file path=ppt/media/f65049.txt>
</file>

<file path=ppt/media/f65050.txt>
</file>

<file path=ppt/media/f65051.txt>
</file>

<file path=ppt/media/f65052.txt>
</file>

<file path=ppt/media/f65053.txt>
</file>

<file path=ppt/media/f65054.txt>
</file>

<file path=ppt/media/f65055.txt>
</file>

<file path=ppt/media/f65056.txt>
</file>

<file path=ppt/media/f65057.txt>
</file>

<file path=ppt/media/f65058.txt>
</file>

<file path=ppt/media/f65059.txt>
</file>

<file path=ppt/media/f65060.txt>
</file>

<file path=ppt/media/f65061.txt>
</file>

<file path=ppt/media/f65062.txt>
</file>

<file path=ppt/media/f65063.txt>
</file>

<file path=ppt/media/f65064.txt>
</file>

<file path=ppt/media/f65065.txt>
</file>

<file path=ppt/media/f65066.txt>
</file>

<file path=ppt/media/f65067.txt>
</file>

<file path=ppt/media/f65068.txt>
</file>

<file path=ppt/media/f65069.txt>
</file>

<file path=ppt/media/f65070.txt>
</file>

<file path=ppt/media/f65071.txt>
</file>

<file path=ppt/media/f65072.txt>
</file>

<file path=ppt/media/f65073.txt>
</file>

<file path=ppt/media/f65074.txt>
</file>

<file path=ppt/media/f65075.txt>
</file>

<file path=ppt/media/f65076.txt>
</file>

<file path=ppt/media/f65077.txt>
</file>

<file path=ppt/media/f65078.txt>
</file>

<file path=ppt/media/f65079.txt>
</file>

<file path=ppt/media/f65080.txt>
</file>

<file path=ppt/media/f65081.txt>
</file>

<file path=ppt/media/f65082.txt>
</file>

<file path=ppt/media/f65083.txt>
</file>

<file path=ppt/media/f65084.txt>
</file>

<file path=ppt/media/f65085.txt>
</file>

<file path=ppt/media/f65086.txt>
</file>

<file path=ppt/media/f65087.txt>
</file>

<file path=ppt/media/f65088.txt>
</file>

<file path=ppt/media/f65089.txt>
</file>

<file path=ppt/media/f65090.txt>
</file>

<file path=ppt/media/f65091.txt>
</file>

<file path=ppt/media/f65092.txt>
</file>

<file path=ppt/media/f65093.txt>
</file>

<file path=ppt/media/f65094.txt>
</file>

<file path=ppt/media/f65095.txt>
</file>

<file path=ppt/media/f65096.txt>
</file>

<file path=ppt/media/f65097.txt>
</file>

<file path=ppt/media/f65098.txt>
</file>

<file path=ppt/media/f65099.txt>
</file>

<file path=ppt/media/f65100.txt>
</file>

<file path=ppt/media/f65101.txt>
</file>

<file path=ppt/media/f65102.txt>
</file>

<file path=ppt/media/f65103.txt>
</file>

<file path=ppt/media/f65104.txt>
</file>

<file path=ppt/media/f65105.txt>
</file>

<file path=ppt/media/f65106.txt>
</file>

<file path=ppt/media/f65107.txt>
</file>

<file path=ppt/media/f65108.txt>
</file>

<file path=ppt/media/f65109.txt>
</file>

<file path=ppt/media/f65110.txt>
</file>

<file path=ppt/media/f65111.txt>
</file>

<file path=ppt/media/f65112.txt>
</file>

<file path=ppt/media/f65113.txt>
</file>

<file path=ppt/media/f65114.txt>
</file>

<file path=ppt/media/f65115.txt>
</file>

<file path=ppt/media/f65116.txt>
</file>

<file path=ppt/media/f65117.txt>
</file>

<file path=ppt/media/f65118.txt>
</file>

<file path=ppt/media/f65119.txt>
</file>

<file path=ppt/media/f65120.txt>
</file>

<file path=ppt/media/f65121.txt>
</file>

<file path=ppt/media/f65122.txt>
</file>

<file path=ppt/media/f65123.txt>
</file>

<file path=ppt/media/f65124.txt>
</file>

<file path=ppt/media/f65125.txt>
</file>

<file path=ppt/media/f65126.txt>
</file>

<file path=ppt/media/f65127.txt>
</file>

<file path=ppt/media/f65128.txt>
</file>

<file path=ppt/media/f65129.txt>
</file>

<file path=ppt/media/f65130.txt>
</file>

<file path=ppt/media/f65131.txt>
</file>

<file path=ppt/media/f65132.txt>
</file>

<file path=ppt/media/f65133.txt>
</file>

<file path=ppt/media/f65134.txt>
</file>

<file path=ppt/media/f65135.txt>
</file>

<file path=ppt/media/f65136.txt>
</file>

<file path=ppt/media/f65137.txt>
</file>

<file path=ppt/media/f65138.txt>
</file>

<file path=ppt/media/f65139.txt>
</file>

<file path=ppt/media/f65140.txt>
</file>

<file path=ppt/media/f65141.txt>
</file>

<file path=ppt/media/f65142.txt>
</file>

<file path=ppt/media/f65143.txt>
</file>

<file path=ppt/media/f65144.txt>
</file>

<file path=ppt/media/f65145.txt>
</file>

<file path=ppt/media/f65146.txt>
</file>

<file path=ppt/media/f65147.txt>
</file>

<file path=ppt/media/f65148.txt>
</file>

<file path=ppt/media/f65149.txt>
</file>

<file path=ppt/media/f65150.txt>
</file>

<file path=ppt/media/f65151.txt>
</file>

<file path=ppt/media/f65152.txt>
</file>

<file path=ppt/media/f65153.txt>
</file>

<file path=ppt/media/f65154.txt>
</file>

<file path=ppt/media/f65155.txt>
</file>

<file path=ppt/media/f65156.txt>
</file>

<file path=ppt/media/f65157.txt>
</file>

<file path=ppt/media/f65158.txt>
</file>

<file path=ppt/media/f65159.txt>
</file>

<file path=ppt/media/f65160.txt>
</file>

<file path=ppt/media/f65161.txt>
</file>

<file path=ppt/media/f65162.txt>
</file>

<file path=ppt/media/f65163.txt>
</file>

<file path=ppt/media/f65164.txt>
</file>

<file path=ppt/media/f65165.txt>
</file>

<file path=ppt/media/f65166.txt>
</file>

<file path=ppt/media/f65167.txt>
</file>

<file path=ppt/media/f65168.txt>
</file>

<file path=ppt/media/f65169.txt>
</file>

<file path=ppt/media/f65170.txt>
</file>

<file path=ppt/media/f65171.txt>
</file>

<file path=ppt/media/f65172.txt>
</file>

<file path=ppt/media/f65173.txt>
</file>

<file path=ppt/media/f65174.txt>
</file>

<file path=ppt/media/f65175.txt>
</file>

<file path=ppt/media/f65176.txt>
</file>

<file path=ppt/media/f65177.txt>
</file>

<file path=ppt/media/f65178.txt>
</file>

<file path=ppt/media/f65179.txt>
</file>

<file path=ppt/media/f65180.txt>
</file>

<file path=ppt/media/f65181.txt>
</file>

<file path=ppt/media/f65182.txt>
</file>

<file path=ppt/media/f65183.txt>
</file>

<file path=ppt/media/f65184.txt>
</file>

<file path=ppt/media/f65185.txt>
</file>

<file path=ppt/media/f65186.txt>
</file>

<file path=ppt/media/f65187.txt>
</file>

<file path=ppt/media/f65188.txt>
</file>

<file path=ppt/media/f65189.txt>
</file>

<file path=ppt/media/f65190.txt>
</file>

<file path=ppt/media/f65191.txt>
</file>

<file path=ppt/media/f65192.txt>
</file>

<file path=ppt/media/f65193.txt>
</file>

<file path=ppt/media/f65194.txt>
</file>

<file path=ppt/media/f65195.txt>
</file>

<file path=ppt/media/f65196.txt>
</file>

<file path=ppt/media/f65197.txt>
</file>

<file path=ppt/media/f65198.txt>
</file>

<file path=ppt/media/f65199.txt>
</file>

<file path=ppt/media/f65200.txt>
</file>

<file path=ppt/media/f65201.txt>
</file>

<file path=ppt/media/f65202.txt>
</file>

<file path=ppt/media/f65203.txt>
</file>

<file path=ppt/media/f65204.txt>
</file>

<file path=ppt/media/f65205.txt>
</file>

<file path=ppt/media/f65206.txt>
</file>

<file path=ppt/media/f65207.txt>
</file>

<file path=ppt/media/f65208.txt>
</file>

<file path=ppt/media/f65209.txt>
</file>

<file path=ppt/media/f65210.txt>
</file>

<file path=ppt/media/f65211.txt>
</file>

<file path=ppt/media/f65212.txt>
</file>

<file path=ppt/media/f65213.txt>
</file>

<file path=ppt/media/f65214.txt>
</file>

<file path=ppt/media/f65215.txt>
</file>

<file path=ppt/media/f65216.txt>
</file>

<file path=ppt/media/f65217.txt>
</file>

<file path=ppt/media/f65218.txt>
</file>

<file path=ppt/media/f65219.txt>
</file>

<file path=ppt/media/f65220.txt>
</file>

<file path=ppt/media/f65221.txt>
</file>

<file path=ppt/media/f65222.txt>
</file>

<file path=ppt/media/f65223.txt>
</file>

<file path=ppt/media/f65224.txt>
</file>

<file path=ppt/media/f65225.txt>
</file>

<file path=ppt/media/f65226.txt>
</file>

<file path=ppt/media/f65227.txt>
</file>

<file path=ppt/media/f65228.txt>
</file>

<file path=ppt/media/f65229.txt>
</file>

<file path=ppt/media/f65230.txt>
</file>

<file path=ppt/media/f65231.txt>
</file>

<file path=ppt/media/f65232.txt>
</file>

<file path=ppt/media/f65233.txt>
</file>

<file path=ppt/media/f65234.txt>
</file>

<file path=ppt/media/f65235.txt>
</file>

<file path=ppt/media/f65236.txt>
</file>

<file path=ppt/media/f65237.txt>
</file>

<file path=ppt/media/f65238.txt>
</file>

<file path=ppt/media/f65239.txt>
</file>

<file path=ppt/media/f65240.txt>
</file>

<file path=ppt/media/f65241.txt>
</file>

<file path=ppt/media/f65242.txt>
</file>

<file path=ppt/media/f65243.txt>
</file>

<file path=ppt/media/f65244.txt>
</file>

<file path=ppt/media/f65245.txt>
</file>

<file path=ppt/media/f65246.txt>
</file>

<file path=ppt/media/f65247.txt>
</file>

<file path=ppt/media/f65248.txt>
</file>

<file path=ppt/media/f65249.txt>
</file>

<file path=ppt/media/f65250.txt>
</file>

<file path=ppt/media/f65251.txt>
</file>

<file path=ppt/media/f65252.txt>
</file>

<file path=ppt/media/f65253.txt>
</file>

<file path=ppt/media/f65254.txt>
</file>

<file path=ppt/media/f65255.txt>
</file>

<file path=ppt/media/f65256.txt>
</file>

<file path=ppt/media/f65257.txt>
</file>

<file path=ppt/media/f65258.txt>
</file>

<file path=ppt/media/f65259.txt>
</file>

<file path=ppt/media/f65260.txt>
</file>

<file path=ppt/media/f65261.txt>
</file>

<file path=ppt/media/f65262.txt>
</file>

<file path=ppt/media/f65263.txt>
</file>

<file path=ppt/media/f65264.txt>
</file>

<file path=ppt/media/f65265.txt>
</file>

<file path=ppt/media/f65266.txt>
</file>

<file path=ppt/media/f65267.txt>
</file>

<file path=ppt/media/f65268.txt>
</file>

<file path=ppt/media/f65269.txt>
</file>

<file path=ppt/media/f65270.txt>
</file>

<file path=ppt/media/f65271.txt>
</file>

<file path=ppt/media/f65272.txt>
</file>

<file path=ppt/media/f65273.txt>
</file>

<file path=ppt/media/f65274.txt>
</file>

<file path=ppt/media/f65275.txt>
</file>

<file path=ppt/media/f65276.txt>
</file>

<file path=ppt/media/f65277.txt>
</file>

<file path=ppt/media/f65278.txt>
</file>

<file path=ppt/media/f65279.txt>
</file>

<file path=ppt/media/f65280.txt>
</file>

<file path=ppt/media/f65281.txt>
</file>

<file path=ppt/media/f65282.txt>
</file>

<file path=ppt/media/f65283.txt>
</file>

<file path=ppt/media/f65284.txt>
</file>

<file path=ppt/media/f65285.txt>
</file>

<file path=ppt/media/f65286.txt>
</file>

<file path=ppt/media/f65287.txt>
</file>

<file path=ppt/media/f65288.txt>
</file>

<file path=ppt/media/f65289.txt>
</file>

<file path=ppt/media/f65290.txt>
</file>

<file path=ppt/media/f65291.txt>
</file>

<file path=ppt/media/f65292.txt>
</file>

<file path=ppt/media/f65293.txt>
</file>

<file path=ppt/media/f65294.txt>
</file>

<file path=ppt/media/f65295.txt>
</file>

<file path=ppt/media/f65296.txt>
</file>

<file path=ppt/media/f65297.txt>
</file>

<file path=ppt/media/f65298.txt>
</file>

<file path=ppt/media/f65299.txt>
</file>

<file path=ppt/media/f65300.txt>
</file>

<file path=ppt/media/f65301.txt>
</file>

<file path=ppt/media/f65302.txt>
</file>

<file path=ppt/media/f65303.txt>
</file>

<file path=ppt/media/f65304.txt>
</file>

<file path=ppt/media/f65305.txt>
</file>

<file path=ppt/media/f65306.txt>
</file>

<file path=ppt/media/f65307.txt>
</file>

<file path=ppt/media/f65308.txt>
</file>

<file path=ppt/media/f65309.txt>
</file>

<file path=ppt/media/f65310.txt>
</file>

<file path=ppt/media/f65311.txt>
</file>

<file path=ppt/media/f65312.txt>
</file>

<file path=ppt/media/f65313.txt>
</file>

<file path=ppt/media/f65314.txt>
</file>

<file path=ppt/media/f65315.txt>
</file>

<file path=ppt/media/f65316.txt>
</file>

<file path=ppt/media/f65317.txt>
</file>

<file path=ppt/media/f65318.txt>
</file>

<file path=ppt/media/f65319.txt>
</file>

<file path=ppt/media/f65320.txt>
</file>

<file path=ppt/media/f65321.txt>
</file>

<file path=ppt/media/f65322.txt>
</file>

<file path=ppt/media/f65323.txt>
</file>

<file path=ppt/media/f65324.txt>
</file>

<file path=ppt/media/f65325.txt>
</file>

<file path=ppt/media/f65326.txt>
</file>

<file path=ppt/media/f65327.txt>
</file>

<file path=ppt/media/f65328.txt>
</file>

<file path=ppt/media/f65329.txt>
</file>

<file path=ppt/media/f65330.txt>
</file>

<file path=ppt/media/f65331.txt>
</file>

<file path=ppt/media/f65332.txt>
</file>

<file path=ppt/media/f65333.txt>
</file>

<file path=ppt/media/f65334.txt>
</file>

<file path=ppt/media/f65335.txt>
</file>

<file path=ppt/media/f65336.txt>
</file>

<file path=ppt/media/f65337.txt>
</file>

<file path=ppt/media/f65338.txt>
</file>

<file path=ppt/media/f65339.txt>
</file>

<file path=ppt/media/f65340.txt>
</file>

<file path=ppt/media/f65341.txt>
</file>

<file path=ppt/media/f65342.txt>
</file>

<file path=ppt/media/f65343.txt>
</file>

<file path=ppt/media/f65344.txt>
</file>

<file path=ppt/media/f65345.txt>
</file>

<file path=ppt/media/f65346.txt>
</file>

<file path=ppt/media/f65347.txt>
</file>

<file path=ppt/media/f65348.txt>
</file>

<file path=ppt/media/f65349.txt>
</file>

<file path=ppt/media/f65350.txt>
</file>

<file path=ppt/media/f65351.txt>
</file>

<file path=ppt/media/f65352.txt>
</file>

<file path=ppt/media/f65353.txt>
</file>

<file path=ppt/media/f65354.txt>
</file>

<file path=ppt/media/f65355.txt>
</file>

<file path=ppt/media/f65356.txt>
</file>

<file path=ppt/media/f65357.txt>
</file>

<file path=ppt/media/f65358.txt>
</file>

<file path=ppt/media/f65359.txt>
</file>

<file path=ppt/media/f65360.txt>
</file>

<file path=ppt/media/f65361.txt>
</file>

<file path=ppt/media/f65362.txt>
</file>

<file path=ppt/media/f65363.txt>
</file>

<file path=ppt/media/f65364.txt>
</file>

<file path=ppt/media/f65365.txt>
</file>

<file path=ppt/media/f65366.txt>
</file>

<file path=ppt/media/f65367.txt>
</file>

<file path=ppt/media/f65368.txt>
</file>

<file path=ppt/media/f65369.txt>
</file>

<file path=ppt/media/f65370.txt>
</file>

<file path=ppt/media/f65371.txt>
</file>

<file path=ppt/media/f65372.txt>
</file>

<file path=ppt/media/f65373.txt>
</file>

<file path=ppt/media/f65374.txt>
</file>

<file path=ppt/media/f65375.txt>
</file>

<file path=ppt/media/f65376.txt>
</file>

<file path=ppt/media/f65377.txt>
</file>

<file path=ppt/media/f65378.txt>
</file>

<file path=ppt/media/f65379.txt>
</file>

<file path=ppt/media/f65380.txt>
</file>

<file path=ppt/media/f65381.txt>
</file>

<file path=ppt/media/f65382.txt>
</file>

<file path=ppt/media/f65383.txt>
</file>

<file path=ppt/media/f65384.txt>
</file>

<file path=ppt/media/f65385.txt>
</file>

<file path=ppt/media/f65386.txt>
</file>

<file path=ppt/media/f65387.txt>
</file>

<file path=ppt/media/f65388.txt>
</file>

<file path=ppt/media/f65389.txt>
</file>

<file path=ppt/media/f65390.txt>
</file>

<file path=ppt/media/f65391.txt>
</file>

<file path=ppt/media/f65392.txt>
</file>

<file path=ppt/media/f65393.txt>
</file>

<file path=ppt/media/f65394.txt>
</file>

<file path=ppt/media/f65395.txt>
</file>

<file path=ppt/media/f65396.txt>
</file>

<file path=ppt/media/f65397.txt>
</file>

<file path=ppt/media/f65398.txt>
</file>

<file path=ppt/media/f65399.txt>
</file>

<file path=ppt/media/f65400.txt>
</file>

<file path=ppt/media/f65401.txt>
</file>

<file path=ppt/media/f65402.txt>
</file>

<file path=ppt/media/f65403.txt>
</file>

<file path=ppt/media/f65404.txt>
</file>

<file path=ppt/media/f65405.txt>
</file>

<file path=ppt/media/f65406.txt>
</file>

<file path=ppt/media/f65407.txt>
</file>

<file path=ppt/media/f65408.txt>
</file>

<file path=ppt/media/f65409.txt>
</file>

<file path=ppt/media/f65410.txt>
</file>

<file path=ppt/media/f65411.txt>
</file>

<file path=ppt/media/f65412.txt>
</file>

<file path=ppt/media/f65413.txt>
</file>

<file path=ppt/media/f65414.txt>
</file>

<file path=ppt/media/f65415.txt>
</file>

<file path=ppt/media/f65416.txt>
</file>

<file path=ppt/media/f65417.txt>
</file>

<file path=ppt/media/f65418.txt>
</file>

<file path=ppt/media/f65419.txt>
</file>

<file path=ppt/media/f65420.txt>
</file>

<file path=ppt/media/f65421.txt>
</file>

<file path=ppt/media/f65422.txt>
</file>

<file path=ppt/media/f65423.txt>
</file>

<file path=ppt/media/f65424.txt>
</file>

<file path=ppt/media/f65425.txt>
</file>

<file path=ppt/media/f65426.txt>
</file>

<file path=ppt/media/f65427.txt>
</file>

<file path=ppt/media/f65428.txt>
</file>

<file path=ppt/media/f65429.txt>
</file>

<file path=ppt/media/f65430.txt>
</file>

<file path=ppt/media/f65431.txt>
</file>

<file path=ppt/media/f65432.txt>
</file>

<file path=ppt/media/f65433.txt>
</file>

<file path=ppt/media/f65434.txt>
</file>

<file path=ppt/media/f65435.txt>
</file>

<file path=ppt/media/f65436.txt>
</file>

<file path=ppt/media/f65437.txt>
</file>

<file path=ppt/media/f65438.txt>
</file>

<file path=ppt/media/f65439.txt>
</file>

<file path=ppt/media/f65440.txt>
</file>

<file path=ppt/media/f65441.txt>
</file>

<file path=ppt/media/f65442.txt>
</file>

<file path=ppt/media/f65443.txt>
</file>

<file path=ppt/media/f65444.txt>
</file>

<file path=ppt/media/f65445.txt>
</file>

<file path=ppt/media/f65446.txt>
</file>

<file path=ppt/media/f65447.txt>
</file>

<file path=ppt/media/f65448.txt>
</file>

<file path=ppt/media/f65449.txt>
</file>

<file path=ppt/media/f65450.txt>
</file>

<file path=ppt/media/f65451.txt>
</file>

<file path=ppt/media/f65452.txt>
</file>

<file path=ppt/media/f65453.txt>
</file>

<file path=ppt/media/f65454.txt>
</file>

<file path=ppt/media/f65455.txt>
</file>

<file path=ppt/media/f65456.txt>
</file>

<file path=ppt/media/f65457.txt>
</file>

<file path=ppt/media/f65458.txt>
</file>

<file path=ppt/media/f65459.txt>
</file>

<file path=ppt/media/f65460.txt>
</file>

<file path=ppt/media/f65461.txt>
</file>

<file path=ppt/media/f65462.txt>
</file>

<file path=ppt/media/f65463.txt>
</file>

<file path=ppt/media/f65464.txt>
</file>

<file path=ppt/media/f65465.txt>
</file>

<file path=ppt/media/f65466.txt>
</file>

<file path=ppt/media/f65467.txt>
</file>

<file path=ppt/media/f65468.txt>
</file>

<file path=ppt/media/f65469.txt>
</file>

<file path=ppt/media/f65470.txt>
</file>

<file path=ppt/media/f65471.txt>
</file>

<file path=ppt/media/f65472.txt>
</file>

<file path=ppt/media/f65473.txt>
</file>

<file path=ppt/media/f65474.txt>
</file>

<file path=ppt/media/f65475.txt>
</file>

<file path=ppt/media/f65476.txt>
</file>

<file path=ppt/media/f65477.txt>
</file>

<file path=ppt/media/f65478.txt>
</file>

<file path=ppt/media/f65479.txt>
</file>

<file path=ppt/media/f65480.txt>
</file>

<file path=ppt/media/f65481.txt>
</file>

<file path=ppt/media/f65482.txt>
</file>

<file path=ppt/media/f65483.txt>
</file>

<file path=ppt/media/f65484.txt>
</file>

<file path=ppt/media/f65485.txt>
</file>

<file path=ppt/media/f65486.txt>
</file>

<file path=ppt/media/f65487.txt>
</file>

<file path=ppt/media/f65488.txt>
</file>

<file path=ppt/media/f65489.txt>
</file>

<file path=ppt/media/f65490.txt>
</file>

<file path=ppt/media/f65491.txt>
</file>

<file path=ppt/media/f65492.txt>
</file>

<file path=ppt/media/f65493.txt>
</file>

<file path=ppt/media/f65494.txt>
</file>

<file path=ppt/media/f65495.txt>
</file>

<file path=ppt/media/f65496.txt>
</file>

<file path=ppt/media/f65497.txt>
</file>

<file path=ppt/media/f65498.txt>
</file>

<file path=ppt/media/f65499.txt>
</file>

<file path=ppt/media/f65500.txt>
</file>

<file path=ppt/media/f65501.txt>
</file>

<file path=ppt/media/f65502.txt>
</file>

<file path=ppt/media/f65503.txt>
</file>

<file path=ppt/media/f65504.txt>
</file>

<file path=ppt/media/f65505.txt>
</file>

<file path=ppt/media/f65506.txt>
</file>

<file path=ppt/media/f65507.txt>
</file>

<file path=ppt/media/f65508.txt>
</file>

<file path=ppt/media/f65509.txt>
</file>

<file path=ppt/media/f65510.txt>
</file>

<file path=ppt/media/f65511.txt>
</file>

<file path=ppt/media/f65512.txt>
</file>

<file path=ppt/media/f65513.txt>
</file>

<file path=ppt/media/f65514.txt>
</file>

<file path=ppt/media/f65515.txt>
</file>

<file path=ppt/media/f65516.txt>
</file>

<file path=ppt/media/f65517.txt>
</file>

<file path=ppt/media/f65518.txt>
</file>

<file path=ppt/media/f65519.txt>
</file>

<file path=ppt/media/f65520.txt>
</file>

<file path=ppt/media/f65521.txt>
</file>

<file path=ppt/media/f65522.txt>
</file>

<file path=ppt/media/f65523.txt>
</file>

<file path=ppt/media/f65524.txt>
</file>

<file path=ppt/media/f65525.txt>
</file>

<file path=ppt/media/f65526.txt>
</file>

<file path=ppt/media/f65527.txt>
</file>

<file path=ppt/media/f65528.txt>
</file>

<file path=ppt/media/f65529.txt>
</file>

<file path=ppt/media/f65530.txt>
</file>

<file path=ppt/media/f65531.txt>
</file>

<file path=ppt/media/f65532.txt>
</file>

<file path=ppt/media/f65533.txt>
</file>

<file path=ppt/media/f65534.txt>
</file>

<file path=ppt/media/f65535.txt>
</file>

<file path=ppt/media/f65536.txt>
</file>

<file path=ppt/media/f65537.txt>
</file>

<file path=ppt/media/f65538.txt>
</file>

<file path=ppt/media/f65539.txt>
</file>

<file path=ppt/media/f65540.txt>
</file>

<file path=ppt/media/f65541.txt>
</file>

<file path=ppt/media/f65542.txt>
</file>

<file path=ppt/media/f65543.txt>
</file>

<file path=ppt/media/f65544.txt>
</file>

<file path=ppt/media/f65545.txt>
</file>

<file path=ppt/media/f65546.txt>
</file>

<file path=ppt/media/f65547.txt>
</file>

<file path=ppt/media/f65548.txt>
</file>

<file path=ppt/media/f65549.txt>
</file>

<file path=ppt/media/f65550.txt>
</file>

<file path=ppt/media/f65551.txt>
</file>

<file path=ppt/media/f65552.txt>
</file>

<file path=ppt/media/f65553.txt>
</file>

<file path=ppt/media/f65554.txt>
</file>

<file path=ppt/media/f65555.txt>
</file>

<file path=ppt/media/f65556.txt>
</file>

<file path=ppt/media/f65557.txt>
</file>

<file path=ppt/media/f65558.txt>
</file>

<file path=ppt/media/f65559.txt>
</file>

<file path=ppt/media/f65560.txt>
</file>

<file path=ppt/media/f65561.txt>
</file>

<file path=ppt/media/f65562.txt>
</file>

<file path=ppt/media/f65563.txt>
</file>

<file path=ppt/media/f65564.txt>
</file>

<file path=ppt/media/f65565.txt>
</file>

<file path=ppt/media/f65566.txt>
</file>

<file path=ppt/media/f65567.txt>
</file>

<file path=ppt/media/f65568.txt>
</file>

<file path=ppt/media/f65569.txt>
</file>

<file path=ppt/media/f65570.txt>
</file>

<file path=ppt/media/f65571.txt>
</file>

<file path=ppt/media/f65572.txt>
</file>

<file path=ppt/media/f65573.txt>
</file>

<file path=ppt/media/f65574.txt>
</file>

<file path=ppt/media/f65575.txt>
</file>

<file path=ppt/media/f65576.txt>
</file>

<file path=ppt/media/f65577.txt>
</file>

<file path=ppt/media/f65578.txt>
</file>

<file path=ppt/media/f65579.txt>
</file>

<file path=ppt/media/f65580.txt>
</file>

<file path=ppt/media/f65581.txt>
</file>

<file path=ppt/media/f65582.txt>
</file>

<file path=ppt/media/f65583.txt>
</file>

<file path=ppt/media/f65584.txt>
</file>

<file path=ppt/media/f65585.txt>
</file>

<file path=ppt/media/f65586.txt>
</file>

<file path=ppt/media/f65587.txt>
</file>

<file path=ppt/media/f65588.txt>
</file>

<file path=ppt/media/f65589.txt>
</file>

<file path=ppt/media/f65590.txt>
</file>

<file path=ppt/media/f65591.txt>
</file>

<file path=ppt/media/f65592.txt>
</file>

<file path=ppt/media/f65593.txt>
</file>

<file path=ppt/media/f65594.txt>
</file>

<file path=ppt/media/f65595.txt>
</file>

<file path=ppt/media/f65596.txt>
</file>

<file path=ppt/media/f65597.txt>
</file>

<file path=ppt/media/f65598.txt>
</file>

<file path=ppt/media/f65599.txt>
</file>

<file path=ppt/media/f65600.txt>
</file>

<file path=ppt/media/f65601.txt>
</file>

<file path=ppt/media/f65602.txt>
</file>

<file path=ppt/media/f65603.txt>
</file>

<file path=ppt/media/f65604.txt>
</file>

<file path=ppt/media/f65605.txt>
</file>

<file path=ppt/media/f65606.txt>
</file>

<file path=ppt/media/f65607.txt>
</file>

<file path=ppt/media/f65608.txt>
</file>

<file path=ppt/media/f65609.txt>
</file>

<file path=ppt/media/f65610.txt>
</file>

<file path=ppt/media/f65611.txt>
</file>

<file path=ppt/media/f65612.txt>
</file>

<file path=ppt/media/f65613.txt>
</file>

<file path=ppt/media/f65614.txt>
</file>

<file path=ppt/media/f65615.txt>
</file>

<file path=ppt/media/f65616.txt>
</file>

<file path=ppt/media/f65617.txt>
</file>

<file path=ppt/media/f65618.txt>
</file>

<file path=ppt/media/f65619.txt>
</file>

<file path=ppt/media/f65620.txt>
</file>

<file path=ppt/media/f65621.txt>
</file>

<file path=ppt/media/f65622.txt>
</file>

<file path=ppt/media/f65623.txt>
</file>

<file path=ppt/media/f65624.txt>
</file>

<file path=ppt/media/f65625.txt>
</file>

<file path=ppt/media/f65626.txt>
</file>

<file path=ppt/media/f65627.txt>
</file>

<file path=ppt/media/f65628.txt>
</file>

<file path=ppt/media/f65629.txt>
</file>

<file path=ppt/media/f65630.txt>
</file>

<file path=ppt/media/f65631.txt>
</file>

<file path=ppt/media/f65632.txt>
</file>

<file path=ppt/media/f65633.txt>
</file>

<file path=ppt/media/f65634.txt>
</file>

<file path=ppt/media/f65635.txt>
</file>

<file path=ppt/media/f65636.txt>
</file>

<file path=ppt/media/f65637.txt>
</file>

<file path=ppt/media/f65638.txt>
</file>

<file path=ppt/media/f65639.txt>
</file>

<file path=ppt/media/f65640.txt>
</file>

<file path=ppt/media/f65641.txt>
</file>

<file path=ppt/media/f65642.txt>
</file>

<file path=ppt/media/f65643.txt>
</file>

<file path=ppt/media/f65644.txt>
</file>

<file path=ppt/media/f65645.txt>
</file>

<file path=ppt/media/f65646.txt>
</file>

<file path=ppt/media/f65647.txt>
</file>

<file path=ppt/media/f65648.txt>
</file>

<file path=ppt/media/f65649.txt>
</file>

<file path=ppt/media/f65650.txt>
</file>

<file path=ppt/media/f65651.txt>
</file>

<file path=ppt/media/f65652.txt>
</file>

<file path=ppt/media/f65653.txt>
</file>

<file path=ppt/media/f65654.txt>
</file>

<file path=ppt/media/f65655.txt>
</file>

<file path=ppt/media/f65656.txt>
</file>

<file path=ppt/media/f65657.txt>
</file>

<file path=ppt/media/f65658.txt>
</file>

<file path=ppt/media/f65659.txt>
</file>

<file path=ppt/media/f65660.txt>
</file>

<file path=ppt/media/f65661.txt>
</file>

<file path=ppt/media/f65662.txt>
</file>

<file path=ppt/media/f65663.txt>
</file>

<file path=ppt/media/f65664.txt>
</file>

<file path=ppt/media/f65665.txt>
</file>

<file path=ppt/media/f65666.txt>
</file>

<file path=ppt/media/f65667.txt>
</file>

<file path=ppt/media/f65668.txt>
</file>

<file path=ppt/media/f65669.txt>
</file>

<file path=ppt/media/f65670.txt>
</file>

<file path=ppt/media/f65671.txt>
</file>

<file path=ppt/media/f65672.txt>
</file>

<file path=ppt/media/f65673.txt>
</file>

<file path=ppt/media/f65674.txt>
</file>

<file path=ppt/media/f65675.txt>
</file>

<file path=ppt/media/f65676.txt>
</file>

<file path=ppt/media/f65677.txt>
</file>

<file path=ppt/media/f65678.txt>
</file>

<file path=ppt/media/f65679.txt>
</file>

<file path=ppt/media/f65680.txt>
</file>

<file path=ppt/media/f65681.txt>
</file>

<file path=ppt/media/f65682.txt>
</file>

<file path=ppt/media/f65683.txt>
</file>

<file path=ppt/media/f65684.txt>
</file>

<file path=ppt/media/f65685.txt>
</file>

<file path=ppt/media/f65686.txt>
</file>

<file path=ppt/media/f65687.txt>
</file>

<file path=ppt/media/f65688.txt>
</file>

<file path=ppt/media/f65689.txt>
</file>

<file path=ppt/media/f65690.txt>
</file>

<file path=ppt/media/f65691.txt>
</file>

<file path=ppt/media/f65692.txt>
</file>

<file path=ppt/media/f65693.txt>
</file>

<file path=ppt/media/f65694.txt>
</file>

<file path=ppt/media/f65695.txt>
</file>

<file path=ppt/media/f65696.txt>
</file>

<file path=ppt/media/f65697.txt>
</file>

<file path=ppt/media/f65698.txt>
</file>

<file path=ppt/media/f65699.txt>
</file>

<file path=ppt/media/f65700.txt>
</file>

<file path=ppt/media/f65701.txt>
</file>

<file path=ppt/media/f65702.txt>
</file>

<file path=ppt/media/f65703.txt>
</file>

<file path=ppt/media/f65704.txt>
</file>

<file path=ppt/media/f65705.txt>
</file>

<file path=ppt/media/f65706.txt>
</file>

<file path=ppt/media/f65707.txt>
</file>

<file path=ppt/media/f65708.txt>
</file>

<file path=ppt/media/f65709.txt>
</file>

<file path=ppt/media/f65710.txt>
</file>

<file path=ppt/media/f65711.txt>
</file>

<file path=ppt/media/f65712.txt>
</file>

<file path=ppt/media/f65713.txt>
</file>

<file path=ppt/media/f65714.txt>
</file>

<file path=ppt/media/f65715.txt>
</file>

<file path=ppt/media/f65716.txt>
</file>

<file path=ppt/media/f65717.txt>
</file>

<file path=ppt/media/f65718.txt>
</file>

<file path=ppt/media/f65719.txt>
</file>

<file path=ppt/media/f65720.txt>
</file>

<file path=ppt/media/f65721.txt>
</file>

<file path=ppt/media/f65722.txt>
</file>

<file path=ppt/media/f65723.txt>
</file>

<file path=ppt/media/f65724.txt>
</file>

<file path=ppt/media/f65725.txt>
</file>

<file path=ppt/media/f65726.txt>
</file>

<file path=ppt/media/f65727.txt>
</file>

<file path=ppt/media/f65728.txt>
</file>

<file path=ppt/media/f65729.txt>
</file>

<file path=ppt/media/f65730.txt>
</file>

<file path=ppt/media/f65731.txt>
</file>

<file path=ppt/media/f65732.txt>
</file>

<file path=ppt/media/f65733.txt>
</file>

<file path=ppt/media/f65734.txt>
</file>

<file path=ppt/media/f65735.txt>
</file>

<file path=ppt/media/f65736.txt>
</file>

<file path=ppt/media/f65737.txt>
</file>

<file path=ppt/media/f65738.txt>
</file>

<file path=ppt/media/f65739.txt>
</file>

<file path=ppt/media/f65740.txt>
</file>

<file path=ppt/media/f65741.txt>
</file>

<file path=ppt/media/f65742.txt>
</file>

<file path=ppt/media/f65743.txt>
</file>

<file path=ppt/media/f65744.txt>
</file>

<file path=ppt/media/f65745.txt>
</file>

<file path=ppt/media/f65746.txt>
</file>

<file path=ppt/media/f65747.txt>
</file>

<file path=ppt/media/f65748.txt>
</file>

<file path=ppt/media/f65749.txt>
</file>

<file path=ppt/media/f65750.txt>
</file>

<file path=ppt/media/f65751.txt>
</file>

<file path=ppt/media/f65752.txt>
</file>

<file path=ppt/media/f65753.txt>
</file>

<file path=ppt/media/f65754.txt>
</file>

<file path=ppt/media/f65755.txt>
</file>

<file path=ppt/media/f65756.txt>
</file>

<file path=ppt/media/f65757.txt>
</file>

<file path=ppt/media/f65758.txt>
</file>

<file path=ppt/media/f65759.txt>
</file>

<file path=ppt/media/f65760.txt>
</file>

<file path=ppt/media/f65761.txt>
</file>

<file path=ppt/media/f65762.txt>
</file>

<file path=ppt/media/f65763.txt>
</file>

<file path=ppt/media/f65764.txt>
</file>

<file path=ppt/media/f65765.txt>
</file>

<file path=ppt/media/f65766.txt>
</file>

<file path=ppt/media/f65767.txt>
</file>

<file path=ppt/media/f65768.txt>
</file>

<file path=ppt/media/f65769.txt>
</file>

<file path=ppt/media/f65770.txt>
</file>

<file path=ppt/media/f65771.txt>
</file>

<file path=ppt/media/f65772.txt>
</file>

<file path=ppt/media/f65773.txt>
</file>

<file path=ppt/media/f65774.txt>
</file>

<file path=ppt/media/f65775.txt>
</file>

<file path=ppt/media/f65776.txt>
</file>

<file path=ppt/media/f65777.txt>
</file>

<file path=ppt/media/f65778.txt>
</file>

<file path=ppt/media/f65779.txt>
</file>

<file path=ppt/media/f65780.txt>
</file>

<file path=ppt/media/f65781.txt>
</file>

<file path=ppt/media/f65782.txt>
</file>

<file path=ppt/media/f65783.txt>
</file>

<file path=ppt/media/f65784.txt>
</file>

<file path=ppt/media/f65785.txt>
</file>

<file path=ppt/media/f65786.txt>
</file>

<file path=ppt/media/f65787.txt>
</file>

<file path=ppt/media/f65788.txt>
</file>

<file path=ppt/media/f65789.txt>
</file>

<file path=ppt/media/f65790.txt>
</file>

<file path=ppt/media/f65791.txt>
</file>

<file path=ppt/media/f65792.txt>
</file>

<file path=ppt/media/f65793.txt>
</file>

<file path=ppt/media/f65794.txt>
</file>

<file path=ppt/media/f65795.txt>
</file>

<file path=ppt/media/f65796.txt>
</file>

<file path=ppt/media/f65797.txt>
</file>

<file path=ppt/media/f65798.txt>
</file>

<file path=ppt/media/f65799.txt>
</file>

<file path=ppt/media/f65800.txt>
</file>

<file path=ppt/media/f65801.txt>
</file>

<file path=ppt/media/f65802.txt>
</file>

<file path=ppt/media/f65803.txt>
</file>

<file path=ppt/media/f65804.txt>
</file>

<file path=ppt/media/f65805.txt>
</file>

<file path=ppt/media/f65806.txt>
</file>

<file path=ppt/media/f65807.txt>
</file>

<file path=ppt/media/f65808.txt>
</file>

<file path=ppt/media/f65809.txt>
</file>

<file path=ppt/media/f65810.txt>
</file>

<file path=ppt/media/f65811.txt>
</file>

<file path=ppt/media/f65812.txt>
</file>

<file path=ppt/media/f65813.txt>
</file>

<file path=ppt/media/f65814.txt>
</file>

<file path=ppt/media/f65815.txt>
</file>

<file path=ppt/media/f65816.txt>
</file>

<file path=ppt/media/f65817.txt>
</file>

<file path=ppt/media/f65818.txt>
</file>

<file path=ppt/media/f65819.txt>
</file>

<file path=ppt/media/f65820.txt>
</file>

<file path=ppt/media/f65821.txt>
</file>

<file path=ppt/media/f65822.txt>
</file>

<file path=ppt/media/f65823.txt>
</file>

<file path=ppt/media/f65824.txt>
</file>

<file path=ppt/media/f65825.txt>
</file>

<file path=ppt/media/f65826.txt>
</file>

<file path=ppt/media/f65827.txt>
</file>

<file path=ppt/media/f65828.txt>
</file>

<file path=ppt/media/f65829.txt>
</file>

<file path=ppt/media/f65830.txt>
</file>

<file path=ppt/media/f65831.txt>
</file>

<file path=ppt/media/f65832.txt>
</file>

<file path=ppt/media/f65833.txt>
</file>

<file path=ppt/media/f65834.txt>
</file>

<file path=ppt/media/f65835.txt>
</file>

<file path=ppt/media/f65836.txt>
</file>

<file path=ppt/media/f65837.txt>
</file>

<file path=ppt/media/f65838.txt>
</file>

<file path=ppt/media/f65839.txt>
</file>

<file path=ppt/media/f65840.txt>
</file>

<file path=ppt/media/f65841.txt>
</file>

<file path=ppt/media/f65842.txt>
</file>

<file path=ppt/media/f65843.txt>
</file>

<file path=ppt/media/f65844.txt>
</file>

<file path=ppt/media/f65845.txt>
</file>

<file path=ppt/media/f65846.txt>
</file>

<file path=ppt/media/f65847.txt>
</file>

<file path=ppt/media/f65848.txt>
</file>

<file path=ppt/media/f65849.txt>
</file>

<file path=ppt/media/f65850.txt>
</file>

<file path=ppt/media/f65851.txt>
</file>

<file path=ppt/media/f65852.txt>
</file>

<file path=ppt/media/f65853.txt>
</file>

<file path=ppt/media/f65854.txt>
</file>

<file path=ppt/media/f65855.txt>
</file>

<file path=ppt/media/f65856.txt>
</file>

<file path=ppt/media/f65857.txt>
</file>

<file path=ppt/media/f65858.txt>
</file>

<file path=ppt/media/f65859.txt>
</file>

<file path=ppt/media/f65860.txt>
</file>

<file path=ppt/media/f65861.txt>
</file>

<file path=ppt/media/f65862.txt>
</file>

<file path=ppt/media/f65863.txt>
</file>

<file path=ppt/media/f65864.txt>
</file>

<file path=ppt/media/f65865.txt>
</file>

<file path=ppt/media/f65866.txt>
</file>

<file path=ppt/media/f65867.txt>
</file>

<file path=ppt/media/f65868.txt>
</file>

<file path=ppt/media/f65869.txt>
</file>

<file path=ppt/media/f65870.txt>
</file>

<file path=ppt/media/f65871.txt>
</file>

<file path=ppt/media/f65872.txt>
</file>

<file path=ppt/media/f65873.txt>
</file>

<file path=ppt/media/f65874.txt>
</file>

<file path=ppt/media/f65875.txt>
</file>

<file path=ppt/media/f65876.txt>
</file>

<file path=ppt/media/f65877.txt>
</file>

<file path=ppt/media/f65878.txt>
</file>

<file path=ppt/media/f65879.txt>
</file>

<file path=ppt/media/f65880.txt>
</file>

<file path=ppt/media/f65881.txt>
</file>

<file path=ppt/media/f65882.txt>
</file>

<file path=ppt/media/f65883.txt>
</file>

<file path=ppt/media/f65884.txt>
</file>

<file path=ppt/media/f65885.txt>
</file>

<file path=ppt/media/f65886.txt>
</file>

<file path=ppt/media/f65887.txt>
</file>

<file path=ppt/media/f65888.txt>
</file>

<file path=ppt/media/f65889.txt>
</file>

<file path=ppt/media/f65890.txt>
</file>

<file path=ppt/media/f65891.txt>
</file>

<file path=ppt/media/f65892.txt>
</file>

<file path=ppt/media/f65893.txt>
</file>

<file path=ppt/media/f65894.txt>
</file>

<file path=ppt/media/f65895.txt>
</file>

<file path=ppt/media/f65896.txt>
</file>

<file path=ppt/media/f65897.txt>
</file>

<file path=ppt/media/f65898.txt>
</file>

<file path=ppt/media/f65899.txt>
</file>

<file path=ppt/media/f65900.txt>
</file>

<file path=ppt/media/f65901.txt>
</file>

<file path=ppt/media/f65902.txt>
</file>

<file path=ppt/media/f65903.txt>
</file>

<file path=ppt/media/f65904.txt>
</file>

<file path=ppt/media/f65905.txt>
</file>

<file path=ppt/media/f65906.txt>
</file>

<file path=ppt/media/f65907.txt>
</file>

<file path=ppt/media/f65908.txt>
</file>

<file path=ppt/media/f65909.txt>
</file>

<file path=ppt/media/f65910.txt>
</file>

<file path=ppt/media/f65911.txt>
</file>

<file path=ppt/media/f65912.txt>
</file>

<file path=ppt/media/f65913.txt>
</file>

<file path=ppt/media/f65914.txt>
</file>

<file path=ppt/media/f65915.txt>
</file>

<file path=ppt/media/f65916.txt>
</file>

<file path=ppt/media/f65917.txt>
</file>

<file path=ppt/media/f65918.txt>
</file>

<file path=ppt/media/f65919.txt>
</file>

<file path=ppt/media/f65920.txt>
</file>

<file path=ppt/media/f65921.txt>
</file>

<file path=ppt/media/f65922.txt>
</file>

<file path=ppt/media/f65923.txt>
</file>

<file path=ppt/media/f65924.txt>
</file>

<file path=ppt/media/f65925.txt>
</file>

<file path=ppt/media/f65926.txt>
</file>

<file path=ppt/media/f65927.txt>
</file>

<file path=ppt/media/f65928.txt>
</file>

<file path=ppt/media/f65929.txt>
</file>

<file path=ppt/media/f65930.txt>
</file>

<file path=ppt/media/f65931.txt>
</file>

<file path=ppt/media/f65932.txt>
</file>

<file path=ppt/media/f65933.txt>
</file>

<file path=ppt/media/f65934.txt>
</file>

<file path=ppt/media/f65935.txt>
</file>

<file path=ppt/media/f65936.txt>
</file>

<file path=ppt/media/f65937.txt>
</file>

<file path=ppt/media/f65938.txt>
</file>

<file path=ppt/media/f65939.txt>
</file>

<file path=ppt/media/f65940.txt>
</file>

<file path=ppt/media/f65941.txt>
</file>

<file path=ppt/media/f65942.txt>
</file>

<file path=ppt/media/f65943.txt>
</file>

<file path=ppt/media/f65944.txt>
</file>

<file path=ppt/media/f65945.txt>
</file>

<file path=ppt/media/f65946.txt>
</file>

<file path=ppt/media/f65947.txt>
</file>

<file path=ppt/media/f65948.txt>
</file>

<file path=ppt/media/f65949.txt>
</file>

<file path=ppt/media/f65950.txt>
</file>

<file path=ppt/media/f65951.txt>
</file>

<file path=ppt/media/f65952.txt>
</file>

<file path=ppt/media/f65953.txt>
</file>

<file path=ppt/media/f65954.txt>
</file>

<file path=ppt/media/f65955.txt>
</file>

<file path=ppt/media/f65956.txt>
</file>

<file path=ppt/media/f65957.txt>
</file>

<file path=ppt/media/f65958.txt>
</file>

<file path=ppt/media/f65959.txt>
</file>

<file path=ppt/media/f65960.txt>
</file>

<file path=ppt/media/f65961.txt>
</file>

<file path=ppt/media/f65962.txt>
</file>

<file path=ppt/media/f65963.txt>
</file>

<file path=ppt/media/f65964.txt>
</file>

<file path=ppt/media/f65965.txt>
</file>

<file path=ppt/media/f65966.txt>
</file>

<file path=ppt/media/f65967.txt>
</file>

<file path=ppt/media/f65968.txt>
</file>

<file path=ppt/media/f65969.txt>
</file>

<file path=ppt/media/f65970.txt>
</file>

<file path=ppt/media/f65971.txt>
</file>

<file path=ppt/media/f65972.txt>
</file>

<file path=ppt/media/f65973.txt>
</file>

<file path=ppt/media/f65974.txt>
</file>

<file path=ppt/media/f65975.txt>
</file>

<file path=ppt/media/f65976.txt>
</file>

<file path=ppt/media/f65977.txt>
</file>

<file path=ppt/media/f65978.txt>
</file>

<file path=ppt/media/f65979.txt>
</file>

<file path=ppt/media/f65980.txt>
</file>

<file path=ppt/media/f65981.txt>
</file>

<file path=ppt/media/f65982.txt>
</file>

<file path=ppt/media/f65983.txt>
</file>

<file path=ppt/media/f65984.txt>
</file>

<file path=ppt/media/f65985.txt>
</file>

<file path=ppt/media/f65986.txt>
</file>

<file path=ppt/media/f65987.txt>
</file>

<file path=ppt/media/f65988.txt>
</file>

<file path=ppt/media/f65989.txt>
</file>

<file path=ppt/media/f65990.txt>
</file>

<file path=ppt/media/f65991.txt>
</file>

<file path=ppt/media/f65992.txt>
</file>

<file path=ppt/media/f65993.txt>
</file>

<file path=ppt/media/f65994.txt>
</file>

<file path=ppt/media/f65995.txt>
</file>

<file path=ppt/media/f65996.txt>
</file>

<file path=ppt/media/f65997.txt>
</file>

<file path=ppt/media/f65998.txt>
</file>

<file path=ppt/media/f65999.txt>
</file>

<file path=ppt/media/f66000.txt>
</file>

<file path=ppt/media/f66001.txt>
</file>

<file path=ppt/media/f66002.txt>
</file>

<file path=ppt/media/f66003.txt>
</file>

<file path=ppt/media/f66004.txt>
</file>

<file path=ppt/media/f66005.txt>
</file>

<file path=ppt/media/f66006.txt>
</file>

<file path=ppt/media/f66007.txt>
</file>

<file path=ppt/media/f66008.txt>
</file>

<file path=ppt/media/f66009.txt>
</file>

<file path=ppt/media/f66010.txt>
</file>

<file path=ppt/media/f66011.txt>
</file>

<file path=ppt/media/f66012.txt>
</file>

<file path=ppt/media/f66013.txt>
</file>

<file path=ppt/media/f66014.txt>
</file>

<file path=ppt/media/f66015.txt>
</file>

<file path=ppt/media/f66016.txt>
</file>

<file path=ppt/media/f66017.txt>
</file>

<file path=ppt/media/f66018.txt>
</file>

<file path=ppt/media/f66019.txt>
</file>

<file path=ppt/media/f66020.txt>
</file>

<file path=ppt/media/f66021.txt>
</file>

<file path=ppt/media/f66022.txt>
</file>

<file path=ppt/media/f66023.txt>
</file>

<file path=ppt/media/f66024.txt>
</file>

<file path=ppt/media/f66025.txt>
</file>

<file path=ppt/media/f66026.txt>
</file>

<file path=ppt/media/f66027.txt>
</file>

<file path=ppt/media/f66028.txt>
</file>

<file path=ppt/media/f66029.txt>
</file>

<file path=ppt/media/f66030.txt>
</file>

<file path=ppt/media/f66031.txt>
</file>

<file path=ppt/media/f66032.txt>
</file>

<file path=ppt/media/f66033.txt>
</file>

<file path=ppt/media/f66034.txt>
</file>

<file path=ppt/media/f66035.txt>
</file>

<file path=ppt/media/f66036.txt>
</file>

<file path=ppt/media/f66037.txt>
</file>

<file path=ppt/media/f66038.txt>
</file>

<file path=ppt/media/f66039.txt>
</file>

<file path=ppt/media/f66040.txt>
</file>

<file path=ppt/media/f66041.txt>
</file>

<file path=ppt/media/f66042.txt>
</file>

<file path=ppt/media/f66043.txt>
</file>

<file path=ppt/media/f66044.txt>
</file>

<file path=ppt/media/f66045.txt>
</file>

<file path=ppt/media/f66046.txt>
</file>

<file path=ppt/media/f66047.txt>
</file>

<file path=ppt/media/f66048.txt>
</file>

<file path=ppt/media/f66049.txt>
</file>

<file path=ppt/media/f66050.txt>
</file>

<file path=ppt/media/f66051.txt>
</file>

<file path=ppt/media/f66052.txt>
</file>

<file path=ppt/media/f66053.txt>
</file>

<file path=ppt/media/f66054.txt>
</file>

<file path=ppt/media/f66055.txt>
</file>

<file path=ppt/media/f66056.txt>
</file>

<file path=ppt/media/f66057.txt>
</file>

<file path=ppt/media/f66058.txt>
</file>

<file path=ppt/media/f66059.txt>
</file>

<file path=ppt/media/f66060.txt>
</file>

<file path=ppt/media/f66061.txt>
</file>

<file path=ppt/media/f66062.txt>
</file>

<file path=ppt/media/f66063.txt>
</file>

<file path=ppt/media/f66064.txt>
</file>

<file path=ppt/media/f66065.txt>
</file>

<file path=ppt/media/f66066.txt>
</file>

<file path=ppt/media/f66067.txt>
</file>

<file path=ppt/media/f66068.txt>
</file>

<file path=ppt/media/f66069.txt>
</file>

<file path=ppt/media/f66070.txt>
</file>

<file path=ppt/media/f66071.txt>
</file>

<file path=ppt/media/f66072.txt>
</file>

<file path=ppt/media/f66073.txt>
</file>

<file path=ppt/media/f66074.txt>
</file>

<file path=ppt/media/f66075.txt>
</file>

<file path=ppt/media/f66076.txt>
</file>

<file path=ppt/media/f66077.txt>
</file>

<file path=ppt/media/f66078.txt>
</file>

<file path=ppt/media/f66079.txt>
</file>

<file path=ppt/media/f66080.txt>
</file>

<file path=ppt/media/f66081.txt>
</file>

<file path=ppt/media/f66082.txt>
</file>

<file path=ppt/media/f66083.txt>
</file>

<file path=ppt/media/f66084.txt>
</file>

<file path=ppt/media/f66085.txt>
</file>

<file path=ppt/media/f66086.txt>
</file>

<file path=ppt/media/f66087.txt>
</file>

<file path=ppt/media/f66088.txt>
</file>

<file path=ppt/media/f66089.txt>
</file>

<file path=ppt/media/f66090.txt>
</file>

<file path=ppt/media/f66091.txt>
</file>

<file path=ppt/media/f66092.txt>
</file>

<file path=ppt/media/f66093.txt>
</file>

<file path=ppt/media/f66094.txt>
</file>

<file path=ppt/media/f66095.txt>
</file>

<file path=ppt/media/f66096.txt>
</file>

<file path=ppt/media/f66097.txt>
</file>

<file path=ppt/media/f66098.txt>
</file>

<file path=ppt/media/f66099.txt>
</file>

<file path=ppt/media/f66100.txt>
</file>

<file path=ppt/media/f66101.txt>
</file>

<file path=ppt/media/f66102.txt>
</file>

<file path=ppt/media/f66103.txt>
</file>

<file path=ppt/media/f66104.txt>
</file>

<file path=ppt/media/f66105.txt>
</file>

<file path=ppt/media/f66106.txt>
</file>

<file path=ppt/media/f66107.txt>
</file>

<file path=ppt/media/f66108.txt>
</file>

<file path=ppt/media/f66109.txt>
</file>

<file path=ppt/media/f66110.txt>
</file>

<file path=ppt/media/f66111.txt>
</file>

<file path=ppt/media/f66112.txt>
</file>

<file path=ppt/media/f66113.txt>
</file>

<file path=ppt/media/f66114.txt>
</file>

<file path=ppt/media/f66115.txt>
</file>

<file path=ppt/media/f66116.txt>
</file>

<file path=ppt/media/f66117.txt>
</file>

<file path=ppt/media/f66118.txt>
</file>

<file path=ppt/media/f66119.txt>
</file>

<file path=ppt/media/f66120.txt>
</file>

<file path=ppt/media/f66121.txt>
</file>

<file path=ppt/media/f66122.txt>
</file>

<file path=ppt/media/f66123.txt>
</file>

<file path=ppt/media/f66124.txt>
</file>

<file path=ppt/media/f66125.txt>
</file>

<file path=ppt/media/f66126.txt>
</file>

<file path=ppt/media/f66127.txt>
</file>

<file path=ppt/media/f66128.txt>
</file>

<file path=ppt/media/f66129.txt>
</file>

<file path=ppt/media/f66130.txt>
</file>

<file path=ppt/media/f66131.txt>
</file>

<file path=ppt/media/f66132.txt>
</file>

<file path=ppt/media/f66133.txt>
</file>

<file path=ppt/media/f66134.txt>
</file>

<file path=ppt/media/f66135.txt>
</file>

<file path=ppt/media/f66136.txt>
</file>

<file path=ppt/media/f66137.txt>
</file>

<file path=ppt/media/f66138.txt>
</file>

<file path=ppt/media/f66139.txt>
</file>

<file path=ppt/media/f66140.txt>
</file>

<file path=ppt/media/f66141.txt>
</file>

<file path=ppt/media/f66142.txt>
</file>

<file path=ppt/media/f66143.txt>
</file>

<file path=ppt/media/f66144.txt>
</file>

<file path=ppt/media/f66145.txt>
</file>

<file path=ppt/media/f66146.txt>
</file>

<file path=ppt/media/f66147.txt>
</file>

<file path=ppt/media/f66148.txt>
</file>

<file path=ppt/media/f66149.txt>
</file>

<file path=ppt/media/f66150.txt>
</file>

<file path=ppt/media/f66151.txt>
</file>

<file path=ppt/media/f66152.txt>
</file>

<file path=ppt/media/f66153.txt>
</file>

<file path=ppt/media/f66154.txt>
</file>

<file path=ppt/media/f66155.txt>
</file>

<file path=ppt/media/f66156.txt>
</file>

<file path=ppt/media/f66157.txt>
</file>

<file path=ppt/media/f66158.txt>
</file>

<file path=ppt/media/f66159.txt>
</file>

<file path=ppt/media/f66160.txt>
</file>

<file path=ppt/media/f66161.txt>
</file>

<file path=ppt/media/f66162.txt>
</file>

<file path=ppt/media/f66163.txt>
</file>

<file path=ppt/media/f66164.txt>
</file>

<file path=ppt/media/f66165.txt>
</file>

<file path=ppt/media/f66166.txt>
</file>

<file path=ppt/media/f66167.txt>
</file>

<file path=ppt/media/f66168.txt>
</file>

<file path=ppt/media/f66169.txt>
</file>

<file path=ppt/media/f66170.txt>
</file>

<file path=ppt/media/f66171.txt>
</file>

<file path=ppt/media/f66172.txt>
</file>

<file path=ppt/media/f66173.txt>
</file>

<file path=ppt/media/f66174.txt>
</file>

<file path=ppt/media/f66175.txt>
</file>

<file path=ppt/media/f66176.txt>
</file>

<file path=ppt/media/f66177.txt>
</file>

<file path=ppt/media/f66178.txt>
</file>

<file path=ppt/media/f66179.txt>
</file>

<file path=ppt/media/f66180.txt>
</file>

<file path=ppt/media/f66181.txt>
</file>

<file path=ppt/media/f66182.txt>
</file>

<file path=ppt/media/f66183.txt>
</file>

<file path=ppt/media/f66184.txt>
</file>

<file path=ppt/media/f66185.txt>
</file>

<file path=ppt/media/f66186.txt>
</file>

<file path=ppt/media/f66187.txt>
</file>

<file path=ppt/media/f66188.txt>
</file>

<file path=ppt/media/f66189.txt>
</file>

<file path=ppt/media/f66190.txt>
</file>

<file path=ppt/media/f66191.txt>
</file>

<file path=ppt/media/f66192.txt>
</file>

<file path=ppt/media/f66193.txt>
</file>

<file path=ppt/media/f66194.txt>
</file>

<file path=ppt/media/f66195.txt>
</file>

<file path=ppt/media/f66196.txt>
</file>

<file path=ppt/media/f66197.txt>
</file>

<file path=ppt/media/f66198.txt>
</file>

<file path=ppt/media/f66199.txt>
</file>

<file path=ppt/media/f66200.txt>
</file>

<file path=ppt/media/f66201.txt>
</file>

<file path=ppt/media/f66202.txt>
</file>

<file path=ppt/media/f66203.txt>
</file>

<file path=ppt/media/f66204.txt>
</file>

<file path=ppt/media/f66205.txt>
</file>

<file path=ppt/media/f66206.txt>
</file>

<file path=ppt/media/f66207.txt>
</file>

<file path=ppt/media/f66208.txt>
</file>

<file path=ppt/media/f66209.txt>
</file>

<file path=ppt/media/f66210.txt>
</file>

<file path=ppt/media/f66211.txt>
</file>

<file path=ppt/media/f66212.txt>
</file>

<file path=ppt/media/f66213.txt>
</file>

<file path=ppt/media/f66214.txt>
</file>

<file path=ppt/media/f66215.txt>
</file>

<file path=ppt/media/f66216.txt>
</file>

<file path=ppt/media/f66217.txt>
</file>

<file path=ppt/media/f66218.txt>
</file>

<file path=ppt/media/f66219.txt>
</file>

<file path=ppt/media/f66220.txt>
</file>

<file path=ppt/media/f66221.txt>
</file>

<file path=ppt/media/f66222.txt>
</file>

<file path=ppt/media/f66223.txt>
</file>

<file path=ppt/media/f66224.txt>
</file>

<file path=ppt/media/f66225.txt>
</file>

<file path=ppt/media/f66226.txt>
</file>

<file path=ppt/media/f66227.txt>
</file>

<file path=ppt/media/f66228.txt>
</file>

<file path=ppt/media/f66229.txt>
</file>

<file path=ppt/media/f66230.txt>
</file>

<file path=ppt/media/f66231.txt>
</file>

<file path=ppt/media/f66232.txt>
</file>

<file path=ppt/media/f66233.txt>
</file>

<file path=ppt/media/f66234.txt>
</file>

<file path=ppt/media/f66235.txt>
</file>

<file path=ppt/media/f66236.txt>
</file>

<file path=ppt/media/f66237.txt>
</file>

<file path=ppt/media/f66238.txt>
</file>

<file path=ppt/media/f66239.txt>
</file>

<file path=ppt/media/f66240.txt>
</file>

<file path=ppt/media/f66241.txt>
</file>

<file path=ppt/media/f66242.txt>
</file>

<file path=ppt/media/f66243.txt>
</file>

<file path=ppt/media/f66244.txt>
</file>

<file path=ppt/media/f66245.txt>
</file>

<file path=ppt/media/f66246.txt>
</file>

<file path=ppt/media/f66247.txt>
</file>

<file path=ppt/media/f66248.txt>
</file>

<file path=ppt/media/f66249.txt>
</file>

<file path=ppt/media/f66250.txt>
</file>

<file path=ppt/media/f66251.txt>
</file>

<file path=ppt/media/f66252.txt>
</file>

<file path=ppt/media/f66253.txt>
</file>

<file path=ppt/media/f66254.txt>
</file>

<file path=ppt/media/f66255.txt>
</file>

<file path=ppt/media/f66256.txt>
</file>

<file path=ppt/media/f66257.txt>
</file>

<file path=ppt/media/f66258.txt>
</file>

<file path=ppt/media/f66259.txt>
</file>

<file path=ppt/media/f66260.txt>
</file>

<file path=ppt/media/f66261.txt>
</file>

<file path=ppt/media/f66262.txt>
</file>

<file path=ppt/media/f66263.txt>
</file>

<file path=ppt/media/f66264.txt>
</file>

<file path=ppt/media/f66265.txt>
</file>

<file path=ppt/media/f66266.txt>
</file>

<file path=ppt/media/f66267.txt>
</file>

<file path=ppt/media/f66268.txt>
</file>

<file path=ppt/media/f66269.txt>
</file>

<file path=ppt/media/f66270.txt>
</file>

<file path=ppt/media/f66271.txt>
</file>

<file path=ppt/media/f66272.txt>
</file>

<file path=ppt/media/f66273.txt>
</file>

<file path=ppt/media/f66274.txt>
</file>

<file path=ppt/media/f66275.txt>
</file>

<file path=ppt/media/f66276.txt>
</file>

<file path=ppt/media/f66277.txt>
</file>

<file path=ppt/media/f66278.txt>
</file>

<file path=ppt/media/f66279.txt>
</file>

<file path=ppt/media/f66280.txt>
</file>

<file path=ppt/media/f66281.txt>
</file>

<file path=ppt/media/f66282.txt>
</file>

<file path=ppt/media/f66283.txt>
</file>

<file path=ppt/media/f66284.txt>
</file>

<file path=ppt/media/f66285.txt>
</file>

<file path=ppt/media/f66286.txt>
</file>

<file path=ppt/media/f66287.txt>
</file>

<file path=ppt/media/f66288.txt>
</file>

<file path=ppt/media/f66289.txt>
</file>

<file path=ppt/media/f66290.txt>
</file>

<file path=ppt/media/f66291.txt>
</file>

<file path=ppt/media/f66292.txt>
</file>

<file path=ppt/media/f66293.txt>
</file>

<file path=ppt/media/f66294.txt>
</file>

<file path=ppt/media/f66295.txt>
</file>

<file path=ppt/media/f66296.txt>
</file>

<file path=ppt/media/f66297.txt>
</file>

<file path=ppt/media/f66298.txt>
</file>

<file path=ppt/media/f66299.txt>
</file>

<file path=ppt/media/f66300.txt>
</file>

<file path=ppt/media/f66301.txt>
</file>

<file path=ppt/media/f66302.txt>
</file>

<file path=ppt/media/f66303.txt>
</file>

<file path=ppt/media/f66304.txt>
</file>

<file path=ppt/media/f66305.txt>
</file>

<file path=ppt/media/f66306.txt>
</file>

<file path=ppt/media/f66307.txt>
</file>

<file path=ppt/media/f66308.txt>
</file>

<file path=ppt/media/f66309.txt>
</file>

<file path=ppt/media/f66310.txt>
</file>

<file path=ppt/media/f66311.txt>
</file>

<file path=ppt/media/f66312.txt>
</file>

<file path=ppt/media/f66313.txt>
</file>

<file path=ppt/media/f66314.txt>
</file>

<file path=ppt/media/f66315.txt>
</file>

<file path=ppt/media/f66316.txt>
</file>

<file path=ppt/media/f66317.txt>
</file>

<file path=ppt/media/f66318.txt>
</file>

<file path=ppt/media/f66319.txt>
</file>

<file path=ppt/media/f66320.txt>
</file>

<file path=ppt/media/f66321.txt>
</file>

<file path=ppt/media/f66322.txt>
</file>

<file path=ppt/media/f66323.txt>
</file>

<file path=ppt/media/f66324.txt>
</file>

<file path=ppt/media/f66325.txt>
</file>

<file path=ppt/media/f66326.txt>
</file>

<file path=ppt/media/f66327.txt>
</file>

<file path=ppt/media/f66328.txt>
</file>

<file path=ppt/media/f66329.txt>
</file>

<file path=ppt/media/f66330.txt>
</file>

<file path=ppt/media/f66331.txt>
</file>

<file path=ppt/media/f66332.txt>
</file>

<file path=ppt/media/f66333.txt>
</file>

<file path=ppt/media/f66334.txt>
</file>

<file path=ppt/media/f66335.txt>
</file>

<file path=ppt/media/f66336.txt>
</file>

<file path=ppt/media/f66337.txt>
</file>

<file path=ppt/media/f66338.txt>
</file>

<file path=ppt/media/f66339.txt>
</file>

<file path=ppt/media/f66340.txt>
</file>

<file path=ppt/media/f66341.txt>
</file>

<file path=ppt/media/f66342.txt>
</file>

<file path=ppt/media/f66343.txt>
</file>

<file path=ppt/media/f66344.txt>
</file>

<file path=ppt/media/f66345.txt>
</file>

<file path=ppt/media/f66346.txt>
</file>

<file path=ppt/media/f66347.txt>
</file>

<file path=ppt/media/f66348.txt>
</file>

<file path=ppt/media/f66349.txt>
</file>

<file path=ppt/media/f66350.txt>
</file>

<file path=ppt/media/f66351.txt>
</file>

<file path=ppt/media/f66352.txt>
</file>

<file path=ppt/media/f66353.txt>
</file>

<file path=ppt/media/f66354.txt>
</file>

<file path=ppt/media/f66355.txt>
</file>

<file path=ppt/media/f66356.txt>
</file>

<file path=ppt/media/f66357.txt>
</file>

<file path=ppt/media/f66358.txt>
</file>

<file path=ppt/media/f66359.txt>
</file>

<file path=ppt/media/f66360.txt>
</file>

<file path=ppt/media/f66361.txt>
</file>

<file path=ppt/media/f66362.txt>
</file>

<file path=ppt/media/f66363.txt>
</file>

<file path=ppt/media/f66364.txt>
</file>

<file path=ppt/media/f66365.txt>
</file>

<file path=ppt/media/f66366.txt>
</file>

<file path=ppt/media/f66367.txt>
</file>

<file path=ppt/media/f66368.txt>
</file>

<file path=ppt/media/f66369.txt>
</file>

<file path=ppt/media/f66370.txt>
</file>

<file path=ppt/media/f66371.txt>
</file>

<file path=ppt/media/f66372.txt>
</file>

<file path=ppt/media/f66373.txt>
</file>

<file path=ppt/media/f66374.txt>
</file>

<file path=ppt/media/f66375.txt>
</file>

<file path=ppt/media/f66376.txt>
</file>

<file path=ppt/media/f66377.txt>
</file>

<file path=ppt/media/f66378.txt>
</file>

<file path=ppt/media/f66379.txt>
</file>

<file path=ppt/media/f66380.txt>
</file>

<file path=ppt/media/f66381.txt>
</file>

<file path=ppt/media/f66382.txt>
</file>

<file path=ppt/media/f66383.txt>
</file>

<file path=ppt/media/f66384.txt>
</file>

<file path=ppt/media/f66385.txt>
</file>

<file path=ppt/media/f66386.txt>
</file>

<file path=ppt/media/f66387.txt>
</file>

<file path=ppt/media/f66388.txt>
</file>

<file path=ppt/media/f66389.txt>
</file>

<file path=ppt/media/f66390.txt>
</file>

<file path=ppt/media/f66391.txt>
</file>

<file path=ppt/media/f66392.txt>
</file>

<file path=ppt/media/f66393.txt>
</file>

<file path=ppt/media/f66394.txt>
</file>

<file path=ppt/media/f66395.txt>
</file>

<file path=ppt/media/f66396.txt>
</file>

<file path=ppt/media/f66397.txt>
</file>

<file path=ppt/media/f66398.txt>
</file>

<file path=ppt/media/f66399.txt>
</file>

<file path=ppt/media/f66400.txt>
</file>

<file path=ppt/media/f66401.txt>
</file>

<file path=ppt/media/f66402.txt>
</file>

<file path=ppt/media/f66403.txt>
</file>

<file path=ppt/media/f66404.txt>
</file>

<file path=ppt/media/f66405.txt>
</file>

<file path=ppt/media/f66406.txt>
</file>

<file path=ppt/media/f66407.txt>
</file>

<file path=ppt/media/f66408.txt>
</file>

<file path=ppt/media/f66409.txt>
</file>

<file path=ppt/media/f66410.txt>
</file>

<file path=ppt/media/f66411.txt>
</file>

<file path=ppt/media/f66412.txt>
</file>

<file path=ppt/media/f66413.txt>
</file>

<file path=ppt/media/f66414.txt>
</file>

<file path=ppt/media/f66415.txt>
</file>

<file path=ppt/media/f66416.txt>
</file>

<file path=ppt/media/f66417.txt>
</file>

<file path=ppt/media/f66418.txt>
</file>

<file path=ppt/media/f66419.txt>
</file>

<file path=ppt/media/f66420.txt>
</file>

<file path=ppt/media/f66421.txt>
</file>

<file path=ppt/media/f66422.txt>
</file>

<file path=ppt/media/f66423.txt>
</file>

<file path=ppt/media/f66424.txt>
</file>

<file path=ppt/media/f66425.txt>
</file>

<file path=ppt/media/f66426.txt>
</file>

<file path=ppt/media/f66427.txt>
</file>

<file path=ppt/media/f66428.txt>
</file>

<file path=ppt/media/f66429.txt>
</file>

<file path=ppt/media/f66430.txt>
</file>

<file path=ppt/media/f66431.txt>
</file>

<file path=ppt/media/f66432.txt>
</file>

<file path=ppt/media/f66433.txt>
</file>

<file path=ppt/media/f66434.txt>
</file>

<file path=ppt/media/f66435.txt>
</file>

<file path=ppt/media/f66436.txt>
</file>

<file path=ppt/media/f66437.txt>
</file>

<file path=ppt/media/f66438.txt>
</file>

<file path=ppt/media/f66439.txt>
</file>

<file path=ppt/media/f66440.txt>
</file>

<file path=ppt/media/f66441.txt>
</file>

<file path=ppt/media/f66442.txt>
</file>

<file path=ppt/media/f66443.txt>
</file>

<file path=ppt/media/f66444.txt>
</file>

<file path=ppt/media/f66445.txt>
</file>

<file path=ppt/media/f66446.txt>
</file>

<file path=ppt/media/f66447.txt>
</file>

<file path=ppt/media/f66448.txt>
</file>

<file path=ppt/media/f66449.txt>
</file>

<file path=ppt/media/f66450.txt>
</file>

<file path=ppt/media/f66451.txt>
</file>

<file path=ppt/media/f66452.txt>
</file>

<file path=ppt/media/f66453.txt>
</file>

<file path=ppt/media/f66454.txt>
</file>

<file path=ppt/media/f66455.txt>
</file>

<file path=ppt/media/f66456.txt>
</file>

<file path=ppt/media/f66457.txt>
</file>

<file path=ppt/media/f66458.txt>
</file>

<file path=ppt/media/f66459.txt>
</file>

<file path=ppt/media/f66460.txt>
</file>

<file path=ppt/media/f66461.txt>
</file>

<file path=ppt/media/f66462.txt>
</file>

<file path=ppt/media/f66463.txt>
</file>

<file path=ppt/media/f66464.txt>
</file>

<file path=ppt/media/f66465.txt>
</file>

<file path=ppt/media/f66466.txt>
</file>

<file path=ppt/media/f66467.txt>
</file>

<file path=ppt/media/f66468.txt>
</file>

<file path=ppt/media/f66469.txt>
</file>

<file path=ppt/media/f66470.txt>
</file>

<file path=ppt/media/f66471.txt>
</file>

<file path=ppt/media/f66472.txt>
</file>

<file path=ppt/media/f66473.txt>
</file>

<file path=ppt/media/f66474.txt>
</file>

<file path=ppt/media/f66475.txt>
</file>

<file path=ppt/media/f66476.txt>
</file>

<file path=ppt/media/f66477.txt>
</file>

<file path=ppt/media/f66478.txt>
</file>

<file path=ppt/media/f66479.txt>
</file>

<file path=ppt/media/f66480.txt>
</file>

<file path=ppt/media/f66481.txt>
</file>

<file path=ppt/media/f66482.txt>
</file>

<file path=ppt/media/f66483.txt>
</file>

<file path=ppt/media/f66484.txt>
</file>

<file path=ppt/media/f66485.txt>
</file>

<file path=ppt/media/f66486.txt>
</file>

<file path=ppt/media/f66487.txt>
</file>

<file path=ppt/media/f66488.txt>
</file>

<file path=ppt/media/f66489.txt>
</file>

<file path=ppt/media/f66490.txt>
</file>

<file path=ppt/media/f66491.txt>
</file>

<file path=ppt/media/f66492.txt>
</file>

<file path=ppt/media/f66493.txt>
</file>

<file path=ppt/media/f66494.txt>
</file>

<file path=ppt/media/f66495.txt>
</file>

<file path=ppt/media/f66496.txt>
</file>

<file path=ppt/media/f66497.txt>
</file>

<file path=ppt/media/f66498.txt>
</file>

<file path=ppt/media/f66499.txt>
</file>

<file path=ppt/media/f66500.txt>
</file>

<file path=ppt/media/f66501.txt>
</file>

<file path=ppt/media/f66502.txt>
</file>

<file path=ppt/media/f66503.txt>
</file>

<file path=ppt/media/f66504.txt>
</file>

<file path=ppt/media/f66505.txt>
</file>

<file path=ppt/media/f66506.txt>
</file>

<file path=ppt/media/f66507.txt>
</file>

<file path=ppt/media/f66508.txt>
</file>

<file path=ppt/media/f66509.txt>
</file>

<file path=ppt/media/f66510.txt>
</file>

<file path=ppt/media/f66511.txt>
</file>

<file path=ppt/media/f66512.txt>
</file>

<file path=ppt/media/f66513.txt>
</file>

<file path=ppt/media/f66514.txt>
</file>

<file path=ppt/media/f66515.txt>
</file>

<file path=ppt/media/f66516.txt>
</file>

<file path=ppt/media/f66517.txt>
</file>

<file path=ppt/media/f66518.txt>
</file>

<file path=ppt/media/f66519.txt>
</file>

<file path=ppt/media/f66520.txt>
</file>

<file path=ppt/media/f66521.txt>
</file>

<file path=ppt/media/f66522.txt>
</file>

<file path=ppt/media/f66523.txt>
</file>

<file path=ppt/media/f66524.txt>
</file>

<file path=ppt/media/f66525.txt>
</file>

<file path=ppt/media/f66526.txt>
</file>

<file path=ppt/media/f66527.txt>
</file>

<file path=ppt/media/f66528.txt>
</file>

<file path=ppt/media/f66529.txt>
</file>

<file path=ppt/media/f66530.txt>
</file>

<file path=ppt/media/f66531.txt>
</file>

<file path=ppt/media/f66532.txt>
</file>

<file path=ppt/media/f66533.txt>
</file>

<file path=ppt/media/f66534.txt>
</file>

<file path=ppt/media/f66535.txt>
</file>

<file path=ppt/media/f66536.txt>
</file>

<file path=ppt/media/f66537.txt>
</file>

<file path=ppt/media/f66538.txt>
</file>

<file path=ppt/media/f66539.txt>
</file>

<file path=ppt/media/f66540.txt>
</file>

<file path=ppt/media/f66541.txt>
</file>

<file path=ppt/media/f66542.txt>
</file>

<file path=ppt/media/f66543.txt>
</file>

<file path=ppt/media/f66544.txt>
</file>

<file path=ppt/media/f66545.txt>
</file>

<file path=ppt/media/f66546.txt>
</file>

<file path=ppt/media/f66547.txt>
</file>

<file path=ppt/media/f66548.txt>
</file>

<file path=ppt/media/f66549.txt>
</file>

<file path=ppt/media/f66550.txt>
</file>

<file path=ppt/media/f66551.txt>
</file>

<file path=ppt/media/f66552.txt>
</file>

<file path=ppt/media/f66553.txt>
</file>

<file path=ppt/media/f66554.txt>
</file>

<file path=ppt/media/f66555.txt>
</file>

<file path=ppt/media/f66556.txt>
</file>

<file path=ppt/media/f66557.txt>
</file>

<file path=ppt/media/f66558.txt>
</file>

<file path=ppt/media/f66559.txt>
</file>

<file path=ppt/media/f66560.txt>
</file>

<file path=ppt/media/f66561.txt>
</file>

<file path=ppt/media/f66562.txt>
</file>

<file path=ppt/media/f66563.txt>
</file>

<file path=ppt/media/f66564.txt>
</file>

<file path=ppt/media/f66565.txt>
</file>

<file path=ppt/media/f66566.txt>
</file>

<file path=ppt/media/f66567.txt>
</file>

<file path=ppt/media/f66568.txt>
</file>

<file path=ppt/media/f66569.txt>
</file>

<file path=ppt/media/f66570.txt>
</file>

<file path=ppt/media/f66571.txt>
</file>

<file path=ppt/media/f66572.txt>
</file>

<file path=ppt/media/f66573.txt>
</file>

<file path=ppt/media/f66574.txt>
</file>

<file path=ppt/media/f66575.txt>
</file>

<file path=ppt/media/f66576.txt>
</file>

<file path=ppt/media/f66577.txt>
</file>

<file path=ppt/media/f66578.txt>
</file>

<file path=ppt/media/f66579.txt>
</file>

<file path=ppt/media/f66580.txt>
</file>

<file path=ppt/media/f66581.txt>
</file>

<file path=ppt/media/f66582.txt>
</file>

<file path=ppt/media/f66583.txt>
</file>

<file path=ppt/media/f66584.txt>
</file>

<file path=ppt/media/f66585.txt>
</file>

<file path=ppt/media/f66586.txt>
</file>

<file path=ppt/media/f66587.txt>
</file>

<file path=ppt/media/f66588.txt>
</file>

<file path=ppt/media/f66589.txt>
</file>

<file path=ppt/media/f66590.txt>
</file>

<file path=ppt/media/f66591.txt>
</file>

<file path=ppt/media/f66592.txt>
</file>

<file path=ppt/media/f66593.txt>
</file>

<file path=ppt/media/f66594.txt>
</file>

<file path=ppt/media/f66595.txt>
</file>

<file path=ppt/media/f66596.txt>
</file>

<file path=ppt/media/f66597.txt>
</file>

<file path=ppt/media/f66598.txt>
</file>

<file path=ppt/media/f66599.txt>
</file>

<file path=ppt/media/f66600.txt>
</file>

<file path=ppt/media/f66601.txt>
</file>

<file path=ppt/media/f66602.txt>
</file>

<file path=ppt/media/f66603.txt>
</file>

<file path=ppt/media/f66604.txt>
</file>

<file path=ppt/media/f66605.txt>
</file>

<file path=ppt/media/f66606.txt>
</file>

<file path=ppt/media/f66607.txt>
</file>

<file path=ppt/media/f66608.txt>
</file>

<file path=ppt/media/f66609.txt>
</file>

<file path=ppt/media/f66610.txt>
</file>

<file path=ppt/media/f66611.txt>
</file>

<file path=ppt/media/f66612.txt>
</file>

<file path=ppt/media/f66613.txt>
</file>

<file path=ppt/media/f66614.txt>
</file>

<file path=ppt/media/f66615.txt>
</file>

<file path=ppt/media/f66616.txt>
</file>

<file path=ppt/media/f66617.txt>
</file>

<file path=ppt/media/f66618.txt>
</file>

<file path=ppt/media/f66619.txt>
</file>

<file path=ppt/media/f66620.txt>
</file>

<file path=ppt/media/f66621.txt>
</file>

<file path=ppt/media/f66622.txt>
</file>

<file path=ppt/media/f66623.txt>
</file>

<file path=ppt/media/f66624.txt>
</file>

<file path=ppt/media/f66625.txt>
</file>

<file path=ppt/media/f66626.txt>
</file>

<file path=ppt/media/f66627.txt>
</file>

<file path=ppt/media/f66628.txt>
</file>

<file path=ppt/media/f66629.txt>
</file>

<file path=ppt/media/f66630.txt>
</file>

<file path=ppt/media/f66631.txt>
</file>

<file path=ppt/media/f66632.txt>
</file>

<file path=ppt/media/f66633.txt>
</file>

<file path=ppt/media/f66634.txt>
</file>

<file path=ppt/media/f66635.txt>
</file>

<file path=ppt/media/f66636.txt>
</file>

<file path=ppt/media/f66637.txt>
</file>

<file path=ppt/media/f66638.txt>
</file>

<file path=ppt/media/f66639.txt>
</file>

<file path=ppt/media/f66640.txt>
</file>

<file path=ppt/media/f66641.txt>
</file>

<file path=ppt/media/f66642.txt>
</file>

<file path=ppt/media/f66643.txt>
</file>

<file path=ppt/media/f66644.txt>
</file>

<file path=ppt/media/f66645.txt>
</file>

<file path=ppt/media/f66646.txt>
</file>

<file path=ppt/media/f66647.txt>
</file>

<file path=ppt/media/f66648.txt>
</file>

<file path=ppt/media/f66649.txt>
</file>

<file path=ppt/media/f66650.txt>
</file>

<file path=ppt/media/f66651.txt>
</file>

<file path=ppt/media/f66652.txt>
</file>

<file path=ppt/media/f66653.txt>
</file>

<file path=ppt/media/f66654.txt>
</file>

<file path=ppt/media/f66655.txt>
</file>

<file path=ppt/media/f66656.txt>
</file>

<file path=ppt/media/f66657.txt>
</file>

<file path=ppt/media/f66658.txt>
</file>

<file path=ppt/media/f66659.txt>
</file>

<file path=ppt/media/f66660.txt>
</file>

<file path=ppt/media/f66661.txt>
</file>

<file path=ppt/media/f66662.txt>
</file>

<file path=ppt/media/f66663.txt>
</file>

<file path=ppt/media/f66664.txt>
</file>

<file path=ppt/media/f66665.txt>
</file>

<file path=ppt/media/f66666.txt>
</file>

<file path=ppt/media/f66667.txt>
</file>

<file path=ppt/media/f66668.txt>
</file>

<file path=ppt/media/f66669.txt>
</file>

<file path=ppt/media/f66670.txt>
</file>

<file path=ppt/media/f66671.txt>
</file>

<file path=ppt/media/f66672.txt>
</file>

<file path=ppt/media/f66673.txt>
</file>

<file path=ppt/media/f66674.txt>
</file>

<file path=ppt/media/f66675.txt>
</file>

<file path=ppt/media/f66676.txt>
</file>

<file path=ppt/media/f66677.txt>
</file>

<file path=ppt/media/f66678.txt>
</file>

<file path=ppt/media/f66679.txt>
</file>

<file path=ppt/media/f66680.txt>
</file>

<file path=ppt/media/f66681.txt>
</file>

<file path=ppt/media/f66682.txt>
</file>

<file path=ppt/media/f66683.txt>
</file>

<file path=ppt/media/f66684.txt>
</file>

<file path=ppt/media/f66685.txt>
</file>

<file path=ppt/media/f66686.txt>
</file>

<file path=ppt/media/f66687.txt>
</file>

<file path=ppt/media/f66688.txt>
</file>

<file path=ppt/media/f66689.txt>
</file>

<file path=ppt/media/f66690.txt>
</file>

<file path=ppt/media/f66691.txt>
</file>

<file path=ppt/media/f66692.txt>
</file>

<file path=ppt/media/f66693.txt>
</file>

<file path=ppt/media/f66694.txt>
</file>

<file path=ppt/media/f66695.txt>
</file>

<file path=ppt/media/f66696.txt>
</file>

<file path=ppt/media/f66697.txt>
</file>

<file path=ppt/media/f66698.txt>
</file>

<file path=ppt/media/f66699.txt>
</file>

<file path=ppt/media/f66700.txt>
</file>

<file path=ppt/media/f66701.txt>
</file>

<file path=ppt/media/f66702.txt>
</file>

<file path=ppt/media/f66703.txt>
</file>

<file path=ppt/media/f66704.txt>
</file>

<file path=ppt/media/f66705.txt>
</file>

<file path=ppt/media/f66706.txt>
</file>

<file path=ppt/media/f66707.txt>
</file>

<file path=ppt/media/f66708.txt>
</file>

<file path=ppt/media/f66709.txt>
</file>

<file path=ppt/media/f66710.txt>
</file>

<file path=ppt/media/f66711.txt>
</file>

<file path=ppt/media/f66712.txt>
</file>

<file path=ppt/media/f66713.txt>
</file>

<file path=ppt/media/f66714.txt>
</file>

<file path=ppt/media/f66715.txt>
</file>

<file path=ppt/media/f66716.txt>
</file>

<file path=ppt/media/f66717.txt>
</file>

<file path=ppt/media/f66718.txt>
</file>

<file path=ppt/media/f66719.txt>
</file>

<file path=ppt/media/f66720.txt>
</file>

<file path=ppt/media/f66721.txt>
</file>

<file path=ppt/media/f66722.txt>
</file>

<file path=ppt/media/f66723.txt>
</file>

<file path=ppt/media/f66724.txt>
</file>

<file path=ppt/media/f66725.txt>
</file>

<file path=ppt/media/f66726.txt>
</file>

<file path=ppt/media/f66727.txt>
</file>

<file path=ppt/media/f66728.txt>
</file>

<file path=ppt/media/f66729.txt>
</file>

<file path=ppt/media/f66730.txt>
</file>

<file path=ppt/media/f66731.txt>
</file>

<file path=ppt/media/f66732.txt>
</file>

<file path=ppt/media/f66733.txt>
</file>

<file path=ppt/media/f66734.txt>
</file>

<file path=ppt/media/f66735.txt>
</file>

<file path=ppt/media/f66736.txt>
</file>

<file path=ppt/media/f66737.txt>
</file>

<file path=ppt/media/f66738.txt>
</file>

<file path=ppt/media/f66739.txt>
</file>

<file path=ppt/media/f66740.txt>
</file>

<file path=ppt/media/f66741.txt>
</file>

<file path=ppt/media/f66742.txt>
</file>

<file path=ppt/media/f66743.txt>
</file>

<file path=ppt/media/f66744.txt>
</file>

<file path=ppt/media/f66745.txt>
</file>

<file path=ppt/media/f66746.txt>
</file>

<file path=ppt/media/f66747.txt>
</file>

<file path=ppt/media/f66748.txt>
</file>

<file path=ppt/media/f66749.txt>
</file>

<file path=ppt/media/f66750.txt>
</file>

<file path=ppt/media/f66751.txt>
</file>

<file path=ppt/media/f66752.txt>
</file>

<file path=ppt/media/f66753.txt>
</file>

<file path=ppt/media/f66754.txt>
</file>

<file path=ppt/media/f66755.txt>
</file>

<file path=ppt/media/f66756.txt>
</file>

<file path=ppt/media/f66757.txt>
</file>

<file path=ppt/media/f66758.txt>
</file>

<file path=ppt/media/f66759.txt>
</file>

<file path=ppt/media/f66760.txt>
</file>

<file path=ppt/media/f66761.txt>
</file>

<file path=ppt/media/f66762.txt>
</file>

<file path=ppt/media/f66763.txt>
</file>

<file path=ppt/media/f66764.txt>
</file>

<file path=ppt/media/f66765.txt>
</file>

<file path=ppt/media/f66766.txt>
</file>

<file path=ppt/media/f66767.txt>
</file>

<file path=ppt/media/f66768.txt>
</file>

<file path=ppt/media/f66769.txt>
</file>

<file path=ppt/media/f66770.txt>
</file>

<file path=ppt/media/f66771.txt>
</file>

<file path=ppt/media/f66772.txt>
</file>

<file path=ppt/media/f66773.txt>
</file>

<file path=ppt/media/f66774.txt>
</file>

<file path=ppt/media/f66775.txt>
</file>

<file path=ppt/media/f66776.txt>
</file>

<file path=ppt/media/f66777.txt>
</file>

<file path=ppt/media/f66778.txt>
</file>

<file path=ppt/media/f66779.txt>
</file>

<file path=ppt/media/f66780.txt>
</file>

<file path=ppt/media/f66781.txt>
</file>

<file path=ppt/media/f66782.txt>
</file>

<file path=ppt/media/f66783.txt>
</file>

<file path=ppt/media/f66784.txt>
</file>

<file path=ppt/media/f66785.txt>
</file>

<file path=ppt/media/f66786.txt>
</file>

<file path=ppt/media/f66787.txt>
</file>

<file path=ppt/media/f66788.txt>
</file>

<file path=ppt/media/f66789.txt>
</file>

<file path=ppt/media/f66790.txt>
</file>

<file path=ppt/media/f66791.txt>
</file>

<file path=ppt/media/f66792.txt>
</file>

<file path=ppt/media/f66793.txt>
</file>

<file path=ppt/media/f66794.txt>
</file>

<file path=ppt/media/f66795.txt>
</file>

<file path=ppt/media/f66796.txt>
</file>

<file path=ppt/media/f66797.txt>
</file>

<file path=ppt/media/f66798.txt>
</file>

<file path=ppt/media/f66799.txt>
</file>

<file path=ppt/media/f66800.txt>
</file>

<file path=ppt/media/f66801.txt>
</file>

<file path=ppt/media/f66802.txt>
</file>

<file path=ppt/media/f66803.txt>
</file>

<file path=ppt/media/f66804.txt>
</file>

<file path=ppt/media/f66805.txt>
</file>

<file path=ppt/media/f66806.txt>
</file>

<file path=ppt/media/f66807.txt>
</file>

<file path=ppt/media/f66808.txt>
</file>

<file path=ppt/media/f66809.txt>
</file>

<file path=ppt/media/f66810.txt>
</file>

<file path=ppt/media/f66811.txt>
</file>

<file path=ppt/media/f66812.txt>
</file>

<file path=ppt/media/f66813.txt>
</file>

<file path=ppt/media/f66814.txt>
</file>

<file path=ppt/media/f66815.txt>
</file>

<file path=ppt/media/f66816.txt>
</file>

<file path=ppt/media/f66817.txt>
</file>

<file path=ppt/media/f66818.txt>
</file>

<file path=ppt/media/f66819.txt>
</file>

<file path=ppt/media/f66820.txt>
</file>

<file path=ppt/media/f66821.txt>
</file>

<file path=ppt/media/f66822.txt>
</file>

<file path=ppt/media/f66823.txt>
</file>

<file path=ppt/media/f66824.txt>
</file>

<file path=ppt/media/f66825.txt>
</file>

<file path=ppt/media/f66826.txt>
</file>

<file path=ppt/media/f66827.txt>
</file>

<file path=ppt/media/f66828.txt>
</file>

<file path=ppt/media/f66829.txt>
</file>

<file path=ppt/media/f66830.txt>
</file>

<file path=ppt/media/f66831.txt>
</file>

<file path=ppt/media/f66832.txt>
</file>

<file path=ppt/media/f66833.txt>
</file>

<file path=ppt/media/f66834.txt>
</file>

<file path=ppt/media/f66835.txt>
</file>

<file path=ppt/media/f66836.txt>
</file>

<file path=ppt/media/f66837.txt>
</file>

<file path=ppt/media/f66838.txt>
</file>

<file path=ppt/media/f66839.txt>
</file>

<file path=ppt/media/f66840.txt>
</file>

<file path=ppt/media/f66841.txt>
</file>

<file path=ppt/media/f66842.txt>
</file>

<file path=ppt/media/f66843.txt>
</file>

<file path=ppt/media/f66844.txt>
</file>

<file path=ppt/media/f66845.txt>
</file>

<file path=ppt/media/f66846.txt>
</file>

<file path=ppt/media/f66847.txt>
</file>

<file path=ppt/media/f66848.txt>
</file>

<file path=ppt/media/f66849.txt>
</file>

<file path=ppt/media/f66850.txt>
</file>

<file path=ppt/media/f66851.txt>
</file>

<file path=ppt/media/f66852.txt>
</file>

<file path=ppt/media/f66853.txt>
</file>

<file path=ppt/media/f66854.txt>
</file>

<file path=ppt/media/f66855.txt>
</file>

<file path=ppt/media/f66856.txt>
</file>

<file path=ppt/media/f66857.txt>
</file>

<file path=ppt/media/f66858.txt>
</file>

<file path=ppt/media/f66859.txt>
</file>

<file path=ppt/media/f66860.txt>
</file>

<file path=ppt/media/f66861.txt>
</file>

<file path=ppt/media/f66862.txt>
</file>

<file path=ppt/media/f66863.txt>
</file>

<file path=ppt/media/f66864.txt>
</file>

<file path=ppt/media/f66865.txt>
</file>

<file path=ppt/media/f66866.txt>
</file>

<file path=ppt/media/f66867.txt>
</file>

<file path=ppt/media/f66868.txt>
</file>

<file path=ppt/media/f66869.txt>
</file>

<file path=ppt/media/f66870.txt>
</file>

<file path=ppt/media/f66871.txt>
</file>

<file path=ppt/media/f66872.txt>
</file>

<file path=ppt/media/f66873.txt>
</file>

<file path=ppt/media/f66874.txt>
</file>

<file path=ppt/media/f66875.txt>
</file>

<file path=ppt/media/f66876.txt>
</file>

<file path=ppt/media/f66877.txt>
</file>

<file path=ppt/media/f66878.txt>
</file>

<file path=ppt/media/f66879.txt>
</file>

<file path=ppt/media/f66880.txt>
</file>

<file path=ppt/media/f66881.txt>
</file>

<file path=ppt/media/f66882.txt>
</file>

<file path=ppt/media/f66883.txt>
</file>

<file path=ppt/media/f66884.txt>
</file>

<file path=ppt/media/f66885.txt>
</file>

<file path=ppt/media/f66886.txt>
</file>

<file path=ppt/media/f66887.txt>
</file>

<file path=ppt/media/f66888.txt>
</file>

<file path=ppt/media/f66889.txt>
</file>

<file path=ppt/media/f66890.txt>
</file>

<file path=ppt/media/f66891.txt>
</file>

<file path=ppt/media/f66892.txt>
</file>

<file path=ppt/media/f66893.txt>
</file>

<file path=ppt/media/f66894.txt>
</file>

<file path=ppt/media/f66895.txt>
</file>

<file path=ppt/media/f66896.txt>
</file>

<file path=ppt/media/f66897.txt>
</file>

<file path=ppt/media/f66898.txt>
</file>

<file path=ppt/media/f66899.txt>
</file>

<file path=ppt/media/f66900.txt>
</file>

<file path=ppt/media/f66901.txt>
</file>

<file path=ppt/media/f66902.txt>
</file>

<file path=ppt/media/f66903.txt>
</file>

<file path=ppt/media/f66904.txt>
</file>

<file path=ppt/media/f66905.txt>
</file>

<file path=ppt/media/f66906.txt>
</file>

<file path=ppt/media/f66907.txt>
</file>

<file path=ppt/media/f66908.txt>
</file>

<file path=ppt/media/f66909.txt>
</file>

<file path=ppt/media/f66910.txt>
</file>

<file path=ppt/media/f66911.txt>
</file>

<file path=ppt/media/f66912.txt>
</file>

<file path=ppt/media/f66913.txt>
</file>

<file path=ppt/media/f66914.txt>
</file>

<file path=ppt/media/f66915.txt>
</file>

<file path=ppt/media/f66916.txt>
</file>

<file path=ppt/media/f66917.txt>
</file>

<file path=ppt/media/f66918.txt>
</file>

<file path=ppt/media/f66919.txt>
</file>

<file path=ppt/media/f66920.txt>
</file>

<file path=ppt/media/f66921.txt>
</file>

<file path=ppt/media/f66922.txt>
</file>

<file path=ppt/media/f66923.txt>
</file>

<file path=ppt/media/f66924.txt>
</file>

<file path=ppt/media/f66925.txt>
</file>

<file path=ppt/media/f66926.txt>
</file>

<file path=ppt/media/f66927.txt>
</file>

<file path=ppt/media/f66928.txt>
</file>

<file path=ppt/media/f66929.txt>
</file>

<file path=ppt/media/f66930.txt>
</file>

<file path=ppt/media/f66931.txt>
</file>

<file path=ppt/media/f66932.txt>
</file>

<file path=ppt/media/f66933.txt>
</file>

<file path=ppt/media/f66934.txt>
</file>

<file path=ppt/media/f66935.txt>
</file>

<file path=ppt/media/f66936.txt>
</file>

<file path=ppt/media/f66937.txt>
</file>

<file path=ppt/media/f66938.txt>
</file>

<file path=ppt/media/f66939.txt>
</file>

<file path=ppt/media/f66940.txt>
</file>

<file path=ppt/media/f66941.txt>
</file>

<file path=ppt/media/f66942.txt>
</file>

<file path=ppt/media/f66943.txt>
</file>

<file path=ppt/media/f66944.txt>
</file>

<file path=ppt/media/f66945.txt>
</file>

<file path=ppt/media/f66946.txt>
</file>

<file path=ppt/media/f66947.txt>
</file>

<file path=ppt/media/f66948.txt>
</file>

<file path=ppt/media/f66949.txt>
</file>

<file path=ppt/media/f66950.txt>
</file>

<file path=ppt/media/f66951.txt>
</file>

<file path=ppt/media/f66952.txt>
</file>

<file path=ppt/media/f66953.txt>
</file>

<file path=ppt/media/f66954.txt>
</file>

<file path=ppt/media/f66955.txt>
</file>

<file path=ppt/media/f66956.txt>
</file>

<file path=ppt/media/f66957.txt>
</file>

<file path=ppt/media/f66958.txt>
</file>

<file path=ppt/media/f66959.txt>
</file>

<file path=ppt/media/f66960.txt>
</file>

<file path=ppt/media/f66961.txt>
</file>

<file path=ppt/media/f66962.txt>
</file>

<file path=ppt/media/f66963.txt>
</file>

<file path=ppt/media/f66964.txt>
</file>

<file path=ppt/media/f66965.txt>
</file>

<file path=ppt/media/f66966.txt>
</file>

<file path=ppt/media/f66967.txt>
</file>

<file path=ppt/media/f66968.txt>
</file>

<file path=ppt/media/f66969.txt>
</file>

<file path=ppt/media/f66970.txt>
</file>

<file path=ppt/media/f66971.txt>
</file>

<file path=ppt/media/f66972.txt>
</file>

<file path=ppt/media/f66973.txt>
</file>

<file path=ppt/media/f66974.txt>
</file>

<file path=ppt/media/f66975.txt>
</file>

<file path=ppt/media/f66976.txt>
</file>

<file path=ppt/media/f66977.txt>
</file>

<file path=ppt/media/f66978.txt>
</file>

<file path=ppt/media/f66979.txt>
</file>

<file path=ppt/media/f66980.txt>
</file>

<file path=ppt/media/f66981.txt>
</file>

<file path=ppt/media/f66982.txt>
</file>

<file path=ppt/media/f66983.txt>
</file>

<file path=ppt/media/f66984.txt>
</file>

<file path=ppt/media/f66985.txt>
</file>

<file path=ppt/media/f66986.txt>
</file>

<file path=ppt/media/f66987.txt>
</file>

<file path=ppt/media/f66988.txt>
</file>

<file path=ppt/media/f66989.txt>
</file>

<file path=ppt/media/f66990.txt>
</file>

<file path=ppt/media/f66991.txt>
</file>

<file path=ppt/media/f66992.txt>
</file>

<file path=ppt/media/f66993.txt>
</file>

<file path=ppt/media/f66994.txt>
</file>

<file path=ppt/media/f66995.txt>
</file>

<file path=ppt/media/f66996.txt>
</file>

<file path=ppt/media/f66997.txt>
</file>

<file path=ppt/media/f66998.txt>
</file>

<file path=ppt/media/f66999.txt>
</file>

<file path=ppt/media/f67000.txt>
</file>

<file path=ppt/media/f67001.txt>
</file>

<file path=ppt/media/f67002.txt>
</file>

<file path=ppt/media/f67003.txt>
</file>

<file path=ppt/media/f67004.txt>
</file>

<file path=ppt/media/f67005.txt>
</file>

<file path=ppt/media/f67006.txt>
</file>

<file path=ppt/media/f67007.txt>
</file>

<file path=ppt/media/f67008.txt>
</file>

<file path=ppt/media/f67009.txt>
</file>

<file path=ppt/media/f67010.txt>
</file>

<file path=ppt/media/f67011.txt>
</file>

<file path=ppt/media/f67012.txt>
</file>

<file path=ppt/media/f67013.txt>
</file>

<file path=ppt/media/f67014.txt>
</file>

<file path=ppt/media/f67015.txt>
</file>

<file path=ppt/media/f67016.txt>
</file>

<file path=ppt/media/f67017.txt>
</file>

<file path=ppt/media/f67018.txt>
</file>

<file path=ppt/media/f67019.txt>
</file>

<file path=ppt/media/f67020.txt>
</file>

<file path=ppt/media/f67021.txt>
</file>

<file path=ppt/media/f67022.txt>
</file>

<file path=ppt/media/f67023.txt>
</file>

<file path=ppt/media/f67024.txt>
</file>

<file path=ppt/media/f67025.txt>
</file>

<file path=ppt/media/f67026.txt>
</file>

<file path=ppt/media/f67027.txt>
</file>

<file path=ppt/media/f67028.txt>
</file>

<file path=ppt/media/f67029.txt>
</file>

<file path=ppt/media/f67030.txt>
</file>

<file path=ppt/media/f67031.txt>
</file>

<file path=ppt/media/f67032.txt>
</file>

<file path=ppt/media/f67033.txt>
</file>

<file path=ppt/media/f67034.txt>
</file>

<file path=ppt/media/f67035.txt>
</file>

<file path=ppt/media/f67036.txt>
</file>

<file path=ppt/media/f67037.txt>
</file>

<file path=ppt/media/f67038.txt>
</file>

<file path=ppt/media/f67039.txt>
</file>

<file path=ppt/media/f67040.txt>
</file>

<file path=ppt/media/f67041.txt>
</file>

<file path=ppt/media/f67042.txt>
</file>

<file path=ppt/media/f67043.txt>
</file>

<file path=ppt/media/f67044.txt>
</file>

<file path=ppt/media/f67045.txt>
</file>

<file path=ppt/media/f67046.txt>
</file>

<file path=ppt/media/f67047.txt>
</file>

<file path=ppt/media/f67048.txt>
</file>

<file path=ppt/media/f67049.txt>
</file>

<file path=ppt/media/f67050.txt>
</file>

<file path=ppt/media/f67051.txt>
</file>

<file path=ppt/media/f67052.txt>
</file>

<file path=ppt/media/f67053.txt>
</file>

<file path=ppt/media/f67054.txt>
</file>

<file path=ppt/media/f67055.txt>
</file>

<file path=ppt/media/f67056.txt>
</file>

<file path=ppt/media/f67057.txt>
</file>

<file path=ppt/media/f67058.txt>
</file>

<file path=ppt/media/f67059.txt>
</file>

<file path=ppt/media/f67060.txt>
</file>

<file path=ppt/media/f67061.txt>
</file>

<file path=ppt/media/f67062.txt>
</file>

<file path=ppt/media/f67063.txt>
</file>

<file path=ppt/media/f67064.txt>
</file>

<file path=ppt/media/f67065.txt>
</file>

<file path=ppt/media/f67066.txt>
</file>

<file path=ppt/media/f67067.txt>
</file>

<file path=ppt/media/f67068.txt>
</file>

<file path=ppt/media/f67069.txt>
</file>

<file path=ppt/media/f67070.txt>
</file>

<file path=ppt/media/f67071.txt>
</file>

<file path=ppt/media/f67072.txt>
</file>

<file path=ppt/media/f67073.txt>
</file>

<file path=ppt/media/f67074.txt>
</file>

<file path=ppt/media/f67075.txt>
</file>

<file path=ppt/media/f67076.txt>
</file>

<file path=ppt/media/f67077.txt>
</file>

<file path=ppt/media/f67078.txt>
</file>

<file path=ppt/media/f67079.txt>
</file>

<file path=ppt/media/f67080.txt>
</file>

<file path=ppt/media/f67081.txt>
</file>

<file path=ppt/media/f67082.txt>
</file>

<file path=ppt/media/f67083.txt>
</file>

<file path=ppt/media/f67084.txt>
</file>

<file path=ppt/media/f67085.txt>
</file>

<file path=ppt/media/f67086.txt>
</file>

<file path=ppt/media/f67087.txt>
</file>

<file path=ppt/media/f67088.txt>
</file>

<file path=ppt/media/f67089.txt>
</file>

<file path=ppt/media/f67090.txt>
</file>

<file path=ppt/media/f67091.txt>
</file>

<file path=ppt/media/f67092.txt>
</file>

<file path=ppt/media/f67093.txt>
</file>

<file path=ppt/media/f67094.txt>
</file>

<file path=ppt/media/f67095.txt>
</file>

<file path=ppt/media/f67096.txt>
</file>

<file path=ppt/media/f67097.txt>
</file>

<file path=ppt/media/f67098.txt>
</file>

<file path=ppt/media/f67099.txt>
</file>

<file path=ppt/media/f67100.txt>
</file>

<file path=ppt/media/f67101.txt>
</file>

<file path=ppt/media/f67102.txt>
</file>

<file path=ppt/media/f67103.txt>
</file>

<file path=ppt/media/f67104.txt>
</file>

<file path=ppt/media/f67105.txt>
</file>

<file path=ppt/media/f67106.txt>
</file>

<file path=ppt/media/f67107.txt>
</file>

<file path=ppt/media/f67108.txt>
</file>

<file path=ppt/media/f67109.txt>
</file>

<file path=ppt/media/f67110.txt>
</file>

<file path=ppt/media/f67111.txt>
</file>

<file path=ppt/media/f67112.txt>
</file>

<file path=ppt/media/f67113.txt>
</file>

<file path=ppt/media/f67114.txt>
</file>

<file path=ppt/media/f67115.txt>
</file>

<file path=ppt/media/f67116.txt>
</file>

<file path=ppt/media/f67117.txt>
</file>

<file path=ppt/media/f67118.txt>
</file>

<file path=ppt/media/f67119.txt>
</file>

<file path=ppt/media/f67120.txt>
</file>

<file path=ppt/media/f67121.txt>
</file>

<file path=ppt/media/f67122.txt>
</file>

<file path=ppt/media/f67123.txt>
</file>

<file path=ppt/media/f67124.txt>
</file>

<file path=ppt/media/f67125.txt>
</file>

<file path=ppt/media/f67126.txt>
</file>

<file path=ppt/media/f67127.txt>
</file>

<file path=ppt/media/f67128.txt>
</file>

<file path=ppt/media/f67129.txt>
</file>

<file path=ppt/media/f67130.txt>
</file>

<file path=ppt/media/f67131.txt>
</file>

<file path=ppt/media/f67132.txt>
</file>

<file path=ppt/media/f67133.txt>
</file>

<file path=ppt/media/f67134.txt>
</file>

<file path=ppt/media/f67135.txt>
</file>

<file path=ppt/media/f67136.txt>
</file>

<file path=ppt/media/f67137.txt>
</file>

<file path=ppt/media/f67138.txt>
</file>

<file path=ppt/media/f67139.txt>
</file>

<file path=ppt/media/f67140.txt>
</file>

<file path=ppt/media/f67141.txt>
</file>

<file path=ppt/media/f67142.txt>
</file>

<file path=ppt/media/f67143.txt>
</file>

<file path=ppt/media/f67144.txt>
</file>

<file path=ppt/media/f67145.txt>
</file>

<file path=ppt/media/f67146.txt>
</file>

<file path=ppt/media/f67147.txt>
</file>

<file path=ppt/media/f67148.txt>
</file>

<file path=ppt/media/f67149.txt>
</file>

<file path=ppt/media/f67150.txt>
</file>

<file path=ppt/media/f67151.txt>
</file>

<file path=ppt/media/f67152.txt>
</file>

<file path=ppt/media/f67153.txt>
</file>

<file path=ppt/media/f67154.txt>
</file>

<file path=ppt/media/f67155.txt>
</file>

<file path=ppt/media/f67156.txt>
</file>

<file path=ppt/media/f67157.txt>
</file>

<file path=ppt/media/f67158.txt>
</file>

<file path=ppt/media/f67159.txt>
</file>

<file path=ppt/media/f67160.txt>
</file>

<file path=ppt/media/f67161.txt>
</file>

<file path=ppt/media/f67162.txt>
</file>

<file path=ppt/media/f67163.txt>
</file>

<file path=ppt/media/f67164.txt>
</file>

<file path=ppt/media/f67165.txt>
</file>

<file path=ppt/media/f67166.txt>
</file>

<file path=ppt/media/f67167.txt>
</file>

<file path=ppt/media/f67168.txt>
</file>

<file path=ppt/media/f67169.txt>
</file>

<file path=ppt/media/f67170.txt>
</file>

<file path=ppt/media/f67171.txt>
</file>

<file path=ppt/media/f67172.txt>
</file>

<file path=ppt/media/f67173.txt>
</file>

<file path=ppt/media/f67174.txt>
</file>

<file path=ppt/media/f67175.txt>
</file>

<file path=ppt/media/f67176.txt>
</file>

<file path=ppt/media/f67177.txt>
</file>

<file path=ppt/media/f67178.txt>
</file>

<file path=ppt/media/f67179.txt>
</file>

<file path=ppt/media/f67180.txt>
</file>

<file path=ppt/media/f67181.txt>
</file>

<file path=ppt/media/f67182.txt>
</file>

<file path=ppt/media/f67183.txt>
</file>

<file path=ppt/media/f67184.txt>
</file>

<file path=ppt/media/f67185.txt>
</file>

<file path=ppt/media/f67186.txt>
</file>

<file path=ppt/media/f67187.txt>
</file>

<file path=ppt/media/f67188.txt>
</file>

<file path=ppt/media/f67189.txt>
</file>

<file path=ppt/media/f67190.txt>
</file>

<file path=ppt/media/f67191.txt>
</file>

<file path=ppt/media/f67192.txt>
</file>

<file path=ppt/media/f67193.txt>
</file>

<file path=ppt/media/f67194.txt>
</file>

<file path=ppt/media/f67195.txt>
</file>

<file path=ppt/media/f67196.txt>
</file>

<file path=ppt/media/f67197.txt>
</file>

<file path=ppt/media/f67198.txt>
</file>

<file path=ppt/media/f67199.txt>
</file>

<file path=ppt/media/f67200.txt>
</file>

<file path=ppt/media/f67201.txt>
</file>

<file path=ppt/media/f67202.txt>
</file>

<file path=ppt/media/f67203.txt>
</file>

<file path=ppt/media/f67204.txt>
</file>

<file path=ppt/media/f67205.txt>
</file>

<file path=ppt/media/f67206.txt>
</file>

<file path=ppt/media/f67207.txt>
</file>

<file path=ppt/media/f67208.txt>
</file>

<file path=ppt/media/f67209.txt>
</file>

<file path=ppt/media/f67210.txt>
</file>

<file path=ppt/media/f67211.txt>
</file>

<file path=ppt/media/f67212.txt>
</file>

<file path=ppt/media/f67213.txt>
</file>

<file path=ppt/media/f67214.txt>
</file>

<file path=ppt/media/f67215.txt>
</file>

<file path=ppt/media/f67216.txt>
</file>

<file path=ppt/media/f67217.txt>
</file>

<file path=ppt/media/f67218.txt>
</file>

<file path=ppt/media/f67219.txt>
</file>

<file path=ppt/media/f67220.txt>
</file>

<file path=ppt/media/f67221.txt>
</file>

<file path=ppt/media/f67222.txt>
</file>

<file path=ppt/media/f67223.txt>
</file>

<file path=ppt/media/f67224.txt>
</file>

<file path=ppt/media/f67225.txt>
</file>

<file path=ppt/media/f67226.txt>
</file>

<file path=ppt/media/f67227.txt>
</file>

<file path=ppt/media/f67228.txt>
</file>

<file path=ppt/media/f67229.txt>
</file>

<file path=ppt/media/f67230.txt>
</file>

<file path=ppt/media/f67231.txt>
</file>

<file path=ppt/media/f67232.txt>
</file>

<file path=ppt/media/f67233.txt>
</file>

<file path=ppt/media/f67234.txt>
</file>

<file path=ppt/media/f67235.txt>
</file>

<file path=ppt/media/f67236.txt>
</file>

<file path=ppt/media/f67237.txt>
</file>

<file path=ppt/media/f67238.txt>
</file>

<file path=ppt/media/f67239.txt>
</file>

<file path=ppt/media/f67240.txt>
</file>

<file path=ppt/media/f67241.txt>
</file>

<file path=ppt/media/f67242.txt>
</file>

<file path=ppt/media/f67243.txt>
</file>

<file path=ppt/media/f67244.txt>
</file>

<file path=ppt/media/f67245.txt>
</file>

<file path=ppt/media/f67246.txt>
</file>

<file path=ppt/media/f67247.txt>
</file>

<file path=ppt/media/f67248.txt>
</file>

<file path=ppt/media/f67249.txt>
</file>

<file path=ppt/media/f67250.txt>
</file>

<file path=ppt/media/f67251.txt>
</file>

<file path=ppt/media/f67252.txt>
</file>

<file path=ppt/media/f67253.txt>
</file>

<file path=ppt/media/f67254.txt>
</file>

<file path=ppt/media/f67255.txt>
</file>

<file path=ppt/media/f67256.txt>
</file>

<file path=ppt/media/f67257.txt>
</file>

<file path=ppt/media/f67258.txt>
</file>

<file path=ppt/media/f67259.txt>
</file>

<file path=ppt/media/f67260.txt>
</file>

<file path=ppt/media/f67261.txt>
</file>

<file path=ppt/media/f67262.txt>
</file>

<file path=ppt/media/f67263.txt>
</file>

<file path=ppt/media/f67264.txt>
</file>

<file path=ppt/media/f67265.txt>
</file>

<file path=ppt/media/f67266.txt>
</file>

<file path=ppt/media/f67267.txt>
</file>

<file path=ppt/media/f67268.txt>
</file>

<file path=ppt/media/f67269.txt>
</file>

<file path=ppt/media/f67270.txt>
</file>

<file path=ppt/media/f67271.txt>
</file>

<file path=ppt/media/f67272.txt>
</file>

<file path=ppt/media/f67273.txt>
</file>

<file path=ppt/media/f67274.txt>
</file>

<file path=ppt/media/f67275.txt>
</file>

<file path=ppt/media/f67276.txt>
</file>

<file path=ppt/media/f67277.txt>
</file>

<file path=ppt/media/f67278.txt>
</file>

<file path=ppt/media/f67279.txt>
</file>

<file path=ppt/media/f67280.txt>
</file>

<file path=ppt/media/f67281.txt>
</file>

<file path=ppt/media/f67282.txt>
</file>

<file path=ppt/media/f67283.txt>
</file>

<file path=ppt/media/f67284.txt>
</file>

<file path=ppt/media/f67285.txt>
</file>

<file path=ppt/media/f67286.txt>
</file>

<file path=ppt/media/f67287.txt>
</file>

<file path=ppt/media/f67288.txt>
</file>

<file path=ppt/media/f67289.txt>
</file>

<file path=ppt/media/f67290.txt>
</file>

<file path=ppt/media/f67291.txt>
</file>

<file path=ppt/media/f67292.txt>
</file>

<file path=ppt/media/f67293.txt>
</file>

<file path=ppt/media/f67294.txt>
</file>

<file path=ppt/media/f67295.txt>
</file>

<file path=ppt/media/f67296.txt>
</file>

<file path=ppt/media/f67297.txt>
</file>

<file path=ppt/media/f67298.txt>
</file>

<file path=ppt/media/f67299.txt>
</file>

<file path=ppt/media/f67300.txt>
</file>

<file path=ppt/media/f67301.txt>
</file>

<file path=ppt/media/f67302.txt>
</file>

<file path=ppt/media/f67303.txt>
</file>

<file path=ppt/media/f67304.txt>
</file>

<file path=ppt/media/f67305.txt>
</file>

<file path=ppt/media/f67306.txt>
</file>

<file path=ppt/media/f67307.txt>
</file>

<file path=ppt/media/f67308.txt>
</file>

<file path=ppt/media/f67309.txt>
</file>

<file path=ppt/media/f67310.txt>
</file>

<file path=ppt/media/f67311.txt>
</file>

<file path=ppt/media/f67312.txt>
</file>

<file path=ppt/media/f67313.txt>
</file>

<file path=ppt/media/f67314.txt>
</file>

<file path=ppt/media/f67315.txt>
</file>

<file path=ppt/media/f67316.txt>
</file>

<file path=ppt/media/f67317.txt>
</file>

<file path=ppt/media/f67318.txt>
</file>

<file path=ppt/media/f67319.txt>
</file>

<file path=ppt/media/f67320.txt>
</file>

<file path=ppt/media/f67321.txt>
</file>

<file path=ppt/media/f67322.txt>
</file>

<file path=ppt/media/f67323.txt>
</file>

<file path=ppt/media/f67324.txt>
</file>

<file path=ppt/media/f67325.txt>
</file>

<file path=ppt/media/f67326.txt>
</file>

<file path=ppt/media/f67327.txt>
</file>

<file path=ppt/media/f67328.txt>
</file>

<file path=ppt/media/f67329.txt>
</file>

<file path=ppt/media/f67330.txt>
</file>

<file path=ppt/media/f67331.txt>
</file>

<file path=ppt/media/f67332.txt>
</file>

<file path=ppt/media/f67333.txt>
</file>

<file path=ppt/media/f67334.txt>
</file>

<file path=ppt/media/f67335.txt>
</file>

<file path=ppt/media/f67336.txt>
</file>

<file path=ppt/media/f67337.txt>
</file>

<file path=ppt/media/f67338.txt>
</file>

<file path=ppt/media/f67339.txt>
</file>

<file path=ppt/media/f67340.txt>
</file>

<file path=ppt/media/f67341.txt>
</file>

<file path=ppt/media/f67342.txt>
</file>

<file path=ppt/media/f67343.txt>
</file>

<file path=ppt/media/f67344.txt>
</file>

<file path=ppt/media/f67345.txt>
</file>

<file path=ppt/media/f67346.txt>
</file>

<file path=ppt/media/f67347.txt>
</file>

<file path=ppt/media/f67348.txt>
</file>

<file path=ppt/media/f67349.txt>
</file>

<file path=ppt/media/f67350.txt>
</file>

<file path=ppt/media/f67351.txt>
</file>

<file path=ppt/media/f67352.txt>
</file>

<file path=ppt/media/f67353.txt>
</file>

<file path=ppt/media/f67354.txt>
</file>

<file path=ppt/media/f67355.txt>
</file>

<file path=ppt/media/f67356.txt>
</file>

<file path=ppt/media/f67357.txt>
</file>

<file path=ppt/media/f67358.txt>
</file>

<file path=ppt/media/f67359.txt>
</file>

<file path=ppt/media/f67360.txt>
</file>

<file path=ppt/media/f67361.txt>
</file>

<file path=ppt/media/f67362.txt>
</file>

<file path=ppt/media/f67363.txt>
</file>

<file path=ppt/media/f67364.txt>
</file>

<file path=ppt/media/f67365.txt>
</file>

<file path=ppt/media/f67366.txt>
</file>

<file path=ppt/media/f67367.txt>
</file>

<file path=ppt/media/f67368.txt>
</file>

<file path=ppt/media/f67369.txt>
</file>

<file path=ppt/media/f67370.txt>
</file>

<file path=ppt/media/f67371.txt>
</file>

<file path=ppt/media/f67372.txt>
</file>

<file path=ppt/media/f67373.txt>
</file>

<file path=ppt/media/f67374.txt>
</file>

<file path=ppt/media/f67375.txt>
</file>

<file path=ppt/media/f67376.txt>
</file>

<file path=ppt/media/f67377.txt>
</file>

<file path=ppt/media/f67378.txt>
</file>

<file path=ppt/media/f67379.txt>
</file>

<file path=ppt/media/f67380.txt>
</file>

<file path=ppt/media/f67381.txt>
</file>

<file path=ppt/media/f67382.txt>
</file>

<file path=ppt/media/f67383.txt>
</file>

<file path=ppt/media/f67384.txt>
</file>

<file path=ppt/media/f67385.txt>
</file>

<file path=ppt/media/f67386.txt>
</file>

<file path=ppt/media/f67387.txt>
</file>

<file path=ppt/media/f67388.txt>
</file>

<file path=ppt/media/f67389.txt>
</file>

<file path=ppt/media/f67390.txt>
</file>

<file path=ppt/media/f67391.txt>
</file>

<file path=ppt/media/f67392.txt>
</file>

<file path=ppt/media/f67393.txt>
</file>

<file path=ppt/media/f67394.txt>
</file>

<file path=ppt/media/f67395.txt>
</file>

<file path=ppt/media/f67396.txt>
</file>

<file path=ppt/media/f67397.txt>
</file>

<file path=ppt/media/f67398.txt>
</file>

<file path=ppt/media/f67399.txt>
</file>

<file path=ppt/media/f67400.txt>
</file>

<file path=ppt/media/f67401.txt>
</file>

<file path=ppt/media/f67402.txt>
</file>

<file path=ppt/media/f67403.txt>
</file>

<file path=ppt/media/f67404.txt>
</file>

<file path=ppt/media/f67405.txt>
</file>

<file path=ppt/media/f67406.txt>
</file>

<file path=ppt/media/f67407.txt>
</file>

<file path=ppt/media/f67408.txt>
</file>

<file path=ppt/media/f67409.txt>
</file>

<file path=ppt/media/f67410.txt>
</file>

<file path=ppt/media/f67411.txt>
</file>

<file path=ppt/media/f67412.txt>
</file>

<file path=ppt/media/f67413.txt>
</file>

<file path=ppt/media/f67414.txt>
</file>

<file path=ppt/media/f67415.txt>
</file>

<file path=ppt/media/f67416.txt>
</file>

<file path=ppt/media/f67417.txt>
</file>

<file path=ppt/media/f67418.txt>
</file>

<file path=ppt/media/f67419.txt>
</file>

<file path=ppt/media/f67420.txt>
</file>

<file path=ppt/media/f67421.txt>
</file>

<file path=ppt/media/f67422.txt>
</file>

<file path=ppt/media/f67423.txt>
</file>

<file path=ppt/media/f67424.txt>
</file>

<file path=ppt/media/f67425.txt>
</file>

<file path=ppt/media/f67426.txt>
</file>

<file path=ppt/media/f67427.txt>
</file>

<file path=ppt/media/f67428.txt>
</file>

<file path=ppt/media/f67429.txt>
</file>

<file path=ppt/media/f67430.txt>
</file>

<file path=ppt/media/f67431.txt>
</file>

<file path=ppt/media/f67432.txt>
</file>

<file path=ppt/media/f67433.txt>
</file>

<file path=ppt/media/f67434.txt>
</file>

<file path=ppt/media/f67435.txt>
</file>

<file path=ppt/media/f67436.txt>
</file>

<file path=ppt/media/f67437.txt>
</file>

<file path=ppt/media/f67438.txt>
</file>

<file path=ppt/media/f67439.txt>
</file>

<file path=ppt/media/f67440.txt>
</file>

<file path=ppt/media/f67441.txt>
</file>

<file path=ppt/media/f67442.txt>
</file>

<file path=ppt/media/f67443.txt>
</file>

<file path=ppt/media/f67444.txt>
</file>

<file path=ppt/media/f67445.txt>
</file>

<file path=ppt/media/f67446.txt>
</file>

<file path=ppt/media/f67447.txt>
</file>

<file path=ppt/media/f67448.txt>
</file>

<file path=ppt/media/f67449.txt>
</file>

<file path=ppt/media/f67450.txt>
</file>

<file path=ppt/media/f67451.txt>
</file>

<file path=ppt/media/f67452.txt>
</file>

<file path=ppt/media/f67453.txt>
</file>

<file path=ppt/media/f67454.txt>
</file>

<file path=ppt/media/f67455.txt>
</file>

<file path=ppt/media/f67456.txt>
</file>

<file path=ppt/media/f67457.txt>
</file>

<file path=ppt/media/f67458.txt>
</file>

<file path=ppt/media/f67459.txt>
</file>

<file path=ppt/media/f67460.txt>
</file>

<file path=ppt/media/f67461.txt>
</file>

<file path=ppt/media/f67462.txt>
</file>

<file path=ppt/media/f67463.txt>
</file>

<file path=ppt/media/f67464.txt>
</file>

<file path=ppt/media/f67465.txt>
</file>

<file path=ppt/media/f67466.txt>
</file>

<file path=ppt/media/f67467.txt>
</file>

<file path=ppt/media/f67468.txt>
</file>

<file path=ppt/media/f67469.txt>
</file>

<file path=ppt/media/f67470.txt>
</file>

<file path=ppt/media/f67471.txt>
</file>

<file path=ppt/media/f67472.txt>
</file>

<file path=ppt/media/f67473.txt>
</file>

<file path=ppt/media/f67474.txt>
</file>

<file path=ppt/media/f67475.txt>
</file>

<file path=ppt/media/f67476.txt>
</file>

<file path=ppt/media/f67477.txt>
</file>

<file path=ppt/media/f67478.txt>
</file>

<file path=ppt/media/f67479.txt>
</file>

<file path=ppt/media/f67480.txt>
</file>

<file path=ppt/media/f67481.txt>
</file>

<file path=ppt/media/f67482.txt>
</file>

<file path=ppt/media/f67483.txt>
</file>

<file path=ppt/media/f67484.txt>
</file>

<file path=ppt/media/f67485.txt>
</file>

<file path=ppt/media/f67486.txt>
</file>

<file path=ppt/media/f67487.txt>
</file>

<file path=ppt/media/f67488.txt>
</file>

<file path=ppt/media/f67489.txt>
</file>

<file path=ppt/media/f67490.txt>
</file>

<file path=ppt/media/f67491.txt>
</file>

<file path=ppt/media/f67492.txt>
</file>

<file path=ppt/media/f67493.txt>
</file>

<file path=ppt/media/f67494.txt>
</file>

<file path=ppt/media/f67495.txt>
</file>

<file path=ppt/media/f67496.txt>
</file>

<file path=ppt/media/f67497.txt>
</file>

<file path=ppt/media/f67498.txt>
</file>

<file path=ppt/media/f67499.txt>
</file>

<file path=ppt/media/f67500.txt>
</file>

<file path=ppt/media/f67501.txt>
</file>

<file path=ppt/media/f67502.txt>
</file>

<file path=ppt/media/f67503.txt>
</file>

<file path=ppt/media/f67504.txt>
</file>

<file path=ppt/media/f67505.txt>
</file>

<file path=ppt/media/f67506.txt>
</file>

<file path=ppt/media/f67507.txt>
</file>

<file path=ppt/media/f67508.txt>
</file>

<file path=ppt/media/f67509.txt>
</file>

<file path=ppt/media/f67510.txt>
</file>

<file path=ppt/media/f67511.txt>
</file>

<file path=ppt/media/f67512.txt>
</file>

<file path=ppt/media/f67513.txt>
</file>

<file path=ppt/media/f67514.txt>
</file>

<file path=ppt/media/f67515.txt>
</file>

<file path=ppt/media/f67516.txt>
</file>

<file path=ppt/media/f67517.txt>
</file>

<file path=ppt/media/f67518.txt>
</file>

<file path=ppt/media/f67519.txt>
</file>

<file path=ppt/media/f67520.txt>
</file>

<file path=ppt/media/f67521.txt>
</file>

<file path=ppt/media/f67522.txt>
</file>

<file path=ppt/media/f67523.txt>
</file>

<file path=ppt/media/f67524.txt>
</file>

<file path=ppt/media/f67525.txt>
</file>

<file path=ppt/media/f67526.txt>
</file>

<file path=ppt/media/f67527.txt>
</file>

<file path=ppt/media/f67528.txt>
</file>

<file path=ppt/media/f67529.txt>
</file>

<file path=ppt/media/f67530.txt>
</file>

<file path=ppt/media/f67531.txt>
</file>

<file path=ppt/media/f67532.txt>
</file>

<file path=ppt/media/f67533.txt>
</file>

<file path=ppt/media/f67534.txt>
</file>

<file path=ppt/media/f67535.txt>
</file>

<file path=ppt/media/f67536.txt>
</file>

<file path=ppt/media/f67537.txt>
</file>

<file path=ppt/media/f67538.txt>
</file>

<file path=ppt/media/f67539.txt>
</file>

<file path=ppt/media/f67540.txt>
</file>

<file path=ppt/media/f67541.txt>
</file>

<file path=ppt/media/f67542.txt>
</file>

<file path=ppt/media/f67543.txt>
</file>

<file path=ppt/media/f67544.txt>
</file>

<file path=ppt/media/f67545.txt>
</file>

<file path=ppt/media/f67546.txt>
</file>

<file path=ppt/media/f67547.txt>
</file>

<file path=ppt/media/f67548.txt>
</file>

<file path=ppt/media/f67549.txt>
</file>

<file path=ppt/media/f67550.txt>
</file>

<file path=ppt/media/f67551.txt>
</file>

<file path=ppt/media/f67552.txt>
</file>

<file path=ppt/media/f67553.txt>
</file>

<file path=ppt/media/f67554.txt>
</file>

<file path=ppt/media/f67555.txt>
</file>

<file path=ppt/media/f67556.txt>
</file>

<file path=ppt/media/f67557.txt>
</file>

<file path=ppt/media/f67558.txt>
</file>

<file path=ppt/media/f67559.txt>
</file>

<file path=ppt/media/f67560.txt>
</file>

<file path=ppt/media/f67561.txt>
</file>

<file path=ppt/media/f67562.txt>
</file>

<file path=ppt/media/f67563.txt>
</file>

<file path=ppt/media/f67564.txt>
</file>

<file path=ppt/media/f67565.txt>
</file>

<file path=ppt/media/f67566.txt>
</file>

<file path=ppt/media/f67567.txt>
</file>

<file path=ppt/media/f67568.txt>
</file>

<file path=ppt/media/f67569.txt>
</file>

<file path=ppt/media/f67570.txt>
</file>

<file path=ppt/media/f67571.txt>
</file>

<file path=ppt/media/f67572.txt>
</file>

<file path=ppt/media/f67573.txt>
</file>

<file path=ppt/media/f67574.txt>
</file>

<file path=ppt/media/f67575.txt>
</file>

<file path=ppt/media/f67576.txt>
</file>

<file path=ppt/media/f67577.txt>
</file>

<file path=ppt/media/f67578.txt>
</file>

<file path=ppt/media/f67579.txt>
</file>

<file path=ppt/media/f67580.txt>
</file>

<file path=ppt/media/f67581.txt>
</file>

<file path=ppt/media/f67582.txt>
</file>

<file path=ppt/media/f67583.txt>
</file>

<file path=ppt/media/f67584.txt>
</file>

<file path=ppt/media/f67585.txt>
</file>

<file path=ppt/media/f67586.txt>
</file>

<file path=ppt/media/f67587.txt>
</file>

<file path=ppt/media/f67588.txt>
</file>

<file path=ppt/media/f67589.txt>
</file>

<file path=ppt/media/f67590.txt>
</file>

<file path=ppt/media/f67591.txt>
</file>

<file path=ppt/media/f67592.txt>
</file>

<file path=ppt/media/f67593.txt>
</file>

<file path=ppt/media/f67594.txt>
</file>

<file path=ppt/media/f67595.txt>
</file>

<file path=ppt/media/f67596.txt>
</file>

<file path=ppt/media/f67597.txt>
</file>

<file path=ppt/media/f67598.txt>
</file>

<file path=ppt/media/f67599.txt>
</file>

<file path=ppt/media/f67600.txt>
</file>

<file path=ppt/media/f67601.txt>
</file>

<file path=ppt/media/f67602.txt>
</file>

<file path=ppt/media/f67603.txt>
</file>

<file path=ppt/media/f67604.txt>
</file>

<file path=ppt/media/f67605.txt>
</file>

<file path=ppt/media/f67606.txt>
</file>

<file path=ppt/media/f67607.txt>
</file>

<file path=ppt/media/f67608.txt>
</file>

<file path=ppt/media/f67609.txt>
</file>

<file path=ppt/media/f67610.txt>
</file>

<file path=ppt/media/f67611.txt>
</file>

<file path=ppt/media/f67612.txt>
</file>

<file path=ppt/media/f67613.txt>
</file>

<file path=ppt/media/f67614.txt>
</file>

<file path=ppt/media/f67615.txt>
</file>

<file path=ppt/media/f67616.txt>
</file>

<file path=ppt/media/f67617.txt>
</file>

<file path=ppt/media/f67618.txt>
</file>

<file path=ppt/media/f67619.txt>
</file>

<file path=ppt/media/f67620.txt>
</file>

<file path=ppt/media/f67621.txt>
</file>

<file path=ppt/media/f67622.txt>
</file>

<file path=ppt/media/f67623.txt>
</file>

<file path=ppt/media/f67624.txt>
</file>

<file path=ppt/media/f67625.txt>
</file>

<file path=ppt/media/f67626.txt>
</file>

<file path=ppt/media/f67627.txt>
</file>

<file path=ppt/media/f67628.txt>
</file>

<file path=ppt/media/f67629.txt>
</file>

<file path=ppt/media/f67630.txt>
</file>

<file path=ppt/media/f67631.txt>
</file>

<file path=ppt/media/f67632.txt>
</file>

<file path=ppt/media/f67633.txt>
</file>

<file path=ppt/media/f67634.txt>
</file>

<file path=ppt/media/f67635.txt>
</file>

<file path=ppt/media/f67636.txt>
</file>

<file path=ppt/media/f67637.txt>
</file>

<file path=ppt/media/f67638.txt>
</file>

<file path=ppt/media/f67639.txt>
</file>

<file path=ppt/media/f67640.txt>
</file>

<file path=ppt/media/f67641.txt>
</file>

<file path=ppt/media/f67642.txt>
</file>

<file path=ppt/media/f67643.txt>
</file>

<file path=ppt/media/f67644.txt>
</file>

<file path=ppt/media/f67645.txt>
</file>

<file path=ppt/media/f67646.txt>
</file>

<file path=ppt/media/f67647.txt>
</file>

<file path=ppt/media/f67648.txt>
</file>

<file path=ppt/media/f67649.txt>
</file>

<file path=ppt/media/f67650.txt>
</file>

<file path=ppt/media/f67651.txt>
</file>

<file path=ppt/media/f67652.txt>
</file>

<file path=ppt/media/f67653.txt>
</file>

<file path=ppt/media/f67654.txt>
</file>

<file path=ppt/media/f67655.txt>
</file>

<file path=ppt/media/f67656.txt>
</file>

<file path=ppt/media/f67657.txt>
</file>

<file path=ppt/media/f67658.txt>
</file>

<file path=ppt/media/f67659.txt>
</file>

<file path=ppt/media/f67660.txt>
</file>

<file path=ppt/media/f67661.txt>
</file>

<file path=ppt/media/f67662.txt>
</file>

<file path=ppt/media/f67663.txt>
</file>

<file path=ppt/media/f67664.txt>
</file>

<file path=ppt/media/f67665.txt>
</file>

<file path=ppt/media/f67666.txt>
</file>

<file path=ppt/media/f67667.txt>
</file>

<file path=ppt/media/f67668.txt>
</file>

<file path=ppt/media/f67669.txt>
</file>

<file path=ppt/media/f67670.txt>
</file>

<file path=ppt/media/f67671.txt>
</file>

<file path=ppt/media/f67672.txt>
</file>

<file path=ppt/media/f67673.txt>
</file>

<file path=ppt/media/f67674.txt>
</file>

<file path=ppt/media/f67675.txt>
</file>

<file path=ppt/media/f67676.txt>
</file>

<file path=ppt/media/f67677.txt>
</file>

<file path=ppt/media/f67678.txt>
</file>

<file path=ppt/media/f67679.txt>
</file>

<file path=ppt/media/f67680.txt>
</file>

<file path=ppt/media/f67681.txt>
</file>

<file path=ppt/media/f67682.txt>
</file>

<file path=ppt/media/f67683.txt>
</file>

<file path=ppt/media/f67684.txt>
</file>

<file path=ppt/media/f67685.txt>
</file>

<file path=ppt/media/f67686.txt>
</file>

<file path=ppt/media/f67687.txt>
</file>

<file path=ppt/media/f67688.txt>
</file>

<file path=ppt/media/f67689.txt>
</file>

<file path=ppt/media/f67690.txt>
</file>

<file path=ppt/media/f67691.txt>
</file>

<file path=ppt/media/f67692.txt>
</file>

<file path=ppt/media/f67693.txt>
</file>

<file path=ppt/media/f67694.txt>
</file>

<file path=ppt/media/f67695.txt>
</file>

<file path=ppt/media/f67696.txt>
</file>

<file path=ppt/media/f67697.txt>
</file>

<file path=ppt/media/f67698.txt>
</file>

<file path=ppt/media/f67699.txt>
</file>

<file path=ppt/media/f67700.txt>
</file>

<file path=ppt/media/f67701.txt>
</file>

<file path=ppt/media/f67702.txt>
</file>

<file path=ppt/media/f67703.txt>
</file>

<file path=ppt/media/f67704.txt>
</file>

<file path=ppt/media/f67705.txt>
</file>

<file path=ppt/media/f67706.txt>
</file>

<file path=ppt/media/f67707.txt>
</file>

<file path=ppt/media/f67708.txt>
</file>

<file path=ppt/media/f67709.txt>
</file>

<file path=ppt/media/f67710.txt>
</file>

<file path=ppt/media/f67711.txt>
</file>

<file path=ppt/media/f67712.txt>
</file>

<file path=ppt/media/f67713.txt>
</file>

<file path=ppt/media/f67714.txt>
</file>

<file path=ppt/media/f67715.txt>
</file>

<file path=ppt/media/f67716.txt>
</file>

<file path=ppt/media/f67717.txt>
</file>

<file path=ppt/media/f67718.txt>
</file>

<file path=ppt/media/f67719.txt>
</file>

<file path=ppt/media/f67720.txt>
</file>

<file path=ppt/media/f67721.txt>
</file>

<file path=ppt/media/f67722.txt>
</file>

<file path=ppt/media/f67723.txt>
</file>

<file path=ppt/media/f67724.txt>
</file>

<file path=ppt/media/f67725.txt>
</file>

<file path=ppt/media/f67726.txt>
</file>

<file path=ppt/media/f67727.txt>
</file>

<file path=ppt/media/f67728.txt>
</file>

<file path=ppt/media/f67729.txt>
</file>

<file path=ppt/media/f67730.txt>
</file>

<file path=ppt/media/f67731.txt>
</file>

<file path=ppt/media/f67732.txt>
</file>

<file path=ppt/media/f67733.txt>
</file>

<file path=ppt/media/f67734.txt>
</file>

<file path=ppt/media/f67735.txt>
</file>

<file path=ppt/media/f67736.txt>
</file>

<file path=ppt/media/f67737.txt>
</file>

<file path=ppt/media/f67738.txt>
</file>

<file path=ppt/media/f67739.txt>
</file>

<file path=ppt/media/f67740.txt>
</file>

<file path=ppt/media/f67741.txt>
</file>

<file path=ppt/media/f67742.txt>
</file>

<file path=ppt/media/f67743.txt>
</file>

<file path=ppt/media/f67744.txt>
</file>

<file path=ppt/media/f67745.txt>
</file>

<file path=ppt/media/f67746.txt>
</file>

<file path=ppt/media/f67747.txt>
</file>

<file path=ppt/media/f67748.txt>
</file>

<file path=ppt/media/f67749.txt>
</file>

<file path=ppt/media/f67750.txt>
</file>

<file path=ppt/media/f67751.txt>
</file>

<file path=ppt/media/f67752.txt>
</file>

<file path=ppt/media/f67753.txt>
</file>

<file path=ppt/media/f67754.txt>
</file>

<file path=ppt/media/f67755.txt>
</file>

<file path=ppt/media/f67756.txt>
</file>

<file path=ppt/media/f67757.txt>
</file>

<file path=ppt/media/f67758.txt>
</file>

<file path=ppt/media/f67759.txt>
</file>

<file path=ppt/media/f67760.txt>
</file>

<file path=ppt/media/f67761.txt>
</file>

<file path=ppt/media/f67762.txt>
</file>

<file path=ppt/media/f67763.txt>
</file>

<file path=ppt/media/f67764.txt>
</file>

<file path=ppt/media/f67765.txt>
</file>

<file path=ppt/media/f67766.txt>
</file>

<file path=ppt/media/f67767.txt>
</file>

<file path=ppt/media/f67768.txt>
</file>

<file path=ppt/media/f67769.txt>
</file>

<file path=ppt/media/f67770.txt>
</file>

<file path=ppt/media/f67771.txt>
</file>

<file path=ppt/media/f67772.txt>
</file>

<file path=ppt/media/f67773.txt>
</file>

<file path=ppt/media/f67774.txt>
</file>

<file path=ppt/media/f67775.txt>
</file>

<file path=ppt/media/f67776.txt>
</file>

<file path=ppt/media/f67777.txt>
</file>

<file path=ppt/media/f67778.txt>
</file>

<file path=ppt/media/f67779.txt>
</file>

<file path=ppt/media/f67780.txt>
</file>

<file path=ppt/media/f67781.txt>
</file>

<file path=ppt/media/f67782.txt>
</file>

<file path=ppt/media/f67783.txt>
</file>

<file path=ppt/media/f67784.txt>
</file>

<file path=ppt/media/f67785.txt>
</file>

<file path=ppt/media/f67786.txt>
</file>

<file path=ppt/media/f67787.txt>
</file>

<file path=ppt/media/f67788.txt>
</file>

<file path=ppt/media/f67789.txt>
</file>

<file path=ppt/media/f67790.txt>
</file>

<file path=ppt/media/f67791.txt>
</file>

<file path=ppt/media/f67792.txt>
</file>

<file path=ppt/media/f67793.txt>
</file>

<file path=ppt/media/f67794.txt>
</file>

<file path=ppt/media/f67795.txt>
</file>

<file path=ppt/media/f67796.txt>
</file>

<file path=ppt/media/f67797.txt>
</file>

<file path=ppt/media/f67798.txt>
</file>

<file path=ppt/media/f67799.txt>
</file>

<file path=ppt/media/f67800.txt>
</file>

<file path=ppt/media/f67801.txt>
</file>

<file path=ppt/media/f67802.txt>
</file>

<file path=ppt/media/f67803.txt>
</file>

<file path=ppt/media/f67804.txt>
</file>

<file path=ppt/media/f67805.txt>
</file>

<file path=ppt/media/f67806.txt>
</file>

<file path=ppt/media/f67807.txt>
</file>

<file path=ppt/media/f67808.txt>
</file>

<file path=ppt/media/f67809.txt>
</file>

<file path=ppt/media/f67810.txt>
</file>

<file path=ppt/media/f67811.txt>
</file>

<file path=ppt/media/f67812.txt>
</file>

<file path=ppt/media/f67813.txt>
</file>

<file path=ppt/media/f67814.txt>
</file>

<file path=ppt/media/f67815.txt>
</file>

<file path=ppt/media/f67816.txt>
</file>

<file path=ppt/media/f67817.txt>
</file>

<file path=ppt/media/f67818.txt>
</file>

<file path=ppt/media/f67819.txt>
</file>

<file path=ppt/media/f67820.txt>
</file>

<file path=ppt/media/f67821.txt>
</file>

<file path=ppt/media/f67822.txt>
</file>

<file path=ppt/media/f67823.txt>
</file>

<file path=ppt/media/f67824.txt>
</file>

<file path=ppt/media/f67825.txt>
</file>

<file path=ppt/media/f67826.txt>
</file>

<file path=ppt/media/f67827.txt>
</file>

<file path=ppt/media/f67828.txt>
</file>

<file path=ppt/media/f67829.txt>
</file>

<file path=ppt/media/f67830.txt>
</file>

<file path=ppt/media/f67831.txt>
</file>

<file path=ppt/media/f67832.txt>
</file>

<file path=ppt/media/f67833.txt>
</file>

<file path=ppt/media/f67834.txt>
</file>

<file path=ppt/media/f67835.txt>
</file>

<file path=ppt/media/f67836.txt>
</file>

<file path=ppt/media/f67837.txt>
</file>

<file path=ppt/media/f67838.txt>
</file>

<file path=ppt/media/f67839.txt>
</file>

<file path=ppt/media/f67840.txt>
</file>

<file path=ppt/media/f67841.txt>
</file>

<file path=ppt/media/f67842.txt>
</file>

<file path=ppt/media/f67843.txt>
</file>

<file path=ppt/media/f67844.txt>
</file>

<file path=ppt/media/f67845.txt>
</file>

<file path=ppt/media/f67846.txt>
</file>

<file path=ppt/media/f67847.txt>
</file>

<file path=ppt/media/f67848.txt>
</file>

<file path=ppt/media/f67849.txt>
</file>

<file path=ppt/media/f67850.txt>
</file>

<file path=ppt/media/f67851.txt>
</file>

<file path=ppt/media/f67852.txt>
</file>

<file path=ppt/media/f67853.txt>
</file>

<file path=ppt/media/f67854.txt>
</file>

<file path=ppt/media/f67855.txt>
</file>

<file path=ppt/media/f67856.txt>
</file>

<file path=ppt/media/f67857.txt>
</file>

<file path=ppt/media/f67858.txt>
</file>

<file path=ppt/media/f67859.txt>
</file>

<file path=ppt/media/f67860.txt>
</file>

<file path=ppt/media/f67861.txt>
</file>

<file path=ppt/media/f67862.txt>
</file>

<file path=ppt/media/f67863.txt>
</file>

<file path=ppt/media/f67864.txt>
</file>

<file path=ppt/media/f67865.txt>
</file>

<file path=ppt/media/f67866.txt>
</file>

<file path=ppt/media/f67867.txt>
</file>

<file path=ppt/media/f67868.txt>
</file>

<file path=ppt/media/f67869.txt>
</file>

<file path=ppt/media/f67870.txt>
</file>

<file path=ppt/media/f67871.txt>
</file>

<file path=ppt/media/f67872.txt>
</file>

<file path=ppt/media/f67873.txt>
</file>

<file path=ppt/media/f67874.txt>
</file>

<file path=ppt/media/f67875.txt>
</file>

<file path=ppt/media/f67876.txt>
</file>

<file path=ppt/media/f67877.txt>
</file>

<file path=ppt/media/f67878.txt>
</file>

<file path=ppt/media/f67879.txt>
</file>

<file path=ppt/media/f67880.txt>
</file>

<file path=ppt/media/f67881.txt>
</file>

<file path=ppt/media/f67882.txt>
</file>

<file path=ppt/media/f67883.txt>
</file>

<file path=ppt/media/f67884.txt>
</file>

<file path=ppt/media/f67885.txt>
</file>

<file path=ppt/media/f67886.txt>
</file>

<file path=ppt/media/f67887.txt>
</file>

<file path=ppt/media/f67888.txt>
</file>

<file path=ppt/media/f67889.txt>
</file>

<file path=ppt/media/f67890.txt>
</file>

<file path=ppt/media/f67891.txt>
</file>

<file path=ppt/media/f67892.txt>
</file>

<file path=ppt/media/f67893.txt>
</file>

<file path=ppt/media/f67894.txt>
</file>

<file path=ppt/media/f67895.txt>
</file>

<file path=ppt/media/f67896.txt>
</file>

<file path=ppt/media/f67897.txt>
</file>

<file path=ppt/media/f67898.txt>
</file>

<file path=ppt/media/f67899.txt>
</file>

<file path=ppt/media/f67900.txt>
</file>

<file path=ppt/media/f67901.txt>
</file>

<file path=ppt/media/f67902.txt>
</file>

<file path=ppt/media/f67903.txt>
</file>

<file path=ppt/media/f67904.txt>
</file>

<file path=ppt/media/f67905.txt>
</file>

<file path=ppt/media/f67906.txt>
</file>

<file path=ppt/media/f67907.txt>
</file>

<file path=ppt/media/f67908.txt>
</file>

<file path=ppt/media/f67909.txt>
</file>

<file path=ppt/media/f67910.txt>
</file>

<file path=ppt/media/f67911.txt>
</file>

<file path=ppt/media/f67912.txt>
</file>

<file path=ppt/media/f67913.txt>
</file>

<file path=ppt/media/f67914.txt>
</file>

<file path=ppt/media/f67915.txt>
</file>

<file path=ppt/media/f67916.txt>
</file>

<file path=ppt/media/f67917.txt>
</file>

<file path=ppt/media/f67918.txt>
</file>

<file path=ppt/media/f67919.txt>
</file>

<file path=ppt/media/f67920.txt>
</file>

<file path=ppt/media/f67921.txt>
</file>

<file path=ppt/media/f67922.txt>
</file>

<file path=ppt/media/f67923.txt>
</file>

<file path=ppt/media/f67924.txt>
</file>

<file path=ppt/media/f67925.txt>
</file>

<file path=ppt/media/f67926.txt>
</file>

<file path=ppt/media/f67927.txt>
</file>

<file path=ppt/media/f67928.txt>
</file>

<file path=ppt/media/f67929.txt>
</file>

<file path=ppt/media/f67930.txt>
</file>

<file path=ppt/media/f67931.txt>
</file>

<file path=ppt/media/f67932.txt>
</file>

<file path=ppt/media/f67933.txt>
</file>

<file path=ppt/media/f67934.txt>
</file>

<file path=ppt/media/f67935.txt>
</file>

<file path=ppt/media/f67936.txt>
</file>

<file path=ppt/media/f67937.txt>
</file>

<file path=ppt/media/f67938.txt>
</file>

<file path=ppt/media/f67939.txt>
</file>

<file path=ppt/media/f67940.txt>
</file>

<file path=ppt/media/f67941.txt>
</file>

<file path=ppt/media/f67942.txt>
</file>

<file path=ppt/media/f67943.txt>
</file>

<file path=ppt/media/f67944.txt>
</file>

<file path=ppt/media/f67945.txt>
</file>

<file path=ppt/media/f67946.txt>
</file>

<file path=ppt/media/f67947.txt>
</file>

<file path=ppt/media/f67948.txt>
</file>

<file path=ppt/media/f67949.txt>
</file>

<file path=ppt/media/f67950.txt>
</file>

<file path=ppt/media/f67951.txt>
</file>

<file path=ppt/media/f67952.txt>
</file>

<file path=ppt/media/f67953.txt>
</file>

<file path=ppt/media/f67954.txt>
</file>

<file path=ppt/media/f67955.txt>
</file>

<file path=ppt/media/f67956.txt>
</file>

<file path=ppt/media/f67957.txt>
</file>

<file path=ppt/media/f67958.txt>
</file>

<file path=ppt/media/f67959.txt>
</file>

<file path=ppt/media/f67960.txt>
</file>

<file path=ppt/media/f67961.txt>
</file>

<file path=ppt/media/f67962.txt>
</file>

<file path=ppt/media/f67963.txt>
</file>

<file path=ppt/media/f67964.txt>
</file>

<file path=ppt/media/f67965.txt>
</file>

<file path=ppt/media/f67966.txt>
</file>

<file path=ppt/media/f67967.txt>
</file>

<file path=ppt/media/f67968.txt>
</file>

<file path=ppt/media/f67969.txt>
</file>

<file path=ppt/media/f67970.txt>
</file>

<file path=ppt/media/f67971.txt>
</file>

<file path=ppt/media/f67972.txt>
</file>

<file path=ppt/media/f67973.txt>
</file>

<file path=ppt/media/f67974.txt>
</file>

<file path=ppt/media/f67975.txt>
</file>

<file path=ppt/media/f67976.txt>
</file>

<file path=ppt/media/f67977.txt>
</file>

<file path=ppt/media/f67978.txt>
</file>

<file path=ppt/media/f67979.txt>
</file>

<file path=ppt/media/f67980.txt>
</file>

<file path=ppt/media/f67981.txt>
</file>

<file path=ppt/media/f67982.txt>
</file>

<file path=ppt/media/f67983.txt>
</file>

<file path=ppt/media/f67984.txt>
</file>

<file path=ppt/media/f67985.txt>
</file>

<file path=ppt/media/f67986.txt>
</file>

<file path=ppt/media/f67987.txt>
</file>

<file path=ppt/media/f67988.txt>
</file>

<file path=ppt/media/f67989.txt>
</file>

<file path=ppt/media/f67990.txt>
</file>

<file path=ppt/media/f67991.txt>
</file>

<file path=ppt/media/f67992.txt>
</file>

<file path=ppt/media/f67993.txt>
</file>

<file path=ppt/media/f67994.txt>
</file>

<file path=ppt/media/f67995.txt>
</file>

<file path=ppt/media/f67996.txt>
</file>

<file path=ppt/media/f67997.txt>
</file>

<file path=ppt/media/f67998.txt>
</file>

<file path=ppt/media/f67999.txt>
</file>

<file path=ppt/media/f68000.txt>
</file>

<file path=ppt/media/f68001.txt>
</file>

<file path=ppt/media/f68002.txt>
</file>

<file path=ppt/media/f68003.txt>
</file>

<file path=ppt/media/f68004.txt>
</file>

<file path=ppt/media/f68005.txt>
</file>

<file path=ppt/media/f68006.txt>
</file>

<file path=ppt/media/f68007.txt>
</file>

<file path=ppt/media/f68008.txt>
</file>

<file path=ppt/media/f68009.txt>
</file>

<file path=ppt/media/f68010.txt>
</file>

<file path=ppt/media/f68011.txt>
</file>

<file path=ppt/media/f68012.txt>
</file>

<file path=ppt/media/f68013.txt>
</file>

<file path=ppt/media/f68014.txt>
</file>

<file path=ppt/media/f68015.txt>
</file>

<file path=ppt/media/f68016.txt>
</file>

<file path=ppt/media/f68017.txt>
</file>

<file path=ppt/media/f68018.txt>
</file>

<file path=ppt/media/f68019.txt>
</file>

<file path=ppt/media/f68020.txt>
</file>

<file path=ppt/media/f68021.txt>
</file>

<file path=ppt/media/f68022.txt>
</file>

<file path=ppt/media/f68023.txt>
</file>

<file path=ppt/media/f68024.txt>
</file>

<file path=ppt/media/f68025.txt>
</file>

<file path=ppt/media/f68026.txt>
</file>

<file path=ppt/media/f68027.txt>
</file>

<file path=ppt/media/f68028.txt>
</file>

<file path=ppt/media/f68029.txt>
</file>

<file path=ppt/media/f68030.txt>
</file>

<file path=ppt/media/f68031.txt>
</file>

<file path=ppt/media/f68032.txt>
</file>

<file path=ppt/media/f68033.txt>
</file>

<file path=ppt/media/f68034.txt>
</file>

<file path=ppt/media/f68035.txt>
</file>

<file path=ppt/media/f68036.txt>
</file>

<file path=ppt/media/f68037.txt>
</file>

<file path=ppt/media/f68038.txt>
</file>

<file path=ppt/media/f68039.txt>
</file>

<file path=ppt/media/f68040.txt>
</file>

<file path=ppt/media/f68041.txt>
</file>

<file path=ppt/media/f68042.txt>
</file>

<file path=ppt/media/f68043.txt>
</file>

<file path=ppt/media/f68044.txt>
</file>

<file path=ppt/media/f68045.txt>
</file>

<file path=ppt/media/f68046.txt>
</file>

<file path=ppt/media/f68047.txt>
</file>

<file path=ppt/media/f68048.txt>
</file>

<file path=ppt/media/f68049.txt>
</file>

<file path=ppt/media/f68050.txt>
</file>

<file path=ppt/media/f68051.txt>
</file>

<file path=ppt/media/f68052.txt>
</file>

<file path=ppt/media/f68053.txt>
</file>

<file path=ppt/media/f68054.txt>
</file>

<file path=ppt/media/f68055.txt>
</file>

<file path=ppt/media/f68056.txt>
</file>

<file path=ppt/media/f68057.txt>
</file>

<file path=ppt/media/f68058.txt>
</file>

<file path=ppt/media/f68059.txt>
</file>

<file path=ppt/media/f68060.txt>
</file>

<file path=ppt/media/f68061.txt>
</file>

<file path=ppt/media/f68062.txt>
</file>

<file path=ppt/media/f68063.txt>
</file>

<file path=ppt/media/f68064.txt>
</file>

<file path=ppt/media/f68065.txt>
</file>

<file path=ppt/media/f68066.txt>
</file>

<file path=ppt/media/f68067.txt>
</file>

<file path=ppt/media/f68068.txt>
</file>

<file path=ppt/media/f68069.txt>
</file>

<file path=ppt/media/f68070.txt>
</file>

<file path=ppt/media/f68071.txt>
</file>

<file path=ppt/media/f68072.txt>
</file>

<file path=ppt/media/f68073.txt>
</file>

<file path=ppt/media/f68074.txt>
</file>

<file path=ppt/media/f68075.txt>
</file>

<file path=ppt/media/f68076.txt>
</file>

<file path=ppt/media/f68077.txt>
</file>

<file path=ppt/media/f68078.txt>
</file>

<file path=ppt/media/f68079.txt>
</file>

<file path=ppt/media/f68080.txt>
</file>

<file path=ppt/media/f68081.txt>
</file>

<file path=ppt/media/f68082.txt>
</file>

<file path=ppt/media/f68083.txt>
</file>

<file path=ppt/media/f68084.txt>
</file>

<file path=ppt/media/f68085.txt>
</file>

<file path=ppt/media/f68086.txt>
</file>

<file path=ppt/media/f68087.txt>
</file>

<file path=ppt/media/f68088.txt>
</file>

<file path=ppt/media/f68089.txt>
</file>

<file path=ppt/media/f68090.txt>
</file>

<file path=ppt/media/f68091.txt>
</file>

<file path=ppt/media/f68092.txt>
</file>

<file path=ppt/media/f68093.txt>
</file>

<file path=ppt/media/f68094.txt>
</file>

<file path=ppt/media/f68095.txt>
</file>

<file path=ppt/media/f68096.txt>
</file>

<file path=ppt/media/f68097.txt>
</file>

<file path=ppt/media/f68098.txt>
</file>

<file path=ppt/media/f68099.txt>
</file>

<file path=ppt/media/f68100.txt>
</file>

<file path=ppt/media/f68101.txt>
</file>

<file path=ppt/media/f68102.txt>
</file>

<file path=ppt/media/f68103.txt>
</file>

<file path=ppt/media/f68104.txt>
</file>

<file path=ppt/media/f68105.txt>
</file>

<file path=ppt/media/f68106.txt>
</file>

<file path=ppt/media/f68107.txt>
</file>

<file path=ppt/media/f68108.txt>
</file>

<file path=ppt/media/f68109.txt>
</file>

<file path=ppt/media/f68110.txt>
</file>

<file path=ppt/media/f68111.txt>
</file>

<file path=ppt/media/f68112.txt>
</file>

<file path=ppt/media/f68113.txt>
</file>

<file path=ppt/media/f68114.txt>
</file>

<file path=ppt/media/f68115.txt>
</file>

<file path=ppt/media/f68116.txt>
</file>

<file path=ppt/media/f68117.txt>
</file>

<file path=ppt/media/f68118.txt>
</file>

<file path=ppt/media/f68119.txt>
</file>

<file path=ppt/media/f68120.txt>
</file>

<file path=ppt/media/f68121.txt>
</file>

<file path=ppt/media/f68122.txt>
</file>

<file path=ppt/media/f68123.txt>
</file>

<file path=ppt/media/f68124.txt>
</file>

<file path=ppt/media/f68125.txt>
</file>

<file path=ppt/media/f68126.txt>
</file>

<file path=ppt/media/f68127.txt>
</file>

<file path=ppt/media/f68128.txt>
</file>

<file path=ppt/media/f68129.txt>
</file>

<file path=ppt/media/f68130.txt>
</file>

<file path=ppt/media/f68131.txt>
</file>

<file path=ppt/media/f68132.txt>
</file>

<file path=ppt/media/f68133.txt>
</file>

<file path=ppt/media/f68134.txt>
</file>

<file path=ppt/media/f68135.txt>
</file>

<file path=ppt/media/f68136.txt>
</file>

<file path=ppt/media/f68137.txt>
</file>

<file path=ppt/media/f68138.txt>
</file>

<file path=ppt/media/f68139.txt>
</file>

<file path=ppt/media/f68140.txt>
</file>

<file path=ppt/media/f68141.txt>
</file>

<file path=ppt/media/f68142.txt>
</file>

<file path=ppt/media/f68143.txt>
</file>

<file path=ppt/media/f68144.txt>
</file>

<file path=ppt/media/f68145.txt>
</file>

<file path=ppt/media/f68146.txt>
</file>

<file path=ppt/media/f68147.txt>
</file>

<file path=ppt/media/f68148.txt>
</file>

<file path=ppt/media/f68149.txt>
</file>

<file path=ppt/media/f68150.txt>
</file>

<file path=ppt/media/f68151.txt>
</file>

<file path=ppt/media/f68152.txt>
</file>

<file path=ppt/media/f68153.txt>
</file>

<file path=ppt/media/f68154.txt>
</file>

<file path=ppt/media/f68155.txt>
</file>

<file path=ppt/media/f68156.txt>
</file>

<file path=ppt/media/f68157.txt>
</file>

<file path=ppt/media/f68158.txt>
</file>

<file path=ppt/media/f68159.txt>
</file>

<file path=ppt/media/f68160.txt>
</file>

<file path=ppt/media/f68161.txt>
</file>

<file path=ppt/media/f68162.txt>
</file>

<file path=ppt/media/f68163.txt>
</file>

<file path=ppt/media/f68164.txt>
</file>

<file path=ppt/media/f68165.txt>
</file>

<file path=ppt/media/f68166.txt>
</file>

<file path=ppt/media/f68167.txt>
</file>

<file path=ppt/media/f68168.txt>
</file>

<file path=ppt/media/f68169.txt>
</file>

<file path=ppt/media/f68170.txt>
</file>

<file path=ppt/media/f68171.txt>
</file>

<file path=ppt/media/f68172.txt>
</file>

<file path=ppt/media/f68173.txt>
</file>

<file path=ppt/media/f68174.txt>
</file>

<file path=ppt/media/f68175.txt>
</file>

<file path=ppt/media/f68176.txt>
</file>

<file path=ppt/media/f68177.txt>
</file>

<file path=ppt/media/f68178.txt>
</file>

<file path=ppt/media/f68179.txt>
</file>

<file path=ppt/media/f68180.txt>
</file>

<file path=ppt/media/f68181.txt>
</file>

<file path=ppt/media/f68182.txt>
</file>

<file path=ppt/media/f68183.txt>
</file>

<file path=ppt/media/f68184.txt>
</file>

<file path=ppt/media/f68185.txt>
</file>

<file path=ppt/media/f68186.txt>
</file>

<file path=ppt/media/f68187.txt>
</file>

<file path=ppt/media/f68188.txt>
</file>

<file path=ppt/media/f68189.txt>
</file>

<file path=ppt/media/f68190.txt>
</file>

<file path=ppt/media/f68191.txt>
</file>

<file path=ppt/media/f68192.txt>
</file>

<file path=ppt/media/f68193.txt>
</file>

<file path=ppt/media/f68194.txt>
</file>

<file path=ppt/media/f68195.txt>
</file>

<file path=ppt/media/f68196.txt>
</file>

<file path=ppt/media/f68197.txt>
</file>

<file path=ppt/media/f68198.txt>
</file>

<file path=ppt/media/f68199.txt>
</file>

<file path=ppt/media/f68200.txt>
</file>

<file path=ppt/media/f68201.txt>
</file>

<file path=ppt/media/f68202.txt>
</file>

<file path=ppt/media/f68203.txt>
</file>

<file path=ppt/media/f68204.txt>
</file>

<file path=ppt/media/f68205.txt>
</file>

<file path=ppt/media/f68206.txt>
</file>

<file path=ppt/media/f68207.txt>
</file>

<file path=ppt/media/f68208.txt>
</file>

<file path=ppt/media/f68209.txt>
</file>

<file path=ppt/media/f68210.txt>
</file>

<file path=ppt/media/f68211.txt>
</file>

<file path=ppt/media/f68212.txt>
</file>

<file path=ppt/media/f68213.txt>
</file>

<file path=ppt/media/f68214.txt>
</file>

<file path=ppt/media/f68215.txt>
</file>

<file path=ppt/media/f68216.txt>
</file>

<file path=ppt/media/f68217.txt>
</file>

<file path=ppt/media/f68218.txt>
</file>

<file path=ppt/media/f68219.txt>
</file>

<file path=ppt/media/f68220.txt>
</file>

<file path=ppt/media/f68221.txt>
</file>

<file path=ppt/media/f68222.txt>
</file>

<file path=ppt/media/f68223.txt>
</file>

<file path=ppt/media/f68224.txt>
</file>

<file path=ppt/media/f68225.txt>
</file>

<file path=ppt/media/f68226.txt>
</file>

<file path=ppt/media/f68227.txt>
</file>

<file path=ppt/media/f68228.txt>
</file>

<file path=ppt/media/f68229.txt>
</file>

<file path=ppt/media/f68230.txt>
</file>

<file path=ppt/media/f68231.txt>
</file>

<file path=ppt/media/f68232.txt>
</file>

<file path=ppt/media/f68233.txt>
</file>

<file path=ppt/media/f68234.txt>
</file>

<file path=ppt/media/f68235.txt>
</file>

<file path=ppt/media/f68236.txt>
</file>

<file path=ppt/media/f68237.txt>
</file>

<file path=ppt/media/f68238.txt>
</file>

<file path=ppt/media/f68239.txt>
</file>

<file path=ppt/media/f68240.txt>
</file>

<file path=ppt/media/f68241.txt>
</file>

<file path=ppt/media/f68242.txt>
</file>

<file path=ppt/media/f68243.txt>
</file>

<file path=ppt/media/f68244.txt>
</file>

<file path=ppt/media/f68245.txt>
</file>

<file path=ppt/media/f68246.txt>
</file>

<file path=ppt/media/f68247.txt>
</file>

<file path=ppt/media/f68248.txt>
</file>

<file path=ppt/media/f68249.txt>
</file>

<file path=ppt/media/f68250.txt>
</file>

<file path=ppt/media/f68251.txt>
</file>

<file path=ppt/media/f68252.txt>
</file>

<file path=ppt/media/f68253.txt>
</file>

<file path=ppt/media/f68254.txt>
</file>

<file path=ppt/media/f68255.txt>
</file>

<file path=ppt/media/f68256.txt>
</file>

<file path=ppt/media/f68257.txt>
</file>

<file path=ppt/media/f68258.txt>
</file>

<file path=ppt/media/f68259.txt>
</file>

<file path=ppt/media/f68260.txt>
</file>

<file path=ppt/media/f68261.txt>
</file>

<file path=ppt/media/f68262.txt>
</file>

<file path=ppt/media/f68263.txt>
</file>

<file path=ppt/media/f68264.txt>
</file>

<file path=ppt/media/f68265.txt>
</file>

<file path=ppt/media/f68266.txt>
</file>

<file path=ppt/media/f68267.txt>
</file>

<file path=ppt/media/f68268.txt>
</file>

<file path=ppt/media/f68269.txt>
</file>

<file path=ppt/media/f68270.txt>
</file>

<file path=ppt/media/f68271.txt>
</file>

<file path=ppt/media/f68272.txt>
</file>

<file path=ppt/media/f68273.txt>
</file>

<file path=ppt/media/f68274.txt>
</file>

<file path=ppt/media/f68275.txt>
</file>

<file path=ppt/media/f68276.txt>
</file>

<file path=ppt/media/f68277.txt>
</file>

<file path=ppt/media/f68278.txt>
</file>

<file path=ppt/media/f68279.txt>
</file>

<file path=ppt/media/f68280.txt>
</file>

<file path=ppt/media/f68281.txt>
</file>

<file path=ppt/media/f68282.txt>
</file>

<file path=ppt/media/f68283.txt>
</file>

<file path=ppt/media/f68284.txt>
</file>

<file path=ppt/media/f68285.txt>
</file>

<file path=ppt/media/f68286.txt>
</file>

<file path=ppt/media/f68287.txt>
</file>

<file path=ppt/media/f68288.txt>
</file>

<file path=ppt/media/f68289.txt>
</file>

<file path=ppt/media/f68290.txt>
</file>

<file path=ppt/media/f68291.txt>
</file>

<file path=ppt/media/f68292.txt>
</file>

<file path=ppt/media/f68293.txt>
</file>

<file path=ppt/media/f68294.txt>
</file>

<file path=ppt/media/f68295.txt>
</file>

<file path=ppt/media/f68296.txt>
</file>

<file path=ppt/media/f68297.txt>
</file>

<file path=ppt/media/f68298.txt>
</file>

<file path=ppt/media/f68299.txt>
</file>

<file path=ppt/media/f68300.txt>
</file>

<file path=ppt/media/f68301.txt>
</file>

<file path=ppt/media/f68302.txt>
</file>

<file path=ppt/media/f68303.txt>
</file>

<file path=ppt/media/f68304.txt>
</file>

<file path=ppt/media/f68305.txt>
</file>

<file path=ppt/media/f68306.txt>
</file>

<file path=ppt/media/f68307.txt>
</file>

<file path=ppt/media/f68308.txt>
</file>

<file path=ppt/media/f68309.txt>
</file>

<file path=ppt/media/f68310.txt>
</file>

<file path=ppt/media/f68311.txt>
</file>

<file path=ppt/media/f68312.txt>
</file>

<file path=ppt/media/f68313.txt>
</file>

<file path=ppt/media/f68314.txt>
</file>

<file path=ppt/media/f68315.txt>
</file>

<file path=ppt/media/f68316.txt>
</file>

<file path=ppt/media/f68317.txt>
</file>

<file path=ppt/media/f68318.txt>
</file>

<file path=ppt/media/f68319.txt>
</file>

<file path=ppt/media/f68320.txt>
</file>

<file path=ppt/media/f68321.txt>
</file>

<file path=ppt/media/f68322.txt>
</file>

<file path=ppt/media/f68323.txt>
</file>

<file path=ppt/media/f68324.txt>
</file>

<file path=ppt/media/f68325.txt>
</file>

<file path=ppt/media/f68326.txt>
</file>

<file path=ppt/media/f68327.txt>
</file>

<file path=ppt/media/f68328.txt>
</file>

<file path=ppt/media/f68329.txt>
</file>

<file path=ppt/media/f68330.txt>
</file>

<file path=ppt/media/f68331.txt>
</file>

<file path=ppt/media/f68332.txt>
</file>

<file path=ppt/media/f68333.txt>
</file>

<file path=ppt/media/f68334.txt>
</file>

<file path=ppt/media/f68335.txt>
</file>

<file path=ppt/media/f68336.txt>
</file>

<file path=ppt/media/f68337.txt>
</file>

<file path=ppt/media/f68338.txt>
</file>

<file path=ppt/media/f68339.txt>
</file>

<file path=ppt/media/f68340.txt>
</file>

<file path=ppt/media/f68341.txt>
</file>

<file path=ppt/media/f68342.txt>
</file>

<file path=ppt/media/f68343.txt>
</file>

<file path=ppt/media/f68344.txt>
</file>

<file path=ppt/media/f68345.txt>
</file>

<file path=ppt/media/f68346.txt>
</file>

<file path=ppt/media/f68347.txt>
</file>

<file path=ppt/media/f68348.txt>
</file>

<file path=ppt/media/f68349.txt>
</file>

<file path=ppt/media/f68350.txt>
</file>

<file path=ppt/media/f68351.txt>
</file>

<file path=ppt/media/f68352.txt>
</file>

<file path=ppt/media/f68353.txt>
</file>

<file path=ppt/media/f68354.txt>
</file>

<file path=ppt/media/f68355.txt>
</file>

<file path=ppt/media/f68356.txt>
</file>

<file path=ppt/media/f68357.txt>
</file>

<file path=ppt/media/f68358.txt>
</file>

<file path=ppt/media/f68359.txt>
</file>

<file path=ppt/media/f68360.txt>
</file>

<file path=ppt/media/f68361.txt>
</file>

<file path=ppt/media/f68362.txt>
</file>

<file path=ppt/media/f68363.txt>
</file>

<file path=ppt/media/f68364.txt>
</file>

<file path=ppt/media/f68365.txt>
</file>

<file path=ppt/media/f68366.txt>
</file>

<file path=ppt/media/f68367.txt>
</file>

<file path=ppt/media/f68368.txt>
</file>

<file path=ppt/media/f68369.txt>
</file>

<file path=ppt/media/f68370.txt>
</file>

<file path=ppt/media/f68371.txt>
</file>

<file path=ppt/media/f68372.txt>
</file>

<file path=ppt/media/f68373.txt>
</file>

<file path=ppt/media/f68374.txt>
</file>

<file path=ppt/media/f68375.txt>
</file>

<file path=ppt/media/f68376.txt>
</file>

<file path=ppt/media/f68377.txt>
</file>

<file path=ppt/media/f68378.txt>
</file>

<file path=ppt/media/f68379.txt>
</file>

<file path=ppt/media/f68380.txt>
</file>

<file path=ppt/media/f68381.txt>
</file>

<file path=ppt/media/f68382.txt>
</file>

<file path=ppt/media/f68383.txt>
</file>

<file path=ppt/media/f68384.txt>
</file>

<file path=ppt/media/f68385.txt>
</file>

<file path=ppt/media/f68386.txt>
</file>

<file path=ppt/media/f68387.txt>
</file>

<file path=ppt/media/f68388.txt>
</file>

<file path=ppt/media/f68389.txt>
</file>

<file path=ppt/media/f68390.txt>
</file>

<file path=ppt/media/f68391.txt>
</file>

<file path=ppt/media/f68392.txt>
</file>

<file path=ppt/media/f68393.txt>
</file>

<file path=ppt/media/f68394.txt>
</file>

<file path=ppt/media/f68395.txt>
</file>

<file path=ppt/media/f68396.txt>
</file>

<file path=ppt/media/f68397.txt>
</file>

<file path=ppt/media/f68398.txt>
</file>

<file path=ppt/media/f68399.txt>
</file>

<file path=ppt/media/f68400.txt>
</file>

<file path=ppt/media/f68401.txt>
</file>

<file path=ppt/media/f68402.txt>
</file>

<file path=ppt/media/f68403.txt>
</file>

<file path=ppt/media/f68404.txt>
</file>

<file path=ppt/media/f68405.txt>
</file>

<file path=ppt/media/f68406.txt>
</file>

<file path=ppt/media/f68407.txt>
</file>

<file path=ppt/media/f68408.txt>
</file>

<file path=ppt/media/f68409.txt>
</file>

<file path=ppt/media/f68410.txt>
</file>

<file path=ppt/media/f68411.txt>
</file>

<file path=ppt/media/f68412.txt>
</file>

<file path=ppt/media/f68413.txt>
</file>

<file path=ppt/media/f68414.txt>
</file>

<file path=ppt/media/f68415.txt>
</file>

<file path=ppt/media/f68416.txt>
</file>

<file path=ppt/media/f68417.txt>
</file>

<file path=ppt/media/f68418.txt>
</file>

<file path=ppt/media/f68419.txt>
</file>

<file path=ppt/media/f68420.txt>
</file>

<file path=ppt/media/f68421.txt>
</file>

<file path=ppt/media/f68422.txt>
</file>

<file path=ppt/media/f68423.txt>
</file>

<file path=ppt/media/f68424.txt>
</file>

<file path=ppt/media/f68425.txt>
</file>

<file path=ppt/media/f68426.txt>
</file>

<file path=ppt/media/f68427.txt>
</file>

<file path=ppt/media/f68428.txt>
</file>

<file path=ppt/media/f68429.txt>
</file>

<file path=ppt/media/f68430.txt>
</file>

<file path=ppt/media/f68431.txt>
</file>

<file path=ppt/media/f68432.txt>
</file>

<file path=ppt/media/f68433.txt>
</file>

<file path=ppt/media/f68434.txt>
</file>

<file path=ppt/media/f68435.txt>
</file>

<file path=ppt/media/f68436.txt>
</file>

<file path=ppt/media/f68437.txt>
</file>

<file path=ppt/media/f68438.txt>
</file>

<file path=ppt/media/f68439.txt>
</file>

<file path=ppt/media/f68440.txt>
</file>

<file path=ppt/media/f68441.txt>
</file>

<file path=ppt/media/f68442.txt>
</file>

<file path=ppt/media/f68443.txt>
</file>

<file path=ppt/media/f68444.txt>
</file>

<file path=ppt/media/f68445.txt>
</file>

<file path=ppt/media/f68446.txt>
</file>

<file path=ppt/media/f68447.txt>
</file>

<file path=ppt/media/f68448.txt>
</file>

<file path=ppt/media/f68449.txt>
</file>

<file path=ppt/media/f68450.txt>
</file>

<file path=ppt/media/f68451.txt>
</file>

<file path=ppt/media/f68452.txt>
</file>

<file path=ppt/media/f68453.txt>
</file>

<file path=ppt/media/f68454.txt>
</file>

<file path=ppt/media/f68455.txt>
</file>

<file path=ppt/media/f68456.txt>
</file>

<file path=ppt/media/f68457.txt>
</file>

<file path=ppt/media/f68458.txt>
</file>

<file path=ppt/media/f68459.txt>
</file>

<file path=ppt/media/f68460.txt>
</file>

<file path=ppt/media/f68461.txt>
</file>

<file path=ppt/media/f68462.txt>
</file>

<file path=ppt/media/f68463.txt>
</file>

<file path=ppt/media/f68464.txt>
</file>

<file path=ppt/media/f68465.txt>
</file>

<file path=ppt/media/f68466.txt>
</file>

<file path=ppt/media/f68467.txt>
</file>

<file path=ppt/media/f68468.txt>
</file>

<file path=ppt/media/f68469.txt>
</file>

<file path=ppt/media/f68470.txt>
</file>

<file path=ppt/media/f68471.txt>
</file>

<file path=ppt/media/f68472.txt>
</file>

<file path=ppt/media/f68473.txt>
</file>

<file path=ppt/media/f68474.txt>
</file>

<file path=ppt/media/f68475.txt>
</file>

<file path=ppt/media/f68476.txt>
</file>

<file path=ppt/media/f68477.txt>
</file>

<file path=ppt/media/f68478.txt>
</file>

<file path=ppt/media/f68479.txt>
</file>

<file path=ppt/media/f68480.txt>
</file>

<file path=ppt/media/f68481.txt>
</file>

<file path=ppt/media/f68482.txt>
</file>

<file path=ppt/media/f68483.txt>
</file>

<file path=ppt/media/f68484.txt>
</file>

<file path=ppt/media/f68485.txt>
</file>

<file path=ppt/media/f68486.txt>
</file>

<file path=ppt/media/f68487.txt>
</file>

<file path=ppt/media/f68488.txt>
</file>

<file path=ppt/media/f68489.txt>
</file>

<file path=ppt/media/f68490.txt>
</file>

<file path=ppt/media/f68491.txt>
</file>

<file path=ppt/media/f68492.txt>
</file>

<file path=ppt/media/f68493.txt>
</file>

<file path=ppt/media/f68494.txt>
</file>

<file path=ppt/media/f68495.txt>
</file>

<file path=ppt/media/f68496.txt>
</file>

<file path=ppt/media/f68497.txt>
</file>

<file path=ppt/media/f68498.txt>
</file>

<file path=ppt/media/f68499.txt>
</file>

<file path=ppt/media/f68500.txt>
</file>

<file path=ppt/media/f68501.txt>
</file>

<file path=ppt/media/f68502.txt>
</file>

<file path=ppt/media/f68503.txt>
</file>

<file path=ppt/media/f68504.txt>
</file>

<file path=ppt/media/f68505.txt>
</file>

<file path=ppt/media/f68506.txt>
</file>

<file path=ppt/media/f68507.txt>
</file>

<file path=ppt/media/f68508.txt>
</file>

<file path=ppt/media/f68509.txt>
</file>

<file path=ppt/media/f68510.txt>
</file>

<file path=ppt/media/f68511.txt>
</file>

<file path=ppt/media/f68512.txt>
</file>

<file path=ppt/media/f68513.txt>
</file>

<file path=ppt/media/f68514.txt>
</file>

<file path=ppt/media/f68515.txt>
</file>

<file path=ppt/media/f68516.txt>
</file>

<file path=ppt/media/f68517.txt>
</file>

<file path=ppt/media/f68518.txt>
</file>

<file path=ppt/media/f68519.txt>
</file>

<file path=ppt/media/f68520.txt>
</file>

<file path=ppt/media/f68521.txt>
</file>

<file path=ppt/media/f68522.txt>
</file>

<file path=ppt/media/f68523.txt>
</file>

<file path=ppt/media/f68524.txt>
</file>

<file path=ppt/media/f68525.txt>
</file>

<file path=ppt/media/f68526.txt>
</file>

<file path=ppt/media/f68527.txt>
</file>

<file path=ppt/media/f68528.txt>
</file>

<file path=ppt/media/f68529.txt>
</file>

<file path=ppt/media/f68530.txt>
</file>

<file path=ppt/media/f68531.txt>
</file>

<file path=ppt/media/f68532.txt>
</file>

<file path=ppt/media/f68533.txt>
</file>

<file path=ppt/media/f68534.txt>
</file>

<file path=ppt/media/f68535.txt>
</file>

<file path=ppt/media/f68536.txt>
</file>

<file path=ppt/media/f68537.txt>
</file>

<file path=ppt/media/f68538.txt>
</file>

<file path=ppt/media/f68539.txt>
</file>

<file path=ppt/media/f68540.txt>
</file>

<file path=ppt/media/f68541.txt>
</file>

<file path=ppt/media/f68542.txt>
</file>

<file path=ppt/media/f68543.txt>
</file>

<file path=ppt/media/f68544.txt>
</file>

<file path=ppt/media/f68545.txt>
</file>

<file path=ppt/media/f68546.txt>
</file>

<file path=ppt/media/f68547.txt>
</file>

<file path=ppt/media/f68548.txt>
</file>

<file path=ppt/media/f68549.txt>
</file>

<file path=ppt/media/f68550.txt>
</file>

<file path=ppt/media/f68551.txt>
</file>

<file path=ppt/media/f68552.txt>
</file>

<file path=ppt/media/f68553.txt>
</file>

<file path=ppt/media/f68554.txt>
</file>

<file path=ppt/media/f68555.txt>
</file>

<file path=ppt/media/f68556.txt>
</file>

<file path=ppt/media/f68557.txt>
</file>

<file path=ppt/media/f68558.txt>
</file>

<file path=ppt/media/f68559.txt>
</file>

<file path=ppt/media/f68560.txt>
</file>

<file path=ppt/media/f68561.txt>
</file>

<file path=ppt/media/f68562.txt>
</file>

<file path=ppt/media/f68563.txt>
</file>

<file path=ppt/media/f68564.txt>
</file>

<file path=ppt/media/f68565.txt>
</file>

<file path=ppt/media/f68566.txt>
</file>

<file path=ppt/media/f68567.txt>
</file>

<file path=ppt/media/f68568.txt>
</file>

<file path=ppt/media/f68569.txt>
</file>

<file path=ppt/media/f68570.txt>
</file>

<file path=ppt/media/f68571.txt>
</file>

<file path=ppt/media/f68572.txt>
</file>

<file path=ppt/media/f68573.txt>
</file>

<file path=ppt/media/f68574.txt>
</file>

<file path=ppt/media/f68575.txt>
</file>

<file path=ppt/media/f68576.txt>
</file>

<file path=ppt/media/f68577.txt>
</file>

<file path=ppt/media/f68578.txt>
</file>

<file path=ppt/media/f68579.txt>
</file>

<file path=ppt/media/f68580.txt>
</file>

<file path=ppt/media/f68581.txt>
</file>

<file path=ppt/media/f68582.txt>
</file>

<file path=ppt/media/f68583.txt>
</file>

<file path=ppt/media/f68584.txt>
</file>

<file path=ppt/media/f68585.txt>
</file>

<file path=ppt/media/f68586.txt>
</file>

<file path=ppt/media/f68587.txt>
</file>

<file path=ppt/media/f68588.txt>
</file>

<file path=ppt/media/f68589.txt>
</file>

<file path=ppt/media/f68590.txt>
</file>

<file path=ppt/media/f68591.txt>
</file>

<file path=ppt/media/f68592.txt>
</file>

<file path=ppt/media/f68593.txt>
</file>

<file path=ppt/media/f68594.txt>
</file>

<file path=ppt/media/f68595.txt>
</file>

<file path=ppt/media/f68596.txt>
</file>

<file path=ppt/media/f68597.txt>
</file>

<file path=ppt/media/f68598.txt>
</file>

<file path=ppt/media/f68599.txt>
</file>

<file path=ppt/media/f68600.txt>
</file>

<file path=ppt/media/f68601.txt>
</file>

<file path=ppt/media/f68602.txt>
</file>

<file path=ppt/media/f68603.txt>
</file>

<file path=ppt/media/f68604.txt>
</file>

<file path=ppt/media/f68605.txt>
</file>

<file path=ppt/media/f68606.txt>
</file>

<file path=ppt/media/f68607.txt>
</file>

<file path=ppt/media/f68608.txt>
</file>

<file path=ppt/media/f68609.txt>
</file>

<file path=ppt/media/f68610.txt>
</file>

<file path=ppt/media/f68611.txt>
</file>

<file path=ppt/media/f68612.txt>
</file>

<file path=ppt/media/f68613.txt>
</file>

<file path=ppt/media/f68614.txt>
</file>

<file path=ppt/media/f68615.txt>
</file>

<file path=ppt/media/f68616.txt>
</file>

<file path=ppt/media/f68617.txt>
</file>

<file path=ppt/media/f68618.txt>
</file>

<file path=ppt/media/f68619.txt>
</file>

<file path=ppt/media/f68620.txt>
</file>

<file path=ppt/media/f68621.txt>
</file>

<file path=ppt/media/f68622.txt>
</file>

<file path=ppt/media/f68623.txt>
</file>

<file path=ppt/media/f68624.txt>
</file>

<file path=ppt/media/f68625.txt>
</file>

<file path=ppt/media/f68626.txt>
</file>

<file path=ppt/media/f68627.txt>
</file>

<file path=ppt/media/f68628.txt>
</file>

<file path=ppt/media/f68629.txt>
</file>

<file path=ppt/media/f68630.txt>
</file>

<file path=ppt/media/f68631.txt>
</file>

<file path=ppt/media/f68632.txt>
</file>

<file path=ppt/media/f68633.txt>
</file>

<file path=ppt/media/f68634.txt>
</file>

<file path=ppt/media/f68635.txt>
</file>

<file path=ppt/media/f68636.txt>
</file>

<file path=ppt/media/f68637.txt>
</file>

<file path=ppt/media/f68638.txt>
</file>

<file path=ppt/media/f68639.txt>
</file>

<file path=ppt/media/f68640.txt>
</file>

<file path=ppt/media/f68641.txt>
</file>

<file path=ppt/media/f68642.txt>
</file>

<file path=ppt/media/f68643.txt>
</file>

<file path=ppt/media/f68644.txt>
</file>

<file path=ppt/media/f68645.txt>
</file>

<file path=ppt/media/f68646.txt>
</file>

<file path=ppt/media/f68647.txt>
</file>

<file path=ppt/media/f68648.txt>
</file>

<file path=ppt/media/f68649.txt>
</file>

<file path=ppt/media/f68650.txt>
</file>

<file path=ppt/media/f68651.txt>
</file>

<file path=ppt/media/f68652.txt>
</file>

<file path=ppt/media/f68653.txt>
</file>

<file path=ppt/media/f68654.txt>
</file>

<file path=ppt/media/f68655.txt>
</file>

<file path=ppt/media/f68656.txt>
</file>

<file path=ppt/media/f68657.txt>
</file>

<file path=ppt/media/f68658.txt>
</file>

<file path=ppt/media/f68659.txt>
</file>

<file path=ppt/media/f68660.txt>
</file>

<file path=ppt/media/f68661.txt>
</file>

<file path=ppt/media/f68662.txt>
</file>

<file path=ppt/media/f68663.txt>
</file>

<file path=ppt/media/f68664.txt>
</file>

<file path=ppt/media/f68665.txt>
</file>

<file path=ppt/media/f68666.txt>
</file>

<file path=ppt/media/f68667.txt>
</file>

<file path=ppt/media/f68668.txt>
</file>

<file path=ppt/media/f68669.txt>
</file>

<file path=ppt/media/f68670.txt>
</file>

<file path=ppt/media/f68671.txt>
</file>

<file path=ppt/media/f68672.txt>
</file>

<file path=ppt/media/f68673.txt>
</file>

<file path=ppt/media/f68674.txt>
</file>

<file path=ppt/media/f68675.txt>
</file>

<file path=ppt/media/f68676.txt>
</file>

<file path=ppt/media/f68677.txt>
</file>

<file path=ppt/media/f68678.txt>
</file>

<file path=ppt/media/f68679.txt>
</file>

<file path=ppt/media/f68680.txt>
</file>

<file path=ppt/media/f68681.txt>
</file>

<file path=ppt/media/f68682.txt>
</file>

<file path=ppt/media/f68683.txt>
</file>

<file path=ppt/media/f68684.txt>
</file>

<file path=ppt/media/f68685.txt>
</file>

<file path=ppt/media/f68686.txt>
</file>

<file path=ppt/media/f68687.txt>
</file>

<file path=ppt/media/f68688.txt>
</file>

<file path=ppt/media/f68689.txt>
</file>

<file path=ppt/media/f68690.txt>
</file>

<file path=ppt/media/f68691.txt>
</file>

<file path=ppt/media/f68692.txt>
</file>

<file path=ppt/media/f68693.txt>
</file>

<file path=ppt/media/f68694.txt>
</file>

<file path=ppt/media/f68695.txt>
</file>

<file path=ppt/media/f68696.txt>
</file>

<file path=ppt/media/f68697.txt>
</file>

<file path=ppt/media/f68698.txt>
</file>

<file path=ppt/media/f68699.txt>
</file>

<file path=ppt/media/f68700.txt>
</file>

<file path=ppt/media/f68701.txt>
</file>

<file path=ppt/media/f68702.txt>
</file>

<file path=ppt/media/f68703.txt>
</file>

<file path=ppt/media/f68704.txt>
</file>

<file path=ppt/media/f68705.txt>
</file>

<file path=ppt/media/f68706.txt>
</file>

<file path=ppt/media/f68707.txt>
</file>

<file path=ppt/media/f68708.txt>
</file>

<file path=ppt/media/f68709.txt>
</file>

<file path=ppt/media/f68710.txt>
</file>

<file path=ppt/media/f68711.txt>
</file>

<file path=ppt/media/f68712.txt>
</file>

<file path=ppt/media/f68713.txt>
</file>

<file path=ppt/media/f68714.txt>
</file>

<file path=ppt/media/f68715.txt>
</file>

<file path=ppt/media/f68716.txt>
</file>

<file path=ppt/media/f68717.txt>
</file>

<file path=ppt/media/f68718.txt>
</file>

<file path=ppt/media/f68719.txt>
</file>

<file path=ppt/media/f68720.txt>
</file>

<file path=ppt/media/f68721.txt>
</file>

<file path=ppt/media/f68722.txt>
</file>

<file path=ppt/media/f68723.txt>
</file>

<file path=ppt/media/f68724.txt>
</file>

<file path=ppt/media/f68725.txt>
</file>

<file path=ppt/media/f68726.txt>
</file>

<file path=ppt/media/f68727.txt>
</file>

<file path=ppt/media/f68728.txt>
</file>

<file path=ppt/media/f68729.txt>
</file>

<file path=ppt/media/f68730.txt>
</file>

<file path=ppt/media/f68731.txt>
</file>

<file path=ppt/media/f68732.txt>
</file>

<file path=ppt/media/f68733.txt>
</file>

<file path=ppt/media/f68734.txt>
</file>

<file path=ppt/media/f68735.txt>
</file>

<file path=ppt/media/f68736.txt>
</file>

<file path=ppt/media/f68737.txt>
</file>

<file path=ppt/media/f68738.txt>
</file>

<file path=ppt/media/f68739.txt>
</file>

<file path=ppt/media/f68740.txt>
</file>

<file path=ppt/media/f68741.txt>
</file>

<file path=ppt/media/f68742.txt>
</file>

<file path=ppt/media/f68743.txt>
</file>

<file path=ppt/media/f68744.txt>
</file>

<file path=ppt/media/f68745.txt>
</file>

<file path=ppt/media/f68746.txt>
</file>

<file path=ppt/media/f68747.txt>
</file>

<file path=ppt/media/f68748.txt>
</file>

<file path=ppt/media/f68749.txt>
</file>

<file path=ppt/media/f68750.txt>
</file>

<file path=ppt/media/f68751.txt>
</file>

<file path=ppt/media/f68752.txt>
</file>

<file path=ppt/media/f68753.txt>
</file>

<file path=ppt/media/f68754.txt>
</file>

<file path=ppt/media/f68755.txt>
</file>

<file path=ppt/media/f68756.txt>
</file>

<file path=ppt/media/f68757.txt>
</file>

<file path=ppt/media/f68758.txt>
</file>

<file path=ppt/media/f68759.txt>
</file>

<file path=ppt/media/f68760.txt>
</file>

<file path=ppt/media/f68761.txt>
</file>

<file path=ppt/media/f68762.txt>
</file>

<file path=ppt/media/f68763.txt>
</file>

<file path=ppt/media/f68764.txt>
</file>

<file path=ppt/media/f68765.txt>
</file>

<file path=ppt/media/f68766.txt>
</file>

<file path=ppt/media/f68767.txt>
</file>

<file path=ppt/media/f68768.txt>
</file>

<file path=ppt/media/f68769.txt>
</file>

<file path=ppt/media/f68770.txt>
</file>

<file path=ppt/media/f68771.txt>
</file>

<file path=ppt/media/f68772.txt>
</file>

<file path=ppt/media/f68773.txt>
</file>

<file path=ppt/media/f68774.txt>
</file>

<file path=ppt/media/f68775.txt>
</file>

<file path=ppt/media/f68776.txt>
</file>

<file path=ppt/media/f68777.txt>
</file>

<file path=ppt/media/f68778.txt>
</file>

<file path=ppt/media/f68779.txt>
</file>

<file path=ppt/media/f68780.txt>
</file>

<file path=ppt/media/f68781.txt>
</file>

<file path=ppt/media/f68782.txt>
</file>

<file path=ppt/media/f68783.txt>
</file>

<file path=ppt/media/f68784.txt>
</file>

<file path=ppt/media/f68785.txt>
</file>

<file path=ppt/media/f68786.txt>
</file>

<file path=ppt/media/f68787.txt>
</file>

<file path=ppt/media/f68788.txt>
</file>

<file path=ppt/media/f68789.txt>
</file>

<file path=ppt/media/f68790.txt>
</file>

<file path=ppt/media/f68791.txt>
</file>

<file path=ppt/media/f68792.txt>
</file>

<file path=ppt/media/f68793.txt>
</file>

<file path=ppt/media/f68794.txt>
</file>

<file path=ppt/media/f68795.txt>
</file>

<file path=ppt/media/f68796.txt>
</file>

<file path=ppt/media/f68797.txt>
</file>

<file path=ppt/media/f68798.txt>
</file>

<file path=ppt/media/f68799.txt>
</file>

<file path=ppt/media/f68800.txt>
</file>

<file path=ppt/media/f68801.txt>
</file>

<file path=ppt/media/f68802.txt>
</file>

<file path=ppt/media/f68803.txt>
</file>

<file path=ppt/media/f68804.txt>
</file>

<file path=ppt/media/f68805.txt>
</file>

<file path=ppt/media/f68806.txt>
</file>

<file path=ppt/media/f68807.txt>
</file>

<file path=ppt/media/f68808.txt>
</file>

<file path=ppt/media/f68809.txt>
</file>

<file path=ppt/media/f68810.txt>
</file>

<file path=ppt/media/f68811.txt>
</file>

<file path=ppt/media/f68812.txt>
</file>

<file path=ppt/media/f68813.txt>
</file>

<file path=ppt/media/f68814.txt>
</file>

<file path=ppt/media/f68815.txt>
</file>

<file path=ppt/media/f68816.txt>
</file>

<file path=ppt/media/f68817.txt>
</file>

<file path=ppt/media/f68818.txt>
</file>

<file path=ppt/media/f68819.txt>
</file>

<file path=ppt/media/f68820.txt>
</file>

<file path=ppt/media/f68821.txt>
</file>

<file path=ppt/media/f68822.txt>
</file>

<file path=ppt/media/f68823.txt>
</file>

<file path=ppt/media/f68824.txt>
</file>

<file path=ppt/media/f68825.txt>
</file>

<file path=ppt/media/f68826.txt>
</file>

<file path=ppt/media/f68827.txt>
</file>

<file path=ppt/media/f68828.txt>
</file>

<file path=ppt/media/f68829.txt>
</file>

<file path=ppt/media/f68830.txt>
</file>

<file path=ppt/media/f68831.txt>
</file>

<file path=ppt/media/f68832.txt>
</file>

<file path=ppt/media/f68833.txt>
</file>

<file path=ppt/media/f68834.txt>
</file>

<file path=ppt/media/f68835.txt>
</file>

<file path=ppt/media/f68836.txt>
</file>

<file path=ppt/media/f68837.txt>
</file>

<file path=ppt/media/f68838.txt>
</file>

<file path=ppt/media/f68839.txt>
</file>

<file path=ppt/media/f68840.txt>
</file>

<file path=ppt/media/f68841.txt>
</file>

<file path=ppt/media/f68842.txt>
</file>

<file path=ppt/media/f68843.txt>
</file>

<file path=ppt/media/f68844.txt>
</file>

<file path=ppt/media/f68845.txt>
</file>

<file path=ppt/media/f68846.txt>
</file>

<file path=ppt/media/f68847.txt>
</file>

<file path=ppt/media/f68848.txt>
</file>

<file path=ppt/media/f68849.txt>
</file>

<file path=ppt/media/f68850.txt>
</file>

<file path=ppt/media/f68851.txt>
</file>

<file path=ppt/media/f68852.txt>
</file>

<file path=ppt/media/f68853.txt>
</file>

<file path=ppt/media/f68854.txt>
</file>

<file path=ppt/media/f68855.txt>
</file>

<file path=ppt/media/f68856.txt>
</file>

<file path=ppt/media/f68857.txt>
</file>

<file path=ppt/media/f68858.txt>
</file>

<file path=ppt/media/f68859.txt>
</file>

<file path=ppt/media/f68860.txt>
</file>

<file path=ppt/media/f68861.txt>
</file>

<file path=ppt/media/f68862.txt>
</file>

<file path=ppt/media/f68863.txt>
</file>

<file path=ppt/media/f68864.txt>
</file>

<file path=ppt/media/f68865.txt>
</file>

<file path=ppt/media/f68866.txt>
</file>

<file path=ppt/media/f68867.txt>
</file>

<file path=ppt/media/f68868.txt>
</file>

<file path=ppt/media/f68869.txt>
</file>

<file path=ppt/media/f68870.txt>
</file>

<file path=ppt/media/f68871.txt>
</file>

<file path=ppt/media/f68872.txt>
</file>

<file path=ppt/media/f68873.txt>
</file>

<file path=ppt/media/f68874.txt>
</file>

<file path=ppt/media/f68875.txt>
</file>

<file path=ppt/media/f68876.txt>
</file>

<file path=ppt/media/f68877.txt>
</file>

<file path=ppt/media/f68878.txt>
</file>

<file path=ppt/media/f68879.txt>
</file>

<file path=ppt/media/f68880.txt>
</file>

<file path=ppt/media/f68881.txt>
</file>

<file path=ppt/media/f68882.txt>
</file>

<file path=ppt/media/f68883.txt>
</file>

<file path=ppt/media/f68884.txt>
</file>

<file path=ppt/media/f68885.txt>
</file>

<file path=ppt/media/f68886.txt>
</file>

<file path=ppt/media/f68887.txt>
</file>

<file path=ppt/media/f68888.txt>
</file>

<file path=ppt/media/f68889.txt>
</file>

<file path=ppt/media/f68890.txt>
</file>

<file path=ppt/media/f68891.txt>
</file>

<file path=ppt/media/f68892.txt>
</file>

<file path=ppt/media/f68893.txt>
</file>

<file path=ppt/media/f68894.txt>
</file>

<file path=ppt/media/f68895.txt>
</file>

<file path=ppt/media/f68896.txt>
</file>

<file path=ppt/media/f68897.txt>
</file>

<file path=ppt/media/f68898.txt>
</file>

<file path=ppt/media/f68899.txt>
</file>

<file path=ppt/media/f68900.txt>
</file>

<file path=ppt/media/f68901.txt>
</file>

<file path=ppt/media/f68902.txt>
</file>

<file path=ppt/media/f68903.txt>
</file>

<file path=ppt/media/f68904.txt>
</file>

<file path=ppt/media/f68905.txt>
</file>

<file path=ppt/media/f68906.txt>
</file>

<file path=ppt/media/f68907.txt>
</file>

<file path=ppt/media/f68908.txt>
</file>

<file path=ppt/media/f68909.txt>
</file>

<file path=ppt/media/f68910.txt>
</file>

<file path=ppt/media/f68911.txt>
</file>

<file path=ppt/media/f68912.txt>
</file>

<file path=ppt/media/f68913.txt>
</file>

<file path=ppt/media/f68914.txt>
</file>

<file path=ppt/media/f68915.txt>
</file>

<file path=ppt/media/f68916.txt>
</file>

<file path=ppt/media/f68917.txt>
</file>

<file path=ppt/media/f68918.txt>
</file>

<file path=ppt/media/f68919.txt>
</file>

<file path=ppt/media/f68920.txt>
</file>

<file path=ppt/media/f68921.txt>
</file>

<file path=ppt/media/f68922.txt>
</file>

<file path=ppt/media/f68923.txt>
</file>

<file path=ppt/media/f68924.txt>
</file>

<file path=ppt/media/f68925.txt>
</file>

<file path=ppt/media/f68926.txt>
</file>

<file path=ppt/media/f68927.txt>
</file>

<file path=ppt/media/f68928.txt>
</file>

<file path=ppt/media/f68929.txt>
</file>

<file path=ppt/media/f68930.txt>
</file>

<file path=ppt/media/f68931.txt>
</file>

<file path=ppt/media/f68932.txt>
</file>

<file path=ppt/media/f68933.txt>
</file>

<file path=ppt/media/f68934.txt>
</file>

<file path=ppt/media/f68935.txt>
</file>

<file path=ppt/media/f68936.txt>
</file>

<file path=ppt/media/f68937.txt>
</file>

<file path=ppt/media/f68938.txt>
</file>

<file path=ppt/media/f68939.txt>
</file>

<file path=ppt/media/f68940.txt>
</file>

<file path=ppt/media/f68941.txt>
</file>

<file path=ppt/media/f68942.txt>
</file>

<file path=ppt/media/f68943.txt>
</file>

<file path=ppt/media/f68944.txt>
</file>

<file path=ppt/media/f68945.txt>
</file>

<file path=ppt/media/f68946.txt>
</file>

<file path=ppt/media/f68947.txt>
</file>

<file path=ppt/media/f68948.txt>
</file>

<file path=ppt/media/f68949.txt>
</file>

<file path=ppt/media/f68950.txt>
</file>

<file path=ppt/media/f68951.txt>
</file>

<file path=ppt/media/f68952.txt>
</file>

<file path=ppt/media/f68953.txt>
</file>

<file path=ppt/media/f68954.txt>
</file>

<file path=ppt/media/f68955.txt>
</file>

<file path=ppt/media/f68956.txt>
</file>

<file path=ppt/media/f68957.txt>
</file>

<file path=ppt/media/f68958.txt>
</file>

<file path=ppt/media/f68959.txt>
</file>

<file path=ppt/media/f68960.txt>
</file>

<file path=ppt/media/f68961.txt>
</file>

<file path=ppt/media/f68962.txt>
</file>

<file path=ppt/media/f68963.txt>
</file>

<file path=ppt/media/f68964.txt>
</file>

<file path=ppt/media/f68965.txt>
</file>

<file path=ppt/media/f68966.txt>
</file>

<file path=ppt/media/f68967.txt>
</file>

<file path=ppt/media/f68968.txt>
</file>

<file path=ppt/media/f68969.txt>
</file>

<file path=ppt/media/f68970.txt>
</file>

<file path=ppt/media/f68971.txt>
</file>

<file path=ppt/media/f68972.txt>
</file>

<file path=ppt/media/f68973.txt>
</file>

<file path=ppt/media/f68974.txt>
</file>

<file path=ppt/media/f68975.txt>
</file>

<file path=ppt/media/f68976.txt>
</file>

<file path=ppt/media/f68977.txt>
</file>

<file path=ppt/media/f68978.txt>
</file>

<file path=ppt/media/f68979.txt>
</file>

<file path=ppt/media/f68980.txt>
</file>

<file path=ppt/media/f68981.txt>
</file>

<file path=ppt/media/f68982.txt>
</file>

<file path=ppt/media/f68983.txt>
</file>

<file path=ppt/media/f68984.txt>
</file>

<file path=ppt/media/f68985.txt>
</file>

<file path=ppt/media/f68986.txt>
</file>

<file path=ppt/media/f68987.txt>
</file>

<file path=ppt/media/f68988.txt>
</file>

<file path=ppt/media/f68989.txt>
</file>

<file path=ppt/media/f68990.txt>
</file>

<file path=ppt/media/f68991.txt>
</file>

<file path=ppt/media/f68992.txt>
</file>

<file path=ppt/media/f68993.txt>
</file>

<file path=ppt/media/f68994.txt>
</file>

<file path=ppt/media/f68995.txt>
</file>

<file path=ppt/media/f68996.txt>
</file>

<file path=ppt/media/f68997.txt>
</file>

<file path=ppt/media/f68998.txt>
</file>

<file path=ppt/media/f68999.txt>
</file>

<file path=ppt/media/f69000.txt>
</file>

<file path=ppt/media/f69001.txt>
</file>

<file path=ppt/media/f69002.txt>
</file>

<file path=ppt/media/f69003.txt>
</file>

<file path=ppt/media/f69004.txt>
</file>

<file path=ppt/media/f69005.txt>
</file>

<file path=ppt/media/f69006.txt>
</file>

<file path=ppt/media/f69007.txt>
</file>

<file path=ppt/media/f69008.txt>
</file>

<file path=ppt/media/f69009.txt>
</file>

<file path=ppt/media/f69010.txt>
</file>

<file path=ppt/media/f69011.txt>
</file>

<file path=ppt/media/f69012.txt>
</file>

<file path=ppt/media/f69013.txt>
</file>

<file path=ppt/media/f69014.txt>
</file>

<file path=ppt/media/f69015.txt>
</file>

<file path=ppt/media/f69016.txt>
</file>

<file path=ppt/media/f69017.txt>
</file>

<file path=ppt/media/f69018.txt>
</file>

<file path=ppt/media/f69019.txt>
</file>

<file path=ppt/media/f69020.txt>
</file>

<file path=ppt/media/f69021.txt>
</file>

<file path=ppt/media/f69022.txt>
</file>

<file path=ppt/media/f69023.txt>
</file>

<file path=ppt/media/f69024.txt>
</file>

<file path=ppt/media/f69025.txt>
</file>

<file path=ppt/media/f69026.txt>
</file>

<file path=ppt/media/f69027.txt>
</file>

<file path=ppt/media/f69028.txt>
</file>

<file path=ppt/media/f69029.txt>
</file>

<file path=ppt/media/f69030.txt>
</file>

<file path=ppt/media/f69031.txt>
</file>

<file path=ppt/media/f69032.txt>
</file>

<file path=ppt/media/f69033.txt>
</file>

<file path=ppt/media/f69034.txt>
</file>

<file path=ppt/media/f69035.txt>
</file>

<file path=ppt/media/f69036.txt>
</file>

<file path=ppt/media/f69037.txt>
</file>

<file path=ppt/media/f69038.txt>
</file>

<file path=ppt/media/f69039.txt>
</file>

<file path=ppt/media/f69040.txt>
</file>

<file path=ppt/media/f69041.txt>
</file>

<file path=ppt/media/f69042.txt>
</file>

<file path=ppt/media/f69043.txt>
</file>

<file path=ppt/media/f69044.txt>
</file>

<file path=ppt/media/f69045.txt>
</file>

<file path=ppt/media/f69046.txt>
</file>

<file path=ppt/media/f69047.txt>
</file>

<file path=ppt/media/f69048.txt>
</file>

<file path=ppt/media/f69049.txt>
</file>

<file path=ppt/media/f69050.txt>
</file>

<file path=ppt/media/f69051.txt>
</file>

<file path=ppt/media/f69052.txt>
</file>

<file path=ppt/media/f69053.txt>
</file>

<file path=ppt/media/f69054.txt>
</file>

<file path=ppt/media/f69055.txt>
</file>

<file path=ppt/media/f69056.txt>
</file>

<file path=ppt/media/f69057.txt>
</file>

<file path=ppt/media/f69058.txt>
</file>

<file path=ppt/media/f69059.txt>
</file>

<file path=ppt/media/f69060.txt>
</file>

<file path=ppt/media/f69061.txt>
</file>

<file path=ppt/media/f69062.txt>
</file>

<file path=ppt/media/f69063.txt>
</file>

<file path=ppt/media/f69064.txt>
</file>

<file path=ppt/media/f69065.txt>
</file>

<file path=ppt/media/f69066.txt>
</file>

<file path=ppt/media/f69067.txt>
</file>

<file path=ppt/media/f69068.txt>
</file>

<file path=ppt/media/f69069.txt>
</file>

<file path=ppt/media/f69070.txt>
</file>

<file path=ppt/media/f69071.txt>
</file>

<file path=ppt/media/f69072.txt>
</file>

<file path=ppt/media/f69073.txt>
</file>

<file path=ppt/media/f69074.txt>
</file>

<file path=ppt/media/f69075.txt>
</file>

<file path=ppt/media/f69076.txt>
</file>

<file path=ppt/media/f69077.txt>
</file>

<file path=ppt/media/f69078.txt>
</file>

<file path=ppt/media/f69079.txt>
</file>

<file path=ppt/media/f69080.txt>
</file>

<file path=ppt/media/f69081.txt>
</file>

<file path=ppt/media/f69082.txt>
</file>

<file path=ppt/media/f69083.txt>
</file>

<file path=ppt/media/f69084.txt>
</file>

<file path=ppt/media/f69085.txt>
</file>

<file path=ppt/media/f69086.txt>
</file>

<file path=ppt/media/f69087.txt>
</file>

<file path=ppt/media/f69088.txt>
</file>

<file path=ppt/media/f69089.txt>
</file>

<file path=ppt/media/f69090.txt>
</file>

<file path=ppt/media/f69091.txt>
</file>

<file path=ppt/media/f69092.txt>
</file>

<file path=ppt/media/f69093.txt>
</file>

<file path=ppt/media/f69094.txt>
</file>

<file path=ppt/media/f69095.txt>
</file>

<file path=ppt/media/f69096.txt>
</file>

<file path=ppt/media/f69097.txt>
</file>

<file path=ppt/media/f69098.txt>
</file>

<file path=ppt/media/f69099.txt>
</file>

<file path=ppt/media/f69100.txt>
</file>

<file path=ppt/media/f69101.txt>
</file>

<file path=ppt/media/f69102.txt>
</file>

<file path=ppt/media/f69103.txt>
</file>

<file path=ppt/media/f69104.txt>
</file>

<file path=ppt/media/f69105.txt>
</file>

<file path=ppt/media/f69106.txt>
</file>

<file path=ppt/media/f69107.txt>
</file>

<file path=ppt/media/f69108.txt>
</file>

<file path=ppt/media/f69109.txt>
</file>

<file path=ppt/media/f69110.txt>
</file>

<file path=ppt/media/f69111.txt>
</file>

<file path=ppt/media/f69112.txt>
</file>

<file path=ppt/media/f69113.txt>
</file>

<file path=ppt/media/f69114.txt>
</file>

<file path=ppt/media/f69115.txt>
</file>

<file path=ppt/media/f69116.txt>
</file>

<file path=ppt/media/f69117.txt>
</file>

<file path=ppt/media/f69118.txt>
</file>

<file path=ppt/media/f69119.txt>
</file>

<file path=ppt/media/f69120.txt>
</file>

<file path=ppt/media/f69121.txt>
</file>

<file path=ppt/media/f69122.txt>
</file>

<file path=ppt/media/f69123.txt>
</file>

<file path=ppt/media/f69124.txt>
</file>

<file path=ppt/media/f69125.txt>
</file>

<file path=ppt/media/f69126.txt>
</file>

<file path=ppt/media/f69127.txt>
</file>

<file path=ppt/media/f69128.txt>
</file>

<file path=ppt/media/f69129.txt>
</file>

<file path=ppt/media/f69130.txt>
</file>

<file path=ppt/media/f69131.txt>
</file>

<file path=ppt/media/f69132.txt>
</file>

<file path=ppt/media/f69133.txt>
</file>

<file path=ppt/media/f69134.txt>
</file>

<file path=ppt/media/f69135.txt>
</file>

<file path=ppt/media/f69136.txt>
</file>

<file path=ppt/media/f69137.txt>
</file>

<file path=ppt/media/f69138.txt>
</file>

<file path=ppt/media/f69139.txt>
</file>

<file path=ppt/media/f69140.txt>
</file>

<file path=ppt/media/f69141.txt>
</file>

<file path=ppt/media/f69142.txt>
</file>

<file path=ppt/media/f69143.txt>
</file>

<file path=ppt/media/f69144.txt>
</file>

<file path=ppt/media/f69145.txt>
</file>

<file path=ppt/media/f69146.txt>
</file>

<file path=ppt/media/f69147.txt>
</file>

<file path=ppt/media/f69148.txt>
</file>

<file path=ppt/media/f69149.txt>
</file>

<file path=ppt/media/f69150.txt>
</file>

<file path=ppt/media/f69151.txt>
</file>

<file path=ppt/media/f69152.txt>
</file>

<file path=ppt/media/f69153.txt>
</file>

<file path=ppt/media/f69154.txt>
</file>

<file path=ppt/media/f69155.txt>
</file>

<file path=ppt/media/f69156.txt>
</file>

<file path=ppt/media/f69157.txt>
</file>

<file path=ppt/media/f69158.txt>
</file>

<file path=ppt/media/f69159.txt>
</file>

<file path=ppt/media/f69160.txt>
</file>

<file path=ppt/media/f69161.txt>
</file>

<file path=ppt/media/f69162.txt>
</file>

<file path=ppt/media/f69163.txt>
</file>

<file path=ppt/media/f69164.txt>
</file>

<file path=ppt/media/f69165.txt>
</file>

<file path=ppt/media/f69166.txt>
</file>

<file path=ppt/media/f69167.txt>
</file>

<file path=ppt/media/f69168.txt>
</file>

<file path=ppt/media/f69169.txt>
</file>

<file path=ppt/media/f69170.txt>
</file>

<file path=ppt/media/f69171.txt>
</file>

<file path=ppt/media/f69172.txt>
</file>

<file path=ppt/media/f69173.txt>
</file>

<file path=ppt/media/f69174.txt>
</file>

<file path=ppt/media/f69175.txt>
</file>

<file path=ppt/media/f69176.txt>
</file>

<file path=ppt/media/f69177.txt>
</file>

<file path=ppt/media/f69178.txt>
</file>

<file path=ppt/media/f69179.txt>
</file>

<file path=ppt/media/f69180.txt>
</file>

<file path=ppt/media/f69181.txt>
</file>

<file path=ppt/media/f69182.txt>
</file>

<file path=ppt/media/f69183.txt>
</file>

<file path=ppt/media/f69184.txt>
</file>

<file path=ppt/media/f69185.txt>
</file>

<file path=ppt/media/f69186.txt>
</file>

<file path=ppt/media/f69187.txt>
</file>

<file path=ppt/media/f69188.txt>
</file>

<file path=ppt/media/f69189.txt>
</file>

<file path=ppt/media/f69190.txt>
</file>

<file path=ppt/media/f69191.txt>
</file>

<file path=ppt/media/f69192.txt>
</file>

<file path=ppt/media/f69193.txt>
</file>

<file path=ppt/media/f69194.txt>
</file>

<file path=ppt/media/f69195.txt>
</file>

<file path=ppt/media/f69196.txt>
</file>

<file path=ppt/media/f69197.txt>
</file>

<file path=ppt/media/f69198.txt>
</file>

<file path=ppt/media/f69199.txt>
</file>

<file path=ppt/media/f69200.txt>
</file>

<file path=ppt/media/f69201.txt>
</file>

<file path=ppt/media/f69202.txt>
</file>

<file path=ppt/media/f69203.txt>
</file>

<file path=ppt/media/f69204.txt>
</file>

<file path=ppt/media/f69205.txt>
</file>

<file path=ppt/media/f69206.txt>
</file>

<file path=ppt/media/f69207.txt>
</file>

<file path=ppt/media/f69208.txt>
</file>

<file path=ppt/media/f69209.txt>
</file>

<file path=ppt/media/f69210.txt>
</file>

<file path=ppt/media/f69211.txt>
</file>

<file path=ppt/media/f69212.txt>
</file>

<file path=ppt/media/f69213.txt>
</file>

<file path=ppt/media/f69214.txt>
</file>

<file path=ppt/media/f69215.txt>
</file>

<file path=ppt/media/f69216.txt>
</file>

<file path=ppt/media/f69217.txt>
</file>

<file path=ppt/media/f69218.txt>
</file>

<file path=ppt/media/f69219.txt>
</file>

<file path=ppt/media/f69220.txt>
</file>

<file path=ppt/media/f69221.txt>
</file>

<file path=ppt/media/f69222.txt>
</file>

<file path=ppt/media/f69223.txt>
</file>

<file path=ppt/media/f69224.txt>
</file>

<file path=ppt/media/f69225.txt>
</file>

<file path=ppt/media/f69226.txt>
</file>

<file path=ppt/media/f69227.txt>
</file>

<file path=ppt/media/f69228.txt>
</file>

<file path=ppt/media/f69229.txt>
</file>

<file path=ppt/media/f69230.txt>
</file>

<file path=ppt/media/f69231.txt>
</file>

<file path=ppt/media/f69232.txt>
</file>

<file path=ppt/media/f69233.txt>
</file>

<file path=ppt/media/f69234.txt>
</file>

<file path=ppt/media/f69235.txt>
</file>

<file path=ppt/media/f69236.txt>
</file>

<file path=ppt/media/f69237.txt>
</file>

<file path=ppt/media/f69238.txt>
</file>

<file path=ppt/media/f69239.txt>
</file>

<file path=ppt/media/f69240.txt>
</file>

<file path=ppt/media/f69241.txt>
</file>

<file path=ppt/media/f69242.txt>
</file>

<file path=ppt/media/f69243.txt>
</file>

<file path=ppt/media/f69244.txt>
</file>

<file path=ppt/media/f69245.txt>
</file>

<file path=ppt/media/f69246.txt>
</file>

<file path=ppt/media/f69247.txt>
</file>

<file path=ppt/media/f69248.txt>
</file>

<file path=ppt/media/f69249.txt>
</file>

<file path=ppt/media/f69250.txt>
</file>

<file path=ppt/media/f69251.txt>
</file>

<file path=ppt/media/f69252.txt>
</file>

<file path=ppt/media/f69253.txt>
</file>

<file path=ppt/media/f69254.txt>
</file>

<file path=ppt/media/f69255.txt>
</file>

<file path=ppt/media/f69256.txt>
</file>

<file path=ppt/media/f69257.txt>
</file>

<file path=ppt/media/f69258.txt>
</file>

<file path=ppt/media/f69259.txt>
</file>

<file path=ppt/media/f69260.txt>
</file>

<file path=ppt/media/f69261.txt>
</file>

<file path=ppt/media/f69262.txt>
</file>

<file path=ppt/media/f69263.txt>
</file>

<file path=ppt/media/f69264.txt>
</file>

<file path=ppt/media/f69265.txt>
</file>

<file path=ppt/media/f69266.txt>
</file>

<file path=ppt/media/f69267.txt>
</file>

<file path=ppt/media/f69268.txt>
</file>

<file path=ppt/media/f69269.txt>
</file>

<file path=ppt/media/f69270.txt>
</file>

<file path=ppt/media/f69271.txt>
</file>

<file path=ppt/media/f69272.txt>
</file>

<file path=ppt/media/f69273.txt>
</file>

<file path=ppt/media/f69274.txt>
</file>

<file path=ppt/media/f69275.txt>
</file>

<file path=ppt/media/f69276.txt>
</file>

<file path=ppt/media/f69277.txt>
</file>

<file path=ppt/media/f69278.txt>
</file>

<file path=ppt/media/f69279.txt>
</file>

<file path=ppt/media/f69280.txt>
</file>

<file path=ppt/media/f69281.txt>
</file>

<file path=ppt/media/f69282.txt>
</file>

<file path=ppt/media/f69283.txt>
</file>

<file path=ppt/media/f69284.txt>
</file>

<file path=ppt/media/f69285.txt>
</file>

<file path=ppt/media/f69286.txt>
</file>

<file path=ppt/media/f69287.txt>
</file>

<file path=ppt/media/f69288.txt>
</file>

<file path=ppt/media/f69289.txt>
</file>

<file path=ppt/media/f69290.txt>
</file>

<file path=ppt/media/f69291.txt>
</file>

<file path=ppt/media/f69292.txt>
</file>

<file path=ppt/media/f69293.txt>
</file>

<file path=ppt/media/f69294.txt>
</file>

<file path=ppt/media/f69295.txt>
</file>

<file path=ppt/media/f69296.txt>
</file>

<file path=ppt/media/f69297.txt>
</file>

<file path=ppt/media/f69298.txt>
</file>

<file path=ppt/media/f69299.txt>
</file>

<file path=ppt/media/f69300.txt>
</file>

<file path=ppt/media/f69301.txt>
</file>

<file path=ppt/media/f69302.txt>
</file>

<file path=ppt/media/f69303.txt>
</file>

<file path=ppt/media/f69304.txt>
</file>

<file path=ppt/media/f69305.txt>
</file>

<file path=ppt/media/f69306.txt>
</file>

<file path=ppt/media/f69307.txt>
</file>

<file path=ppt/media/f69308.txt>
</file>

<file path=ppt/media/f69309.txt>
</file>

<file path=ppt/media/f69310.txt>
</file>

<file path=ppt/media/f69311.txt>
</file>

<file path=ppt/media/f69312.txt>
</file>

<file path=ppt/media/f69313.txt>
</file>

<file path=ppt/media/f69314.txt>
</file>

<file path=ppt/media/f69315.txt>
</file>

<file path=ppt/media/f69316.txt>
</file>

<file path=ppt/media/f69317.txt>
</file>

<file path=ppt/media/f69318.txt>
</file>

<file path=ppt/media/f69319.txt>
</file>

<file path=ppt/media/f69320.txt>
</file>

<file path=ppt/media/f69321.txt>
</file>

<file path=ppt/media/f69322.txt>
</file>

<file path=ppt/media/f69323.txt>
</file>

<file path=ppt/media/f69324.txt>
</file>

<file path=ppt/media/f69325.txt>
</file>

<file path=ppt/media/f69326.txt>
</file>

<file path=ppt/media/f69327.txt>
</file>

<file path=ppt/media/f69328.txt>
</file>

<file path=ppt/media/f69329.txt>
</file>

<file path=ppt/media/f69330.txt>
</file>

<file path=ppt/media/f69331.txt>
</file>

<file path=ppt/media/f69332.txt>
</file>

<file path=ppt/media/f69333.txt>
</file>

<file path=ppt/media/f69334.txt>
</file>

<file path=ppt/media/f69335.txt>
</file>

<file path=ppt/media/f69336.txt>
</file>

<file path=ppt/media/f69337.txt>
</file>

<file path=ppt/media/f69338.txt>
</file>

<file path=ppt/media/f69339.txt>
</file>

<file path=ppt/media/f69340.txt>
</file>

<file path=ppt/media/f69341.txt>
</file>

<file path=ppt/media/f69342.txt>
</file>

<file path=ppt/media/f69343.txt>
</file>

<file path=ppt/media/f69344.txt>
</file>

<file path=ppt/media/f69345.txt>
</file>

<file path=ppt/media/f69346.txt>
</file>

<file path=ppt/media/f69347.txt>
</file>

<file path=ppt/media/f69348.txt>
</file>

<file path=ppt/media/f69349.txt>
</file>

<file path=ppt/media/f69350.txt>
</file>

<file path=ppt/media/f69351.txt>
</file>

<file path=ppt/media/f69352.txt>
</file>

<file path=ppt/media/f69353.txt>
</file>

<file path=ppt/media/f69354.txt>
</file>

<file path=ppt/media/f69355.txt>
</file>

<file path=ppt/media/f69356.txt>
</file>

<file path=ppt/media/f69357.txt>
</file>

<file path=ppt/media/f69358.txt>
</file>

<file path=ppt/media/f69359.txt>
</file>

<file path=ppt/media/f69360.txt>
</file>

<file path=ppt/media/f69361.txt>
</file>

<file path=ppt/media/f69362.txt>
</file>

<file path=ppt/media/f69363.txt>
</file>

<file path=ppt/media/f69364.txt>
</file>

<file path=ppt/media/f69365.txt>
</file>

<file path=ppt/media/f69366.txt>
</file>

<file path=ppt/media/f69367.txt>
</file>

<file path=ppt/media/f69368.txt>
</file>

<file path=ppt/media/f69369.txt>
</file>

<file path=ppt/media/f69370.txt>
</file>

<file path=ppt/media/f69371.txt>
</file>

<file path=ppt/media/f69372.txt>
</file>

<file path=ppt/media/f69373.txt>
</file>

<file path=ppt/media/f69374.txt>
</file>

<file path=ppt/media/f69375.txt>
</file>

<file path=ppt/media/f69376.txt>
</file>

<file path=ppt/media/f69377.txt>
</file>

<file path=ppt/media/f69378.txt>
</file>

<file path=ppt/media/f69379.txt>
</file>

<file path=ppt/media/f69380.txt>
</file>

<file path=ppt/media/f69381.txt>
</file>

<file path=ppt/media/f69382.txt>
</file>

<file path=ppt/media/f69383.txt>
</file>

<file path=ppt/media/f69384.txt>
</file>

<file path=ppt/media/f69385.txt>
</file>

<file path=ppt/media/f69386.txt>
</file>

<file path=ppt/media/f69387.txt>
</file>

<file path=ppt/media/f69388.txt>
</file>

<file path=ppt/media/f69389.txt>
</file>

<file path=ppt/media/f69390.txt>
</file>

<file path=ppt/media/f69391.txt>
</file>

<file path=ppt/media/f69392.txt>
</file>

<file path=ppt/media/f69393.txt>
</file>

<file path=ppt/media/f69394.txt>
</file>

<file path=ppt/media/f69395.txt>
</file>

<file path=ppt/media/f69396.txt>
</file>

<file path=ppt/media/f69397.txt>
</file>

<file path=ppt/media/f69398.txt>
</file>

<file path=ppt/media/f69399.txt>
</file>

<file path=ppt/media/f69400.txt>
</file>

<file path=ppt/media/f69401.txt>
</file>

<file path=ppt/media/f69402.txt>
</file>

<file path=ppt/media/f69403.txt>
</file>

<file path=ppt/media/f69404.txt>
</file>

<file path=ppt/media/f69405.txt>
</file>

<file path=ppt/media/f69406.txt>
</file>

<file path=ppt/media/f69407.txt>
</file>

<file path=ppt/media/f69408.txt>
</file>

<file path=ppt/media/f69409.txt>
</file>

<file path=ppt/media/f69410.txt>
</file>

<file path=ppt/media/f69411.txt>
</file>

<file path=ppt/media/f69412.txt>
</file>

<file path=ppt/media/f69413.txt>
</file>

<file path=ppt/media/f69414.txt>
</file>

<file path=ppt/media/f69415.txt>
</file>

<file path=ppt/media/f69416.txt>
</file>

<file path=ppt/media/f69417.txt>
</file>

<file path=ppt/media/f69418.txt>
</file>

<file path=ppt/media/f69419.txt>
</file>

<file path=ppt/media/f69420.txt>
</file>

<file path=ppt/media/f69421.txt>
</file>

<file path=ppt/media/f69422.txt>
</file>

<file path=ppt/media/f69423.txt>
</file>

<file path=ppt/media/f69424.txt>
</file>

<file path=ppt/media/f69425.txt>
</file>

<file path=ppt/media/f69426.txt>
</file>

<file path=ppt/media/f69427.txt>
</file>

<file path=ppt/media/f69428.txt>
</file>

<file path=ppt/media/f69429.txt>
</file>

<file path=ppt/media/f69430.txt>
</file>

<file path=ppt/media/f69431.txt>
</file>

<file path=ppt/media/f69432.txt>
</file>

<file path=ppt/media/f69433.txt>
</file>

<file path=ppt/media/f69434.txt>
</file>

<file path=ppt/media/f69435.txt>
</file>

<file path=ppt/media/f69436.txt>
</file>

<file path=ppt/media/f69437.txt>
</file>

<file path=ppt/media/f69438.txt>
</file>

<file path=ppt/media/f69439.txt>
</file>

<file path=ppt/media/f69440.txt>
</file>

<file path=ppt/media/f69441.txt>
</file>

<file path=ppt/media/f69442.txt>
</file>

<file path=ppt/media/f69443.txt>
</file>

<file path=ppt/media/f69444.txt>
</file>

<file path=ppt/media/f69445.txt>
</file>

<file path=ppt/media/f69446.txt>
</file>

<file path=ppt/media/f69447.txt>
</file>

<file path=ppt/media/f69448.txt>
</file>

<file path=ppt/media/f69449.txt>
</file>

<file path=ppt/media/f69450.txt>
</file>

<file path=ppt/media/f69451.txt>
</file>

<file path=ppt/media/f69452.txt>
</file>

<file path=ppt/media/f69453.txt>
</file>

<file path=ppt/media/f69454.txt>
</file>

<file path=ppt/media/f69455.txt>
</file>

<file path=ppt/media/f69456.txt>
</file>

<file path=ppt/media/f69457.txt>
</file>

<file path=ppt/media/f69458.txt>
</file>

<file path=ppt/media/f69459.txt>
</file>

<file path=ppt/media/f69460.txt>
</file>

<file path=ppt/media/f69461.txt>
</file>

<file path=ppt/media/f69462.txt>
</file>

<file path=ppt/media/f69463.txt>
</file>

<file path=ppt/media/f69464.txt>
</file>

<file path=ppt/media/f69465.txt>
</file>

<file path=ppt/media/f69466.txt>
</file>

<file path=ppt/media/f69467.txt>
</file>

<file path=ppt/media/f69468.txt>
</file>

<file path=ppt/media/f69469.txt>
</file>

<file path=ppt/media/f69470.txt>
</file>

<file path=ppt/media/f69471.txt>
</file>

<file path=ppt/media/f69472.txt>
</file>

<file path=ppt/media/f69473.txt>
</file>

<file path=ppt/media/f69474.txt>
</file>

<file path=ppt/media/f69475.txt>
</file>

<file path=ppt/media/f69476.txt>
</file>

<file path=ppt/media/f69477.txt>
</file>

<file path=ppt/media/f69478.txt>
</file>

<file path=ppt/media/f69479.txt>
</file>

<file path=ppt/media/f69480.txt>
</file>

<file path=ppt/media/f69481.txt>
</file>

<file path=ppt/media/f69482.txt>
</file>

<file path=ppt/media/f69483.txt>
</file>

<file path=ppt/media/f69484.txt>
</file>

<file path=ppt/media/f69485.txt>
</file>

<file path=ppt/media/f69486.txt>
</file>

<file path=ppt/media/f69487.txt>
</file>

<file path=ppt/media/f69488.txt>
</file>

<file path=ppt/media/f69489.txt>
</file>

<file path=ppt/media/f69490.txt>
</file>

<file path=ppt/media/f69491.txt>
</file>

<file path=ppt/media/f69492.txt>
</file>

<file path=ppt/media/f69493.txt>
</file>

<file path=ppt/media/f69494.txt>
</file>

<file path=ppt/media/f69495.txt>
</file>

<file path=ppt/media/f69496.txt>
</file>

<file path=ppt/media/f69497.txt>
</file>

<file path=ppt/media/f69498.txt>
</file>

<file path=ppt/media/f69499.txt>
</file>

<file path=ppt/media/f69500.txt>
</file>

<file path=ppt/media/f69501.txt>
</file>

<file path=ppt/media/f69502.txt>
</file>

<file path=ppt/media/f69503.txt>
</file>

<file path=ppt/media/f69504.txt>
</file>

<file path=ppt/media/f69505.txt>
</file>

<file path=ppt/media/f69506.txt>
</file>

<file path=ppt/media/f69507.txt>
</file>

<file path=ppt/media/f69508.txt>
</file>

<file path=ppt/media/f69509.txt>
</file>

<file path=ppt/media/f69510.txt>
</file>

<file path=ppt/media/f69511.txt>
</file>

<file path=ppt/media/f69512.txt>
</file>

<file path=ppt/media/f69513.txt>
</file>

<file path=ppt/media/f69514.txt>
</file>

<file path=ppt/media/f69515.txt>
</file>

<file path=ppt/media/f69516.txt>
</file>

<file path=ppt/media/f69517.txt>
</file>

<file path=ppt/media/f69518.txt>
</file>

<file path=ppt/media/f69519.txt>
</file>

<file path=ppt/media/f69520.txt>
</file>

<file path=ppt/media/f69521.txt>
</file>

<file path=ppt/media/f69522.txt>
</file>

<file path=ppt/media/f69523.txt>
</file>

<file path=ppt/media/f69524.txt>
</file>

<file path=ppt/media/f69525.txt>
</file>

<file path=ppt/media/f69526.txt>
</file>

<file path=ppt/media/f69527.txt>
</file>

<file path=ppt/media/f69528.txt>
</file>

<file path=ppt/media/f69529.txt>
</file>

<file path=ppt/media/f69530.txt>
</file>

<file path=ppt/media/f69531.txt>
</file>

<file path=ppt/media/f69532.txt>
</file>

<file path=ppt/media/f69533.txt>
</file>

<file path=ppt/media/f69534.txt>
</file>

<file path=ppt/media/f69535.txt>
</file>

<file path=ppt/media/f69536.txt>
</file>

<file path=ppt/media/f69537.txt>
</file>

<file path=ppt/media/f69538.txt>
</file>

<file path=ppt/media/f69539.txt>
</file>

<file path=ppt/media/f69540.txt>
</file>

<file path=ppt/media/f69541.txt>
</file>

<file path=ppt/media/f69542.txt>
</file>

<file path=ppt/media/f69543.txt>
</file>

<file path=ppt/media/f69544.txt>
</file>

<file path=ppt/media/f69545.txt>
</file>

<file path=ppt/media/f69546.txt>
</file>

<file path=ppt/media/f69547.txt>
</file>

<file path=ppt/media/f69548.txt>
</file>

<file path=ppt/media/f69549.txt>
</file>

<file path=ppt/media/f69550.txt>
</file>

<file path=ppt/media/f69551.txt>
</file>

<file path=ppt/media/f69552.txt>
</file>

<file path=ppt/media/f69553.txt>
</file>

<file path=ppt/media/f69554.txt>
</file>

<file path=ppt/media/f69555.txt>
</file>

<file path=ppt/media/f69556.txt>
</file>

<file path=ppt/media/f69557.txt>
</file>

<file path=ppt/media/f69558.txt>
</file>

<file path=ppt/media/f69559.txt>
</file>

<file path=ppt/media/f69560.txt>
</file>

<file path=ppt/media/f69561.txt>
</file>

<file path=ppt/media/f69562.txt>
</file>

<file path=ppt/media/f69563.txt>
</file>

<file path=ppt/media/f69564.txt>
</file>

<file path=ppt/media/f69565.txt>
</file>

<file path=ppt/media/f69566.txt>
</file>

<file path=ppt/media/f69567.txt>
</file>

<file path=ppt/media/f69568.txt>
</file>

<file path=ppt/media/f69569.txt>
</file>

<file path=ppt/media/f69570.txt>
</file>

<file path=ppt/media/f69571.txt>
</file>

<file path=ppt/media/f69572.txt>
</file>

<file path=ppt/media/f69573.txt>
</file>

<file path=ppt/media/f69574.txt>
</file>

<file path=ppt/media/f69575.txt>
</file>

<file path=ppt/media/f69576.txt>
</file>

<file path=ppt/media/f69577.txt>
</file>

<file path=ppt/media/f69578.txt>
</file>

<file path=ppt/media/f69579.txt>
</file>

<file path=ppt/media/f69580.txt>
</file>

<file path=ppt/media/f69581.txt>
</file>

<file path=ppt/media/f69582.txt>
</file>

<file path=ppt/media/f69583.txt>
</file>

<file path=ppt/media/f69584.txt>
</file>

<file path=ppt/media/f69585.txt>
</file>

<file path=ppt/media/f69586.txt>
</file>

<file path=ppt/media/f69587.txt>
</file>

<file path=ppt/media/f69588.txt>
</file>

<file path=ppt/media/f69589.txt>
</file>

<file path=ppt/media/f69590.txt>
</file>

<file path=ppt/media/f69591.txt>
</file>

<file path=ppt/media/f69592.txt>
</file>

<file path=ppt/media/f69593.txt>
</file>

<file path=ppt/media/f69594.txt>
</file>

<file path=ppt/media/f69595.txt>
</file>

<file path=ppt/media/f69596.txt>
</file>

<file path=ppt/media/f69597.txt>
</file>

<file path=ppt/media/f69598.txt>
</file>

<file path=ppt/media/f69599.txt>
</file>

<file path=ppt/media/f69600.txt>
</file>

<file path=ppt/media/f69601.txt>
</file>

<file path=ppt/media/f69602.txt>
</file>

<file path=ppt/media/f69603.txt>
</file>

<file path=ppt/media/f69604.txt>
</file>

<file path=ppt/media/f69605.txt>
</file>

<file path=ppt/media/f69606.txt>
</file>

<file path=ppt/media/f69607.txt>
</file>

<file path=ppt/media/f69608.txt>
</file>

<file path=ppt/media/f69609.txt>
</file>

<file path=ppt/media/f69610.txt>
</file>

<file path=ppt/media/f69611.txt>
</file>

<file path=ppt/media/f69612.txt>
</file>

<file path=ppt/media/f69613.txt>
</file>

<file path=ppt/media/f69614.txt>
</file>

<file path=ppt/media/f69615.txt>
</file>

<file path=ppt/media/f69616.txt>
</file>

<file path=ppt/media/f69617.txt>
</file>

<file path=ppt/media/f69618.txt>
</file>

<file path=ppt/media/f69619.txt>
</file>

<file path=ppt/media/f69620.txt>
</file>

<file path=ppt/media/f69621.txt>
</file>

<file path=ppt/media/f69622.txt>
</file>

<file path=ppt/media/f69623.txt>
</file>

<file path=ppt/media/f69624.txt>
</file>

<file path=ppt/media/f69625.txt>
</file>

<file path=ppt/media/f69626.txt>
</file>

<file path=ppt/media/f69627.txt>
</file>

<file path=ppt/media/f69628.txt>
</file>

<file path=ppt/media/f69629.txt>
</file>

<file path=ppt/media/f69630.txt>
</file>

<file path=ppt/media/f69631.txt>
</file>

<file path=ppt/media/f69632.txt>
</file>

<file path=ppt/media/f69633.txt>
</file>

<file path=ppt/media/f69634.txt>
</file>

<file path=ppt/media/f69635.txt>
</file>

<file path=ppt/media/f69636.txt>
</file>

<file path=ppt/media/f69637.txt>
</file>

<file path=ppt/media/f69638.txt>
</file>

<file path=ppt/media/f69639.txt>
</file>

<file path=ppt/media/f69640.txt>
</file>

<file path=ppt/media/f69641.txt>
</file>

<file path=ppt/media/f69642.txt>
</file>

<file path=ppt/media/f69643.txt>
</file>

<file path=ppt/media/f69644.txt>
</file>

<file path=ppt/media/f69645.txt>
</file>

<file path=ppt/media/f69646.txt>
</file>

<file path=ppt/media/f69647.txt>
</file>

<file path=ppt/media/f69648.txt>
</file>

<file path=ppt/media/f69649.txt>
</file>

<file path=ppt/media/f69650.txt>
</file>

<file path=ppt/media/f69651.txt>
</file>

<file path=ppt/media/f69652.txt>
</file>

<file path=ppt/media/f69653.txt>
</file>

<file path=ppt/media/f69654.txt>
</file>

<file path=ppt/media/f69655.txt>
</file>

<file path=ppt/media/f69656.txt>
</file>

<file path=ppt/media/f69657.txt>
</file>

<file path=ppt/media/f69658.txt>
</file>

<file path=ppt/media/f69659.txt>
</file>

<file path=ppt/media/f69660.txt>
</file>

<file path=ppt/media/f69661.txt>
</file>

<file path=ppt/media/f69662.txt>
</file>

<file path=ppt/media/f69663.txt>
</file>

<file path=ppt/media/f69664.txt>
</file>

<file path=ppt/media/f69665.txt>
</file>

<file path=ppt/media/f69666.txt>
</file>

<file path=ppt/media/f69667.txt>
</file>

<file path=ppt/media/f69668.txt>
</file>

<file path=ppt/media/f69669.txt>
</file>

<file path=ppt/media/f69670.txt>
</file>

<file path=ppt/media/f69671.txt>
</file>

<file path=ppt/media/f69672.txt>
</file>

<file path=ppt/media/f69673.txt>
</file>

<file path=ppt/media/f69674.txt>
</file>

<file path=ppt/media/f69675.txt>
</file>

<file path=ppt/media/f69676.txt>
</file>

<file path=ppt/media/f69677.txt>
</file>

<file path=ppt/media/f69678.txt>
</file>

<file path=ppt/media/f69679.txt>
</file>

<file path=ppt/media/f69680.txt>
</file>

<file path=ppt/media/f69681.txt>
</file>

<file path=ppt/media/f69682.txt>
</file>

<file path=ppt/media/f69683.txt>
</file>

<file path=ppt/media/f69684.txt>
</file>

<file path=ppt/media/f69685.txt>
</file>

<file path=ppt/media/f69686.txt>
</file>

<file path=ppt/media/f69687.txt>
</file>

<file path=ppt/media/f69688.txt>
</file>

<file path=ppt/media/f69689.txt>
</file>

<file path=ppt/media/f69690.txt>
</file>

<file path=ppt/media/f69691.txt>
</file>

<file path=ppt/media/f69692.txt>
</file>

<file path=ppt/media/f69693.txt>
</file>

<file path=ppt/media/f69694.txt>
</file>

<file path=ppt/media/f69695.txt>
</file>

<file path=ppt/media/f69696.txt>
</file>

<file path=ppt/media/f69697.txt>
</file>

<file path=ppt/media/f69698.txt>
</file>

<file path=ppt/media/f69699.txt>
</file>

<file path=ppt/media/f69700.txt>
</file>

<file path=ppt/media/f69701.txt>
</file>

<file path=ppt/media/f69702.txt>
</file>

<file path=ppt/media/f69703.txt>
</file>

<file path=ppt/media/f69704.txt>
</file>

<file path=ppt/media/f69705.txt>
</file>

<file path=ppt/media/f69706.txt>
</file>

<file path=ppt/media/f69707.txt>
</file>

<file path=ppt/media/f69708.txt>
</file>

<file path=ppt/media/f69709.txt>
</file>

<file path=ppt/media/f69710.txt>
</file>

<file path=ppt/media/f69711.txt>
</file>

<file path=ppt/media/f69712.txt>
</file>

<file path=ppt/media/f69713.txt>
</file>

<file path=ppt/media/f69714.txt>
</file>

<file path=ppt/media/f69715.txt>
</file>

<file path=ppt/media/f69716.txt>
</file>

<file path=ppt/media/f69717.txt>
</file>

<file path=ppt/media/f69718.txt>
</file>

<file path=ppt/media/f69719.txt>
</file>

<file path=ppt/media/f69720.txt>
</file>

<file path=ppt/media/f69721.txt>
</file>

<file path=ppt/media/f69722.txt>
</file>

<file path=ppt/media/f69723.txt>
</file>

<file path=ppt/media/f69724.txt>
</file>

<file path=ppt/media/f69725.txt>
</file>

<file path=ppt/media/f69726.txt>
</file>

<file path=ppt/media/f69727.txt>
</file>

<file path=ppt/media/f69728.txt>
</file>

<file path=ppt/media/f69729.txt>
</file>

<file path=ppt/media/f69730.txt>
</file>

<file path=ppt/media/f69731.txt>
</file>

<file path=ppt/media/f69732.txt>
</file>

<file path=ppt/media/f69733.txt>
</file>

<file path=ppt/media/f69734.txt>
</file>

<file path=ppt/media/f69735.txt>
</file>

<file path=ppt/media/f69736.txt>
</file>

<file path=ppt/media/f69737.txt>
</file>

<file path=ppt/media/f69738.txt>
</file>

<file path=ppt/media/f69739.txt>
</file>

<file path=ppt/media/f69740.txt>
</file>

<file path=ppt/media/f69741.txt>
</file>

<file path=ppt/media/f69742.txt>
</file>

<file path=ppt/media/f69743.txt>
</file>

<file path=ppt/media/f69744.txt>
</file>

<file path=ppt/media/f69745.txt>
</file>

<file path=ppt/media/f69746.txt>
</file>

<file path=ppt/media/f69747.txt>
</file>

<file path=ppt/media/f69748.txt>
</file>

<file path=ppt/media/f69749.txt>
</file>

<file path=ppt/media/f69750.txt>
</file>

<file path=ppt/media/f69751.txt>
</file>

<file path=ppt/media/f69752.txt>
</file>

<file path=ppt/media/f69753.txt>
</file>

<file path=ppt/media/f69754.txt>
</file>

<file path=ppt/media/f69755.txt>
</file>

<file path=ppt/media/f69756.txt>
</file>

<file path=ppt/media/f69757.txt>
</file>

<file path=ppt/media/f69758.txt>
</file>

<file path=ppt/media/f69759.txt>
</file>

<file path=ppt/media/f69760.txt>
</file>

<file path=ppt/media/f69761.txt>
</file>

<file path=ppt/media/f69762.txt>
</file>

<file path=ppt/media/f69763.txt>
</file>

<file path=ppt/media/f69764.txt>
</file>

<file path=ppt/media/f69765.txt>
</file>

<file path=ppt/media/f69766.txt>
</file>

<file path=ppt/media/f69767.txt>
</file>

<file path=ppt/media/f69768.txt>
</file>

<file path=ppt/media/f69769.txt>
</file>

<file path=ppt/media/f69770.txt>
</file>

<file path=ppt/media/f69771.txt>
</file>

<file path=ppt/media/f69772.txt>
</file>

<file path=ppt/media/f69773.txt>
</file>

<file path=ppt/media/f69774.txt>
</file>

<file path=ppt/media/f69775.txt>
</file>

<file path=ppt/media/f69776.txt>
</file>

<file path=ppt/media/f69777.txt>
</file>

<file path=ppt/media/f69778.txt>
</file>

<file path=ppt/media/f69779.txt>
</file>

<file path=ppt/media/f69780.txt>
</file>

<file path=ppt/media/f69781.txt>
</file>

<file path=ppt/media/f69782.txt>
</file>

<file path=ppt/media/f69783.txt>
</file>

<file path=ppt/media/f69784.txt>
</file>

<file path=ppt/media/f69785.txt>
</file>

<file path=ppt/media/f69786.txt>
</file>

<file path=ppt/media/f69787.txt>
</file>

<file path=ppt/media/f69788.txt>
</file>

<file path=ppt/media/f69789.txt>
</file>

<file path=ppt/media/f69790.txt>
</file>

<file path=ppt/media/f69791.txt>
</file>

<file path=ppt/media/f69792.txt>
</file>

<file path=ppt/media/f69793.txt>
</file>

<file path=ppt/media/f69794.txt>
</file>

<file path=ppt/media/f69795.txt>
</file>

<file path=ppt/media/f69796.txt>
</file>

<file path=ppt/media/f69797.txt>
</file>

<file path=ppt/media/f69798.txt>
</file>

<file path=ppt/media/f69799.txt>
</file>

<file path=ppt/media/f69800.txt>
</file>

<file path=ppt/media/f69801.txt>
</file>

<file path=ppt/media/f69802.txt>
</file>

<file path=ppt/media/f69803.txt>
</file>

<file path=ppt/media/f69804.txt>
</file>

<file path=ppt/media/f69805.txt>
</file>

<file path=ppt/media/f69806.txt>
</file>

<file path=ppt/media/f69807.txt>
</file>

<file path=ppt/media/f69808.txt>
</file>

<file path=ppt/media/f69809.txt>
</file>

<file path=ppt/media/f69810.txt>
</file>

<file path=ppt/media/f69811.txt>
</file>

<file path=ppt/media/f69812.txt>
</file>

<file path=ppt/media/f69813.txt>
</file>

<file path=ppt/media/f69814.txt>
</file>

<file path=ppt/media/f69815.txt>
</file>

<file path=ppt/media/f69816.txt>
</file>

<file path=ppt/media/f69817.txt>
</file>

<file path=ppt/media/f69818.txt>
</file>

<file path=ppt/media/f69819.txt>
</file>

<file path=ppt/media/f69820.txt>
</file>

<file path=ppt/media/f69821.txt>
</file>

<file path=ppt/media/f69822.txt>
</file>

<file path=ppt/media/f69823.txt>
</file>

<file path=ppt/media/f69824.txt>
</file>

<file path=ppt/media/f69825.txt>
</file>

<file path=ppt/media/f69826.txt>
</file>

<file path=ppt/media/f69827.txt>
</file>

<file path=ppt/media/f69828.txt>
</file>

<file path=ppt/media/f69829.txt>
</file>

<file path=ppt/media/f69830.txt>
</file>

<file path=ppt/media/f69831.txt>
</file>

<file path=ppt/media/f69832.txt>
</file>

<file path=ppt/media/f69833.txt>
</file>

<file path=ppt/media/f69834.txt>
</file>

<file path=ppt/media/f69835.txt>
</file>

<file path=ppt/media/f69836.txt>
</file>

<file path=ppt/media/f69837.txt>
</file>

<file path=ppt/media/f69838.txt>
</file>

<file path=ppt/media/f69839.txt>
</file>

<file path=ppt/media/f69840.txt>
</file>

<file path=ppt/media/f69841.txt>
</file>

<file path=ppt/media/f69842.txt>
</file>

<file path=ppt/media/f69843.txt>
</file>

<file path=ppt/media/f69844.txt>
</file>

<file path=ppt/media/f69845.txt>
</file>

<file path=ppt/media/f69846.txt>
</file>

<file path=ppt/media/f69847.txt>
</file>

<file path=ppt/media/f69848.txt>
</file>

<file path=ppt/media/f69849.txt>
</file>

<file path=ppt/media/f69850.txt>
</file>

<file path=ppt/media/f69851.txt>
</file>

<file path=ppt/media/f69852.txt>
</file>

<file path=ppt/media/f69853.txt>
</file>

<file path=ppt/media/f69854.txt>
</file>

<file path=ppt/media/f69855.txt>
</file>

<file path=ppt/media/f69856.txt>
</file>

<file path=ppt/media/f69857.txt>
</file>

<file path=ppt/media/f69858.txt>
</file>

<file path=ppt/media/f69859.txt>
</file>

<file path=ppt/media/f69860.txt>
</file>

<file path=ppt/media/f69861.txt>
</file>

<file path=ppt/media/f69862.txt>
</file>

<file path=ppt/media/f69863.txt>
</file>

<file path=ppt/media/f69864.txt>
</file>

<file path=ppt/media/f69865.txt>
</file>

<file path=ppt/media/f69866.txt>
</file>

<file path=ppt/media/f69867.txt>
</file>

<file path=ppt/media/f69868.txt>
</file>

<file path=ppt/media/f69869.txt>
</file>

<file path=ppt/media/f69870.txt>
</file>

<file path=ppt/media/f69871.txt>
</file>

<file path=ppt/media/f69872.txt>
</file>

<file path=ppt/media/f69873.txt>
</file>

<file path=ppt/media/f69874.txt>
</file>

<file path=ppt/media/f69875.txt>
</file>

<file path=ppt/media/f69876.txt>
</file>

<file path=ppt/media/f69877.txt>
</file>

<file path=ppt/media/f69878.txt>
</file>

<file path=ppt/media/f69879.txt>
</file>

<file path=ppt/media/f69880.txt>
</file>

<file path=ppt/media/f69881.txt>
</file>

<file path=ppt/media/f69882.txt>
</file>

<file path=ppt/media/f69883.txt>
</file>

<file path=ppt/media/f69884.txt>
</file>

<file path=ppt/media/f69885.txt>
</file>

<file path=ppt/media/f69886.txt>
</file>

<file path=ppt/media/f69887.txt>
</file>

<file path=ppt/media/f69888.txt>
</file>

<file path=ppt/media/f69889.txt>
</file>

<file path=ppt/media/f69890.txt>
</file>

<file path=ppt/media/f69891.txt>
</file>

<file path=ppt/media/f69892.txt>
</file>

<file path=ppt/media/f69893.txt>
</file>

<file path=ppt/media/f69894.txt>
</file>

<file path=ppt/media/f69895.txt>
</file>

<file path=ppt/media/f69896.txt>
</file>

<file path=ppt/media/f69897.txt>
</file>

<file path=ppt/media/f69898.txt>
</file>

<file path=ppt/media/f69899.txt>
</file>

<file path=ppt/media/f69900.txt>
</file>

<file path=ppt/media/f69901.txt>
</file>

<file path=ppt/media/f69902.txt>
</file>

<file path=ppt/media/f69903.txt>
</file>

<file path=ppt/media/f69904.txt>
</file>

<file path=ppt/media/f69905.txt>
</file>

<file path=ppt/media/f69906.txt>
</file>

<file path=ppt/media/f69907.txt>
</file>

<file path=ppt/media/f69908.txt>
</file>

<file path=ppt/media/f69909.txt>
</file>

<file path=ppt/media/f69910.txt>
</file>

<file path=ppt/media/f69911.txt>
</file>

<file path=ppt/media/f69912.txt>
</file>

<file path=ppt/media/f69913.txt>
</file>

<file path=ppt/media/f69914.txt>
</file>

<file path=ppt/media/f69915.txt>
</file>

<file path=ppt/media/f69916.txt>
</file>

<file path=ppt/media/f69917.txt>
</file>

<file path=ppt/media/f69918.txt>
</file>

<file path=ppt/media/f69919.txt>
</file>

<file path=ppt/media/f69920.txt>
</file>

<file path=ppt/media/f69921.txt>
</file>

<file path=ppt/media/f69922.txt>
</file>

<file path=ppt/media/f69923.txt>
</file>

<file path=ppt/media/f69924.txt>
</file>

<file path=ppt/media/f69925.txt>
</file>

<file path=ppt/media/f69926.txt>
</file>

<file path=ppt/media/f69927.txt>
</file>

<file path=ppt/media/f69928.txt>
</file>

<file path=ppt/media/f69929.txt>
</file>

<file path=ppt/media/f69930.txt>
</file>

<file path=ppt/media/f69931.txt>
</file>

<file path=ppt/media/f69932.txt>
</file>

<file path=ppt/media/f69933.txt>
</file>

<file path=ppt/media/f69934.txt>
</file>

<file path=ppt/media/f69935.txt>
</file>

<file path=ppt/media/f69936.txt>
</file>

<file path=ppt/media/f69937.txt>
</file>

<file path=ppt/media/f69938.txt>
</file>

<file path=ppt/media/f69939.txt>
</file>

<file path=ppt/media/f69940.txt>
</file>

<file path=ppt/media/f69941.txt>
</file>

<file path=ppt/media/f69942.txt>
</file>

<file path=ppt/media/f69943.txt>
</file>

<file path=ppt/media/f69944.txt>
</file>

<file path=ppt/media/f69945.txt>
</file>

<file path=ppt/media/f69946.txt>
</file>

<file path=ppt/media/f69947.txt>
</file>

<file path=ppt/media/f69948.txt>
</file>

<file path=ppt/media/f69949.txt>
</file>

<file path=ppt/media/f69950.txt>
</file>

<file path=ppt/media/f69951.txt>
</file>

<file path=ppt/media/f69952.txt>
</file>

<file path=ppt/media/f69953.txt>
</file>

<file path=ppt/media/f69954.txt>
</file>

<file path=ppt/media/f69955.txt>
</file>

<file path=ppt/media/f69956.txt>
</file>

<file path=ppt/media/f69957.txt>
</file>

<file path=ppt/media/f69958.txt>
</file>

<file path=ppt/media/f69959.txt>
</file>

<file path=ppt/media/f69960.txt>
</file>

<file path=ppt/media/f69961.txt>
</file>

<file path=ppt/media/f69962.txt>
</file>

<file path=ppt/media/f69963.txt>
</file>

<file path=ppt/media/f69964.txt>
</file>

<file path=ppt/media/f69965.txt>
</file>

<file path=ppt/media/f69966.txt>
</file>

<file path=ppt/media/f69967.txt>
</file>

<file path=ppt/media/f69968.txt>
</file>

<file path=ppt/media/f69969.txt>
</file>

<file path=ppt/media/f69970.txt>
</file>

<file path=ppt/media/f69971.txt>
</file>

<file path=ppt/media/f69972.txt>
</file>

<file path=ppt/media/f69973.txt>
</file>

<file path=ppt/media/f69974.txt>
</file>

<file path=ppt/media/f69975.txt>
</file>

<file path=ppt/media/f69976.txt>
</file>

<file path=ppt/media/f69977.txt>
</file>

<file path=ppt/media/f69978.txt>
</file>

<file path=ppt/media/f69979.txt>
</file>

<file path=ppt/media/f69980.txt>
</file>

<file path=ppt/media/f69981.txt>
</file>

<file path=ppt/media/f69982.txt>
</file>

<file path=ppt/media/f69983.txt>
</file>

<file path=ppt/media/f69984.txt>
</file>

<file path=ppt/media/f69985.txt>
</file>

<file path=ppt/media/f69986.txt>
</file>

<file path=ppt/media/f69987.txt>
</file>

<file path=ppt/media/f69988.txt>
</file>

<file path=ppt/media/f69989.txt>
</file>

<file path=ppt/media/f69990.txt>
</file>

<file path=ppt/media/f69991.txt>
</file>

<file path=ppt/media/f69992.txt>
</file>

<file path=ppt/media/f69993.txt>
</file>

<file path=ppt/media/f69994.txt>
</file>

<file path=ppt/media/f69995.txt>
</file>

<file path=ppt/media/f69996.txt>
</file>

<file path=ppt/media/f69997.txt>
</file>

<file path=ppt/media/f69998.txt>
</file>

<file path=ppt/media/f69999.txt>
</file>

<file path=ppt/media/f70000.txt>
</file>

<file path=ppt/media/f70001.txt>
</file>

<file path=ppt/media/f70002.txt>
</file>

<file path=ppt/media/f70003.txt>
</file>

<file path=ppt/media/f70004.txt>
</file>

<file path=ppt/media/f70005.txt>
</file>

<file path=ppt/media/f70006.txt>
</file>

<file path=ppt/media/f70007.txt>
</file>

<file path=ppt/media/f70008.txt>
</file>

<file path=ppt/media/f70009.txt>
</file>

<file path=ppt/media/f70010.txt>
</file>

<file path=ppt/media/f70011.txt>
</file>

<file path=ppt/media/f70012.txt>
</file>

<file path=ppt/media/f70013.txt>
</file>

<file path=ppt/media/f70014.txt>
</file>

<file path=ppt/media/f70015.txt>
</file>

<file path=ppt/media/f70016.txt>
</file>

<file path=ppt/media/f70017.txt>
</file>

<file path=ppt/media/f70018.txt>
</file>

<file path=ppt/media/f70019.txt>
</file>

<file path=ppt/media/f70020.txt>
</file>

<file path=ppt/media/f70021.txt>
</file>

<file path=ppt/media/f70022.txt>
</file>

<file path=ppt/media/f70023.txt>
</file>

<file path=ppt/media/f70024.txt>
</file>

<file path=ppt/media/f70025.txt>
</file>

<file path=ppt/media/f70026.txt>
</file>

<file path=ppt/media/f70027.txt>
</file>

<file path=ppt/media/f70028.txt>
</file>

<file path=ppt/media/f70029.txt>
</file>

<file path=ppt/media/f70030.txt>
</file>

<file path=ppt/media/f70031.txt>
</file>

<file path=ppt/media/f70032.txt>
</file>

<file path=ppt/media/f70033.txt>
</file>

<file path=ppt/media/f70034.txt>
</file>

<file path=ppt/media/f70035.txt>
</file>

<file path=ppt/media/f70036.txt>
</file>

<file path=ppt/media/f70037.txt>
</file>

<file path=ppt/media/f70038.txt>
</file>

<file path=ppt/media/f70039.txt>
</file>

<file path=ppt/media/f70040.txt>
</file>

<file path=ppt/media/f70041.txt>
</file>

<file path=ppt/media/f70042.txt>
</file>

<file path=ppt/media/f70043.txt>
</file>

<file path=ppt/media/f70044.txt>
</file>

<file path=ppt/media/f70045.txt>
</file>

<file path=ppt/media/f70046.txt>
</file>

<file path=ppt/media/f70047.txt>
</file>

<file path=ppt/media/f70048.txt>
</file>

<file path=ppt/media/f70049.txt>
</file>

<file path=ppt/media/f70050.txt>
</file>

<file path=ppt/media/f70051.txt>
</file>

<file path=ppt/media/f70052.txt>
</file>

<file path=ppt/media/f70053.txt>
</file>

<file path=ppt/media/f70054.txt>
</file>

<file path=ppt/media/f70055.txt>
</file>

<file path=ppt/media/f70056.txt>
</file>

<file path=ppt/media/f70057.txt>
</file>

<file path=ppt/media/f70058.txt>
</file>

<file path=ppt/media/f70059.txt>
</file>

<file path=ppt/media/f70060.txt>
</file>

<file path=ppt/media/f70061.txt>
</file>

<file path=ppt/media/f70062.txt>
</file>

<file path=ppt/media/f70063.txt>
</file>

<file path=ppt/media/f70064.txt>
</file>

<file path=ppt/media/f70065.txt>
</file>

<file path=ppt/media/f70066.txt>
</file>

<file path=ppt/media/f70067.txt>
</file>

<file path=ppt/media/f70068.txt>
</file>

<file path=ppt/media/f70069.txt>
</file>

<file path=ppt/media/f70070.txt>
</file>

<file path=ppt/media/f70071.txt>
</file>

<file path=ppt/media/f70072.txt>
</file>

<file path=ppt/media/f70073.txt>
</file>

<file path=ppt/media/f70074.txt>
</file>

<file path=ppt/media/f70075.txt>
</file>

<file path=ppt/media/f70076.txt>
</file>

<file path=ppt/media/f70077.txt>
</file>

<file path=ppt/media/f70078.txt>
</file>

<file path=ppt/media/f70079.txt>
</file>

<file path=ppt/media/f70080.txt>
</file>

<file path=ppt/media/f70081.txt>
</file>

<file path=ppt/media/f70082.txt>
</file>

<file path=ppt/media/f70083.txt>
</file>

<file path=ppt/media/f70084.txt>
</file>

<file path=ppt/media/f70085.txt>
</file>

<file path=ppt/media/f70086.txt>
</file>

<file path=ppt/media/f70087.txt>
</file>

<file path=ppt/media/f70088.txt>
</file>

<file path=ppt/media/f70089.txt>
</file>

<file path=ppt/media/f70090.txt>
</file>

<file path=ppt/media/f70091.txt>
</file>

<file path=ppt/media/f70092.txt>
</file>

<file path=ppt/media/f70093.txt>
</file>

<file path=ppt/media/f70094.txt>
</file>

<file path=ppt/media/f70095.txt>
</file>

<file path=ppt/media/f70096.txt>
</file>

<file path=ppt/media/f70097.txt>
</file>

<file path=ppt/media/f70098.txt>
</file>

<file path=ppt/media/f70099.txt>
</file>

<file path=ppt/media/f70100.txt>
</file>

<file path=ppt/media/f70101.txt>
</file>

<file path=ppt/media/f70102.txt>
</file>

<file path=ppt/media/f70103.txt>
</file>

<file path=ppt/media/f70104.txt>
</file>

<file path=ppt/media/f70105.txt>
</file>

<file path=ppt/media/f70106.txt>
</file>

<file path=ppt/media/f70107.txt>
</file>

<file path=ppt/media/f70108.txt>
</file>

<file path=ppt/media/f70109.txt>
</file>

<file path=ppt/media/f70110.txt>
</file>

<file path=ppt/media/f70111.txt>
</file>

<file path=ppt/media/f70112.txt>
</file>

<file path=ppt/media/f70113.txt>
</file>

<file path=ppt/media/f70114.txt>
</file>

<file path=ppt/media/f70115.txt>
</file>

<file path=ppt/media/f70116.txt>
</file>

<file path=ppt/media/f70117.txt>
</file>

<file path=ppt/media/f70118.txt>
</file>

<file path=ppt/media/f70119.txt>
</file>

<file path=ppt/media/f70120.txt>
</file>

<file path=ppt/media/f70121.txt>
</file>

<file path=ppt/media/f70122.txt>
</file>

<file path=ppt/media/f70123.txt>
</file>

<file path=ppt/media/f70124.txt>
</file>

<file path=ppt/media/f70125.txt>
</file>

<file path=ppt/media/f70126.txt>
</file>

<file path=ppt/media/f70127.txt>
</file>

<file path=ppt/media/f70128.txt>
</file>

<file path=ppt/media/f70129.txt>
</file>

<file path=ppt/media/f70130.txt>
</file>

<file path=ppt/media/f70131.txt>
</file>

<file path=ppt/media/f70132.txt>
</file>

<file path=ppt/media/f70133.txt>
</file>

<file path=ppt/media/f70134.txt>
</file>

<file path=ppt/media/f70135.txt>
</file>

<file path=ppt/media/f70136.txt>
</file>

<file path=ppt/media/f70137.txt>
</file>

<file path=ppt/media/f70138.txt>
</file>

<file path=ppt/media/f70139.txt>
</file>

<file path=ppt/media/f70140.txt>
</file>

<file path=ppt/media/f70141.txt>
</file>

<file path=ppt/media/f70142.txt>
</file>

<file path=ppt/media/f70143.txt>
</file>

<file path=ppt/media/f70144.txt>
</file>

<file path=ppt/media/f70145.txt>
</file>

<file path=ppt/media/f70146.txt>
</file>

<file path=ppt/media/f70147.txt>
</file>

<file path=ppt/media/f70148.txt>
</file>

<file path=ppt/media/f70149.txt>
</file>

<file path=ppt/media/f70150.txt>
</file>

<file path=ppt/media/f70151.txt>
</file>

<file path=ppt/media/f70152.txt>
</file>

<file path=ppt/media/f70153.txt>
</file>

<file path=ppt/media/f70154.txt>
</file>

<file path=ppt/media/f70155.txt>
</file>

<file path=ppt/media/f70156.txt>
</file>

<file path=ppt/media/f70157.txt>
</file>

<file path=ppt/media/f70158.txt>
</file>

<file path=ppt/media/f70159.txt>
</file>

<file path=ppt/media/f70160.txt>
</file>

<file path=ppt/media/f70161.txt>
</file>

<file path=ppt/media/f70162.txt>
</file>

<file path=ppt/media/f70163.txt>
</file>

<file path=ppt/media/f70164.txt>
</file>

<file path=ppt/media/f70165.txt>
</file>

<file path=ppt/media/f70166.txt>
</file>

<file path=ppt/media/f70167.txt>
</file>

<file path=ppt/media/f70168.txt>
</file>

<file path=ppt/media/f70169.txt>
</file>

<file path=ppt/media/f70170.txt>
</file>

<file path=ppt/media/f70171.txt>
</file>

<file path=ppt/media/f70172.txt>
</file>

<file path=ppt/media/f70173.txt>
</file>

<file path=ppt/media/f70174.txt>
</file>

<file path=ppt/media/f70175.txt>
</file>

<file path=ppt/media/f70176.txt>
</file>

<file path=ppt/media/f70177.txt>
</file>

<file path=ppt/media/f70178.txt>
</file>

<file path=ppt/media/f70179.txt>
</file>

<file path=ppt/media/f70180.txt>
</file>

<file path=ppt/media/f70181.txt>
</file>

<file path=ppt/media/f70182.txt>
</file>

<file path=ppt/media/f70183.txt>
</file>

<file path=ppt/media/f70184.txt>
</file>

<file path=ppt/media/f70185.txt>
</file>

<file path=ppt/media/f70186.txt>
</file>

<file path=ppt/media/f70187.txt>
</file>

<file path=ppt/media/f70188.txt>
</file>

<file path=ppt/media/f70189.txt>
</file>

<file path=ppt/media/f70190.txt>
</file>

<file path=ppt/media/f70191.txt>
</file>

<file path=ppt/media/f70192.txt>
</file>

<file path=ppt/media/f70193.txt>
</file>

<file path=ppt/media/f70194.txt>
</file>

<file path=ppt/media/f70195.txt>
</file>

<file path=ppt/media/f70196.txt>
</file>

<file path=ppt/media/f70197.txt>
</file>

<file path=ppt/media/f70198.txt>
</file>

<file path=ppt/media/f70199.txt>
</file>

<file path=ppt/media/f70200.txt>
</file>

<file path=ppt/media/f70201.txt>
</file>

<file path=ppt/media/f70202.txt>
</file>

<file path=ppt/media/f70203.txt>
</file>

<file path=ppt/media/f70204.txt>
</file>

<file path=ppt/media/f70205.txt>
</file>

<file path=ppt/media/f70206.txt>
</file>

<file path=ppt/media/f70207.txt>
</file>

<file path=ppt/media/f70208.txt>
</file>

<file path=ppt/media/f70209.txt>
</file>

<file path=ppt/media/f70210.txt>
</file>

<file path=ppt/media/f70211.txt>
</file>

<file path=ppt/media/f70212.txt>
</file>

<file path=ppt/media/f70213.txt>
</file>

<file path=ppt/media/f70214.txt>
</file>

<file path=ppt/media/f70215.txt>
</file>

<file path=ppt/media/f70216.txt>
</file>

<file path=ppt/media/f70217.txt>
</file>

<file path=ppt/media/f70218.txt>
</file>

<file path=ppt/media/f70219.txt>
</file>

<file path=ppt/media/f70220.txt>
</file>

<file path=ppt/media/f70221.txt>
</file>

<file path=ppt/media/f70222.txt>
</file>

<file path=ppt/media/f70223.txt>
</file>

<file path=ppt/media/f70224.txt>
</file>

<file path=ppt/media/f70225.txt>
</file>

<file path=ppt/media/f70226.txt>
</file>

<file path=ppt/media/f70227.txt>
</file>

<file path=ppt/media/f70228.txt>
</file>

<file path=ppt/media/f70229.txt>
</file>

<file path=ppt/media/f70230.txt>
</file>

<file path=ppt/media/f70231.txt>
</file>

<file path=ppt/media/f70232.txt>
</file>

<file path=ppt/media/f70233.txt>
</file>

<file path=ppt/media/f70234.txt>
</file>

<file path=ppt/media/f70235.txt>
</file>

<file path=ppt/media/f70236.txt>
</file>

<file path=ppt/media/f70237.txt>
</file>

<file path=ppt/media/f70238.txt>
</file>

<file path=ppt/media/f70239.txt>
</file>

<file path=ppt/media/f70240.txt>
</file>

<file path=ppt/media/f70241.txt>
</file>

<file path=ppt/media/f70242.txt>
</file>

<file path=ppt/media/f70243.txt>
</file>

<file path=ppt/media/f70244.txt>
</file>

<file path=ppt/media/f70245.txt>
</file>

<file path=ppt/media/f70246.txt>
</file>

<file path=ppt/media/f70247.txt>
</file>

<file path=ppt/media/f70248.txt>
</file>

<file path=ppt/media/f70249.txt>
</file>

<file path=ppt/media/f70250.txt>
</file>

<file path=ppt/media/f70251.txt>
</file>

<file path=ppt/media/f70252.txt>
</file>

<file path=ppt/media/f70253.txt>
</file>

<file path=ppt/media/f70254.txt>
</file>

<file path=ppt/media/f70255.txt>
</file>

<file path=ppt/media/f70256.txt>
</file>

<file path=ppt/media/f70257.txt>
</file>

<file path=ppt/media/f70258.txt>
</file>

<file path=ppt/media/f70259.txt>
</file>

<file path=ppt/media/f70260.txt>
</file>

<file path=ppt/media/f70261.txt>
</file>

<file path=ppt/media/f70262.txt>
</file>

<file path=ppt/media/f70263.txt>
</file>

<file path=ppt/media/f70264.txt>
</file>

<file path=ppt/media/f70265.txt>
</file>

<file path=ppt/media/f70266.txt>
</file>

<file path=ppt/media/f70267.txt>
</file>

<file path=ppt/media/f70268.txt>
</file>

<file path=ppt/media/f70269.txt>
</file>

<file path=ppt/media/f70270.txt>
</file>

<file path=ppt/media/f70271.txt>
</file>

<file path=ppt/media/f70272.txt>
</file>

<file path=ppt/media/f70273.txt>
</file>

<file path=ppt/media/f70274.txt>
</file>

<file path=ppt/media/f70275.txt>
</file>

<file path=ppt/media/f70276.txt>
</file>

<file path=ppt/media/f70277.txt>
</file>

<file path=ppt/media/f70278.txt>
</file>

<file path=ppt/media/f70279.txt>
</file>

<file path=ppt/media/f70280.txt>
</file>

<file path=ppt/media/f70281.txt>
</file>

<file path=ppt/media/f70282.txt>
</file>

<file path=ppt/media/f70283.txt>
</file>

<file path=ppt/media/f70284.txt>
</file>

<file path=ppt/media/f70285.txt>
</file>

<file path=ppt/media/f70286.txt>
</file>

<file path=ppt/media/f70287.txt>
</file>

<file path=ppt/media/f70288.txt>
</file>

<file path=ppt/media/f70289.txt>
</file>

<file path=ppt/media/f70290.txt>
</file>

<file path=ppt/media/f70291.txt>
</file>

<file path=ppt/media/f70292.txt>
</file>

<file path=ppt/media/f70293.txt>
</file>

<file path=ppt/media/f70294.txt>
</file>

<file path=ppt/media/f70295.txt>
</file>

<file path=ppt/media/f70296.txt>
</file>

<file path=ppt/media/f70297.txt>
</file>

<file path=ppt/media/f70298.txt>
</file>

<file path=ppt/media/f70299.txt>
</file>

<file path=ppt/media/f70300.txt>
</file>

<file path=ppt/media/f70301.txt>
</file>

<file path=ppt/media/f70302.txt>
</file>

<file path=ppt/media/f70303.txt>
</file>

<file path=ppt/media/f70304.txt>
</file>

<file path=ppt/media/f70305.txt>
</file>

<file path=ppt/media/f70306.txt>
</file>

<file path=ppt/media/f70307.txt>
</file>

<file path=ppt/media/f70308.txt>
</file>

<file path=ppt/media/f70309.txt>
</file>

<file path=ppt/media/f70310.txt>
</file>

<file path=ppt/media/f70311.txt>
</file>

<file path=ppt/media/f70312.txt>
</file>

<file path=ppt/media/f70313.txt>
</file>

<file path=ppt/media/f70314.txt>
</file>

<file path=ppt/media/f70315.txt>
</file>

<file path=ppt/media/f70316.txt>
</file>

<file path=ppt/media/f70317.txt>
</file>

<file path=ppt/media/f70318.txt>
</file>

<file path=ppt/media/f70319.txt>
</file>

<file path=ppt/media/f70320.txt>
</file>

<file path=ppt/media/f70321.txt>
</file>

<file path=ppt/media/f70322.txt>
</file>

<file path=ppt/media/f70323.txt>
</file>

<file path=ppt/media/f70324.txt>
</file>

<file path=ppt/media/f70325.txt>
</file>

<file path=ppt/media/f70326.txt>
</file>

<file path=ppt/media/f70327.txt>
</file>

<file path=ppt/media/f70328.txt>
</file>

<file path=ppt/media/f70329.txt>
</file>

<file path=ppt/media/f70330.txt>
</file>

<file path=ppt/media/f70331.txt>
</file>

<file path=ppt/media/f70332.txt>
</file>

<file path=ppt/media/f70333.txt>
</file>

<file path=ppt/media/f70334.txt>
</file>

<file path=ppt/media/f70335.txt>
</file>

<file path=ppt/media/f70336.txt>
</file>

<file path=ppt/media/f70337.txt>
</file>

<file path=ppt/media/f70338.txt>
</file>

<file path=ppt/media/f70339.txt>
</file>

<file path=ppt/media/f70340.txt>
</file>

<file path=ppt/media/f70341.txt>
</file>

<file path=ppt/media/f70342.txt>
</file>

<file path=ppt/media/f70343.txt>
</file>

<file path=ppt/media/f70344.txt>
</file>

<file path=ppt/media/f70345.txt>
</file>

<file path=ppt/media/f70346.txt>
</file>

<file path=ppt/media/f70347.txt>
</file>

<file path=ppt/media/f70348.txt>
</file>

<file path=ppt/media/f70349.txt>
</file>

<file path=ppt/media/f70350.txt>
</file>

<file path=ppt/media/f70351.txt>
</file>

<file path=ppt/media/f70352.txt>
</file>

<file path=ppt/media/f70353.txt>
</file>

<file path=ppt/media/f70354.txt>
</file>

<file path=ppt/media/f70355.txt>
</file>

<file path=ppt/media/f70356.txt>
</file>

<file path=ppt/media/f70357.txt>
</file>

<file path=ppt/media/f70358.txt>
</file>

<file path=ppt/media/f70359.txt>
</file>

<file path=ppt/media/f70360.txt>
</file>

<file path=ppt/media/f70361.txt>
</file>

<file path=ppt/media/f70362.txt>
</file>

<file path=ppt/media/f70363.txt>
</file>

<file path=ppt/media/f70364.txt>
</file>

<file path=ppt/media/f70365.txt>
</file>

<file path=ppt/media/f70366.txt>
</file>

<file path=ppt/media/f70367.txt>
</file>

<file path=ppt/media/f70368.txt>
</file>

<file path=ppt/media/f70369.txt>
</file>

<file path=ppt/media/f70370.txt>
</file>

<file path=ppt/media/f70371.txt>
</file>

<file path=ppt/media/f70372.txt>
</file>

<file path=ppt/media/f70373.txt>
</file>

<file path=ppt/media/f70374.txt>
</file>

<file path=ppt/media/f70375.txt>
</file>

<file path=ppt/media/f70376.txt>
</file>

<file path=ppt/media/f70377.txt>
</file>

<file path=ppt/media/f70378.txt>
</file>

<file path=ppt/media/f70379.txt>
</file>

<file path=ppt/media/f70380.txt>
</file>

<file path=ppt/media/f70381.txt>
</file>

<file path=ppt/media/f70382.txt>
</file>

<file path=ppt/media/f70383.txt>
</file>

<file path=ppt/media/f70384.txt>
</file>

<file path=ppt/media/f70385.txt>
</file>

<file path=ppt/media/f70386.txt>
</file>

<file path=ppt/media/f70387.txt>
</file>

<file path=ppt/media/f70388.txt>
</file>

<file path=ppt/media/f70389.txt>
</file>

<file path=ppt/media/f70390.txt>
</file>

<file path=ppt/media/f70391.txt>
</file>

<file path=ppt/media/f70392.txt>
</file>

<file path=ppt/media/f70393.txt>
</file>

<file path=ppt/media/f70394.txt>
</file>

<file path=ppt/media/f70395.txt>
</file>

<file path=ppt/media/f70396.txt>
</file>

<file path=ppt/media/f70397.txt>
</file>

<file path=ppt/media/f70398.txt>
</file>

<file path=ppt/media/f70399.txt>
</file>

<file path=ppt/media/f70400.txt>
</file>

<file path=ppt/media/f70401.txt>
</file>

<file path=ppt/media/f70402.txt>
</file>

<file path=ppt/media/f70403.txt>
</file>

<file path=ppt/media/f70404.txt>
</file>

<file path=ppt/media/f70405.txt>
</file>

<file path=ppt/media/f70406.txt>
</file>

<file path=ppt/media/f70407.txt>
</file>

<file path=ppt/media/f70408.txt>
</file>

<file path=ppt/media/f70409.txt>
</file>

<file path=ppt/media/f70410.txt>
</file>

<file path=ppt/media/f70411.txt>
</file>

<file path=ppt/media/f70412.txt>
</file>

<file path=ppt/media/f70413.txt>
</file>

<file path=ppt/media/f70414.txt>
</file>

<file path=ppt/media/f70415.txt>
</file>

<file path=ppt/media/f70416.txt>
</file>

<file path=ppt/media/f70417.txt>
</file>

<file path=ppt/media/f70418.txt>
</file>

<file path=ppt/media/f70419.txt>
</file>

<file path=ppt/media/f70420.txt>
</file>

<file path=ppt/media/f70421.txt>
</file>

<file path=ppt/media/f70422.txt>
</file>

<file path=ppt/media/f70423.txt>
</file>

<file path=ppt/media/f70424.txt>
</file>

<file path=ppt/media/f70425.txt>
</file>

<file path=ppt/media/f70426.txt>
</file>

<file path=ppt/media/f70427.txt>
</file>

<file path=ppt/media/f70428.txt>
</file>

<file path=ppt/media/f70429.txt>
</file>

<file path=ppt/media/f70430.txt>
</file>

<file path=ppt/media/f70431.txt>
</file>

<file path=ppt/media/f70432.txt>
</file>

<file path=ppt/media/f70433.txt>
</file>

<file path=ppt/media/f70434.txt>
</file>

<file path=ppt/media/f70435.txt>
</file>

<file path=ppt/media/f70436.txt>
</file>

<file path=ppt/media/f70437.txt>
</file>

<file path=ppt/media/f70438.txt>
</file>

<file path=ppt/media/f70439.txt>
</file>

<file path=ppt/media/f70440.txt>
</file>

<file path=ppt/media/f70441.txt>
</file>

<file path=ppt/media/f70442.txt>
</file>

<file path=ppt/media/f70443.txt>
</file>

<file path=ppt/media/f70444.txt>
</file>

<file path=ppt/media/f70445.txt>
</file>

<file path=ppt/media/f70446.txt>
</file>

<file path=ppt/media/f70447.txt>
</file>

<file path=ppt/media/f70448.txt>
</file>

<file path=ppt/media/f70449.txt>
</file>

<file path=ppt/media/f70450.txt>
</file>

<file path=ppt/media/f70451.txt>
</file>

<file path=ppt/media/f70452.txt>
</file>

<file path=ppt/media/f70453.txt>
</file>

<file path=ppt/media/f70454.txt>
</file>

<file path=ppt/media/f70455.txt>
</file>

<file path=ppt/media/f70456.txt>
</file>

<file path=ppt/media/f70457.txt>
</file>

<file path=ppt/media/f70458.txt>
</file>

<file path=ppt/media/f70459.txt>
</file>

<file path=ppt/media/f70460.txt>
</file>

<file path=ppt/media/f70461.txt>
</file>

<file path=ppt/media/f70462.txt>
</file>

<file path=ppt/media/f70463.txt>
</file>

<file path=ppt/media/f70464.txt>
</file>

<file path=ppt/media/f70465.txt>
</file>

<file path=ppt/media/f70466.txt>
</file>

<file path=ppt/media/f70467.txt>
</file>

<file path=ppt/media/f70468.txt>
</file>

<file path=ppt/media/f70469.txt>
</file>

<file path=ppt/media/f70470.txt>
</file>

<file path=ppt/media/f70471.txt>
</file>

<file path=ppt/media/f70472.txt>
</file>

<file path=ppt/media/f70473.txt>
</file>

<file path=ppt/media/f70474.txt>
</file>

<file path=ppt/media/f70475.txt>
</file>

<file path=ppt/media/f70476.txt>
</file>

<file path=ppt/media/f70477.txt>
</file>

<file path=ppt/media/f70478.txt>
</file>

<file path=ppt/media/f70479.txt>
</file>

<file path=ppt/media/f70480.txt>
</file>

<file path=ppt/media/f70481.txt>
</file>

<file path=ppt/media/f70482.txt>
</file>

<file path=ppt/media/f70483.txt>
</file>

<file path=ppt/media/f70484.txt>
</file>

<file path=ppt/media/f70485.txt>
</file>

<file path=ppt/media/f70486.txt>
</file>

<file path=ppt/media/f70487.txt>
</file>

<file path=ppt/media/f70488.txt>
</file>

<file path=ppt/media/f70489.txt>
</file>

<file path=ppt/media/f70490.txt>
</file>

<file path=ppt/media/f70491.txt>
</file>

<file path=ppt/media/f70492.txt>
</file>

<file path=ppt/media/f70493.txt>
</file>

<file path=ppt/media/f70494.txt>
</file>

<file path=ppt/media/f70495.txt>
</file>

<file path=ppt/media/f70496.txt>
</file>

<file path=ppt/media/f70497.txt>
</file>

<file path=ppt/media/f70498.txt>
</file>

<file path=ppt/media/f70499.txt>
</file>

<file path=ppt/media/f70500.txt>
</file>

<file path=ppt/media/f70501.txt>
</file>

<file path=ppt/media/f70502.txt>
</file>

<file path=ppt/media/f70503.txt>
</file>

<file path=ppt/media/f70504.txt>
</file>

<file path=ppt/media/f70505.txt>
</file>

<file path=ppt/media/f70506.txt>
</file>

<file path=ppt/media/f70507.txt>
</file>

<file path=ppt/media/f70508.txt>
</file>

<file path=ppt/media/f70509.txt>
</file>

<file path=ppt/media/f70510.txt>
</file>

<file path=ppt/media/f70511.txt>
</file>

<file path=ppt/media/f70512.txt>
</file>

<file path=ppt/media/f70513.txt>
</file>

<file path=ppt/media/f70514.txt>
</file>

<file path=ppt/media/f70515.txt>
</file>

<file path=ppt/media/f70516.txt>
</file>

<file path=ppt/media/f70517.txt>
</file>

<file path=ppt/media/f70518.txt>
</file>

<file path=ppt/media/f70519.txt>
</file>

<file path=ppt/media/f70520.txt>
</file>

<file path=ppt/media/f70521.txt>
</file>

<file path=ppt/media/f70522.txt>
</file>

<file path=ppt/media/f70523.txt>
</file>

<file path=ppt/media/f70524.txt>
</file>

<file path=ppt/media/f70525.txt>
</file>

<file path=ppt/media/f70526.txt>
</file>

<file path=ppt/media/f70527.txt>
</file>

<file path=ppt/media/f70528.txt>
</file>

<file path=ppt/media/f70529.txt>
</file>

<file path=ppt/media/f70530.txt>
</file>

<file path=ppt/media/f70531.txt>
</file>

<file path=ppt/media/f70532.txt>
</file>

<file path=ppt/media/f70533.txt>
</file>

<file path=ppt/media/f70534.txt>
</file>

<file path=ppt/media/f70535.txt>
</file>

<file path=ppt/media/f70536.txt>
</file>

<file path=ppt/media/f70537.txt>
</file>

<file path=ppt/media/f70538.txt>
</file>

<file path=ppt/media/f70539.txt>
</file>

<file path=ppt/media/f70540.txt>
</file>

<file path=ppt/media/f70541.txt>
</file>

<file path=ppt/media/f70542.txt>
</file>

<file path=ppt/media/f70543.txt>
</file>

<file path=ppt/media/f70544.txt>
</file>

<file path=ppt/media/f70545.txt>
</file>

<file path=ppt/media/f70546.txt>
</file>

<file path=ppt/media/f70547.txt>
</file>

<file path=ppt/media/f70548.txt>
</file>

<file path=ppt/media/f70549.txt>
</file>

<file path=ppt/media/f70550.txt>
</file>

<file path=ppt/media/f70551.txt>
</file>

<file path=ppt/media/f70552.txt>
</file>

<file path=ppt/media/f70553.txt>
</file>

<file path=ppt/media/f70554.txt>
</file>

<file path=ppt/media/f70555.txt>
</file>

<file path=ppt/media/f70556.txt>
</file>

<file path=ppt/media/f70557.txt>
</file>

<file path=ppt/media/f70558.txt>
</file>

<file path=ppt/media/f70559.txt>
</file>

<file path=ppt/media/f70560.txt>
</file>

<file path=ppt/media/f70561.txt>
</file>

<file path=ppt/media/f70562.txt>
</file>

<file path=ppt/media/f70563.txt>
</file>

<file path=ppt/media/f70564.txt>
</file>

<file path=ppt/media/f70565.txt>
</file>

<file path=ppt/media/f70566.txt>
</file>

<file path=ppt/media/f70567.txt>
</file>

<file path=ppt/media/f70568.txt>
</file>

<file path=ppt/media/f70569.txt>
</file>

<file path=ppt/media/f70570.txt>
</file>

<file path=ppt/media/f70571.txt>
</file>

<file path=ppt/media/f70572.txt>
</file>

<file path=ppt/media/f70573.txt>
</file>

<file path=ppt/media/f70574.txt>
</file>

<file path=ppt/media/f70575.txt>
</file>

<file path=ppt/media/f70576.txt>
</file>

<file path=ppt/media/f70577.txt>
</file>

<file path=ppt/media/f70578.txt>
</file>

<file path=ppt/media/f70579.txt>
</file>

<file path=ppt/media/f70580.txt>
</file>

<file path=ppt/media/f70581.txt>
</file>

<file path=ppt/media/f70582.txt>
</file>

<file path=ppt/media/f70583.txt>
</file>

<file path=ppt/media/f70584.txt>
</file>

<file path=ppt/media/f70585.txt>
</file>

<file path=ppt/media/f70586.txt>
</file>

<file path=ppt/media/f70587.txt>
</file>

<file path=ppt/media/f70588.txt>
</file>

<file path=ppt/media/f70589.txt>
</file>

<file path=ppt/media/f70590.txt>
</file>

<file path=ppt/media/f70591.txt>
</file>

<file path=ppt/media/f70592.txt>
</file>

<file path=ppt/media/f70593.txt>
</file>

<file path=ppt/media/f70594.txt>
</file>

<file path=ppt/media/f70595.txt>
</file>

<file path=ppt/media/f70596.txt>
</file>

<file path=ppt/media/f70597.txt>
</file>

<file path=ppt/media/f70598.txt>
</file>

<file path=ppt/media/f70599.txt>
</file>

<file path=ppt/media/f70600.txt>
</file>

<file path=ppt/media/f70601.txt>
</file>

<file path=ppt/media/f70602.txt>
</file>

<file path=ppt/media/f70603.txt>
</file>

<file path=ppt/media/f70604.txt>
</file>

<file path=ppt/media/f70605.txt>
</file>

<file path=ppt/media/f70606.txt>
</file>

<file path=ppt/media/f70607.txt>
</file>

<file path=ppt/media/f70608.txt>
</file>

<file path=ppt/media/f70609.txt>
</file>

<file path=ppt/media/f70610.txt>
</file>

<file path=ppt/media/f70611.txt>
</file>

<file path=ppt/media/f70612.txt>
</file>

<file path=ppt/media/f70613.txt>
</file>

<file path=ppt/media/f70614.txt>
</file>

<file path=ppt/media/f70615.txt>
</file>

<file path=ppt/media/f70616.txt>
</file>

<file path=ppt/media/f70617.txt>
</file>

<file path=ppt/media/f70618.txt>
</file>

<file path=ppt/media/f70619.txt>
</file>

<file path=ppt/media/f70620.txt>
</file>

<file path=ppt/media/f70621.txt>
</file>

<file path=ppt/media/f70622.txt>
</file>

<file path=ppt/media/f70623.txt>
</file>

<file path=ppt/media/f70624.txt>
</file>

<file path=ppt/media/f70625.txt>
</file>

<file path=ppt/media/f70626.txt>
</file>

<file path=ppt/media/f70627.txt>
</file>

<file path=ppt/media/f70628.txt>
</file>

<file path=ppt/media/f70629.txt>
</file>

<file path=ppt/media/f70630.txt>
</file>

<file path=ppt/media/f70631.txt>
</file>

<file path=ppt/media/f70632.txt>
</file>

<file path=ppt/media/f70633.txt>
</file>

<file path=ppt/media/f70634.txt>
</file>

<file path=ppt/media/f70635.txt>
</file>

<file path=ppt/media/f70636.txt>
</file>

<file path=ppt/media/f70637.txt>
</file>

<file path=ppt/media/f70638.txt>
</file>

<file path=ppt/media/f70639.txt>
</file>

<file path=ppt/media/f70640.txt>
</file>

<file path=ppt/media/f70641.txt>
</file>

<file path=ppt/media/f70642.txt>
</file>

<file path=ppt/media/f70643.txt>
</file>

<file path=ppt/media/f70644.txt>
</file>

<file path=ppt/media/f70645.txt>
</file>

<file path=ppt/media/f70646.txt>
</file>

<file path=ppt/media/f70647.txt>
</file>

<file path=ppt/media/f70648.txt>
</file>

<file path=ppt/media/f70649.txt>
</file>

<file path=ppt/media/f70650.txt>
</file>

<file path=ppt/media/f70651.txt>
</file>

<file path=ppt/media/f70652.txt>
</file>

<file path=ppt/media/f70653.txt>
</file>

<file path=ppt/media/f70654.txt>
</file>

<file path=ppt/media/f70655.txt>
</file>

<file path=ppt/media/f70656.txt>
</file>

<file path=ppt/media/f70657.txt>
</file>

<file path=ppt/media/f70658.txt>
</file>

<file path=ppt/media/f70659.txt>
</file>

<file path=ppt/media/f70660.txt>
</file>

<file path=ppt/media/f70661.txt>
</file>

<file path=ppt/media/f70662.txt>
</file>

<file path=ppt/media/f70663.txt>
</file>

<file path=ppt/media/f70664.txt>
</file>

<file path=ppt/media/f70665.txt>
</file>

<file path=ppt/media/f70666.txt>
</file>

<file path=ppt/media/f70667.txt>
</file>

<file path=ppt/media/f70668.txt>
</file>

<file path=ppt/media/f70669.txt>
</file>

<file path=ppt/media/f70670.txt>
</file>

<file path=ppt/media/f70671.txt>
</file>

<file path=ppt/media/f70672.txt>
</file>

<file path=ppt/media/f70673.txt>
</file>

<file path=ppt/media/f70674.txt>
</file>

<file path=ppt/media/f70675.txt>
</file>

<file path=ppt/media/f70676.txt>
</file>

<file path=ppt/media/f70677.txt>
</file>

<file path=ppt/media/f70678.txt>
</file>

<file path=ppt/media/f70679.txt>
</file>

<file path=ppt/media/f70680.txt>
</file>

<file path=ppt/media/f70681.txt>
</file>

<file path=ppt/media/f70682.txt>
</file>

<file path=ppt/media/f70683.txt>
</file>

<file path=ppt/media/f70684.txt>
</file>

<file path=ppt/media/f70685.txt>
</file>

<file path=ppt/media/f70686.txt>
</file>

<file path=ppt/media/f70687.txt>
</file>

<file path=ppt/media/f70688.txt>
</file>

<file path=ppt/media/f70689.txt>
</file>

<file path=ppt/media/f70690.txt>
</file>

<file path=ppt/media/f70691.txt>
</file>

<file path=ppt/media/f70692.txt>
</file>

<file path=ppt/media/f70693.txt>
</file>

<file path=ppt/media/f70694.txt>
</file>

<file path=ppt/media/f70695.txt>
</file>

<file path=ppt/media/f70696.txt>
</file>

<file path=ppt/media/f70697.txt>
</file>

<file path=ppt/media/f70698.txt>
</file>

<file path=ppt/media/f70699.txt>
</file>

<file path=ppt/media/f70700.txt>
</file>

<file path=ppt/media/f70701.txt>
</file>

<file path=ppt/media/f70702.txt>
</file>

<file path=ppt/media/f70703.txt>
</file>

<file path=ppt/media/f70704.txt>
</file>

<file path=ppt/media/f70705.txt>
</file>

<file path=ppt/media/f70706.txt>
</file>

<file path=ppt/media/f70707.txt>
</file>

<file path=ppt/media/f70708.txt>
</file>

<file path=ppt/media/f70709.txt>
</file>

<file path=ppt/media/f70710.txt>
</file>

<file path=ppt/media/f70711.txt>
</file>

<file path=ppt/media/f70712.txt>
</file>

<file path=ppt/media/f70713.txt>
</file>

<file path=ppt/media/f70714.txt>
</file>

<file path=ppt/media/f70715.txt>
</file>

<file path=ppt/media/f70716.txt>
</file>

<file path=ppt/media/f70717.txt>
</file>

<file path=ppt/media/f70718.txt>
</file>

<file path=ppt/media/f70719.txt>
</file>

<file path=ppt/media/f70720.txt>
</file>

<file path=ppt/media/f70721.txt>
</file>

<file path=ppt/media/f70722.txt>
</file>

<file path=ppt/media/f70723.txt>
</file>

<file path=ppt/media/f70724.txt>
</file>

<file path=ppt/media/f70725.txt>
</file>

<file path=ppt/media/f70726.txt>
</file>

<file path=ppt/media/f70727.txt>
</file>

<file path=ppt/media/f70728.txt>
</file>

<file path=ppt/media/f70729.txt>
</file>

<file path=ppt/media/f70730.txt>
</file>

<file path=ppt/media/f70731.txt>
</file>

<file path=ppt/media/f70732.txt>
</file>

<file path=ppt/media/f70733.txt>
</file>

<file path=ppt/media/f70734.txt>
</file>

<file path=ppt/media/f70735.txt>
</file>

<file path=ppt/media/f70736.txt>
</file>

<file path=ppt/media/f70737.txt>
</file>

<file path=ppt/media/f70738.txt>
</file>

<file path=ppt/media/f70739.txt>
</file>

<file path=ppt/media/f70740.txt>
</file>

<file path=ppt/media/f70741.txt>
</file>

<file path=ppt/media/f70742.txt>
</file>

<file path=ppt/media/f70743.txt>
</file>

<file path=ppt/media/f70744.txt>
</file>

<file path=ppt/media/f70745.txt>
</file>

<file path=ppt/media/f70746.txt>
</file>

<file path=ppt/media/f70747.txt>
</file>

<file path=ppt/media/f70748.txt>
</file>

<file path=ppt/media/f70749.txt>
</file>

<file path=ppt/media/f70750.txt>
</file>

<file path=ppt/media/f70751.txt>
</file>

<file path=ppt/media/f70752.txt>
</file>

<file path=ppt/media/f70753.txt>
</file>

<file path=ppt/media/f70754.txt>
</file>

<file path=ppt/media/f70755.txt>
</file>

<file path=ppt/media/f70756.txt>
</file>

<file path=ppt/media/f70757.txt>
</file>

<file path=ppt/media/f70758.txt>
</file>

<file path=ppt/media/f70759.txt>
</file>

<file path=ppt/media/f70760.txt>
</file>

<file path=ppt/media/f70761.txt>
</file>

<file path=ppt/media/f70762.txt>
</file>

<file path=ppt/media/f70763.txt>
</file>

<file path=ppt/media/f70764.txt>
</file>

<file path=ppt/media/f70765.txt>
</file>

<file path=ppt/media/f70766.txt>
</file>

<file path=ppt/media/f70767.txt>
</file>

<file path=ppt/media/f70768.txt>
</file>

<file path=ppt/media/f70769.txt>
</file>

<file path=ppt/media/f70770.txt>
</file>

<file path=ppt/media/f70771.txt>
</file>

<file path=ppt/media/f70772.txt>
</file>

<file path=ppt/media/f70773.txt>
</file>

<file path=ppt/media/f70774.txt>
</file>

<file path=ppt/media/f70775.txt>
</file>

<file path=ppt/media/f70776.txt>
</file>

<file path=ppt/media/f70777.txt>
</file>

<file path=ppt/media/f70778.txt>
</file>

<file path=ppt/media/f70779.txt>
</file>

<file path=ppt/media/f70780.txt>
</file>

<file path=ppt/media/f70781.txt>
</file>

<file path=ppt/media/f70782.txt>
</file>

<file path=ppt/media/f70783.txt>
</file>

<file path=ppt/media/f70784.txt>
</file>

<file path=ppt/media/f70785.txt>
</file>

<file path=ppt/media/f70786.txt>
</file>

<file path=ppt/media/f70787.txt>
</file>

<file path=ppt/media/f70788.txt>
</file>

<file path=ppt/media/f70789.txt>
</file>

<file path=ppt/media/f70790.txt>
</file>

<file path=ppt/media/f70791.txt>
</file>

<file path=ppt/media/f70792.txt>
</file>

<file path=ppt/media/f70793.txt>
</file>

<file path=ppt/media/f70794.txt>
</file>

<file path=ppt/media/f70795.txt>
</file>

<file path=ppt/media/f70796.txt>
</file>

<file path=ppt/media/f70797.txt>
</file>

<file path=ppt/media/f70798.txt>
</file>

<file path=ppt/media/f70799.txt>
</file>

<file path=ppt/media/f70800.txt>
</file>

<file path=ppt/media/f70801.txt>
</file>

<file path=ppt/media/f70802.txt>
</file>

<file path=ppt/media/f70803.txt>
</file>

<file path=ppt/media/f70804.txt>
</file>

<file path=ppt/media/f70805.txt>
</file>

<file path=ppt/media/f70806.txt>
</file>

<file path=ppt/media/f70807.txt>
</file>

<file path=ppt/media/f70808.txt>
</file>

<file path=ppt/media/f70809.txt>
</file>

<file path=ppt/media/f70810.txt>
</file>

<file path=ppt/media/f70811.txt>
</file>

<file path=ppt/media/f70812.txt>
</file>

<file path=ppt/media/f70813.txt>
</file>

<file path=ppt/media/f70814.txt>
</file>

<file path=ppt/media/f70815.txt>
</file>

<file path=ppt/media/f70816.txt>
</file>

<file path=ppt/media/f70817.txt>
</file>

<file path=ppt/media/f70818.txt>
</file>

<file path=ppt/media/f70819.txt>
</file>

<file path=ppt/media/f70820.txt>
</file>

<file path=ppt/media/f70821.txt>
</file>

<file path=ppt/media/f70822.txt>
</file>

<file path=ppt/media/f70823.txt>
</file>

<file path=ppt/media/f70824.txt>
</file>

<file path=ppt/media/f70825.txt>
</file>

<file path=ppt/media/f70826.txt>
</file>

<file path=ppt/media/f70827.txt>
</file>

<file path=ppt/media/f70828.txt>
</file>

<file path=ppt/media/f70829.txt>
</file>

<file path=ppt/media/f70830.txt>
</file>

<file path=ppt/media/f70831.txt>
</file>

<file path=ppt/media/f70832.txt>
</file>

<file path=ppt/media/f70833.txt>
</file>

<file path=ppt/media/f70834.txt>
</file>

<file path=ppt/media/f70835.txt>
</file>

<file path=ppt/media/f70836.txt>
</file>

<file path=ppt/media/f70837.txt>
</file>

<file path=ppt/media/f70838.txt>
</file>

<file path=ppt/media/f70839.txt>
</file>

<file path=ppt/media/f70840.txt>
</file>

<file path=ppt/media/f70841.txt>
</file>

<file path=ppt/media/f70842.txt>
</file>

<file path=ppt/media/f70843.txt>
</file>

<file path=ppt/media/f70844.txt>
</file>

<file path=ppt/media/f70845.txt>
</file>

<file path=ppt/media/f70846.txt>
</file>

<file path=ppt/media/f70847.txt>
</file>

<file path=ppt/media/f70848.txt>
</file>

<file path=ppt/media/f70849.txt>
</file>

<file path=ppt/media/f70850.txt>
</file>

<file path=ppt/media/f70851.txt>
</file>

<file path=ppt/media/f70852.txt>
</file>

<file path=ppt/media/f70853.txt>
</file>

<file path=ppt/media/f70854.txt>
</file>

<file path=ppt/media/f70855.txt>
</file>

<file path=ppt/media/f70856.txt>
</file>

<file path=ppt/media/f70857.txt>
</file>

<file path=ppt/media/f70858.txt>
</file>

<file path=ppt/media/f70859.txt>
</file>

<file path=ppt/media/f70860.txt>
</file>

<file path=ppt/media/f70861.txt>
</file>

<file path=ppt/media/f70862.txt>
</file>

<file path=ppt/media/f70863.txt>
</file>

<file path=ppt/media/f70864.txt>
</file>

<file path=ppt/media/f70865.txt>
</file>

<file path=ppt/media/f70866.txt>
</file>

<file path=ppt/media/f70867.txt>
</file>

<file path=ppt/media/f70868.txt>
</file>

<file path=ppt/media/f70869.txt>
</file>

<file path=ppt/media/f70870.txt>
</file>

<file path=ppt/media/f70871.txt>
</file>

<file path=ppt/media/f70872.txt>
</file>

<file path=ppt/media/f70873.txt>
</file>

<file path=ppt/media/f70874.txt>
</file>

<file path=ppt/media/f70875.txt>
</file>

<file path=ppt/media/f70876.txt>
</file>

<file path=ppt/media/f70877.txt>
</file>

<file path=ppt/media/f70878.txt>
</file>

<file path=ppt/media/f70879.txt>
</file>

<file path=ppt/media/f70880.txt>
</file>

<file path=ppt/media/f70881.txt>
</file>

<file path=ppt/media/f70882.txt>
</file>

<file path=ppt/media/f70883.txt>
</file>

<file path=ppt/media/f70884.txt>
</file>

<file path=ppt/media/f70885.txt>
</file>

<file path=ppt/media/f70886.txt>
</file>

<file path=ppt/media/f70887.txt>
</file>

<file path=ppt/media/f70888.txt>
</file>

<file path=ppt/media/f70889.txt>
</file>

<file path=ppt/media/f70890.txt>
</file>

<file path=ppt/media/f70891.txt>
</file>

<file path=ppt/media/f70892.txt>
</file>

<file path=ppt/media/f70893.txt>
</file>

<file path=ppt/media/f70894.txt>
</file>

<file path=ppt/media/f70895.txt>
</file>

<file path=ppt/media/f70896.txt>
</file>

<file path=ppt/media/f70897.txt>
</file>

<file path=ppt/media/f70898.txt>
</file>

<file path=ppt/media/f70899.txt>
</file>

<file path=ppt/media/f70900.txt>
</file>

<file path=ppt/media/f70901.txt>
</file>

<file path=ppt/media/f70902.txt>
</file>

<file path=ppt/media/f70903.txt>
</file>

<file path=ppt/media/f70904.txt>
</file>

<file path=ppt/media/f70905.txt>
</file>

<file path=ppt/media/f70906.txt>
</file>

<file path=ppt/media/f70907.txt>
</file>

<file path=ppt/media/f70908.txt>
</file>

<file path=ppt/media/f70909.txt>
</file>

<file path=ppt/media/f70910.txt>
</file>

<file path=ppt/media/f70911.txt>
</file>

<file path=ppt/media/f70912.txt>
</file>

<file path=ppt/media/f70913.txt>
</file>

<file path=ppt/media/f70914.txt>
</file>

<file path=ppt/media/f70915.txt>
</file>

<file path=ppt/media/f70916.txt>
</file>

<file path=ppt/media/f70917.txt>
</file>

<file path=ppt/media/f70918.txt>
</file>

<file path=ppt/media/f70919.txt>
</file>

<file path=ppt/media/f70920.txt>
</file>

<file path=ppt/media/f70921.txt>
</file>

<file path=ppt/media/f70922.txt>
</file>

<file path=ppt/media/f70923.txt>
</file>

<file path=ppt/media/f70924.txt>
</file>

<file path=ppt/media/f70925.txt>
</file>

<file path=ppt/media/f70926.txt>
</file>

<file path=ppt/media/f70927.txt>
</file>

<file path=ppt/media/f70928.txt>
</file>

<file path=ppt/media/f70929.txt>
</file>

<file path=ppt/media/f70930.txt>
</file>

<file path=ppt/media/f70931.txt>
</file>

<file path=ppt/media/f70932.txt>
</file>

<file path=ppt/media/f70933.txt>
</file>

<file path=ppt/media/f70934.txt>
</file>

<file path=ppt/media/f70935.txt>
</file>

<file path=ppt/media/f70936.txt>
</file>

<file path=ppt/media/f70937.txt>
</file>

<file path=ppt/media/f70938.txt>
</file>

<file path=ppt/media/f70939.txt>
</file>

<file path=ppt/media/f70940.txt>
</file>

<file path=ppt/media/f70941.txt>
</file>

<file path=ppt/media/f70942.txt>
</file>

<file path=ppt/media/f70943.txt>
</file>

<file path=ppt/media/f70944.txt>
</file>

<file path=ppt/media/f70945.txt>
</file>

<file path=ppt/media/f70946.txt>
</file>

<file path=ppt/media/f70947.txt>
</file>

<file path=ppt/media/f70948.txt>
</file>

<file path=ppt/media/f70949.txt>
</file>

<file path=ppt/media/f70950.txt>
</file>

<file path=ppt/media/f70951.txt>
</file>

<file path=ppt/media/f70952.txt>
</file>

<file path=ppt/media/f70953.txt>
</file>

<file path=ppt/media/f70954.txt>
</file>

<file path=ppt/media/f70955.txt>
</file>

<file path=ppt/media/f70956.txt>
</file>

<file path=ppt/media/f70957.txt>
</file>

<file path=ppt/media/f70958.txt>
</file>

<file path=ppt/media/f70959.txt>
</file>

<file path=ppt/media/f70960.txt>
</file>

<file path=ppt/media/f70961.txt>
</file>

<file path=ppt/media/f70962.txt>
</file>

<file path=ppt/media/f70963.txt>
</file>

<file path=ppt/media/f70964.txt>
</file>

<file path=ppt/media/f70965.txt>
</file>

<file path=ppt/media/f70966.txt>
</file>

<file path=ppt/media/f70967.txt>
</file>

<file path=ppt/media/f70968.txt>
</file>

<file path=ppt/media/f70969.txt>
</file>

<file path=ppt/media/f70970.txt>
</file>

<file path=ppt/media/f70971.txt>
</file>

<file path=ppt/media/f70972.txt>
</file>

<file path=ppt/media/f70973.txt>
</file>

<file path=ppt/media/f70974.txt>
</file>

<file path=ppt/media/f70975.txt>
</file>

<file path=ppt/media/f70976.txt>
</file>

<file path=ppt/media/f70977.txt>
</file>

<file path=ppt/media/f70978.txt>
</file>

<file path=ppt/media/f70979.txt>
</file>

<file path=ppt/media/f70980.txt>
</file>

<file path=ppt/media/f70981.txt>
</file>

<file path=ppt/media/f70982.txt>
</file>

<file path=ppt/media/f70983.txt>
</file>

<file path=ppt/media/f70984.txt>
</file>

<file path=ppt/media/f70985.txt>
</file>

<file path=ppt/media/f70986.txt>
</file>

<file path=ppt/media/f70987.txt>
</file>

<file path=ppt/media/f70988.txt>
</file>

<file path=ppt/media/f70989.txt>
</file>

<file path=ppt/media/f70990.txt>
</file>

<file path=ppt/media/f70991.txt>
</file>

<file path=ppt/media/f70992.txt>
</file>

<file path=ppt/media/f70993.txt>
</file>

<file path=ppt/media/f70994.txt>
</file>

<file path=ppt/media/f70995.txt>
</file>

<file path=ppt/media/f70996.txt>
</file>

<file path=ppt/media/f70997.txt>
</file>

<file path=ppt/media/f70998.txt>
</file>

<file path=ppt/media/f70999.txt>
</file>

<file path=ppt/media/f71000.txt>
</file>

<file path=ppt/media/f71001.txt>
</file>

<file path=ppt/media/f71002.txt>
</file>

<file path=ppt/media/f71003.txt>
</file>

<file path=ppt/media/f71004.txt>
</file>

<file path=ppt/media/f71005.txt>
</file>

<file path=ppt/media/f71006.txt>
</file>

<file path=ppt/media/f71007.txt>
</file>

<file path=ppt/media/f71008.txt>
</file>

<file path=ppt/media/f71009.txt>
</file>

<file path=ppt/media/f71010.txt>
</file>

<file path=ppt/media/f71011.txt>
</file>

<file path=ppt/media/f71012.txt>
</file>

<file path=ppt/media/f71013.txt>
</file>

<file path=ppt/media/f71014.txt>
</file>

<file path=ppt/media/f71015.txt>
</file>

<file path=ppt/media/f71016.txt>
</file>

<file path=ppt/media/f71017.txt>
</file>

<file path=ppt/media/f71018.txt>
</file>

<file path=ppt/media/f71019.txt>
</file>

<file path=ppt/media/f71020.txt>
</file>

<file path=ppt/media/f71021.txt>
</file>

<file path=ppt/media/f71022.txt>
</file>

<file path=ppt/media/f71023.txt>
</file>

<file path=ppt/media/f71024.txt>
</file>

<file path=ppt/media/f71025.txt>
</file>

<file path=ppt/media/f71026.txt>
</file>

<file path=ppt/media/f71027.txt>
</file>

<file path=ppt/media/f71028.txt>
</file>

<file path=ppt/media/f71029.txt>
</file>

<file path=ppt/media/f71030.txt>
</file>

<file path=ppt/media/f71031.txt>
</file>

<file path=ppt/media/f71032.txt>
</file>

<file path=ppt/media/f71033.txt>
</file>

<file path=ppt/media/f71034.txt>
</file>

<file path=ppt/media/f71035.txt>
</file>

<file path=ppt/media/f71036.txt>
</file>

<file path=ppt/media/f71037.txt>
</file>

<file path=ppt/media/f71038.txt>
</file>

<file path=ppt/media/f71039.txt>
</file>

<file path=ppt/media/f71040.txt>
</file>

<file path=ppt/media/f71041.txt>
</file>

<file path=ppt/media/f71042.txt>
</file>

<file path=ppt/media/f71043.txt>
</file>

<file path=ppt/media/f71044.txt>
</file>

<file path=ppt/media/f71045.txt>
</file>

<file path=ppt/media/f71046.txt>
</file>

<file path=ppt/media/f71047.txt>
</file>

<file path=ppt/media/f71048.txt>
</file>

<file path=ppt/media/f71049.txt>
</file>

<file path=ppt/media/f71050.txt>
</file>

<file path=ppt/media/f71051.txt>
</file>

<file path=ppt/media/f71052.txt>
</file>

<file path=ppt/media/f71053.txt>
</file>

<file path=ppt/media/f71054.txt>
</file>

<file path=ppt/media/f71055.txt>
</file>

<file path=ppt/media/f71056.txt>
</file>

<file path=ppt/media/f71057.txt>
</file>

<file path=ppt/media/f71058.txt>
</file>

<file path=ppt/media/f71059.txt>
</file>

<file path=ppt/media/f71060.txt>
</file>

<file path=ppt/media/f71061.txt>
</file>

<file path=ppt/media/f71062.txt>
</file>

<file path=ppt/media/f71063.txt>
</file>

<file path=ppt/media/f71064.txt>
</file>

<file path=ppt/media/f71065.txt>
</file>

<file path=ppt/media/f71066.txt>
</file>

<file path=ppt/media/f71067.txt>
</file>

<file path=ppt/media/f71068.txt>
</file>

<file path=ppt/media/f71069.txt>
</file>

<file path=ppt/media/f71070.txt>
</file>

<file path=ppt/media/f71071.txt>
</file>

<file path=ppt/media/f71072.txt>
</file>

<file path=ppt/media/f71073.txt>
</file>

<file path=ppt/media/f71074.txt>
</file>

<file path=ppt/media/f71075.txt>
</file>

<file path=ppt/media/f71076.txt>
</file>

<file path=ppt/media/f71077.txt>
</file>

<file path=ppt/media/f71078.txt>
</file>

<file path=ppt/media/f71079.txt>
</file>

<file path=ppt/media/f71080.txt>
</file>

<file path=ppt/media/f71081.txt>
</file>

<file path=ppt/media/f71082.txt>
</file>

<file path=ppt/media/f71083.txt>
</file>

<file path=ppt/media/f71084.txt>
</file>

<file path=ppt/media/f71085.txt>
</file>

<file path=ppt/media/f71086.txt>
</file>

<file path=ppt/media/f71087.txt>
</file>

<file path=ppt/media/f71088.txt>
</file>

<file path=ppt/media/f71089.txt>
</file>

<file path=ppt/media/f71090.txt>
</file>

<file path=ppt/media/f71091.txt>
</file>

<file path=ppt/media/f71092.txt>
</file>

<file path=ppt/media/f71093.txt>
</file>

<file path=ppt/media/f71094.txt>
</file>

<file path=ppt/media/f71095.txt>
</file>

<file path=ppt/media/f71096.txt>
</file>

<file path=ppt/media/f71097.txt>
</file>

<file path=ppt/media/f71098.txt>
</file>

<file path=ppt/media/f71099.txt>
</file>

<file path=ppt/media/f71100.txt>
</file>

<file path=ppt/media/f71101.txt>
</file>

<file path=ppt/media/f71102.txt>
</file>

<file path=ppt/media/f71103.txt>
</file>

<file path=ppt/media/f71104.txt>
</file>

<file path=ppt/media/f71105.txt>
</file>

<file path=ppt/media/f71106.txt>
</file>

<file path=ppt/media/f71107.txt>
</file>

<file path=ppt/media/f71108.txt>
</file>

<file path=ppt/media/f71109.txt>
</file>

<file path=ppt/media/f71110.txt>
</file>

<file path=ppt/media/f71111.txt>
</file>

<file path=ppt/media/f71112.txt>
</file>

<file path=ppt/media/f71113.txt>
</file>

<file path=ppt/media/f71114.txt>
</file>

<file path=ppt/media/f71115.txt>
</file>

<file path=ppt/media/f71116.txt>
</file>

<file path=ppt/media/f71117.txt>
</file>

<file path=ppt/media/f71118.txt>
</file>

<file path=ppt/media/f71119.txt>
</file>

<file path=ppt/media/f71120.txt>
</file>

<file path=ppt/media/f71121.txt>
</file>

<file path=ppt/media/f71122.txt>
</file>

<file path=ppt/media/f71123.txt>
</file>

<file path=ppt/media/f71124.txt>
</file>

<file path=ppt/media/f71125.txt>
</file>

<file path=ppt/media/f71126.txt>
</file>

<file path=ppt/media/f71127.txt>
</file>

<file path=ppt/media/f71128.txt>
</file>

<file path=ppt/media/f71129.txt>
</file>

<file path=ppt/media/f71130.txt>
</file>

<file path=ppt/media/f71131.txt>
</file>

<file path=ppt/media/f71132.txt>
</file>

<file path=ppt/media/f71133.txt>
</file>

<file path=ppt/media/f71134.txt>
</file>

<file path=ppt/media/f71135.txt>
</file>

<file path=ppt/media/f71136.txt>
</file>

<file path=ppt/media/f71137.txt>
</file>

<file path=ppt/media/f71138.txt>
</file>

<file path=ppt/media/f71139.txt>
</file>

<file path=ppt/media/f71140.txt>
</file>

<file path=ppt/media/f71141.txt>
</file>

<file path=ppt/media/f71142.txt>
</file>

<file path=ppt/media/f71143.txt>
</file>

<file path=ppt/media/f71144.txt>
</file>

<file path=ppt/media/f71145.txt>
</file>

<file path=ppt/media/f71146.txt>
</file>

<file path=ppt/media/f71147.txt>
</file>

<file path=ppt/media/f71148.txt>
</file>

<file path=ppt/media/f71149.txt>
</file>

<file path=ppt/media/f71150.txt>
</file>

<file path=ppt/media/f71151.txt>
</file>

<file path=ppt/media/f71152.txt>
</file>

<file path=ppt/media/f71153.txt>
</file>

<file path=ppt/media/f71154.txt>
</file>

<file path=ppt/media/f71155.txt>
</file>

<file path=ppt/media/f71156.txt>
</file>

<file path=ppt/media/f71157.txt>
</file>

<file path=ppt/media/f71158.txt>
</file>

<file path=ppt/media/f71159.txt>
</file>

<file path=ppt/media/f71160.txt>
</file>

<file path=ppt/media/f71161.txt>
</file>

<file path=ppt/media/f71162.txt>
</file>

<file path=ppt/media/f71163.txt>
</file>

<file path=ppt/media/f71164.txt>
</file>

<file path=ppt/media/f71165.txt>
</file>

<file path=ppt/media/f71166.txt>
</file>

<file path=ppt/media/f71167.txt>
</file>

<file path=ppt/media/f71168.txt>
</file>

<file path=ppt/media/f71169.txt>
</file>

<file path=ppt/media/f71170.txt>
</file>

<file path=ppt/media/f71171.txt>
</file>

<file path=ppt/media/f71172.txt>
</file>

<file path=ppt/media/f71173.txt>
</file>

<file path=ppt/media/f71174.txt>
</file>

<file path=ppt/media/f71175.txt>
</file>

<file path=ppt/media/f71176.txt>
</file>

<file path=ppt/media/f71177.txt>
</file>

<file path=ppt/media/f71178.txt>
</file>

<file path=ppt/media/f71179.txt>
</file>

<file path=ppt/media/f71180.txt>
</file>

<file path=ppt/media/f71181.txt>
</file>

<file path=ppt/media/f71182.txt>
</file>

<file path=ppt/media/f71183.txt>
</file>

<file path=ppt/media/f71184.txt>
</file>

<file path=ppt/media/f71185.txt>
</file>

<file path=ppt/media/f71186.txt>
</file>

<file path=ppt/media/f71187.txt>
</file>

<file path=ppt/media/f71188.txt>
</file>

<file path=ppt/media/f71189.txt>
</file>

<file path=ppt/media/f71190.txt>
</file>

<file path=ppt/media/f71191.txt>
</file>

<file path=ppt/media/f71192.txt>
</file>

<file path=ppt/media/f71193.txt>
</file>

<file path=ppt/media/f71194.txt>
</file>

<file path=ppt/media/f71195.txt>
</file>

<file path=ppt/media/f71196.txt>
</file>

<file path=ppt/media/f71197.txt>
</file>

<file path=ppt/media/f71198.txt>
</file>

<file path=ppt/media/f71199.txt>
</file>

<file path=ppt/media/f71200.txt>
</file>

<file path=ppt/media/f71201.txt>
</file>

<file path=ppt/media/f71202.txt>
</file>

<file path=ppt/media/f71203.txt>
</file>

<file path=ppt/media/f71204.txt>
</file>

<file path=ppt/media/f71205.txt>
</file>

<file path=ppt/media/f71206.txt>
</file>

<file path=ppt/media/f71207.txt>
</file>

<file path=ppt/media/f71208.txt>
</file>

<file path=ppt/media/f71209.txt>
</file>

<file path=ppt/media/f71210.txt>
</file>

<file path=ppt/media/f71211.txt>
</file>

<file path=ppt/media/f71212.txt>
</file>

<file path=ppt/media/f71213.txt>
</file>

<file path=ppt/media/f71214.txt>
</file>

<file path=ppt/media/f71215.txt>
</file>

<file path=ppt/media/f71216.txt>
</file>

<file path=ppt/media/f71217.txt>
</file>

<file path=ppt/media/f71218.txt>
</file>

<file path=ppt/media/f71219.txt>
</file>

<file path=ppt/media/f71220.txt>
</file>

<file path=ppt/media/f71221.txt>
</file>

<file path=ppt/media/f71222.txt>
</file>

<file path=ppt/media/f71223.txt>
</file>

<file path=ppt/media/f71224.txt>
</file>

<file path=ppt/media/f71225.txt>
</file>

<file path=ppt/media/f71226.txt>
</file>

<file path=ppt/media/f71227.txt>
</file>

<file path=ppt/media/f71228.txt>
</file>

<file path=ppt/media/f71229.txt>
</file>

<file path=ppt/media/f71230.txt>
</file>

<file path=ppt/media/f71231.txt>
</file>

<file path=ppt/media/f71232.txt>
</file>

<file path=ppt/media/f71233.txt>
</file>

<file path=ppt/media/f71234.txt>
</file>

<file path=ppt/media/f71235.txt>
</file>

<file path=ppt/media/f71236.txt>
</file>

<file path=ppt/media/f71237.txt>
</file>

<file path=ppt/media/f71238.txt>
</file>

<file path=ppt/media/f71239.txt>
</file>

<file path=ppt/media/f71240.txt>
</file>

<file path=ppt/media/f71241.txt>
</file>

<file path=ppt/media/f71242.txt>
</file>

<file path=ppt/media/f71243.txt>
</file>

<file path=ppt/media/f71244.txt>
</file>

<file path=ppt/media/f71245.txt>
</file>

<file path=ppt/media/f71246.txt>
</file>

<file path=ppt/media/f71247.txt>
</file>

<file path=ppt/media/f71248.txt>
</file>

<file path=ppt/media/f71249.txt>
</file>

<file path=ppt/media/f71250.txt>
</file>

<file path=ppt/media/f71251.txt>
</file>

<file path=ppt/media/f71252.txt>
</file>

<file path=ppt/media/f71253.txt>
</file>

<file path=ppt/media/f71254.txt>
</file>

<file path=ppt/media/f71255.txt>
</file>

<file path=ppt/media/f71256.txt>
</file>

<file path=ppt/media/f71257.txt>
</file>

<file path=ppt/media/f71258.txt>
</file>

<file path=ppt/media/f71259.txt>
</file>

<file path=ppt/media/f71260.txt>
</file>

<file path=ppt/media/f71261.txt>
</file>

<file path=ppt/media/f71262.txt>
</file>

<file path=ppt/media/f71263.txt>
</file>

<file path=ppt/media/f71264.txt>
</file>

<file path=ppt/media/f71265.txt>
</file>

<file path=ppt/media/f71266.txt>
</file>

<file path=ppt/media/f71267.txt>
</file>

<file path=ppt/media/f71268.txt>
</file>

<file path=ppt/media/f71269.txt>
</file>

<file path=ppt/media/f71270.txt>
</file>

<file path=ppt/media/f71271.txt>
</file>

<file path=ppt/media/f71272.txt>
</file>

<file path=ppt/media/f71273.txt>
</file>

<file path=ppt/media/f71274.txt>
</file>

<file path=ppt/media/f71275.txt>
</file>

<file path=ppt/media/f71276.txt>
</file>

<file path=ppt/media/f71277.txt>
</file>

<file path=ppt/media/f71278.txt>
</file>

<file path=ppt/media/f71279.txt>
</file>

<file path=ppt/media/f71280.txt>
</file>

<file path=ppt/media/f71281.txt>
</file>

<file path=ppt/media/f71282.txt>
</file>

<file path=ppt/media/f71283.txt>
</file>

<file path=ppt/media/f71284.txt>
</file>

<file path=ppt/media/f71285.txt>
</file>

<file path=ppt/media/f71286.txt>
</file>

<file path=ppt/media/f71287.txt>
</file>

<file path=ppt/media/f71288.txt>
</file>

<file path=ppt/media/f71289.txt>
</file>

<file path=ppt/media/f71290.txt>
</file>

<file path=ppt/media/f71291.txt>
</file>

<file path=ppt/media/f71292.txt>
</file>

<file path=ppt/media/f71293.txt>
</file>

<file path=ppt/media/f71294.txt>
</file>

<file path=ppt/media/f71295.txt>
</file>

<file path=ppt/media/f71296.txt>
</file>

<file path=ppt/media/f71297.txt>
</file>

<file path=ppt/media/f71298.txt>
</file>

<file path=ppt/media/f71299.txt>
</file>

<file path=ppt/media/f71300.txt>
</file>

<file path=ppt/media/f71301.txt>
</file>

<file path=ppt/media/f71302.txt>
</file>

<file path=ppt/media/f71303.txt>
</file>

<file path=ppt/media/f71304.txt>
</file>

<file path=ppt/media/f71305.txt>
</file>

<file path=ppt/media/f71306.txt>
</file>

<file path=ppt/media/f71307.txt>
</file>

<file path=ppt/media/f71308.txt>
</file>

<file path=ppt/media/f71309.txt>
</file>

<file path=ppt/media/f71310.txt>
</file>

<file path=ppt/media/f71311.txt>
</file>

<file path=ppt/media/f71312.txt>
</file>

<file path=ppt/media/f71313.txt>
</file>

<file path=ppt/media/f71314.txt>
</file>

<file path=ppt/media/f71315.txt>
</file>

<file path=ppt/media/f71316.txt>
</file>

<file path=ppt/media/f71317.txt>
</file>

<file path=ppt/media/f71318.txt>
</file>

<file path=ppt/media/f71319.txt>
</file>

<file path=ppt/media/f71320.txt>
</file>

<file path=ppt/media/f71321.txt>
</file>

<file path=ppt/media/f71322.txt>
</file>

<file path=ppt/media/f71323.txt>
</file>

<file path=ppt/media/f71324.txt>
</file>

<file path=ppt/media/f71325.txt>
</file>

<file path=ppt/media/f71326.txt>
</file>

<file path=ppt/media/f71327.txt>
</file>

<file path=ppt/media/f71328.txt>
</file>

<file path=ppt/media/f71329.txt>
</file>

<file path=ppt/media/f71330.txt>
</file>

<file path=ppt/media/f71331.txt>
</file>

<file path=ppt/media/f71332.txt>
</file>

<file path=ppt/media/f71333.txt>
</file>

<file path=ppt/media/f71334.txt>
</file>

<file path=ppt/media/f71335.txt>
</file>

<file path=ppt/media/f71336.txt>
</file>

<file path=ppt/media/f71337.txt>
</file>

<file path=ppt/media/f71338.txt>
</file>

<file path=ppt/media/f71339.txt>
</file>

<file path=ppt/media/f71340.txt>
</file>

<file path=ppt/media/f71341.txt>
</file>

<file path=ppt/media/f71342.txt>
</file>

<file path=ppt/media/f71343.txt>
</file>

<file path=ppt/media/f71344.txt>
</file>

<file path=ppt/media/f71345.txt>
</file>

<file path=ppt/media/f71346.txt>
</file>

<file path=ppt/media/f71347.txt>
</file>

<file path=ppt/media/f71348.txt>
</file>

<file path=ppt/media/f71349.txt>
</file>

<file path=ppt/media/f71350.txt>
</file>

<file path=ppt/media/f71351.txt>
</file>

<file path=ppt/media/f71352.txt>
</file>

<file path=ppt/media/f71353.txt>
</file>

<file path=ppt/media/f71354.txt>
</file>

<file path=ppt/media/f71355.txt>
</file>

<file path=ppt/media/f71356.txt>
</file>

<file path=ppt/media/f71357.txt>
</file>

<file path=ppt/media/f71358.txt>
</file>

<file path=ppt/media/f71359.txt>
</file>

<file path=ppt/media/f71360.txt>
</file>

<file path=ppt/media/f71361.txt>
</file>

<file path=ppt/media/f71362.txt>
</file>

<file path=ppt/media/f71363.txt>
</file>

<file path=ppt/media/f71364.txt>
</file>

<file path=ppt/media/f71365.txt>
</file>

<file path=ppt/media/f71366.txt>
</file>

<file path=ppt/media/f71367.txt>
</file>

<file path=ppt/media/f71368.txt>
</file>

<file path=ppt/media/f71369.txt>
</file>

<file path=ppt/media/f71370.txt>
</file>

<file path=ppt/media/f71371.txt>
</file>

<file path=ppt/media/f71372.txt>
</file>

<file path=ppt/media/f71373.txt>
</file>

<file path=ppt/media/f71374.txt>
</file>

<file path=ppt/media/f71375.txt>
</file>

<file path=ppt/media/f71376.txt>
</file>

<file path=ppt/media/f71377.txt>
</file>

<file path=ppt/media/f71378.txt>
</file>

<file path=ppt/media/f71379.txt>
</file>

<file path=ppt/media/f71380.txt>
</file>

<file path=ppt/media/f71381.txt>
</file>

<file path=ppt/media/f71382.txt>
</file>

<file path=ppt/media/f71383.txt>
</file>

<file path=ppt/media/f71384.txt>
</file>

<file path=ppt/media/f71385.txt>
</file>

<file path=ppt/media/f71386.txt>
</file>

<file path=ppt/media/f71387.txt>
</file>

<file path=ppt/media/f71388.txt>
</file>

<file path=ppt/media/f71389.txt>
</file>

<file path=ppt/media/f71390.txt>
</file>

<file path=ppt/media/f71391.txt>
</file>

<file path=ppt/media/f71392.txt>
</file>

<file path=ppt/media/f71393.txt>
</file>

<file path=ppt/media/f71394.txt>
</file>

<file path=ppt/media/f71395.txt>
</file>

<file path=ppt/media/f71396.txt>
</file>

<file path=ppt/media/f71397.txt>
</file>

<file path=ppt/media/f71398.txt>
</file>

<file path=ppt/media/f71399.txt>
</file>

<file path=ppt/media/f71400.txt>
</file>

<file path=ppt/media/f71401.txt>
</file>

<file path=ppt/media/f71402.txt>
</file>

<file path=ppt/media/f71403.txt>
</file>

<file path=ppt/media/f71404.txt>
</file>

<file path=ppt/media/f71405.txt>
</file>

<file path=ppt/media/f71406.txt>
</file>

<file path=ppt/media/f71407.txt>
</file>

<file path=ppt/media/f71408.txt>
</file>

<file path=ppt/media/f71409.txt>
</file>

<file path=ppt/media/f71410.txt>
</file>

<file path=ppt/media/f71411.txt>
</file>

<file path=ppt/media/f71412.txt>
</file>

<file path=ppt/media/f71413.txt>
</file>

<file path=ppt/media/f71414.txt>
</file>

<file path=ppt/media/f71415.txt>
</file>

<file path=ppt/media/f71416.txt>
</file>

<file path=ppt/media/f71417.txt>
</file>

<file path=ppt/media/f71418.txt>
</file>

<file path=ppt/media/f71419.txt>
</file>

<file path=ppt/media/f71420.txt>
</file>

<file path=ppt/media/f71421.txt>
</file>

<file path=ppt/media/f71422.txt>
</file>

<file path=ppt/media/f71423.txt>
</file>

<file path=ppt/media/f71424.txt>
</file>

<file path=ppt/media/f71425.txt>
</file>

<file path=ppt/media/f71426.txt>
</file>

<file path=ppt/media/f71427.txt>
</file>

<file path=ppt/media/f71428.txt>
</file>

<file path=ppt/media/f71429.txt>
</file>

<file path=ppt/media/f71430.txt>
</file>

<file path=ppt/media/f71431.txt>
</file>

<file path=ppt/media/f71432.txt>
</file>

<file path=ppt/media/f71433.txt>
</file>

<file path=ppt/media/f71434.txt>
</file>

<file path=ppt/media/f71435.txt>
</file>

<file path=ppt/media/f71436.txt>
</file>

<file path=ppt/media/f71437.txt>
</file>

<file path=ppt/media/f71438.txt>
</file>

<file path=ppt/media/f71439.txt>
</file>

<file path=ppt/media/f71440.txt>
</file>

<file path=ppt/media/f71441.txt>
</file>

<file path=ppt/media/f71442.txt>
</file>

<file path=ppt/media/f71443.txt>
</file>

<file path=ppt/media/f71444.txt>
</file>

<file path=ppt/media/f71445.txt>
</file>

<file path=ppt/media/f71446.txt>
</file>

<file path=ppt/media/f71447.txt>
</file>

<file path=ppt/media/f71448.txt>
</file>

<file path=ppt/media/f71449.txt>
</file>

<file path=ppt/media/f71450.txt>
</file>

<file path=ppt/media/f71451.txt>
</file>

<file path=ppt/media/f71452.txt>
</file>

<file path=ppt/media/f71453.txt>
</file>

<file path=ppt/media/f71454.txt>
</file>

<file path=ppt/media/f71455.txt>
</file>

<file path=ppt/media/f71456.txt>
</file>

<file path=ppt/media/f71457.txt>
</file>

<file path=ppt/media/f71458.txt>
</file>

<file path=ppt/media/f71459.txt>
</file>

<file path=ppt/media/f71460.txt>
</file>

<file path=ppt/media/f71461.txt>
</file>

<file path=ppt/media/f71462.txt>
</file>

<file path=ppt/media/f71463.txt>
</file>

<file path=ppt/media/f71464.txt>
</file>

<file path=ppt/media/f71465.txt>
</file>

<file path=ppt/media/f71466.txt>
</file>

<file path=ppt/media/f71467.txt>
</file>

<file path=ppt/media/f71468.txt>
</file>

<file path=ppt/media/f71469.txt>
</file>

<file path=ppt/media/f71470.txt>
</file>

<file path=ppt/media/f71471.txt>
</file>

<file path=ppt/media/f71472.txt>
</file>

<file path=ppt/media/f71473.txt>
</file>

<file path=ppt/media/f71474.txt>
</file>

<file path=ppt/media/f71475.txt>
</file>

<file path=ppt/media/f71476.txt>
</file>

<file path=ppt/media/f71477.txt>
</file>

<file path=ppt/media/f71478.txt>
</file>

<file path=ppt/media/f71479.txt>
</file>

<file path=ppt/media/f71480.txt>
</file>

<file path=ppt/media/f71481.txt>
</file>

<file path=ppt/media/f71482.txt>
</file>

<file path=ppt/media/f71483.txt>
</file>

<file path=ppt/media/f71484.txt>
</file>

<file path=ppt/media/f71485.txt>
</file>

<file path=ppt/media/f71486.txt>
</file>

<file path=ppt/media/f71487.txt>
</file>

<file path=ppt/media/f71488.txt>
</file>

<file path=ppt/media/f71489.txt>
</file>

<file path=ppt/media/f71490.txt>
</file>

<file path=ppt/media/f71491.txt>
</file>

<file path=ppt/media/f71492.txt>
</file>

<file path=ppt/media/f71493.txt>
</file>

<file path=ppt/media/f71494.txt>
</file>

<file path=ppt/media/f71495.txt>
</file>

<file path=ppt/media/f71496.txt>
</file>

<file path=ppt/media/f71497.txt>
</file>

<file path=ppt/media/f71498.txt>
</file>

<file path=ppt/media/f71499.txt>
</file>

<file path=ppt/media/f71500.txt>
</file>

<file path=ppt/media/f71501.txt>
</file>

<file path=ppt/media/f71502.txt>
</file>

<file path=ppt/media/f71503.txt>
</file>

<file path=ppt/media/f71504.txt>
</file>

<file path=ppt/media/f71505.txt>
</file>

<file path=ppt/media/f71506.txt>
</file>

<file path=ppt/media/f71507.txt>
</file>

<file path=ppt/media/f71508.txt>
</file>

<file path=ppt/media/f71509.txt>
</file>

<file path=ppt/media/f71510.txt>
</file>

<file path=ppt/media/f71511.txt>
</file>

<file path=ppt/media/f71512.txt>
</file>

<file path=ppt/media/f71513.txt>
</file>

<file path=ppt/media/f71514.txt>
</file>

<file path=ppt/media/f71515.txt>
</file>

<file path=ppt/media/f71516.txt>
</file>

<file path=ppt/media/f71517.txt>
</file>

<file path=ppt/media/f71518.txt>
</file>

<file path=ppt/media/f71519.txt>
</file>

<file path=ppt/media/f71520.txt>
</file>

<file path=ppt/media/f71521.txt>
</file>

<file path=ppt/media/f71522.txt>
</file>

<file path=ppt/media/f71523.txt>
</file>

<file path=ppt/media/f71524.txt>
</file>

<file path=ppt/media/f71525.txt>
</file>

<file path=ppt/media/f71526.txt>
</file>

<file path=ppt/media/f71527.txt>
</file>

<file path=ppt/media/f71528.txt>
</file>

<file path=ppt/media/f71529.txt>
</file>

<file path=ppt/media/f71530.txt>
</file>

<file path=ppt/media/f71531.txt>
</file>

<file path=ppt/media/f71532.txt>
</file>

<file path=ppt/media/f71533.txt>
</file>

<file path=ppt/media/f71534.txt>
</file>

<file path=ppt/media/f71535.txt>
</file>

<file path=ppt/media/f71536.txt>
</file>

<file path=ppt/media/f71537.txt>
</file>

<file path=ppt/media/f71538.txt>
</file>

<file path=ppt/media/f71539.txt>
</file>

<file path=ppt/media/f71540.txt>
</file>

<file path=ppt/media/f71541.txt>
</file>

<file path=ppt/media/f71542.txt>
</file>

<file path=ppt/media/f71543.txt>
</file>

<file path=ppt/media/f71544.txt>
</file>

<file path=ppt/media/f71545.txt>
</file>

<file path=ppt/media/f71546.txt>
</file>

<file path=ppt/media/f71547.txt>
</file>

<file path=ppt/media/f71548.txt>
</file>

<file path=ppt/media/f71549.txt>
</file>

<file path=ppt/media/f71550.txt>
</file>

<file path=ppt/media/f71551.txt>
</file>

<file path=ppt/media/f71552.txt>
</file>

<file path=ppt/media/f71553.txt>
</file>

<file path=ppt/media/f71554.txt>
</file>

<file path=ppt/media/f71555.txt>
</file>

<file path=ppt/media/f71556.txt>
</file>

<file path=ppt/media/f71557.txt>
</file>

<file path=ppt/media/f71558.txt>
</file>

<file path=ppt/media/f71559.txt>
</file>

<file path=ppt/media/f71560.txt>
</file>

<file path=ppt/media/f71561.txt>
</file>

<file path=ppt/media/f71562.txt>
</file>

<file path=ppt/media/f71563.txt>
</file>

<file path=ppt/media/f71564.txt>
</file>

<file path=ppt/media/f71565.txt>
</file>

<file path=ppt/media/f71566.txt>
</file>

<file path=ppt/media/f71567.txt>
</file>

<file path=ppt/media/f71568.txt>
</file>

<file path=ppt/media/f71569.txt>
</file>

<file path=ppt/media/f71570.txt>
</file>

<file path=ppt/media/f71571.txt>
</file>

<file path=ppt/media/f71572.txt>
</file>

<file path=ppt/media/f71573.txt>
</file>

<file path=ppt/media/f71574.txt>
</file>

<file path=ppt/media/f71575.txt>
</file>

<file path=ppt/media/f71576.txt>
</file>

<file path=ppt/media/f71577.txt>
</file>

<file path=ppt/media/f71578.txt>
</file>

<file path=ppt/media/f71579.txt>
</file>

<file path=ppt/media/f71580.txt>
</file>

<file path=ppt/media/f71581.txt>
</file>

<file path=ppt/media/f71582.txt>
</file>

<file path=ppt/media/f71583.txt>
</file>

<file path=ppt/media/f71584.txt>
</file>

<file path=ppt/media/f71585.txt>
</file>

<file path=ppt/media/f71586.txt>
</file>

<file path=ppt/media/f71587.txt>
</file>

<file path=ppt/media/f71588.txt>
</file>

<file path=ppt/media/f71589.txt>
</file>

<file path=ppt/media/f71590.txt>
</file>

<file path=ppt/media/f71591.txt>
</file>

<file path=ppt/media/f71592.txt>
</file>

<file path=ppt/media/f71593.txt>
</file>

<file path=ppt/media/f71594.txt>
</file>

<file path=ppt/media/f71595.txt>
</file>

<file path=ppt/media/f71596.txt>
</file>

<file path=ppt/media/f71597.txt>
</file>

<file path=ppt/media/f71598.txt>
</file>

<file path=ppt/media/f71599.txt>
</file>

<file path=ppt/media/f71600.txt>
</file>

<file path=ppt/media/f71601.txt>
</file>

<file path=ppt/media/f71602.txt>
</file>

<file path=ppt/media/f71603.txt>
</file>

<file path=ppt/media/f71604.txt>
</file>

<file path=ppt/media/f71605.txt>
</file>

<file path=ppt/media/f71606.txt>
</file>

<file path=ppt/media/f71607.txt>
</file>

<file path=ppt/media/f71608.txt>
</file>

<file path=ppt/media/f71609.txt>
</file>

<file path=ppt/media/f71610.txt>
</file>

<file path=ppt/media/f71611.txt>
</file>

<file path=ppt/media/f71612.txt>
</file>

<file path=ppt/media/f71613.txt>
</file>

<file path=ppt/media/f71614.txt>
</file>

<file path=ppt/media/f71615.txt>
</file>

<file path=ppt/media/f71616.txt>
</file>

<file path=ppt/media/f71617.txt>
</file>

<file path=ppt/media/f71618.txt>
</file>

<file path=ppt/media/f71619.txt>
</file>

<file path=ppt/media/f71620.txt>
</file>

<file path=ppt/media/f71621.txt>
</file>

<file path=ppt/media/f71622.txt>
</file>

<file path=ppt/media/f71623.txt>
</file>

<file path=ppt/media/f71624.txt>
</file>

<file path=ppt/media/f71625.txt>
</file>

<file path=ppt/media/f71626.txt>
</file>

<file path=ppt/media/f71627.txt>
</file>

<file path=ppt/media/f71628.txt>
</file>

<file path=ppt/media/f71629.txt>
</file>

<file path=ppt/media/f71630.txt>
</file>

<file path=ppt/media/f71631.txt>
</file>

<file path=ppt/media/f71632.txt>
</file>

<file path=ppt/media/f71633.txt>
</file>

<file path=ppt/media/f71634.txt>
</file>

<file path=ppt/media/f71635.txt>
</file>

<file path=ppt/media/f71636.txt>
</file>

<file path=ppt/media/f71637.txt>
</file>

<file path=ppt/media/f71638.txt>
</file>

<file path=ppt/media/f71639.txt>
</file>

<file path=ppt/media/f71640.txt>
</file>

<file path=ppt/media/f71641.txt>
</file>

<file path=ppt/media/f71642.txt>
</file>

<file path=ppt/media/f71643.txt>
</file>

<file path=ppt/media/f71644.txt>
</file>

<file path=ppt/media/f71645.txt>
</file>

<file path=ppt/media/f71646.txt>
</file>

<file path=ppt/media/f71647.txt>
</file>

<file path=ppt/media/f71648.txt>
</file>

<file path=ppt/media/f71649.txt>
</file>

<file path=ppt/media/f71650.txt>
</file>

<file path=ppt/media/f71651.txt>
</file>

<file path=ppt/media/f71652.txt>
</file>

<file path=ppt/media/f71653.txt>
</file>

<file path=ppt/media/f71654.txt>
</file>

<file path=ppt/media/f71655.txt>
</file>

<file path=ppt/media/f71656.txt>
</file>

<file path=ppt/media/f71657.txt>
</file>

<file path=ppt/media/f71658.txt>
</file>

<file path=ppt/media/f71659.txt>
</file>

<file path=ppt/media/f71660.txt>
</file>

<file path=ppt/media/f71661.txt>
</file>

<file path=ppt/media/f71662.txt>
</file>

<file path=ppt/media/f71663.txt>
</file>

<file path=ppt/media/f71664.txt>
</file>

<file path=ppt/media/f71665.txt>
</file>

<file path=ppt/media/f71666.txt>
</file>

<file path=ppt/media/f71667.txt>
</file>

<file path=ppt/media/f71668.txt>
</file>

<file path=ppt/media/f71669.txt>
</file>

<file path=ppt/media/f71670.txt>
</file>

<file path=ppt/media/f71671.txt>
</file>

<file path=ppt/media/f71672.txt>
</file>

<file path=ppt/media/f71673.txt>
</file>

<file path=ppt/media/f71674.txt>
</file>

<file path=ppt/media/f71675.txt>
</file>

<file path=ppt/media/f71676.txt>
</file>

<file path=ppt/media/f71677.txt>
</file>

<file path=ppt/media/f71678.txt>
</file>

<file path=ppt/media/f71679.txt>
</file>

<file path=ppt/media/f71680.txt>
</file>

<file path=ppt/media/f71681.txt>
</file>

<file path=ppt/media/f71682.txt>
</file>

<file path=ppt/media/f71683.txt>
</file>

<file path=ppt/media/f71684.txt>
</file>

<file path=ppt/media/f71685.txt>
</file>

<file path=ppt/media/f71686.txt>
</file>

<file path=ppt/media/f71687.txt>
</file>

<file path=ppt/media/f71688.txt>
</file>

<file path=ppt/media/f71689.txt>
</file>

<file path=ppt/media/f71690.txt>
</file>

<file path=ppt/media/f71691.txt>
</file>

<file path=ppt/media/f71692.txt>
</file>

<file path=ppt/media/f71693.txt>
</file>

<file path=ppt/media/f71694.txt>
</file>

<file path=ppt/media/f71695.txt>
</file>

<file path=ppt/media/f71696.txt>
</file>

<file path=ppt/media/f71697.txt>
</file>

<file path=ppt/media/f71698.txt>
</file>

<file path=ppt/media/f71699.txt>
</file>

<file path=ppt/media/f71700.txt>
</file>

<file path=ppt/media/f71701.txt>
</file>

<file path=ppt/media/f71702.txt>
</file>

<file path=ppt/media/f71703.txt>
</file>

<file path=ppt/media/f71704.txt>
</file>

<file path=ppt/media/f71705.txt>
</file>

<file path=ppt/media/f71706.txt>
</file>

<file path=ppt/media/f71707.txt>
</file>

<file path=ppt/media/f71708.txt>
</file>

<file path=ppt/media/f71709.txt>
</file>

<file path=ppt/media/f71710.txt>
</file>

<file path=ppt/media/f71711.txt>
</file>

<file path=ppt/media/f71712.txt>
</file>

<file path=ppt/media/f71713.txt>
</file>

<file path=ppt/media/f71714.txt>
</file>

<file path=ppt/media/f71715.txt>
</file>

<file path=ppt/media/f71716.txt>
</file>

<file path=ppt/media/f71717.txt>
</file>

<file path=ppt/media/f71718.txt>
</file>

<file path=ppt/media/f71719.txt>
</file>

<file path=ppt/media/f71720.txt>
</file>

<file path=ppt/media/f71721.txt>
</file>

<file path=ppt/media/f71722.txt>
</file>

<file path=ppt/media/f71723.txt>
</file>

<file path=ppt/media/f71724.txt>
</file>

<file path=ppt/media/f71725.txt>
</file>

<file path=ppt/media/f71726.txt>
</file>

<file path=ppt/media/f71727.txt>
</file>

<file path=ppt/media/f71728.txt>
</file>

<file path=ppt/media/f71729.txt>
</file>

<file path=ppt/media/f71730.txt>
</file>

<file path=ppt/media/f71731.txt>
</file>

<file path=ppt/media/f71732.txt>
</file>

<file path=ppt/media/f71733.txt>
</file>

<file path=ppt/media/f71734.txt>
</file>

<file path=ppt/media/f71735.txt>
</file>

<file path=ppt/media/f71736.txt>
</file>

<file path=ppt/media/f71737.txt>
</file>

<file path=ppt/media/f71738.txt>
</file>

<file path=ppt/media/f71739.txt>
</file>

<file path=ppt/media/f71740.txt>
</file>

<file path=ppt/media/f71741.txt>
</file>

<file path=ppt/media/f71742.txt>
</file>

<file path=ppt/media/f71743.txt>
</file>

<file path=ppt/media/f71744.txt>
</file>

<file path=ppt/media/f71745.txt>
</file>

<file path=ppt/media/f71746.txt>
</file>

<file path=ppt/media/f71747.txt>
</file>

<file path=ppt/media/f71748.txt>
</file>

<file path=ppt/media/f71749.txt>
</file>

<file path=ppt/media/f71750.txt>
</file>

<file path=ppt/media/f71751.txt>
</file>

<file path=ppt/media/f71752.txt>
</file>

<file path=ppt/media/f71753.txt>
</file>

<file path=ppt/media/f71754.txt>
</file>

<file path=ppt/media/f71755.txt>
</file>

<file path=ppt/media/f71756.txt>
</file>

<file path=ppt/media/f71757.txt>
</file>

<file path=ppt/media/f71758.txt>
</file>

<file path=ppt/media/f71759.txt>
</file>

<file path=ppt/media/f71760.txt>
</file>

<file path=ppt/media/f71761.txt>
</file>

<file path=ppt/media/f71762.txt>
</file>

<file path=ppt/media/f71763.txt>
</file>

<file path=ppt/media/f71764.txt>
</file>

<file path=ppt/media/f71765.txt>
</file>

<file path=ppt/media/f71766.txt>
</file>

<file path=ppt/media/f71767.txt>
</file>

<file path=ppt/media/f71768.txt>
</file>

<file path=ppt/media/f71769.txt>
</file>

<file path=ppt/media/f71770.txt>
</file>

<file path=ppt/media/f71771.txt>
</file>

<file path=ppt/media/f71772.txt>
</file>

<file path=ppt/media/f71773.txt>
</file>

<file path=ppt/media/f71774.txt>
</file>

<file path=ppt/media/f71775.txt>
</file>

<file path=ppt/media/f71776.txt>
</file>

<file path=ppt/media/f71777.txt>
</file>

<file path=ppt/media/f71778.txt>
</file>

<file path=ppt/media/f71779.txt>
</file>

<file path=ppt/media/f71780.txt>
</file>

<file path=ppt/media/f71781.txt>
</file>

<file path=ppt/media/f71782.txt>
</file>

<file path=ppt/media/f71783.txt>
</file>

<file path=ppt/media/f71784.txt>
</file>

<file path=ppt/media/f71785.txt>
</file>

<file path=ppt/media/f71786.txt>
</file>

<file path=ppt/media/f71787.txt>
</file>

<file path=ppt/media/f71788.txt>
</file>

<file path=ppt/media/f71789.txt>
</file>

<file path=ppt/media/f71790.txt>
</file>

<file path=ppt/media/f71791.txt>
</file>

<file path=ppt/media/f71792.txt>
</file>

<file path=ppt/media/f71793.txt>
</file>

<file path=ppt/media/f71794.txt>
</file>

<file path=ppt/media/f71795.txt>
</file>

<file path=ppt/media/f71796.txt>
</file>

<file path=ppt/media/f71797.txt>
</file>

<file path=ppt/media/f71798.txt>
</file>

<file path=ppt/media/f71799.txt>
</file>

<file path=ppt/media/f71800.txt>
</file>

<file path=ppt/media/f71801.txt>
</file>

<file path=ppt/media/f71802.txt>
</file>

<file path=ppt/media/f71803.txt>
</file>

<file path=ppt/media/f71804.txt>
</file>

<file path=ppt/media/f71805.txt>
</file>

<file path=ppt/media/f71806.txt>
</file>

<file path=ppt/media/f71807.txt>
</file>

<file path=ppt/media/f71808.txt>
</file>

<file path=ppt/media/f71809.txt>
</file>

<file path=ppt/media/f71810.txt>
</file>

<file path=ppt/media/f71811.txt>
</file>

<file path=ppt/media/f71812.txt>
</file>

<file path=ppt/media/f71813.txt>
</file>

<file path=ppt/media/f71814.txt>
</file>

<file path=ppt/media/f71815.txt>
</file>

<file path=ppt/media/f71816.txt>
</file>

<file path=ppt/media/f71817.txt>
</file>

<file path=ppt/media/f71818.txt>
</file>

<file path=ppt/media/f71819.txt>
</file>

<file path=ppt/media/f71820.txt>
</file>

<file path=ppt/media/f71821.txt>
</file>

<file path=ppt/media/f71822.txt>
</file>

<file path=ppt/media/f71823.txt>
</file>

<file path=ppt/media/f71824.txt>
</file>

<file path=ppt/media/f71825.txt>
</file>

<file path=ppt/media/f71826.txt>
</file>

<file path=ppt/media/f71827.txt>
</file>

<file path=ppt/media/f71828.txt>
</file>

<file path=ppt/media/f71829.txt>
</file>

<file path=ppt/media/f71830.txt>
</file>

<file path=ppt/media/f71831.txt>
</file>

<file path=ppt/media/f71832.txt>
</file>

<file path=ppt/media/f71833.txt>
</file>

<file path=ppt/media/f71834.txt>
</file>

<file path=ppt/media/f71835.txt>
</file>

<file path=ppt/media/f71836.txt>
</file>

<file path=ppt/media/f71837.txt>
</file>

<file path=ppt/media/f71838.txt>
</file>

<file path=ppt/media/f71839.txt>
</file>

<file path=ppt/media/f71840.txt>
</file>

<file path=ppt/media/f71841.txt>
</file>

<file path=ppt/media/f71842.txt>
</file>

<file path=ppt/media/f71843.txt>
</file>

<file path=ppt/media/f71844.txt>
</file>

<file path=ppt/media/f71845.txt>
</file>

<file path=ppt/media/f71846.txt>
</file>

<file path=ppt/media/f71847.txt>
</file>

<file path=ppt/media/f71848.txt>
</file>

<file path=ppt/media/f71849.txt>
</file>

<file path=ppt/media/f71850.txt>
</file>

<file path=ppt/media/f71851.txt>
</file>

<file path=ppt/media/f71852.txt>
</file>

<file path=ppt/media/f71853.txt>
</file>

<file path=ppt/media/f71854.txt>
</file>

<file path=ppt/media/f71855.txt>
</file>

<file path=ppt/media/f71856.txt>
</file>

<file path=ppt/media/f71857.txt>
</file>

<file path=ppt/media/f71858.txt>
</file>

<file path=ppt/media/f71859.txt>
</file>

<file path=ppt/media/f71860.txt>
</file>

<file path=ppt/media/f71861.txt>
</file>

<file path=ppt/media/f71862.txt>
</file>

<file path=ppt/media/f71863.txt>
</file>

<file path=ppt/media/f71864.txt>
</file>

<file path=ppt/media/f71865.txt>
</file>

<file path=ppt/media/f71866.txt>
</file>

<file path=ppt/media/f71867.txt>
</file>

<file path=ppt/media/f71868.txt>
</file>

<file path=ppt/media/f71869.txt>
</file>

<file path=ppt/media/f71870.txt>
</file>

<file path=ppt/media/f71871.txt>
</file>

<file path=ppt/media/f71872.txt>
</file>

<file path=ppt/media/f71873.txt>
</file>

<file path=ppt/media/f71874.txt>
</file>

<file path=ppt/media/f71875.txt>
</file>

<file path=ppt/media/f71876.txt>
</file>

<file path=ppt/media/f71877.txt>
</file>

<file path=ppt/media/f71878.txt>
</file>

<file path=ppt/media/f71879.txt>
</file>

<file path=ppt/media/f71880.txt>
</file>

<file path=ppt/media/f71881.txt>
</file>

<file path=ppt/media/f71882.txt>
</file>

<file path=ppt/media/f71883.txt>
</file>

<file path=ppt/media/f71884.txt>
</file>

<file path=ppt/media/f71885.txt>
</file>

<file path=ppt/media/f71886.txt>
</file>

<file path=ppt/media/f71887.txt>
</file>

<file path=ppt/media/f71888.txt>
</file>

<file path=ppt/media/f71889.txt>
</file>

<file path=ppt/media/f71890.txt>
</file>

<file path=ppt/media/f71891.txt>
</file>

<file path=ppt/media/f71892.txt>
</file>

<file path=ppt/media/f71893.txt>
</file>

<file path=ppt/media/f71894.txt>
</file>

<file path=ppt/media/f71895.txt>
</file>

<file path=ppt/media/f71896.txt>
</file>

<file path=ppt/media/f71897.txt>
</file>

<file path=ppt/media/f71898.txt>
</file>

<file path=ppt/media/f71899.txt>
</file>

<file path=ppt/media/f71900.txt>
</file>

<file path=ppt/media/f71901.txt>
</file>

<file path=ppt/media/f71902.txt>
</file>

<file path=ppt/media/f71903.txt>
</file>

<file path=ppt/media/f71904.txt>
</file>

<file path=ppt/media/f71905.txt>
</file>

<file path=ppt/media/f71906.txt>
</file>

<file path=ppt/media/f71907.txt>
</file>

<file path=ppt/media/f71908.txt>
</file>

<file path=ppt/media/f71909.txt>
</file>

<file path=ppt/media/f71910.txt>
</file>

<file path=ppt/media/f71911.txt>
</file>

<file path=ppt/media/f71912.txt>
</file>

<file path=ppt/media/f71913.txt>
</file>

<file path=ppt/media/f71914.txt>
</file>

<file path=ppt/media/f71915.txt>
</file>

<file path=ppt/media/f71916.txt>
</file>

<file path=ppt/media/f71917.txt>
</file>

<file path=ppt/media/f71918.txt>
</file>

<file path=ppt/media/f71919.txt>
</file>

<file path=ppt/media/f71920.txt>
</file>

<file path=ppt/media/f71921.txt>
</file>

<file path=ppt/media/f71922.txt>
</file>

<file path=ppt/media/f71923.txt>
</file>

<file path=ppt/media/f71924.txt>
</file>

<file path=ppt/media/f71925.txt>
</file>

<file path=ppt/media/f71926.txt>
</file>

<file path=ppt/media/f71927.txt>
</file>

<file path=ppt/media/f71928.txt>
</file>

<file path=ppt/media/f71929.txt>
</file>

<file path=ppt/media/f71930.txt>
</file>

<file path=ppt/media/f71931.txt>
</file>

<file path=ppt/media/f71932.txt>
</file>

<file path=ppt/media/f71933.txt>
</file>

<file path=ppt/media/f71934.txt>
</file>

<file path=ppt/media/f71935.txt>
</file>

<file path=ppt/media/f71936.txt>
</file>

<file path=ppt/media/f71937.txt>
</file>

<file path=ppt/media/f71938.txt>
</file>

<file path=ppt/media/f71939.txt>
</file>

<file path=ppt/media/f71940.txt>
</file>

<file path=ppt/media/f71941.txt>
</file>

<file path=ppt/media/f71942.txt>
</file>

<file path=ppt/media/f71943.txt>
</file>

<file path=ppt/media/f71944.txt>
</file>

<file path=ppt/media/f71945.txt>
</file>

<file path=ppt/media/f71946.txt>
</file>

<file path=ppt/media/f71947.txt>
</file>

<file path=ppt/media/f71948.txt>
</file>

<file path=ppt/media/f71949.txt>
</file>

<file path=ppt/media/f71950.txt>
</file>

<file path=ppt/media/f71951.txt>
</file>

<file path=ppt/media/f71952.txt>
</file>

<file path=ppt/media/f71953.txt>
</file>

<file path=ppt/media/f71954.txt>
</file>

<file path=ppt/media/f71955.txt>
</file>

<file path=ppt/media/f71956.txt>
</file>

<file path=ppt/media/f71957.txt>
</file>

<file path=ppt/media/f71958.txt>
</file>

<file path=ppt/media/f71959.txt>
</file>

<file path=ppt/media/f71960.txt>
</file>

<file path=ppt/media/f71961.txt>
</file>

<file path=ppt/media/f71962.txt>
</file>

<file path=ppt/media/f71963.txt>
</file>

<file path=ppt/media/f71964.txt>
</file>

<file path=ppt/media/f71965.txt>
</file>

<file path=ppt/media/f71966.txt>
</file>

<file path=ppt/media/f71967.txt>
</file>

<file path=ppt/media/f71968.txt>
</file>

<file path=ppt/media/f71969.txt>
</file>

<file path=ppt/media/f71970.txt>
</file>

<file path=ppt/media/f71971.txt>
</file>

<file path=ppt/media/f71972.txt>
</file>

<file path=ppt/media/f71973.txt>
</file>

<file path=ppt/media/f71974.txt>
</file>

<file path=ppt/media/f71975.txt>
</file>

<file path=ppt/media/f71976.txt>
</file>

<file path=ppt/media/f71977.txt>
</file>

<file path=ppt/media/f71978.txt>
</file>

<file path=ppt/media/f71979.txt>
</file>

<file path=ppt/media/f71980.txt>
</file>

<file path=ppt/media/f71981.txt>
</file>

<file path=ppt/media/f71982.txt>
</file>

<file path=ppt/media/f71983.txt>
</file>

<file path=ppt/media/f71984.txt>
</file>

<file path=ppt/media/f71985.txt>
</file>

<file path=ppt/media/f71986.txt>
</file>

<file path=ppt/media/f71987.txt>
</file>

<file path=ppt/media/f71988.txt>
</file>

<file path=ppt/media/f71989.txt>
</file>

<file path=ppt/media/f71990.txt>
</file>

<file path=ppt/media/f71991.txt>
</file>

<file path=ppt/media/f71992.txt>
</file>

<file path=ppt/media/f71993.txt>
</file>

<file path=ppt/media/f71994.txt>
</file>

<file path=ppt/media/f71995.txt>
</file>

<file path=ppt/media/f71996.txt>
</file>

<file path=ppt/media/f71997.txt>
</file>

<file path=ppt/media/f71998.txt>
</file>

<file path=ppt/media/f71999.txt>
</file>

<file path=ppt/media/f72000.txt>
</file>

<file path=ppt/media/f72001.txt>
</file>

<file path=ppt/media/f72002.txt>
</file>

<file path=ppt/media/f72003.txt>
</file>

<file path=ppt/media/f72004.txt>
</file>

<file path=ppt/media/f72005.txt>
</file>

<file path=ppt/media/f72006.txt>
</file>

<file path=ppt/media/f72007.txt>
</file>

<file path=ppt/media/f72008.txt>
</file>

<file path=ppt/media/f72009.txt>
</file>

<file path=ppt/media/f72010.txt>
</file>

<file path=ppt/media/f72011.txt>
</file>

<file path=ppt/media/f72012.txt>
</file>

<file path=ppt/media/f72013.txt>
</file>

<file path=ppt/media/f72014.txt>
</file>

<file path=ppt/media/f72015.txt>
</file>

<file path=ppt/media/f72016.txt>
</file>

<file path=ppt/media/f72017.txt>
</file>

<file path=ppt/media/f72018.txt>
</file>

<file path=ppt/media/f72019.txt>
</file>

<file path=ppt/media/f72020.txt>
</file>

<file path=ppt/media/f72021.txt>
</file>

<file path=ppt/media/f72022.txt>
</file>

<file path=ppt/media/f72023.txt>
</file>

<file path=ppt/media/f72024.txt>
</file>

<file path=ppt/media/f72025.txt>
</file>

<file path=ppt/media/f72026.txt>
</file>

<file path=ppt/media/f72027.txt>
</file>

<file path=ppt/media/f72028.txt>
</file>

<file path=ppt/media/f72029.txt>
</file>

<file path=ppt/media/f72030.txt>
</file>

<file path=ppt/media/f72031.txt>
</file>

<file path=ppt/media/f72032.txt>
</file>

<file path=ppt/media/f72033.txt>
</file>

<file path=ppt/media/f72034.txt>
</file>

<file path=ppt/media/f72035.txt>
</file>

<file path=ppt/media/f72036.txt>
</file>

<file path=ppt/media/f72037.txt>
</file>

<file path=ppt/media/f72038.txt>
</file>

<file path=ppt/media/f72039.txt>
</file>

<file path=ppt/media/f72040.txt>
</file>

<file path=ppt/media/f72041.txt>
</file>

<file path=ppt/media/f72042.txt>
</file>

<file path=ppt/media/f72043.txt>
</file>

<file path=ppt/media/f72044.txt>
</file>

<file path=ppt/media/f72045.txt>
</file>

<file path=ppt/media/f72046.txt>
</file>

<file path=ppt/media/f72047.txt>
</file>

<file path=ppt/media/f72048.txt>
</file>

<file path=ppt/media/f72049.txt>
</file>

<file path=ppt/media/f72050.txt>
</file>

<file path=ppt/media/f72051.txt>
</file>

<file path=ppt/media/f72052.txt>
</file>

<file path=ppt/media/f72053.txt>
</file>

<file path=ppt/media/f72054.txt>
</file>

<file path=ppt/media/f72055.txt>
</file>

<file path=ppt/media/f72056.txt>
</file>

<file path=ppt/media/f72057.txt>
</file>

<file path=ppt/media/f72058.txt>
</file>

<file path=ppt/media/f72059.txt>
</file>

<file path=ppt/media/f72060.txt>
</file>

<file path=ppt/media/f72061.txt>
</file>

<file path=ppt/media/f72062.txt>
</file>

<file path=ppt/media/f72063.txt>
</file>

<file path=ppt/media/f72064.txt>
</file>

<file path=ppt/media/f72065.txt>
</file>

<file path=ppt/media/f72066.txt>
</file>

<file path=ppt/media/f72067.txt>
</file>

<file path=ppt/media/f72068.txt>
</file>

<file path=ppt/media/f72069.txt>
</file>

<file path=ppt/media/f72070.txt>
</file>

<file path=ppt/media/f72071.txt>
</file>

<file path=ppt/media/f72072.txt>
</file>

<file path=ppt/media/f72073.txt>
</file>

<file path=ppt/media/f72074.txt>
</file>

<file path=ppt/media/f72075.txt>
</file>

<file path=ppt/media/f72076.txt>
</file>

<file path=ppt/media/f72077.txt>
</file>

<file path=ppt/media/f72078.txt>
</file>

<file path=ppt/media/f72079.txt>
</file>

<file path=ppt/media/f72080.txt>
</file>

<file path=ppt/media/f72081.txt>
</file>

<file path=ppt/media/f72082.txt>
</file>

<file path=ppt/media/f72083.txt>
</file>

<file path=ppt/media/f72084.txt>
</file>

<file path=ppt/media/f72085.txt>
</file>

<file path=ppt/media/f72086.txt>
</file>

<file path=ppt/media/f72087.txt>
</file>

<file path=ppt/media/f72088.txt>
</file>

<file path=ppt/media/f72089.txt>
</file>

<file path=ppt/media/f72090.txt>
</file>

<file path=ppt/media/f72091.txt>
</file>

<file path=ppt/media/f72092.txt>
</file>

<file path=ppt/media/f72093.txt>
</file>

<file path=ppt/media/f72094.txt>
</file>

<file path=ppt/media/f72095.txt>
</file>

<file path=ppt/media/f72096.txt>
</file>

<file path=ppt/media/f72097.txt>
</file>

<file path=ppt/media/f72098.txt>
</file>

<file path=ppt/media/f72099.txt>
</file>

<file path=ppt/media/f72100.txt>
</file>

<file path=ppt/media/f72101.txt>
</file>

<file path=ppt/media/f72102.txt>
</file>

<file path=ppt/media/f72103.txt>
</file>

<file path=ppt/media/f72104.txt>
</file>

<file path=ppt/media/f72105.txt>
</file>

<file path=ppt/media/f72106.txt>
</file>

<file path=ppt/media/f72107.txt>
</file>

<file path=ppt/media/f72108.txt>
</file>

<file path=ppt/media/f72109.txt>
</file>

<file path=ppt/media/f72110.txt>
</file>

<file path=ppt/media/f72111.txt>
</file>

<file path=ppt/media/f72112.txt>
</file>

<file path=ppt/media/f72113.txt>
</file>

<file path=ppt/media/f72114.txt>
</file>

<file path=ppt/media/f72115.txt>
</file>

<file path=ppt/media/f72116.txt>
</file>

<file path=ppt/media/f72117.txt>
</file>

<file path=ppt/media/f72118.txt>
</file>

<file path=ppt/media/f72119.txt>
</file>

<file path=ppt/media/f72120.txt>
</file>

<file path=ppt/media/f72121.txt>
</file>

<file path=ppt/media/f72122.txt>
</file>

<file path=ppt/media/f72123.txt>
</file>

<file path=ppt/media/f72124.txt>
</file>

<file path=ppt/media/f72125.txt>
</file>

<file path=ppt/media/f72126.txt>
</file>

<file path=ppt/media/f72127.txt>
</file>

<file path=ppt/media/f72128.txt>
</file>

<file path=ppt/media/f72129.txt>
</file>

<file path=ppt/media/f72130.txt>
</file>

<file path=ppt/media/f72131.txt>
</file>

<file path=ppt/media/f72132.txt>
</file>

<file path=ppt/media/f72133.txt>
</file>

<file path=ppt/media/f72134.txt>
</file>

<file path=ppt/media/f72135.txt>
</file>

<file path=ppt/media/f72136.txt>
</file>

<file path=ppt/media/f72137.txt>
</file>

<file path=ppt/media/f72138.txt>
</file>

<file path=ppt/media/f72139.txt>
</file>

<file path=ppt/media/f72140.txt>
</file>

<file path=ppt/media/f72141.txt>
</file>

<file path=ppt/media/f72142.txt>
</file>

<file path=ppt/media/f72143.txt>
</file>

<file path=ppt/media/f72144.txt>
</file>

<file path=ppt/media/f72145.txt>
</file>

<file path=ppt/media/f72146.txt>
</file>

<file path=ppt/media/f72147.txt>
</file>

<file path=ppt/media/f72148.txt>
</file>

<file path=ppt/media/f72149.txt>
</file>

<file path=ppt/media/f72150.txt>
</file>

<file path=ppt/media/f72151.txt>
</file>

<file path=ppt/media/f72152.txt>
</file>

<file path=ppt/media/f72153.txt>
</file>

<file path=ppt/media/f72154.txt>
</file>

<file path=ppt/media/f72155.txt>
</file>

<file path=ppt/media/f72156.txt>
</file>

<file path=ppt/media/f72157.txt>
</file>

<file path=ppt/media/f72158.txt>
</file>

<file path=ppt/media/f72159.txt>
</file>

<file path=ppt/media/f72160.txt>
</file>

<file path=ppt/media/f72161.txt>
</file>

<file path=ppt/media/f72162.txt>
</file>

<file path=ppt/media/f72163.txt>
</file>

<file path=ppt/media/f72164.txt>
</file>

<file path=ppt/media/f72165.txt>
</file>

<file path=ppt/media/f72166.txt>
</file>

<file path=ppt/media/f72167.txt>
</file>

<file path=ppt/media/f72168.txt>
</file>

<file path=ppt/media/f72169.txt>
</file>

<file path=ppt/media/f72170.txt>
</file>

<file path=ppt/media/f72171.txt>
</file>

<file path=ppt/media/f72172.txt>
</file>

<file path=ppt/media/f72173.txt>
</file>

<file path=ppt/media/f72174.txt>
</file>

<file path=ppt/media/f72175.txt>
</file>

<file path=ppt/media/f72176.txt>
</file>

<file path=ppt/media/f72177.txt>
</file>

<file path=ppt/media/f72178.txt>
</file>

<file path=ppt/media/f72179.txt>
</file>

<file path=ppt/media/f72180.txt>
</file>

<file path=ppt/media/f72181.txt>
</file>

<file path=ppt/media/f72182.txt>
</file>

<file path=ppt/media/f72183.txt>
</file>

<file path=ppt/media/f72184.txt>
</file>

<file path=ppt/media/f72185.txt>
</file>

<file path=ppt/media/f72186.txt>
</file>

<file path=ppt/media/f72187.txt>
</file>

<file path=ppt/media/f72188.txt>
</file>

<file path=ppt/media/f72189.txt>
</file>

<file path=ppt/media/f72190.txt>
</file>

<file path=ppt/media/f72191.txt>
</file>

<file path=ppt/media/f72192.txt>
</file>

<file path=ppt/media/f72193.txt>
</file>

<file path=ppt/media/f72194.txt>
</file>

<file path=ppt/media/f72195.txt>
</file>

<file path=ppt/media/f72196.txt>
</file>

<file path=ppt/media/f72197.txt>
</file>

<file path=ppt/media/f72198.txt>
</file>

<file path=ppt/media/f72199.txt>
</file>

<file path=ppt/media/f72200.txt>
</file>

<file path=ppt/media/f72201.txt>
</file>

<file path=ppt/media/f72202.txt>
</file>

<file path=ppt/media/f72203.txt>
</file>

<file path=ppt/media/f72204.txt>
</file>

<file path=ppt/media/f72205.txt>
</file>

<file path=ppt/media/f72206.txt>
</file>

<file path=ppt/media/f72207.txt>
</file>

<file path=ppt/media/f72208.txt>
</file>

<file path=ppt/media/f72209.txt>
</file>

<file path=ppt/media/f72210.txt>
</file>

<file path=ppt/media/f72211.txt>
</file>

<file path=ppt/media/f72212.txt>
</file>

<file path=ppt/media/f72213.txt>
</file>

<file path=ppt/media/f72214.txt>
</file>

<file path=ppt/media/f72215.txt>
</file>

<file path=ppt/media/f72216.txt>
</file>

<file path=ppt/media/f72217.txt>
</file>

<file path=ppt/media/f72218.txt>
</file>

<file path=ppt/media/f72219.txt>
</file>

<file path=ppt/media/f72220.txt>
</file>

<file path=ppt/media/f72221.txt>
</file>

<file path=ppt/media/f72222.txt>
</file>

<file path=ppt/media/f72223.txt>
</file>

<file path=ppt/media/f72224.txt>
</file>

<file path=ppt/media/f72225.txt>
</file>

<file path=ppt/media/f72226.txt>
</file>

<file path=ppt/media/f72227.txt>
</file>

<file path=ppt/media/f72228.txt>
</file>

<file path=ppt/media/f72229.txt>
</file>

<file path=ppt/media/f72230.txt>
</file>

<file path=ppt/media/f72231.txt>
</file>

<file path=ppt/media/f72232.txt>
</file>

<file path=ppt/media/f72233.txt>
</file>

<file path=ppt/media/f72234.txt>
</file>

<file path=ppt/media/f72235.txt>
</file>

<file path=ppt/media/f72236.txt>
</file>

<file path=ppt/media/f72237.txt>
</file>

<file path=ppt/media/f72238.txt>
</file>

<file path=ppt/media/f72239.txt>
</file>

<file path=ppt/media/f72240.txt>
</file>

<file path=ppt/media/f72241.txt>
</file>

<file path=ppt/media/f72242.txt>
</file>

<file path=ppt/media/f72243.txt>
</file>

<file path=ppt/media/f72244.txt>
</file>

<file path=ppt/media/f72245.txt>
</file>

<file path=ppt/media/f72246.txt>
</file>

<file path=ppt/media/f72247.txt>
</file>

<file path=ppt/media/f72248.txt>
</file>

<file path=ppt/media/f72249.txt>
</file>

<file path=ppt/media/f72250.txt>
</file>

<file path=ppt/media/f72251.txt>
</file>

<file path=ppt/media/f72252.txt>
</file>

<file path=ppt/media/f72253.txt>
</file>

<file path=ppt/media/f72254.txt>
</file>

<file path=ppt/media/f72255.txt>
</file>

<file path=ppt/media/f72256.txt>
</file>

<file path=ppt/media/f72257.txt>
</file>

<file path=ppt/media/f72258.txt>
</file>

<file path=ppt/media/f72259.txt>
</file>

<file path=ppt/media/f72260.txt>
</file>

<file path=ppt/media/f72261.txt>
</file>

<file path=ppt/media/f72262.txt>
</file>

<file path=ppt/media/f72263.txt>
</file>

<file path=ppt/media/f72264.txt>
</file>

<file path=ppt/media/f72265.txt>
</file>

<file path=ppt/media/f72266.txt>
</file>

<file path=ppt/media/f72267.txt>
</file>

<file path=ppt/media/f72268.txt>
</file>

<file path=ppt/media/f72269.txt>
</file>

<file path=ppt/media/f72270.txt>
</file>

<file path=ppt/media/f72271.txt>
</file>

<file path=ppt/media/f72272.txt>
</file>

<file path=ppt/media/f72273.txt>
</file>

<file path=ppt/media/f72274.txt>
</file>

<file path=ppt/media/f72275.txt>
</file>

<file path=ppt/media/f72276.txt>
</file>

<file path=ppt/media/f72277.txt>
</file>

<file path=ppt/media/f72278.txt>
</file>

<file path=ppt/media/f72279.txt>
</file>

<file path=ppt/media/f72280.txt>
</file>

<file path=ppt/media/f72281.txt>
</file>

<file path=ppt/media/f72282.txt>
</file>

<file path=ppt/media/f72283.txt>
</file>

<file path=ppt/media/f72284.txt>
</file>

<file path=ppt/media/f72285.txt>
</file>

<file path=ppt/media/f72286.txt>
</file>

<file path=ppt/media/f72287.txt>
</file>

<file path=ppt/media/f72288.txt>
</file>

<file path=ppt/media/f72289.txt>
</file>

<file path=ppt/media/f72290.txt>
</file>

<file path=ppt/media/f72291.txt>
</file>

<file path=ppt/media/f72292.txt>
</file>

<file path=ppt/media/f72293.txt>
</file>

<file path=ppt/media/f72294.txt>
</file>

<file path=ppt/media/f72295.txt>
</file>

<file path=ppt/media/f72296.txt>
</file>

<file path=ppt/media/f72297.txt>
</file>

<file path=ppt/media/f72298.txt>
</file>

<file path=ppt/media/f72299.txt>
</file>

<file path=ppt/media/f72300.txt>
</file>

<file path=ppt/media/f72301.txt>
</file>

<file path=ppt/media/f72302.txt>
</file>

<file path=ppt/media/f72303.txt>
</file>

<file path=ppt/media/f72304.txt>
</file>

<file path=ppt/media/f72305.txt>
</file>

<file path=ppt/media/f72306.txt>
</file>

<file path=ppt/media/f72307.txt>
</file>

<file path=ppt/media/f72308.txt>
</file>

<file path=ppt/media/f72309.txt>
</file>

<file path=ppt/media/f72310.txt>
</file>

<file path=ppt/media/f72311.txt>
</file>

<file path=ppt/media/f72312.txt>
</file>

<file path=ppt/media/f72313.txt>
</file>

<file path=ppt/media/f72314.txt>
</file>

<file path=ppt/media/f72315.txt>
</file>

<file path=ppt/media/f72316.txt>
</file>

<file path=ppt/media/f72317.txt>
</file>

<file path=ppt/media/f72318.txt>
</file>

<file path=ppt/media/f72319.txt>
</file>

<file path=ppt/media/f72320.txt>
</file>

<file path=ppt/media/f72321.txt>
</file>

<file path=ppt/media/f72322.txt>
</file>

<file path=ppt/media/f72323.txt>
</file>

<file path=ppt/media/f72324.txt>
</file>

<file path=ppt/media/f72325.txt>
</file>

<file path=ppt/media/f72326.txt>
</file>

<file path=ppt/media/f72327.txt>
</file>

<file path=ppt/media/f72328.txt>
</file>

<file path=ppt/media/f72329.txt>
</file>

<file path=ppt/media/f72330.txt>
</file>

<file path=ppt/media/f72331.txt>
</file>

<file path=ppt/media/f72332.txt>
</file>

<file path=ppt/media/f72333.txt>
</file>

<file path=ppt/media/f72334.txt>
</file>

<file path=ppt/media/f72335.txt>
</file>

<file path=ppt/media/f72336.txt>
</file>

<file path=ppt/media/f72337.txt>
</file>

<file path=ppt/media/f72338.txt>
</file>

<file path=ppt/media/f72339.txt>
</file>

<file path=ppt/media/f72340.txt>
</file>

<file path=ppt/media/f72341.txt>
</file>

<file path=ppt/media/f72342.txt>
</file>

<file path=ppt/media/f72343.txt>
</file>

<file path=ppt/media/f72344.txt>
</file>

<file path=ppt/media/f72345.txt>
</file>

<file path=ppt/media/f72346.txt>
</file>

<file path=ppt/media/f72347.txt>
</file>

<file path=ppt/media/f72348.txt>
</file>

<file path=ppt/media/f72349.txt>
</file>

<file path=ppt/media/f72350.txt>
</file>

<file path=ppt/media/f72351.txt>
</file>

<file path=ppt/media/f72352.txt>
</file>

<file path=ppt/media/f72353.txt>
</file>

<file path=ppt/media/f72354.txt>
</file>

<file path=ppt/media/f72355.txt>
</file>

<file path=ppt/media/f72356.txt>
</file>

<file path=ppt/media/f72357.txt>
</file>

<file path=ppt/media/f72358.txt>
</file>

<file path=ppt/media/f72359.txt>
</file>

<file path=ppt/media/f72360.txt>
</file>

<file path=ppt/media/f72361.txt>
</file>

<file path=ppt/media/f72362.txt>
</file>

<file path=ppt/media/f72363.txt>
</file>

<file path=ppt/media/f72364.txt>
</file>

<file path=ppt/media/f72365.txt>
</file>

<file path=ppt/media/f72366.txt>
</file>

<file path=ppt/media/f72367.txt>
</file>

<file path=ppt/media/f72368.txt>
</file>

<file path=ppt/media/f72369.txt>
</file>

<file path=ppt/media/f72370.txt>
</file>

<file path=ppt/media/f72371.txt>
</file>

<file path=ppt/media/f72372.txt>
</file>

<file path=ppt/media/f72373.txt>
</file>

<file path=ppt/media/f72374.txt>
</file>

<file path=ppt/media/f72375.txt>
</file>

<file path=ppt/media/f72376.txt>
</file>

<file path=ppt/media/f72377.txt>
</file>

<file path=ppt/media/f72378.txt>
</file>

<file path=ppt/media/f72379.txt>
</file>

<file path=ppt/media/f72380.txt>
</file>

<file path=ppt/media/f72381.txt>
</file>

<file path=ppt/media/f72382.txt>
</file>

<file path=ppt/media/f72383.txt>
</file>

<file path=ppt/media/f72384.txt>
</file>

<file path=ppt/media/f72385.txt>
</file>

<file path=ppt/media/f72386.txt>
</file>

<file path=ppt/media/f72387.txt>
</file>

<file path=ppt/media/f72388.txt>
</file>

<file path=ppt/media/f72389.txt>
</file>

<file path=ppt/media/f72390.txt>
</file>

<file path=ppt/media/f72391.txt>
</file>

<file path=ppt/media/f72392.txt>
</file>

<file path=ppt/media/f72393.txt>
</file>

<file path=ppt/media/f72394.txt>
</file>

<file path=ppt/media/f72395.txt>
</file>

<file path=ppt/media/f72396.txt>
</file>

<file path=ppt/media/f72397.txt>
</file>

<file path=ppt/media/f72398.txt>
</file>

<file path=ppt/media/f72399.txt>
</file>

<file path=ppt/media/f72400.txt>
</file>

<file path=ppt/media/f72401.txt>
</file>

<file path=ppt/media/f72402.txt>
</file>

<file path=ppt/media/f72403.txt>
</file>

<file path=ppt/media/f72404.txt>
</file>

<file path=ppt/media/f72405.txt>
</file>

<file path=ppt/media/f72406.txt>
</file>

<file path=ppt/media/f72407.txt>
</file>

<file path=ppt/media/f72408.txt>
</file>

<file path=ppt/media/f72409.txt>
</file>

<file path=ppt/media/f72410.txt>
</file>

<file path=ppt/media/f72411.txt>
</file>

<file path=ppt/media/f72412.txt>
</file>

<file path=ppt/media/f72413.txt>
</file>

<file path=ppt/media/f72414.txt>
</file>

<file path=ppt/media/f72415.txt>
</file>

<file path=ppt/media/f72416.txt>
</file>

<file path=ppt/media/f72417.txt>
</file>

<file path=ppt/media/f72418.txt>
</file>

<file path=ppt/media/f72419.txt>
</file>

<file path=ppt/media/f72420.txt>
</file>

<file path=ppt/media/f72421.txt>
</file>

<file path=ppt/media/f72422.txt>
</file>

<file path=ppt/media/f72423.txt>
</file>

<file path=ppt/media/f72424.txt>
</file>

<file path=ppt/media/f72425.txt>
</file>

<file path=ppt/media/f72426.txt>
</file>

<file path=ppt/media/f72427.txt>
</file>

<file path=ppt/media/f72428.txt>
</file>

<file path=ppt/media/f72429.txt>
</file>

<file path=ppt/media/f72430.txt>
</file>

<file path=ppt/media/f72431.txt>
</file>

<file path=ppt/media/f72432.txt>
</file>

<file path=ppt/media/f72433.txt>
</file>

<file path=ppt/media/f72434.txt>
</file>

<file path=ppt/media/f72435.txt>
</file>

<file path=ppt/media/f72436.txt>
</file>

<file path=ppt/media/f72437.txt>
</file>

<file path=ppt/media/f72438.txt>
</file>

<file path=ppt/media/f72439.txt>
</file>

<file path=ppt/media/f72440.txt>
</file>

<file path=ppt/media/f72441.txt>
</file>

<file path=ppt/media/f72442.txt>
</file>

<file path=ppt/media/f72443.txt>
</file>

<file path=ppt/media/f72444.txt>
</file>

<file path=ppt/media/f72445.txt>
</file>

<file path=ppt/media/f72446.txt>
</file>

<file path=ppt/media/f72447.txt>
</file>

<file path=ppt/media/f72448.txt>
</file>

<file path=ppt/media/f72449.txt>
</file>

<file path=ppt/media/f72450.txt>
</file>

<file path=ppt/media/f72451.txt>
</file>

<file path=ppt/media/f72452.txt>
</file>

<file path=ppt/media/f72453.txt>
</file>

<file path=ppt/media/f72454.txt>
</file>

<file path=ppt/media/f72455.txt>
</file>

<file path=ppt/media/f72456.txt>
</file>

<file path=ppt/media/f72457.txt>
</file>

<file path=ppt/media/f72458.txt>
</file>

<file path=ppt/media/f72459.txt>
</file>

<file path=ppt/media/f72460.txt>
</file>

<file path=ppt/media/f72461.txt>
</file>

<file path=ppt/media/f72462.txt>
</file>

<file path=ppt/media/f72463.txt>
</file>

<file path=ppt/media/f72464.txt>
</file>

<file path=ppt/media/f72465.txt>
</file>

<file path=ppt/media/f72466.txt>
</file>

<file path=ppt/media/f72467.txt>
</file>

<file path=ppt/media/f72468.txt>
</file>

<file path=ppt/media/f72469.txt>
</file>

<file path=ppt/media/f72470.txt>
</file>

<file path=ppt/media/f72471.txt>
</file>

<file path=ppt/media/f72472.txt>
</file>

<file path=ppt/media/f72473.txt>
</file>

<file path=ppt/media/f72474.txt>
</file>

<file path=ppt/media/f72475.txt>
</file>

<file path=ppt/media/f72476.txt>
</file>

<file path=ppt/media/f72477.txt>
</file>

<file path=ppt/media/f72478.txt>
</file>

<file path=ppt/media/f72479.txt>
</file>

<file path=ppt/media/f72480.txt>
</file>

<file path=ppt/media/f72481.txt>
</file>

<file path=ppt/media/f72482.txt>
</file>

<file path=ppt/media/f72483.txt>
</file>

<file path=ppt/media/f72484.txt>
</file>

<file path=ppt/media/f72485.txt>
</file>

<file path=ppt/media/f72486.txt>
</file>

<file path=ppt/media/f72487.txt>
</file>

<file path=ppt/media/f72488.txt>
</file>

<file path=ppt/media/f72489.txt>
</file>

<file path=ppt/media/f72490.txt>
</file>

<file path=ppt/media/f72491.txt>
</file>

<file path=ppt/media/f72492.txt>
</file>

<file path=ppt/media/f72493.txt>
</file>

<file path=ppt/media/f72494.txt>
</file>

<file path=ppt/media/f72495.txt>
</file>

<file path=ppt/media/f72496.txt>
</file>

<file path=ppt/media/f72497.txt>
</file>

<file path=ppt/media/f72498.txt>
</file>

<file path=ppt/media/f72499.txt>
</file>

<file path=ppt/media/f72500.txt>
</file>

<file path=ppt/media/f72501.txt>
</file>

<file path=ppt/media/f72502.txt>
</file>

<file path=ppt/media/f72503.txt>
</file>

<file path=ppt/media/f72504.txt>
</file>

<file path=ppt/media/f72505.txt>
</file>

<file path=ppt/media/f72506.txt>
</file>

<file path=ppt/media/f72507.txt>
</file>

<file path=ppt/media/f72508.txt>
</file>

<file path=ppt/media/f72509.txt>
</file>

<file path=ppt/media/f72510.txt>
</file>

<file path=ppt/media/f72511.txt>
</file>

<file path=ppt/media/f72512.txt>
</file>

<file path=ppt/media/f72513.txt>
</file>

<file path=ppt/media/f72514.txt>
</file>

<file path=ppt/media/f72515.txt>
</file>

<file path=ppt/media/f72516.txt>
</file>

<file path=ppt/media/f72517.txt>
</file>

<file path=ppt/media/f72518.txt>
</file>

<file path=ppt/media/f72519.txt>
</file>

<file path=ppt/media/f72520.txt>
</file>

<file path=ppt/media/f72521.txt>
</file>

<file path=ppt/media/f72522.txt>
</file>

<file path=ppt/media/f72523.txt>
</file>

<file path=ppt/media/f72524.txt>
</file>

<file path=ppt/media/f72525.txt>
</file>

<file path=ppt/media/f72526.txt>
</file>

<file path=ppt/media/f72527.txt>
</file>

<file path=ppt/media/f72528.txt>
</file>

<file path=ppt/media/f72529.txt>
</file>

<file path=ppt/media/f72530.txt>
</file>

<file path=ppt/media/f72531.txt>
</file>

<file path=ppt/media/f72532.txt>
</file>

<file path=ppt/media/f72533.txt>
</file>

<file path=ppt/media/f72534.txt>
</file>

<file path=ppt/media/f72535.txt>
</file>

<file path=ppt/media/f72536.txt>
</file>

<file path=ppt/media/f72537.txt>
</file>

<file path=ppt/media/f72538.txt>
</file>

<file path=ppt/media/f72539.txt>
</file>

<file path=ppt/media/f72540.txt>
</file>

<file path=ppt/media/f72541.txt>
</file>

<file path=ppt/media/f72542.txt>
</file>

<file path=ppt/media/f72543.txt>
</file>

<file path=ppt/media/f72544.txt>
</file>

<file path=ppt/media/f72545.txt>
</file>

<file path=ppt/media/f72546.txt>
</file>

<file path=ppt/media/f72547.txt>
</file>

<file path=ppt/media/f72548.txt>
</file>

<file path=ppt/media/f72549.txt>
</file>

<file path=ppt/media/f72550.txt>
</file>

<file path=ppt/media/f72551.txt>
</file>

<file path=ppt/media/f72552.txt>
</file>

<file path=ppt/media/f72553.txt>
</file>

<file path=ppt/media/f72554.txt>
</file>

<file path=ppt/media/f72555.txt>
</file>

<file path=ppt/media/f72556.txt>
</file>

<file path=ppt/media/f72557.txt>
</file>

<file path=ppt/media/f72558.txt>
</file>

<file path=ppt/media/f72559.txt>
</file>

<file path=ppt/media/f72560.txt>
</file>

<file path=ppt/media/f72561.txt>
</file>

<file path=ppt/media/f72562.txt>
</file>

<file path=ppt/media/f72563.txt>
</file>

<file path=ppt/media/f72564.txt>
</file>

<file path=ppt/media/f72565.txt>
</file>

<file path=ppt/media/f72566.txt>
</file>

<file path=ppt/media/f72567.txt>
</file>

<file path=ppt/media/f72568.txt>
</file>

<file path=ppt/media/f72569.txt>
</file>

<file path=ppt/media/f72570.txt>
</file>

<file path=ppt/media/f72571.txt>
</file>

<file path=ppt/media/f72572.txt>
</file>

<file path=ppt/media/f72573.txt>
</file>

<file path=ppt/media/f72574.txt>
</file>

<file path=ppt/media/f72575.txt>
</file>

<file path=ppt/media/f72576.txt>
</file>

<file path=ppt/media/f72577.txt>
</file>

<file path=ppt/media/f72578.txt>
</file>

<file path=ppt/media/f72579.txt>
</file>

<file path=ppt/media/f72580.txt>
</file>

<file path=ppt/media/f72581.txt>
</file>

<file path=ppt/media/f72582.txt>
</file>

<file path=ppt/media/f72583.txt>
</file>

<file path=ppt/media/f72584.txt>
</file>

<file path=ppt/media/f72585.txt>
</file>

<file path=ppt/media/f72586.txt>
</file>

<file path=ppt/media/f72587.txt>
</file>

<file path=ppt/media/f72588.txt>
</file>

<file path=ppt/media/f72589.txt>
</file>

<file path=ppt/media/f72590.txt>
</file>

<file path=ppt/media/f72591.txt>
</file>

<file path=ppt/media/f72592.txt>
</file>

<file path=ppt/media/f72593.txt>
</file>

<file path=ppt/media/f72594.txt>
</file>

<file path=ppt/media/f72595.txt>
</file>

<file path=ppt/media/f72596.txt>
</file>

<file path=ppt/media/f72597.txt>
</file>

<file path=ppt/media/f72598.txt>
</file>

<file path=ppt/media/f72599.txt>
</file>

<file path=ppt/media/f72600.txt>
</file>

<file path=ppt/media/f72601.txt>
</file>

<file path=ppt/media/f72602.txt>
</file>

<file path=ppt/media/f72603.txt>
</file>

<file path=ppt/media/f72604.txt>
</file>

<file path=ppt/media/f72605.txt>
</file>

<file path=ppt/media/f72606.txt>
</file>

<file path=ppt/media/f72607.txt>
</file>

<file path=ppt/media/f72608.txt>
</file>

<file path=ppt/media/f72609.txt>
</file>

<file path=ppt/media/f72610.txt>
</file>

<file path=ppt/media/f72611.txt>
</file>

<file path=ppt/media/f72612.txt>
</file>

<file path=ppt/media/f72613.txt>
</file>

<file path=ppt/media/f72614.txt>
</file>

<file path=ppt/media/f72615.txt>
</file>

<file path=ppt/media/f72616.txt>
</file>

<file path=ppt/media/f72617.txt>
</file>

<file path=ppt/media/f72618.txt>
</file>

<file path=ppt/media/f72619.txt>
</file>

<file path=ppt/media/f72620.txt>
</file>

<file path=ppt/media/f72621.txt>
</file>

<file path=ppt/media/f72622.txt>
</file>

<file path=ppt/media/f72623.txt>
</file>

<file path=ppt/media/f72624.txt>
</file>

<file path=ppt/media/f72625.txt>
</file>

<file path=ppt/media/f72626.txt>
</file>

<file path=ppt/media/f72627.txt>
</file>

<file path=ppt/media/f72628.txt>
</file>

<file path=ppt/media/f72629.txt>
</file>

<file path=ppt/media/f72630.txt>
</file>

<file path=ppt/media/f72631.txt>
</file>

<file path=ppt/media/f72632.txt>
</file>

<file path=ppt/media/f72633.txt>
</file>

<file path=ppt/media/f72634.txt>
</file>

<file path=ppt/media/f72635.txt>
</file>

<file path=ppt/media/f72636.txt>
</file>

<file path=ppt/media/f72637.txt>
</file>

<file path=ppt/media/f72638.txt>
</file>

<file path=ppt/media/f72639.txt>
</file>

<file path=ppt/media/f72640.txt>
</file>

<file path=ppt/media/f72641.txt>
</file>

<file path=ppt/media/f72642.txt>
</file>

<file path=ppt/media/f72643.txt>
</file>

<file path=ppt/media/f72644.txt>
</file>

<file path=ppt/media/f72645.txt>
</file>

<file path=ppt/media/f72646.txt>
</file>

<file path=ppt/media/f72647.txt>
</file>

<file path=ppt/media/f72648.txt>
</file>

<file path=ppt/media/f72649.txt>
</file>

<file path=ppt/media/f72650.txt>
</file>

<file path=ppt/media/f72651.txt>
</file>

<file path=ppt/media/f72652.txt>
</file>

<file path=ppt/media/f72653.txt>
</file>

<file path=ppt/media/f72654.txt>
</file>

<file path=ppt/media/f72655.txt>
</file>

<file path=ppt/media/f72656.txt>
</file>

<file path=ppt/media/f72657.txt>
</file>

<file path=ppt/media/f72658.txt>
</file>

<file path=ppt/media/f72659.txt>
</file>

<file path=ppt/media/f72660.txt>
</file>

<file path=ppt/media/f72661.txt>
</file>

<file path=ppt/media/f72662.txt>
</file>

<file path=ppt/media/f72663.txt>
</file>

<file path=ppt/media/f72664.txt>
</file>

<file path=ppt/media/f72665.txt>
</file>

<file path=ppt/media/f72666.txt>
</file>

<file path=ppt/media/f72667.txt>
</file>

<file path=ppt/media/f72668.txt>
</file>

<file path=ppt/media/f72669.txt>
</file>

<file path=ppt/media/f72670.txt>
</file>

<file path=ppt/media/f72671.txt>
</file>

<file path=ppt/media/f72672.txt>
</file>

<file path=ppt/media/f72673.txt>
</file>

<file path=ppt/media/f72674.txt>
</file>

<file path=ppt/media/f72675.txt>
</file>

<file path=ppt/media/f72676.txt>
</file>

<file path=ppt/media/f72677.txt>
</file>

<file path=ppt/media/f72678.txt>
</file>

<file path=ppt/media/f72679.txt>
</file>

<file path=ppt/media/f72680.txt>
</file>

<file path=ppt/media/f72681.txt>
</file>

<file path=ppt/media/f72682.txt>
</file>

<file path=ppt/media/f72683.txt>
</file>

<file path=ppt/media/f72684.txt>
</file>

<file path=ppt/media/f72685.txt>
</file>

<file path=ppt/media/f72686.txt>
</file>

<file path=ppt/media/f72687.txt>
</file>

<file path=ppt/media/f72688.txt>
</file>

<file path=ppt/media/f72689.txt>
</file>

<file path=ppt/media/f72690.txt>
</file>

<file path=ppt/media/f72691.txt>
</file>

<file path=ppt/media/f72692.txt>
</file>

<file path=ppt/media/f72693.txt>
</file>

<file path=ppt/media/f72694.txt>
</file>

<file path=ppt/media/f72695.txt>
</file>

<file path=ppt/media/f72696.txt>
</file>

<file path=ppt/media/f72697.txt>
</file>

<file path=ppt/media/f72698.txt>
</file>

<file path=ppt/media/f72699.txt>
</file>

<file path=ppt/media/f72700.txt>
</file>

<file path=ppt/media/f72701.txt>
</file>

<file path=ppt/media/f72702.txt>
</file>

<file path=ppt/media/f72703.txt>
</file>

<file path=ppt/media/f72704.txt>
</file>

<file path=ppt/media/f72705.txt>
</file>

<file path=ppt/media/f72706.txt>
</file>

<file path=ppt/media/f72707.txt>
</file>

<file path=ppt/media/f72708.txt>
</file>

<file path=ppt/media/f72709.txt>
</file>

<file path=ppt/media/f72710.txt>
</file>

<file path=ppt/media/f72711.txt>
</file>

<file path=ppt/media/f72712.txt>
</file>

<file path=ppt/media/f72713.txt>
</file>

<file path=ppt/media/f72714.txt>
</file>

<file path=ppt/media/f72715.txt>
</file>

<file path=ppt/media/f72716.txt>
</file>

<file path=ppt/media/f72717.txt>
</file>

<file path=ppt/media/f72718.txt>
</file>

<file path=ppt/media/f72719.txt>
</file>

<file path=ppt/media/f72720.txt>
</file>

<file path=ppt/media/f72721.txt>
</file>

<file path=ppt/media/f72722.txt>
</file>

<file path=ppt/media/f72723.txt>
</file>

<file path=ppt/media/f72724.txt>
</file>

<file path=ppt/media/f72725.txt>
</file>

<file path=ppt/media/f72726.txt>
</file>

<file path=ppt/media/f72727.txt>
</file>

<file path=ppt/media/f72728.txt>
</file>

<file path=ppt/media/f72729.txt>
</file>

<file path=ppt/media/f72730.txt>
</file>

<file path=ppt/media/f72731.txt>
</file>

<file path=ppt/media/f72732.txt>
</file>

<file path=ppt/media/f72733.txt>
</file>

<file path=ppt/media/f72734.txt>
</file>

<file path=ppt/media/f72735.txt>
</file>

<file path=ppt/media/f72736.txt>
</file>

<file path=ppt/media/f72737.txt>
</file>

<file path=ppt/media/f72738.txt>
</file>

<file path=ppt/media/f72739.txt>
</file>

<file path=ppt/media/f72740.txt>
</file>

<file path=ppt/media/f72741.txt>
</file>

<file path=ppt/media/f72742.txt>
</file>

<file path=ppt/media/f72743.txt>
</file>

<file path=ppt/media/f72744.txt>
</file>

<file path=ppt/media/f72745.txt>
</file>

<file path=ppt/media/f72746.txt>
</file>

<file path=ppt/media/f72747.txt>
</file>

<file path=ppt/media/f72748.txt>
</file>

<file path=ppt/media/f72749.txt>
</file>

<file path=ppt/media/f72750.txt>
</file>

<file path=ppt/media/f72751.txt>
</file>

<file path=ppt/media/f72752.txt>
</file>

<file path=ppt/media/f72753.txt>
</file>

<file path=ppt/media/f72754.txt>
</file>

<file path=ppt/media/f72755.txt>
</file>

<file path=ppt/media/f72756.txt>
</file>

<file path=ppt/media/f72757.txt>
</file>

<file path=ppt/media/f72758.txt>
</file>

<file path=ppt/media/f72759.txt>
</file>

<file path=ppt/media/f72760.txt>
</file>

<file path=ppt/media/f72761.txt>
</file>

<file path=ppt/media/f72762.txt>
</file>

<file path=ppt/media/f72763.txt>
</file>

<file path=ppt/media/f72764.txt>
</file>

<file path=ppt/media/f72765.txt>
</file>

<file path=ppt/media/f72766.txt>
</file>

<file path=ppt/media/f72767.txt>
</file>

<file path=ppt/media/f72768.txt>
</file>

<file path=ppt/media/f72769.txt>
</file>

<file path=ppt/media/f72770.txt>
</file>

<file path=ppt/media/f72771.txt>
</file>

<file path=ppt/media/f72772.txt>
</file>

<file path=ppt/media/f72773.txt>
</file>

<file path=ppt/media/f72774.txt>
</file>

<file path=ppt/media/f72775.txt>
</file>

<file path=ppt/media/f72776.txt>
</file>

<file path=ppt/media/f72777.txt>
</file>

<file path=ppt/media/f72778.txt>
</file>

<file path=ppt/media/f72779.txt>
</file>

<file path=ppt/media/f72780.txt>
</file>

<file path=ppt/media/f72781.txt>
</file>

<file path=ppt/media/f72782.txt>
</file>

<file path=ppt/media/f72783.txt>
</file>

<file path=ppt/media/f72784.txt>
</file>

<file path=ppt/media/f72785.txt>
</file>

<file path=ppt/media/f72786.txt>
</file>

<file path=ppt/media/f72787.txt>
</file>

<file path=ppt/media/f72788.txt>
</file>

<file path=ppt/media/f72789.txt>
</file>

<file path=ppt/media/f72790.txt>
</file>

<file path=ppt/media/f72791.txt>
</file>

<file path=ppt/media/f72792.txt>
</file>

<file path=ppt/media/f72793.txt>
</file>

<file path=ppt/media/f72794.txt>
</file>

<file path=ppt/media/f72795.txt>
</file>

<file path=ppt/media/f72796.txt>
</file>

<file path=ppt/media/f72797.txt>
</file>

<file path=ppt/media/f72798.txt>
</file>

<file path=ppt/media/f72799.txt>
</file>

<file path=ppt/media/f72800.txt>
</file>

<file path=ppt/media/f72801.txt>
</file>

<file path=ppt/media/f72802.txt>
</file>

<file path=ppt/media/f72803.txt>
</file>

<file path=ppt/media/f72804.txt>
</file>

<file path=ppt/media/f72805.txt>
</file>

<file path=ppt/media/f72806.txt>
</file>

<file path=ppt/media/f72807.txt>
</file>

<file path=ppt/media/f72808.txt>
</file>

<file path=ppt/media/f72809.txt>
</file>

<file path=ppt/media/f72810.txt>
</file>

<file path=ppt/media/f72811.txt>
</file>

<file path=ppt/media/f72812.txt>
</file>

<file path=ppt/media/f72813.txt>
</file>

<file path=ppt/media/f72814.txt>
</file>

<file path=ppt/media/f72815.txt>
</file>

<file path=ppt/media/f72816.txt>
</file>

<file path=ppt/media/f72817.txt>
</file>

<file path=ppt/media/f72818.txt>
</file>

<file path=ppt/media/f72819.txt>
</file>

<file path=ppt/media/f72820.txt>
</file>

<file path=ppt/media/f72821.txt>
</file>

<file path=ppt/media/f72822.txt>
</file>

<file path=ppt/media/f72823.txt>
</file>

<file path=ppt/media/f72824.txt>
</file>

<file path=ppt/media/f72825.txt>
</file>

<file path=ppt/media/f72826.txt>
</file>

<file path=ppt/media/f72827.txt>
</file>

<file path=ppt/media/f72828.txt>
</file>

<file path=ppt/media/f72829.txt>
</file>

<file path=ppt/media/f72830.txt>
</file>

<file path=ppt/media/f72831.txt>
</file>

<file path=ppt/media/f72832.txt>
</file>

<file path=ppt/media/f72833.txt>
</file>

<file path=ppt/media/f72834.txt>
</file>

<file path=ppt/media/f72835.txt>
</file>

<file path=ppt/media/f72836.txt>
</file>

<file path=ppt/media/f72837.txt>
</file>

<file path=ppt/media/f72838.txt>
</file>

<file path=ppt/media/f72839.txt>
</file>

<file path=ppt/media/f72840.txt>
</file>

<file path=ppt/media/f72841.txt>
</file>

<file path=ppt/media/f72842.txt>
</file>

<file path=ppt/media/f72843.txt>
</file>

<file path=ppt/media/f72844.txt>
</file>

<file path=ppt/media/f72845.txt>
</file>

<file path=ppt/media/f72846.txt>
</file>

<file path=ppt/media/f72847.txt>
</file>

<file path=ppt/media/f72848.txt>
</file>

<file path=ppt/media/f72849.txt>
</file>

<file path=ppt/media/f72850.txt>
</file>

<file path=ppt/media/f72851.txt>
</file>

<file path=ppt/media/f72852.txt>
</file>

<file path=ppt/media/f72853.txt>
</file>

<file path=ppt/media/f72854.txt>
</file>

<file path=ppt/media/f72855.txt>
</file>

<file path=ppt/media/f72856.txt>
</file>

<file path=ppt/media/f72857.txt>
</file>

<file path=ppt/media/f72858.txt>
</file>

<file path=ppt/media/f72859.txt>
</file>

<file path=ppt/media/f72860.txt>
</file>

<file path=ppt/media/f72861.txt>
</file>

<file path=ppt/media/f72862.txt>
</file>

<file path=ppt/media/f72863.txt>
</file>

<file path=ppt/media/f72864.txt>
</file>

<file path=ppt/media/f72865.txt>
</file>

<file path=ppt/media/f72866.txt>
</file>

<file path=ppt/media/f72867.txt>
</file>

<file path=ppt/media/f72868.txt>
</file>

<file path=ppt/media/f72869.txt>
</file>

<file path=ppt/media/f72870.txt>
</file>

<file path=ppt/media/f72871.txt>
</file>

<file path=ppt/media/f72872.txt>
</file>

<file path=ppt/media/f72873.txt>
</file>

<file path=ppt/media/f72874.txt>
</file>

<file path=ppt/media/f72875.txt>
</file>

<file path=ppt/media/f72876.txt>
</file>

<file path=ppt/media/f72877.txt>
</file>

<file path=ppt/media/f72878.txt>
</file>

<file path=ppt/media/f72879.txt>
</file>

<file path=ppt/media/f72880.txt>
</file>

<file path=ppt/media/f72881.txt>
</file>

<file path=ppt/media/f72882.txt>
</file>

<file path=ppt/media/f72883.txt>
</file>

<file path=ppt/media/f72884.txt>
</file>

<file path=ppt/media/f72885.txt>
</file>

<file path=ppt/media/f72886.txt>
</file>

<file path=ppt/media/f72887.txt>
</file>

<file path=ppt/media/f72888.txt>
</file>

<file path=ppt/media/f72889.txt>
</file>

<file path=ppt/media/f72890.txt>
</file>

<file path=ppt/media/f72891.txt>
</file>

<file path=ppt/media/f72892.txt>
</file>

<file path=ppt/media/f72893.txt>
</file>

<file path=ppt/media/f72894.txt>
</file>

<file path=ppt/media/f72895.txt>
</file>

<file path=ppt/media/f72896.txt>
</file>

<file path=ppt/media/f72897.txt>
</file>

<file path=ppt/media/f72898.txt>
</file>

<file path=ppt/media/f72899.txt>
</file>

<file path=ppt/media/f72900.txt>
</file>

<file path=ppt/media/f72901.txt>
</file>

<file path=ppt/media/f72902.txt>
</file>

<file path=ppt/media/f72903.txt>
</file>

<file path=ppt/media/f72904.txt>
</file>

<file path=ppt/media/f72905.txt>
</file>

<file path=ppt/media/f72906.txt>
</file>

<file path=ppt/media/f72907.txt>
</file>

<file path=ppt/media/f72908.txt>
</file>

<file path=ppt/media/f72909.txt>
</file>

<file path=ppt/media/f72910.txt>
</file>

<file path=ppt/media/f72911.txt>
</file>

<file path=ppt/media/f72912.txt>
</file>

<file path=ppt/media/f72913.txt>
</file>

<file path=ppt/media/f72914.txt>
</file>

<file path=ppt/media/f72915.txt>
</file>

<file path=ppt/media/f72916.txt>
</file>

<file path=ppt/media/f72917.txt>
</file>

<file path=ppt/media/f72918.txt>
</file>

<file path=ppt/media/f72919.txt>
</file>

<file path=ppt/media/f72920.txt>
</file>

<file path=ppt/media/f72921.txt>
</file>

<file path=ppt/media/f72922.txt>
</file>

<file path=ppt/media/f72923.txt>
</file>

<file path=ppt/media/f72924.txt>
</file>

<file path=ppt/media/f72925.txt>
</file>

<file path=ppt/media/f72926.txt>
</file>

<file path=ppt/media/f72927.txt>
</file>

<file path=ppt/media/f72928.txt>
</file>

<file path=ppt/media/f72929.txt>
</file>

<file path=ppt/media/f72930.txt>
</file>

<file path=ppt/media/f72931.txt>
</file>

<file path=ppt/media/f72932.txt>
</file>

<file path=ppt/media/f72933.txt>
</file>

<file path=ppt/media/f72934.txt>
</file>

<file path=ppt/media/f72935.txt>
</file>

<file path=ppt/media/f72936.txt>
</file>

<file path=ppt/media/f72937.txt>
</file>

<file path=ppt/media/f72938.txt>
</file>

<file path=ppt/media/f72939.txt>
</file>

<file path=ppt/media/f72940.txt>
</file>

<file path=ppt/media/f72941.txt>
</file>

<file path=ppt/media/f72942.txt>
</file>

<file path=ppt/media/f72943.txt>
</file>

<file path=ppt/media/f72944.txt>
</file>

<file path=ppt/media/f72945.txt>
</file>

<file path=ppt/media/f72946.txt>
</file>

<file path=ppt/media/f72947.txt>
</file>

<file path=ppt/media/f72948.txt>
</file>

<file path=ppt/media/f72949.txt>
</file>

<file path=ppt/media/f72950.txt>
</file>

<file path=ppt/media/f72951.txt>
</file>

<file path=ppt/media/f72952.txt>
</file>

<file path=ppt/media/f72953.txt>
</file>

<file path=ppt/media/f72954.txt>
</file>

<file path=ppt/media/f72955.txt>
</file>

<file path=ppt/media/f72956.txt>
</file>

<file path=ppt/media/f72957.txt>
</file>

<file path=ppt/media/f72958.txt>
</file>

<file path=ppt/media/f72959.txt>
</file>

<file path=ppt/media/f72960.txt>
</file>

<file path=ppt/media/f72961.txt>
</file>

<file path=ppt/media/f72962.txt>
</file>

<file path=ppt/media/f72963.txt>
</file>

<file path=ppt/media/f72964.txt>
</file>

<file path=ppt/media/f72965.txt>
</file>

<file path=ppt/media/f72966.txt>
</file>

<file path=ppt/media/f72967.txt>
</file>

<file path=ppt/media/f72968.txt>
</file>

<file path=ppt/media/f72969.txt>
</file>

<file path=ppt/media/f72970.txt>
</file>

<file path=ppt/media/f72971.txt>
</file>

<file path=ppt/media/f72972.txt>
</file>

<file path=ppt/media/f72973.txt>
</file>

<file path=ppt/media/f72974.txt>
</file>

<file path=ppt/media/f72975.txt>
</file>

<file path=ppt/media/f72976.txt>
</file>

<file path=ppt/media/f72977.txt>
</file>

<file path=ppt/media/f72978.txt>
</file>

<file path=ppt/media/f72979.txt>
</file>

<file path=ppt/media/f72980.txt>
</file>

<file path=ppt/media/f72981.txt>
</file>

<file path=ppt/media/f72982.txt>
</file>

<file path=ppt/media/f72983.txt>
</file>

<file path=ppt/media/f72984.txt>
</file>

<file path=ppt/media/f72985.txt>
</file>

<file path=ppt/media/f72986.txt>
</file>

<file path=ppt/media/f72987.txt>
</file>

<file path=ppt/media/f72988.txt>
</file>

<file path=ppt/media/f72989.txt>
</file>

<file path=ppt/media/f72990.txt>
</file>

<file path=ppt/media/f72991.txt>
</file>

<file path=ppt/media/f72992.txt>
</file>

<file path=ppt/media/f72993.txt>
</file>

<file path=ppt/media/f72994.txt>
</file>

<file path=ppt/media/f72995.txt>
</file>

<file path=ppt/media/f72996.txt>
</file>

<file path=ppt/media/f72997.txt>
</file>

<file path=ppt/media/f72998.txt>
</file>

<file path=ppt/media/f72999.txt>
</file>

<file path=ppt/media/f73000.txt>
</file>

<file path=ppt/media/f73001.txt>
</file>

<file path=ppt/media/f73002.txt>
</file>

<file path=ppt/media/f73003.txt>
</file>

<file path=ppt/media/f73004.txt>
</file>

<file path=ppt/media/f73005.txt>
</file>

<file path=ppt/media/f73006.txt>
</file>

<file path=ppt/media/f73007.txt>
</file>

<file path=ppt/media/f73008.txt>
</file>

<file path=ppt/media/f73009.txt>
</file>

<file path=ppt/media/f73010.txt>
</file>

<file path=ppt/media/f73011.txt>
</file>

<file path=ppt/media/f73012.txt>
</file>

<file path=ppt/media/f73013.txt>
</file>

<file path=ppt/media/f73014.txt>
</file>

<file path=ppt/media/f73015.txt>
</file>

<file path=ppt/media/f73016.txt>
</file>

<file path=ppt/media/f73017.txt>
</file>

<file path=ppt/media/f73018.txt>
</file>

<file path=ppt/media/f73019.txt>
</file>

<file path=ppt/media/f73020.txt>
</file>

<file path=ppt/media/f73021.txt>
</file>

<file path=ppt/media/f73022.txt>
</file>

<file path=ppt/media/f73023.txt>
</file>

<file path=ppt/media/f73024.txt>
</file>

<file path=ppt/media/f73025.txt>
</file>

<file path=ppt/media/f73026.txt>
</file>

<file path=ppt/media/f73027.txt>
</file>

<file path=ppt/media/f73028.txt>
</file>

<file path=ppt/media/f73029.txt>
</file>

<file path=ppt/media/f73030.txt>
</file>

<file path=ppt/media/f73031.txt>
</file>

<file path=ppt/media/f73032.txt>
</file>

<file path=ppt/media/f73033.txt>
</file>

<file path=ppt/media/f73034.txt>
</file>

<file path=ppt/media/f73035.txt>
</file>

<file path=ppt/media/f73036.txt>
</file>

<file path=ppt/media/f73037.txt>
</file>

<file path=ppt/media/f73038.txt>
</file>

<file path=ppt/media/f73039.txt>
</file>

<file path=ppt/media/f73040.txt>
</file>

<file path=ppt/media/f73041.txt>
</file>

<file path=ppt/media/f73042.txt>
</file>

<file path=ppt/media/f73043.txt>
</file>

<file path=ppt/media/f73044.txt>
</file>

<file path=ppt/media/f73045.txt>
</file>

<file path=ppt/media/f73046.txt>
</file>

<file path=ppt/media/f73047.txt>
</file>

<file path=ppt/media/f73048.txt>
</file>

<file path=ppt/media/f73049.txt>
</file>

<file path=ppt/media/f73050.txt>
</file>

<file path=ppt/media/f73051.txt>
</file>

<file path=ppt/media/f73052.txt>
</file>

<file path=ppt/media/f73053.txt>
</file>

<file path=ppt/media/f73054.txt>
</file>

<file path=ppt/media/f73055.txt>
</file>

<file path=ppt/media/f73056.txt>
</file>

<file path=ppt/media/f73057.txt>
</file>

<file path=ppt/media/f73058.txt>
</file>

<file path=ppt/media/f73059.txt>
</file>

<file path=ppt/media/f73060.txt>
</file>

<file path=ppt/media/f73061.txt>
</file>

<file path=ppt/media/f73062.txt>
</file>

<file path=ppt/media/f73063.txt>
</file>

<file path=ppt/media/f73064.txt>
</file>

<file path=ppt/media/f73065.txt>
</file>

<file path=ppt/media/f73066.txt>
</file>

<file path=ppt/media/f73067.txt>
</file>

<file path=ppt/media/f73068.txt>
</file>

<file path=ppt/media/f73069.txt>
</file>

<file path=ppt/media/f73070.txt>
</file>

<file path=ppt/media/f73071.txt>
</file>

<file path=ppt/media/f73072.txt>
</file>

<file path=ppt/media/f73073.txt>
</file>

<file path=ppt/media/f73074.txt>
</file>

<file path=ppt/media/f73075.txt>
</file>

<file path=ppt/media/f73076.txt>
</file>

<file path=ppt/media/f73077.txt>
</file>

<file path=ppt/media/f73078.txt>
</file>

<file path=ppt/media/f73079.txt>
</file>

<file path=ppt/media/f73080.txt>
</file>

<file path=ppt/media/f73081.txt>
</file>

<file path=ppt/media/f73082.txt>
</file>

<file path=ppt/media/f73083.txt>
</file>

<file path=ppt/media/f73084.txt>
</file>

<file path=ppt/media/f73085.txt>
</file>

<file path=ppt/media/f73086.txt>
</file>

<file path=ppt/media/f73087.txt>
</file>

<file path=ppt/media/f73088.txt>
</file>

<file path=ppt/media/f73089.txt>
</file>

<file path=ppt/media/f73090.txt>
</file>

<file path=ppt/media/f73091.txt>
</file>

<file path=ppt/media/f73092.txt>
</file>

<file path=ppt/media/f73093.txt>
</file>

<file path=ppt/media/f73094.txt>
</file>

<file path=ppt/media/f73095.txt>
</file>

<file path=ppt/media/f73096.txt>
</file>

<file path=ppt/media/f73097.txt>
</file>

<file path=ppt/media/f73098.txt>
</file>

<file path=ppt/media/f73099.txt>
</file>

<file path=ppt/media/f73100.txt>
</file>

<file path=ppt/media/f73101.txt>
</file>

<file path=ppt/media/f73102.txt>
</file>

<file path=ppt/media/f73103.txt>
</file>

<file path=ppt/media/f73104.txt>
</file>

<file path=ppt/media/f73105.txt>
</file>

<file path=ppt/media/f73106.txt>
</file>

<file path=ppt/media/f73107.txt>
</file>

<file path=ppt/media/f73108.txt>
</file>

<file path=ppt/media/f73109.txt>
</file>

<file path=ppt/media/f73110.txt>
</file>

<file path=ppt/media/f73111.txt>
</file>

<file path=ppt/media/f73112.txt>
</file>

<file path=ppt/media/f73113.txt>
</file>

<file path=ppt/media/f73114.txt>
</file>

<file path=ppt/media/f73115.txt>
</file>

<file path=ppt/media/f73116.txt>
</file>

<file path=ppt/media/f73117.txt>
</file>

<file path=ppt/media/f73118.txt>
</file>

<file path=ppt/media/f73119.txt>
</file>

<file path=ppt/media/f73120.txt>
</file>

<file path=ppt/media/f73121.txt>
</file>

<file path=ppt/media/f73122.txt>
</file>

<file path=ppt/media/f73123.txt>
</file>

<file path=ppt/media/f73124.txt>
</file>

<file path=ppt/media/f73125.txt>
</file>

<file path=ppt/media/f73126.txt>
</file>

<file path=ppt/media/f73127.txt>
</file>

<file path=ppt/media/f73128.txt>
</file>

<file path=ppt/media/f73129.txt>
</file>

<file path=ppt/media/f73130.txt>
</file>

<file path=ppt/media/f73131.txt>
</file>

<file path=ppt/media/f73132.txt>
</file>

<file path=ppt/media/f73133.txt>
</file>

<file path=ppt/media/f73134.txt>
</file>

<file path=ppt/media/f73135.txt>
</file>

<file path=ppt/media/f73136.txt>
</file>

<file path=ppt/media/f73137.txt>
</file>

<file path=ppt/media/f73138.txt>
</file>

<file path=ppt/media/f73139.txt>
</file>

<file path=ppt/media/f73140.txt>
</file>

<file path=ppt/media/f73141.txt>
</file>

<file path=ppt/media/f73142.txt>
</file>

<file path=ppt/media/f73143.txt>
</file>

<file path=ppt/media/f73144.txt>
</file>

<file path=ppt/media/f73145.txt>
</file>

<file path=ppt/media/f73146.txt>
</file>

<file path=ppt/media/f73147.txt>
</file>

<file path=ppt/media/f73148.txt>
</file>

<file path=ppt/media/f73149.txt>
</file>

<file path=ppt/media/f73150.txt>
</file>

<file path=ppt/media/f73151.txt>
</file>

<file path=ppt/media/f73152.txt>
</file>

<file path=ppt/media/f73153.txt>
</file>

<file path=ppt/media/f73154.txt>
</file>

<file path=ppt/media/f73155.txt>
</file>

<file path=ppt/media/f73156.txt>
</file>

<file path=ppt/media/f73157.txt>
</file>

<file path=ppt/media/f73158.txt>
</file>

<file path=ppt/media/f73159.txt>
</file>

<file path=ppt/media/f73160.txt>
</file>

<file path=ppt/media/f73161.txt>
</file>

<file path=ppt/media/f73162.txt>
</file>

<file path=ppt/media/f73163.txt>
</file>

<file path=ppt/media/f73164.txt>
</file>

<file path=ppt/media/f73165.txt>
</file>

<file path=ppt/media/f73166.txt>
</file>

<file path=ppt/media/f73167.txt>
</file>

<file path=ppt/media/f73168.txt>
</file>

<file path=ppt/media/f73169.txt>
</file>

<file path=ppt/media/f73170.txt>
</file>

<file path=ppt/media/f73171.txt>
</file>

<file path=ppt/media/f73172.txt>
</file>

<file path=ppt/media/f73173.txt>
</file>

<file path=ppt/media/f73174.txt>
</file>

<file path=ppt/media/f73175.txt>
</file>

<file path=ppt/media/f73176.txt>
</file>

<file path=ppt/media/f73177.txt>
</file>

<file path=ppt/media/f73178.txt>
</file>

<file path=ppt/media/f73179.txt>
</file>

<file path=ppt/media/f73180.txt>
</file>

<file path=ppt/media/f73181.txt>
</file>

<file path=ppt/media/f73182.txt>
</file>

<file path=ppt/media/f73183.txt>
</file>

<file path=ppt/media/f73184.txt>
</file>

<file path=ppt/media/f73185.txt>
</file>

<file path=ppt/media/f73186.txt>
</file>

<file path=ppt/media/f73187.txt>
</file>

<file path=ppt/media/f73188.txt>
</file>

<file path=ppt/media/f73189.txt>
</file>

<file path=ppt/media/f73190.txt>
</file>

<file path=ppt/media/f73191.txt>
</file>

<file path=ppt/media/f73192.txt>
</file>

<file path=ppt/media/f73193.txt>
</file>

<file path=ppt/media/f73194.txt>
</file>

<file path=ppt/media/f73195.txt>
</file>

<file path=ppt/media/f73196.txt>
</file>

<file path=ppt/media/f73197.txt>
</file>

<file path=ppt/media/f73198.txt>
</file>

<file path=ppt/media/f73199.txt>
</file>

<file path=ppt/media/f73200.txt>
</file>

<file path=ppt/media/f73201.txt>
</file>

<file path=ppt/media/f73202.txt>
</file>

<file path=ppt/media/f73203.txt>
</file>

<file path=ppt/media/f73204.txt>
</file>

<file path=ppt/media/f73205.txt>
</file>

<file path=ppt/media/f73206.txt>
</file>

<file path=ppt/media/f73207.txt>
</file>

<file path=ppt/media/f73208.txt>
</file>

<file path=ppt/media/f73209.txt>
</file>

<file path=ppt/media/f73210.txt>
</file>

<file path=ppt/media/f73211.txt>
</file>

<file path=ppt/media/f73212.txt>
</file>

<file path=ppt/media/f73213.txt>
</file>

<file path=ppt/media/f73214.txt>
</file>

<file path=ppt/media/f73215.txt>
</file>

<file path=ppt/media/f73216.txt>
</file>

<file path=ppt/media/f73217.txt>
</file>

<file path=ppt/media/f73218.txt>
</file>

<file path=ppt/media/f73219.txt>
</file>

<file path=ppt/media/f73220.txt>
</file>

<file path=ppt/media/f73221.txt>
</file>

<file path=ppt/media/f73222.txt>
</file>

<file path=ppt/media/f73223.txt>
</file>

<file path=ppt/media/f73224.txt>
</file>

<file path=ppt/media/f73225.txt>
</file>

<file path=ppt/media/f73226.txt>
</file>

<file path=ppt/media/f73227.txt>
</file>

<file path=ppt/media/f73228.txt>
</file>

<file path=ppt/media/f73229.txt>
</file>

<file path=ppt/media/f73230.txt>
</file>

<file path=ppt/media/f73231.txt>
</file>

<file path=ppt/media/f73232.txt>
</file>

<file path=ppt/media/f73233.txt>
</file>

<file path=ppt/media/f73234.txt>
</file>

<file path=ppt/media/f73235.txt>
</file>

<file path=ppt/media/f73236.txt>
</file>

<file path=ppt/media/f73237.txt>
</file>

<file path=ppt/media/f73238.txt>
</file>

<file path=ppt/media/f73239.txt>
</file>

<file path=ppt/media/f73240.txt>
</file>

<file path=ppt/media/f73241.txt>
</file>

<file path=ppt/media/f73242.txt>
</file>

<file path=ppt/media/f73243.txt>
</file>

<file path=ppt/media/f73244.txt>
</file>

<file path=ppt/media/f73245.txt>
</file>

<file path=ppt/media/f73246.txt>
</file>

<file path=ppt/media/f73247.txt>
</file>

<file path=ppt/media/f73248.txt>
</file>

<file path=ppt/media/f73249.txt>
</file>

<file path=ppt/media/f73250.txt>
</file>

<file path=ppt/media/f73251.txt>
</file>

<file path=ppt/media/f73252.txt>
</file>

<file path=ppt/media/f73253.txt>
</file>

<file path=ppt/media/f73254.txt>
</file>

<file path=ppt/media/f73255.txt>
</file>

<file path=ppt/media/f73256.txt>
</file>

<file path=ppt/media/f73257.txt>
</file>

<file path=ppt/media/f73258.txt>
</file>

<file path=ppt/media/f73259.txt>
</file>

<file path=ppt/media/f73260.txt>
</file>

<file path=ppt/media/f73261.txt>
</file>

<file path=ppt/media/f73262.txt>
</file>

<file path=ppt/media/f73263.txt>
</file>

<file path=ppt/media/f73264.txt>
</file>

<file path=ppt/media/f73265.txt>
</file>

<file path=ppt/media/f73266.txt>
</file>

<file path=ppt/media/f73267.txt>
</file>

<file path=ppt/media/f73268.txt>
</file>

<file path=ppt/media/f73269.txt>
</file>

<file path=ppt/media/f73270.txt>
</file>

<file path=ppt/media/f73271.txt>
</file>

<file path=ppt/media/f73272.txt>
</file>

<file path=ppt/media/f73273.txt>
</file>

<file path=ppt/media/f73274.txt>
</file>

<file path=ppt/media/f73275.txt>
</file>

<file path=ppt/media/f73276.txt>
</file>

<file path=ppt/media/f73277.txt>
</file>

<file path=ppt/media/f73278.txt>
</file>

<file path=ppt/media/f73279.txt>
</file>

<file path=ppt/media/f73280.txt>
</file>

<file path=ppt/media/f73281.txt>
</file>

<file path=ppt/media/f73282.txt>
</file>

<file path=ppt/media/f73283.txt>
</file>

<file path=ppt/media/f73284.txt>
</file>

<file path=ppt/media/f73285.txt>
</file>

<file path=ppt/media/f73286.txt>
</file>

<file path=ppt/media/f73287.txt>
</file>

<file path=ppt/media/f73288.txt>
</file>

<file path=ppt/media/f73289.txt>
</file>

<file path=ppt/media/f73290.txt>
</file>

<file path=ppt/media/f73291.txt>
</file>

<file path=ppt/media/f73292.txt>
</file>

<file path=ppt/media/f73293.txt>
</file>

<file path=ppt/media/f73294.txt>
</file>

<file path=ppt/media/f73295.txt>
</file>

<file path=ppt/media/f73296.txt>
</file>

<file path=ppt/media/f73297.txt>
</file>

<file path=ppt/media/f73298.txt>
</file>

<file path=ppt/media/f73299.txt>
</file>

<file path=ppt/media/f73300.txt>
</file>

<file path=ppt/media/f73301.txt>
</file>

<file path=ppt/media/f73302.txt>
</file>

<file path=ppt/media/f73303.txt>
</file>

<file path=ppt/media/f73304.txt>
</file>

<file path=ppt/media/f73305.txt>
</file>

<file path=ppt/media/f73306.txt>
</file>

<file path=ppt/media/f73307.txt>
</file>

<file path=ppt/media/f73308.txt>
</file>

<file path=ppt/media/f73309.txt>
</file>

<file path=ppt/media/f73310.txt>
</file>

<file path=ppt/media/f73311.txt>
</file>

<file path=ppt/media/f73312.txt>
</file>

<file path=ppt/media/f73313.txt>
</file>

<file path=ppt/media/f73314.txt>
</file>

<file path=ppt/media/f73315.txt>
</file>

<file path=ppt/media/f73316.txt>
</file>

<file path=ppt/media/f73317.txt>
</file>

<file path=ppt/media/f73318.txt>
</file>

<file path=ppt/media/f73319.txt>
</file>

<file path=ppt/media/f73320.txt>
</file>

<file path=ppt/media/f73321.txt>
</file>

<file path=ppt/media/f73322.txt>
</file>

<file path=ppt/media/f73323.txt>
</file>

<file path=ppt/media/f73324.txt>
</file>

<file path=ppt/media/f73325.txt>
</file>

<file path=ppt/media/f73326.txt>
</file>

<file path=ppt/media/f73327.txt>
</file>

<file path=ppt/media/f73328.txt>
</file>

<file path=ppt/media/f73329.txt>
</file>

<file path=ppt/media/f73330.txt>
</file>

<file path=ppt/media/f73331.txt>
</file>

<file path=ppt/media/f73332.txt>
</file>

<file path=ppt/media/f73333.txt>
</file>

<file path=ppt/media/f73334.txt>
</file>

<file path=ppt/media/f73335.txt>
</file>

<file path=ppt/media/f73336.txt>
</file>

<file path=ppt/media/f73337.txt>
</file>

<file path=ppt/media/f73338.txt>
</file>

<file path=ppt/media/f73339.txt>
</file>

<file path=ppt/media/f73340.txt>
</file>

<file path=ppt/media/f73341.txt>
</file>

<file path=ppt/media/f73342.txt>
</file>

<file path=ppt/media/f73343.txt>
</file>

<file path=ppt/media/f73344.txt>
</file>

<file path=ppt/media/f73345.txt>
</file>

<file path=ppt/media/f73346.txt>
</file>

<file path=ppt/media/f73347.txt>
</file>

<file path=ppt/media/f73348.txt>
</file>

<file path=ppt/media/f73349.txt>
</file>

<file path=ppt/media/f73350.txt>
</file>

<file path=ppt/media/f73351.txt>
</file>

<file path=ppt/media/f73352.txt>
</file>

<file path=ppt/media/f73353.txt>
</file>

<file path=ppt/media/f73354.txt>
</file>

<file path=ppt/media/f73355.txt>
</file>

<file path=ppt/media/f73356.txt>
</file>

<file path=ppt/media/f73357.txt>
</file>

<file path=ppt/media/f73358.txt>
</file>

<file path=ppt/media/f73359.txt>
</file>

<file path=ppt/media/f73360.txt>
</file>

<file path=ppt/media/f73361.txt>
</file>

<file path=ppt/media/f73362.txt>
</file>

<file path=ppt/media/f73363.txt>
</file>

<file path=ppt/media/f73364.txt>
</file>

<file path=ppt/media/f73365.txt>
</file>

<file path=ppt/media/f73366.txt>
</file>

<file path=ppt/media/f73367.txt>
</file>

<file path=ppt/media/f73368.txt>
</file>

<file path=ppt/media/f73369.txt>
</file>

<file path=ppt/media/f73370.txt>
</file>

<file path=ppt/media/f73371.txt>
</file>

<file path=ppt/media/f73372.txt>
</file>

<file path=ppt/media/f73373.txt>
</file>

<file path=ppt/media/f73374.txt>
</file>

<file path=ppt/media/f73375.txt>
</file>

<file path=ppt/media/f73376.txt>
</file>

<file path=ppt/media/f73377.txt>
</file>

<file path=ppt/media/f73378.txt>
</file>

<file path=ppt/media/f73379.txt>
</file>

<file path=ppt/media/f73380.txt>
</file>

<file path=ppt/media/f73381.txt>
</file>

<file path=ppt/media/f73382.txt>
</file>

<file path=ppt/media/f73383.txt>
</file>

<file path=ppt/media/f73384.txt>
</file>

<file path=ppt/media/f73385.txt>
</file>

<file path=ppt/media/f73386.txt>
</file>

<file path=ppt/media/f73387.txt>
</file>

<file path=ppt/media/f73388.txt>
</file>

<file path=ppt/media/f73389.txt>
</file>

<file path=ppt/media/f73390.txt>
</file>

<file path=ppt/media/f73391.txt>
</file>

<file path=ppt/media/f73392.txt>
</file>

<file path=ppt/media/f73393.txt>
</file>

<file path=ppt/media/f73394.txt>
</file>

<file path=ppt/media/f73395.txt>
</file>

<file path=ppt/media/f73396.txt>
</file>

<file path=ppt/media/f73397.txt>
</file>

<file path=ppt/media/f73398.txt>
</file>

<file path=ppt/media/f73399.txt>
</file>

<file path=ppt/media/f73400.txt>
</file>

<file path=ppt/media/f73401.txt>
</file>

<file path=ppt/media/f73402.txt>
</file>

<file path=ppt/media/f73403.txt>
</file>

<file path=ppt/media/f73404.txt>
</file>

<file path=ppt/media/f73405.txt>
</file>

<file path=ppt/media/f73406.txt>
</file>

<file path=ppt/media/f73407.txt>
</file>

<file path=ppt/media/f73408.txt>
</file>

<file path=ppt/media/f73409.txt>
</file>

<file path=ppt/media/f73410.txt>
</file>

<file path=ppt/media/f73411.txt>
</file>

<file path=ppt/media/f73412.txt>
</file>

<file path=ppt/media/f73413.txt>
</file>

<file path=ppt/media/f73414.txt>
</file>

<file path=ppt/media/f73415.txt>
</file>

<file path=ppt/media/f73416.txt>
</file>

<file path=ppt/media/f73417.txt>
</file>

<file path=ppt/media/f73418.txt>
</file>

<file path=ppt/media/f73419.txt>
</file>

<file path=ppt/media/f73420.txt>
</file>

<file path=ppt/media/f73421.txt>
</file>

<file path=ppt/media/f73422.txt>
</file>

<file path=ppt/media/f73423.txt>
</file>

<file path=ppt/media/f73424.txt>
</file>

<file path=ppt/media/f73425.txt>
</file>

<file path=ppt/media/f73426.txt>
</file>

<file path=ppt/media/f73427.txt>
</file>

<file path=ppt/media/f73428.txt>
</file>

<file path=ppt/media/f73429.txt>
</file>

<file path=ppt/media/f73430.txt>
</file>

<file path=ppt/media/f73431.txt>
</file>

<file path=ppt/media/f73432.txt>
</file>

<file path=ppt/media/f73433.txt>
</file>

<file path=ppt/media/f73434.txt>
</file>

<file path=ppt/media/f73435.txt>
</file>

<file path=ppt/media/f73436.txt>
</file>

<file path=ppt/media/f73437.txt>
</file>

<file path=ppt/media/f73438.txt>
</file>

<file path=ppt/media/f73439.txt>
</file>

<file path=ppt/media/f73440.txt>
</file>

<file path=ppt/media/f73441.txt>
</file>

<file path=ppt/media/f73442.txt>
</file>

<file path=ppt/media/f73443.txt>
</file>

<file path=ppt/media/f73444.txt>
</file>

<file path=ppt/media/f73445.txt>
</file>

<file path=ppt/media/f73446.txt>
</file>

<file path=ppt/media/f73447.txt>
</file>

<file path=ppt/media/f73448.txt>
</file>

<file path=ppt/media/f73449.txt>
</file>

<file path=ppt/media/f73450.txt>
</file>

<file path=ppt/media/f73451.txt>
</file>

<file path=ppt/media/f73452.txt>
</file>

<file path=ppt/media/f73453.txt>
</file>

<file path=ppt/media/f73454.txt>
</file>

<file path=ppt/media/f73455.txt>
</file>

<file path=ppt/media/f73456.txt>
</file>

<file path=ppt/media/f73457.txt>
</file>

<file path=ppt/media/f73458.txt>
</file>

<file path=ppt/media/f73459.txt>
</file>

<file path=ppt/media/f73460.txt>
</file>

<file path=ppt/media/f73461.txt>
</file>

<file path=ppt/media/f73462.txt>
</file>

<file path=ppt/media/f73463.txt>
</file>

<file path=ppt/media/f73464.txt>
</file>

<file path=ppt/media/f73465.txt>
</file>

<file path=ppt/media/f73466.txt>
</file>

<file path=ppt/media/f73467.txt>
</file>

<file path=ppt/media/f73468.txt>
</file>

<file path=ppt/media/f73469.txt>
</file>

<file path=ppt/media/f73470.txt>
</file>

<file path=ppt/media/f73471.txt>
</file>

<file path=ppt/media/f73472.txt>
</file>

<file path=ppt/media/f73473.txt>
</file>

<file path=ppt/media/f73474.txt>
</file>

<file path=ppt/media/f73475.txt>
</file>

<file path=ppt/media/f73476.txt>
</file>

<file path=ppt/media/f73477.txt>
</file>

<file path=ppt/media/f73478.txt>
</file>

<file path=ppt/media/f73479.txt>
</file>

<file path=ppt/media/f73480.txt>
</file>

<file path=ppt/media/f73481.txt>
</file>

<file path=ppt/media/f73482.txt>
</file>

<file path=ppt/media/f73483.txt>
</file>

<file path=ppt/media/f73484.txt>
</file>

<file path=ppt/media/f73485.txt>
</file>

<file path=ppt/media/f73486.txt>
</file>

<file path=ppt/media/f73487.txt>
</file>

<file path=ppt/media/f73488.txt>
</file>

<file path=ppt/media/f73489.txt>
</file>

<file path=ppt/media/f73490.txt>
</file>

<file path=ppt/media/f73491.txt>
</file>

<file path=ppt/media/f73492.txt>
</file>

<file path=ppt/media/f73493.txt>
</file>

<file path=ppt/media/f73494.txt>
</file>

<file path=ppt/media/f73495.txt>
</file>

<file path=ppt/media/f73496.txt>
</file>

<file path=ppt/media/f73497.txt>
</file>

<file path=ppt/media/f73498.txt>
</file>

<file path=ppt/media/f73499.txt>
</file>

<file path=ppt/media/f73500.txt>
</file>

<file path=ppt/media/f73501.txt>
</file>

<file path=ppt/media/f73502.txt>
</file>

<file path=ppt/media/f73503.txt>
</file>

<file path=ppt/media/f73504.txt>
</file>

<file path=ppt/media/f73505.txt>
</file>

<file path=ppt/media/f73506.txt>
</file>

<file path=ppt/media/f73507.txt>
</file>

<file path=ppt/media/f73508.txt>
</file>

<file path=ppt/media/f73509.txt>
</file>

<file path=ppt/media/f73510.txt>
</file>

<file path=ppt/media/f73511.txt>
</file>

<file path=ppt/media/f73512.txt>
</file>

<file path=ppt/media/f73513.txt>
</file>

<file path=ppt/media/f73514.txt>
</file>

<file path=ppt/media/f73515.txt>
</file>

<file path=ppt/media/f73516.txt>
</file>

<file path=ppt/media/f73517.txt>
</file>

<file path=ppt/media/f73518.txt>
</file>

<file path=ppt/media/f73519.txt>
</file>

<file path=ppt/media/f73520.txt>
</file>

<file path=ppt/media/f73521.txt>
</file>

<file path=ppt/media/f73522.txt>
</file>

<file path=ppt/media/f73523.txt>
</file>

<file path=ppt/media/f73524.txt>
</file>

<file path=ppt/media/f73525.txt>
</file>

<file path=ppt/media/f73526.txt>
</file>

<file path=ppt/media/f73527.txt>
</file>

<file path=ppt/media/f73528.txt>
</file>

<file path=ppt/media/f73529.txt>
</file>

<file path=ppt/media/f73530.txt>
</file>

<file path=ppt/media/f73531.txt>
</file>

<file path=ppt/media/f73532.txt>
</file>

<file path=ppt/media/f73533.txt>
</file>

<file path=ppt/media/f73534.txt>
</file>

<file path=ppt/media/f73535.txt>
</file>

<file path=ppt/media/f73536.txt>
</file>

<file path=ppt/media/f73537.txt>
</file>

<file path=ppt/media/f73538.txt>
</file>

<file path=ppt/media/f73539.txt>
</file>

<file path=ppt/media/f73540.txt>
</file>

<file path=ppt/media/f73541.txt>
</file>

<file path=ppt/media/f73542.txt>
</file>

<file path=ppt/media/f73543.txt>
</file>

<file path=ppt/media/f73544.txt>
</file>

<file path=ppt/media/f73545.txt>
</file>

<file path=ppt/media/f73546.txt>
</file>

<file path=ppt/media/f73547.txt>
</file>

<file path=ppt/media/f73548.txt>
</file>

<file path=ppt/media/f73549.txt>
</file>

<file path=ppt/media/f73550.txt>
</file>

<file path=ppt/media/f73551.txt>
</file>

<file path=ppt/media/f73552.txt>
</file>

<file path=ppt/media/f73553.txt>
</file>

<file path=ppt/media/f73554.txt>
</file>

<file path=ppt/media/f73555.txt>
</file>

<file path=ppt/media/f73556.txt>
</file>

<file path=ppt/media/f73557.txt>
</file>

<file path=ppt/media/f73558.txt>
</file>

<file path=ppt/media/f73559.txt>
</file>

<file path=ppt/media/f73560.txt>
</file>

<file path=ppt/media/f73561.txt>
</file>

<file path=ppt/media/f73562.txt>
</file>

<file path=ppt/media/f73563.txt>
</file>

<file path=ppt/media/f73564.txt>
</file>

<file path=ppt/media/f73565.txt>
</file>

<file path=ppt/media/f73566.txt>
</file>

<file path=ppt/media/f73567.txt>
</file>

<file path=ppt/media/f73568.txt>
</file>

<file path=ppt/media/f73569.txt>
</file>

<file path=ppt/media/f73570.txt>
</file>

<file path=ppt/media/f73571.txt>
</file>

<file path=ppt/media/f73572.txt>
</file>

<file path=ppt/media/f73573.txt>
</file>

<file path=ppt/media/f73574.txt>
</file>

<file path=ppt/media/f73575.txt>
</file>

<file path=ppt/media/f73576.txt>
</file>

<file path=ppt/media/f73577.txt>
</file>

<file path=ppt/media/f73578.txt>
</file>

<file path=ppt/media/f73579.txt>
</file>

<file path=ppt/media/f73580.txt>
</file>

<file path=ppt/media/f73581.txt>
</file>

<file path=ppt/media/f73582.txt>
</file>

<file path=ppt/media/f73583.txt>
</file>

<file path=ppt/media/f73584.txt>
</file>

<file path=ppt/media/f73585.txt>
</file>

<file path=ppt/media/f73586.txt>
</file>

<file path=ppt/media/f73587.txt>
</file>

<file path=ppt/media/f73588.txt>
</file>

<file path=ppt/media/f73589.txt>
</file>

<file path=ppt/media/f73590.txt>
</file>

<file path=ppt/media/f73591.txt>
</file>

<file path=ppt/media/f73592.txt>
</file>

<file path=ppt/media/f73593.txt>
</file>

<file path=ppt/media/f73594.txt>
</file>

<file path=ppt/media/f73595.txt>
</file>

<file path=ppt/media/f73596.txt>
</file>

<file path=ppt/media/f73597.txt>
</file>

<file path=ppt/media/f73598.txt>
</file>

<file path=ppt/media/f73599.txt>
</file>

<file path=ppt/media/f73600.txt>
</file>

<file path=ppt/media/f73601.txt>
</file>

<file path=ppt/media/f73602.txt>
</file>

<file path=ppt/media/f73603.txt>
</file>

<file path=ppt/media/f73604.txt>
</file>

<file path=ppt/media/f73605.txt>
</file>

<file path=ppt/media/f73606.txt>
</file>

<file path=ppt/media/f73607.txt>
</file>

<file path=ppt/media/f73608.txt>
</file>

<file path=ppt/media/f73609.txt>
</file>

<file path=ppt/media/f73610.txt>
</file>

<file path=ppt/media/f73611.txt>
</file>

<file path=ppt/media/f73612.txt>
</file>

<file path=ppt/media/f73613.txt>
</file>

<file path=ppt/media/f73614.txt>
</file>

<file path=ppt/media/f73615.txt>
</file>

<file path=ppt/media/f73616.txt>
</file>

<file path=ppt/media/f73617.txt>
</file>

<file path=ppt/media/f73618.txt>
</file>

<file path=ppt/media/f73619.txt>
</file>

<file path=ppt/media/f73620.txt>
</file>

<file path=ppt/media/f73621.txt>
</file>

<file path=ppt/media/f73622.txt>
</file>

<file path=ppt/media/f73623.txt>
</file>

<file path=ppt/media/f73624.txt>
</file>

<file path=ppt/media/f73625.txt>
</file>

<file path=ppt/media/f73626.txt>
</file>

<file path=ppt/media/f73627.txt>
</file>

<file path=ppt/media/f73628.txt>
</file>

<file path=ppt/media/f73629.txt>
</file>

<file path=ppt/media/f73630.txt>
</file>

<file path=ppt/media/f73631.txt>
</file>

<file path=ppt/media/f73632.txt>
</file>

<file path=ppt/media/f73633.txt>
</file>

<file path=ppt/media/f73634.txt>
</file>

<file path=ppt/media/f73635.txt>
</file>

<file path=ppt/media/f73636.txt>
</file>

<file path=ppt/media/f73637.txt>
</file>

<file path=ppt/media/f73638.txt>
</file>

<file path=ppt/media/f73639.txt>
</file>

<file path=ppt/media/f73640.txt>
</file>

<file path=ppt/media/f73641.txt>
</file>

<file path=ppt/media/f73642.txt>
</file>

<file path=ppt/media/f73643.txt>
</file>

<file path=ppt/media/f73644.txt>
</file>

<file path=ppt/media/f73645.txt>
</file>

<file path=ppt/media/f73646.txt>
</file>

<file path=ppt/media/f73647.txt>
</file>

<file path=ppt/media/f73648.txt>
</file>

<file path=ppt/media/f73649.txt>
</file>

<file path=ppt/media/f73650.txt>
</file>

<file path=ppt/media/f73651.txt>
</file>

<file path=ppt/media/f73652.txt>
</file>

<file path=ppt/media/f73653.txt>
</file>

<file path=ppt/media/f73654.txt>
</file>

<file path=ppt/media/f73655.txt>
</file>

<file path=ppt/media/f73656.txt>
</file>

<file path=ppt/media/f73657.txt>
</file>

<file path=ppt/media/f73658.txt>
</file>

<file path=ppt/media/f73659.txt>
</file>

<file path=ppt/media/f73660.txt>
</file>

<file path=ppt/media/f73661.txt>
</file>

<file path=ppt/media/f73662.txt>
</file>

<file path=ppt/media/f73663.txt>
</file>

<file path=ppt/media/f73664.txt>
</file>

<file path=ppt/media/f73665.txt>
</file>

<file path=ppt/media/f73666.txt>
</file>

<file path=ppt/media/f73667.txt>
</file>

<file path=ppt/media/f73668.txt>
</file>

<file path=ppt/media/f73669.txt>
</file>

<file path=ppt/media/f73670.txt>
</file>

<file path=ppt/media/f73671.txt>
</file>

<file path=ppt/media/f73672.txt>
</file>

<file path=ppt/media/f73673.txt>
</file>

<file path=ppt/media/f73674.txt>
</file>

<file path=ppt/media/f73675.txt>
</file>

<file path=ppt/media/f73676.txt>
</file>

<file path=ppt/media/f73677.txt>
</file>

<file path=ppt/media/f73678.txt>
</file>

<file path=ppt/media/f73679.txt>
</file>

<file path=ppt/media/f73680.txt>
</file>

<file path=ppt/media/f73681.txt>
</file>

<file path=ppt/media/f73682.txt>
</file>

<file path=ppt/media/f73683.txt>
</file>

<file path=ppt/media/f73684.txt>
</file>

<file path=ppt/media/f73685.txt>
</file>

<file path=ppt/media/f73686.txt>
</file>

<file path=ppt/media/f73687.txt>
</file>

<file path=ppt/media/f73688.txt>
</file>

<file path=ppt/media/f73689.txt>
</file>

<file path=ppt/media/f73690.txt>
</file>

<file path=ppt/media/f73691.txt>
</file>

<file path=ppt/media/f73692.txt>
</file>

<file path=ppt/media/f73693.txt>
</file>

<file path=ppt/media/f73694.txt>
</file>

<file path=ppt/media/f73695.txt>
</file>

<file path=ppt/media/f73696.txt>
</file>

<file path=ppt/media/f73697.txt>
</file>

<file path=ppt/media/f73698.txt>
</file>

<file path=ppt/media/f73699.txt>
</file>

<file path=ppt/media/f73700.txt>
</file>

<file path=ppt/media/f73701.txt>
</file>

<file path=ppt/media/f73702.txt>
</file>

<file path=ppt/media/f73703.txt>
</file>

<file path=ppt/media/f73704.txt>
</file>

<file path=ppt/media/f73705.txt>
</file>

<file path=ppt/media/f73706.txt>
</file>

<file path=ppt/media/f73707.txt>
</file>

<file path=ppt/media/f73708.txt>
</file>

<file path=ppt/media/f73709.txt>
</file>

<file path=ppt/media/f73710.txt>
</file>

<file path=ppt/media/f73711.txt>
</file>

<file path=ppt/media/f73712.txt>
</file>

<file path=ppt/media/f73713.txt>
</file>

<file path=ppt/media/f73714.txt>
</file>

<file path=ppt/media/f73715.txt>
</file>

<file path=ppt/media/f73716.txt>
</file>

<file path=ppt/media/f73717.txt>
</file>

<file path=ppt/media/f73718.txt>
</file>

<file path=ppt/media/f73719.txt>
</file>

<file path=ppt/media/f73720.txt>
</file>

<file path=ppt/media/f73721.txt>
</file>

<file path=ppt/media/f73722.txt>
</file>

<file path=ppt/media/f73723.txt>
</file>

<file path=ppt/media/f73724.txt>
</file>

<file path=ppt/media/f73725.txt>
</file>

<file path=ppt/media/f73726.txt>
</file>

<file path=ppt/media/f73727.txt>
</file>

<file path=ppt/media/f73728.txt>
</file>

<file path=ppt/media/f73729.txt>
</file>

<file path=ppt/media/f73730.txt>
</file>

<file path=ppt/media/f73731.txt>
</file>

<file path=ppt/media/f73732.txt>
</file>

<file path=ppt/media/f73733.txt>
</file>

<file path=ppt/media/f73734.txt>
</file>

<file path=ppt/media/f73735.txt>
</file>

<file path=ppt/media/f73736.txt>
</file>

<file path=ppt/media/f73737.txt>
</file>

<file path=ppt/media/f73738.txt>
</file>

<file path=ppt/media/f73739.txt>
</file>

<file path=ppt/media/f73740.txt>
</file>

<file path=ppt/media/f73741.txt>
</file>

<file path=ppt/media/f73742.txt>
</file>

<file path=ppt/media/f73743.txt>
</file>

<file path=ppt/media/f73744.txt>
</file>

<file path=ppt/media/f73745.txt>
</file>

<file path=ppt/media/f73746.txt>
</file>

<file path=ppt/media/f73747.txt>
</file>

<file path=ppt/media/f73748.txt>
</file>

<file path=ppt/media/f73749.txt>
</file>

<file path=ppt/media/f73750.txt>
</file>

<file path=ppt/media/f73751.txt>
</file>

<file path=ppt/media/f73752.txt>
</file>

<file path=ppt/media/f73753.txt>
</file>

<file path=ppt/media/f73754.txt>
</file>

<file path=ppt/media/f73755.txt>
</file>

<file path=ppt/media/f73756.txt>
</file>

<file path=ppt/media/f73757.txt>
</file>

<file path=ppt/media/f73758.txt>
</file>

<file path=ppt/media/f73759.txt>
</file>

<file path=ppt/media/f73760.txt>
</file>

<file path=ppt/media/f73761.txt>
</file>

<file path=ppt/media/f73762.txt>
</file>

<file path=ppt/media/f73763.txt>
</file>

<file path=ppt/media/f73764.txt>
</file>

<file path=ppt/media/f73765.txt>
</file>

<file path=ppt/media/f73766.txt>
</file>

<file path=ppt/media/f73767.txt>
</file>

<file path=ppt/media/f73768.txt>
</file>

<file path=ppt/media/f73769.txt>
</file>

<file path=ppt/media/f73770.txt>
</file>

<file path=ppt/media/f73771.txt>
</file>

<file path=ppt/media/f73772.txt>
</file>

<file path=ppt/media/f73773.txt>
</file>

<file path=ppt/media/f73774.txt>
</file>

<file path=ppt/media/f73775.txt>
</file>

<file path=ppt/media/f73776.txt>
</file>

<file path=ppt/media/f73777.txt>
</file>

<file path=ppt/media/f73778.txt>
</file>

<file path=ppt/media/f73779.txt>
</file>

<file path=ppt/media/f73780.txt>
</file>

<file path=ppt/media/f73781.txt>
</file>

<file path=ppt/media/f73782.txt>
</file>

<file path=ppt/media/f73783.txt>
</file>

<file path=ppt/media/f73784.txt>
</file>

<file path=ppt/media/f73785.txt>
</file>

<file path=ppt/media/f73786.txt>
</file>

<file path=ppt/media/f73787.txt>
</file>

<file path=ppt/media/f73788.txt>
</file>

<file path=ppt/media/f73789.txt>
</file>

<file path=ppt/media/f73790.txt>
</file>

<file path=ppt/media/f73791.txt>
</file>

<file path=ppt/media/f73792.txt>
</file>

<file path=ppt/media/f73793.txt>
</file>

<file path=ppt/media/f73794.txt>
</file>

<file path=ppt/media/f73795.txt>
</file>

<file path=ppt/media/f73796.txt>
</file>

<file path=ppt/media/f73797.txt>
</file>

<file path=ppt/media/f73798.txt>
</file>

<file path=ppt/media/f73799.txt>
</file>

<file path=ppt/media/f73800.txt>
</file>

<file path=ppt/media/f73801.txt>
</file>

<file path=ppt/media/f73802.txt>
</file>

<file path=ppt/media/f73803.txt>
</file>

<file path=ppt/media/f73804.txt>
</file>

<file path=ppt/media/f73805.txt>
</file>

<file path=ppt/media/f73806.txt>
</file>

<file path=ppt/media/f73807.txt>
</file>

<file path=ppt/media/f73808.txt>
</file>

<file path=ppt/media/f73809.txt>
</file>

<file path=ppt/media/f73810.txt>
</file>

<file path=ppt/media/f73811.txt>
</file>

<file path=ppt/media/f73812.txt>
</file>

<file path=ppt/media/f73813.txt>
</file>

<file path=ppt/media/f73814.txt>
</file>

<file path=ppt/media/f73815.txt>
</file>

<file path=ppt/media/f73816.txt>
</file>

<file path=ppt/media/f73817.txt>
</file>

<file path=ppt/media/f73818.txt>
</file>

<file path=ppt/media/f73819.txt>
</file>

<file path=ppt/media/f73820.txt>
</file>

<file path=ppt/media/f73821.txt>
</file>

<file path=ppt/media/f73822.txt>
</file>

<file path=ppt/media/f73823.txt>
</file>

<file path=ppt/media/f73824.txt>
</file>

<file path=ppt/media/f73825.txt>
</file>

<file path=ppt/media/f73826.txt>
</file>

<file path=ppt/media/f73827.txt>
</file>

<file path=ppt/media/f73828.txt>
</file>

<file path=ppt/media/f73829.txt>
</file>

<file path=ppt/media/f73830.txt>
</file>

<file path=ppt/media/f73831.txt>
</file>

<file path=ppt/media/f73832.txt>
</file>

<file path=ppt/media/f73833.txt>
</file>

<file path=ppt/media/f73834.txt>
</file>

<file path=ppt/media/f73835.txt>
</file>

<file path=ppt/media/f73836.txt>
</file>

<file path=ppt/media/f73837.txt>
</file>

<file path=ppt/media/f73838.txt>
</file>

<file path=ppt/media/f73839.txt>
</file>

<file path=ppt/media/f73840.txt>
</file>

<file path=ppt/media/f73841.txt>
</file>

<file path=ppt/media/f73842.txt>
</file>

<file path=ppt/media/f73843.txt>
</file>

<file path=ppt/media/f73844.txt>
</file>

<file path=ppt/media/f73845.txt>
</file>

<file path=ppt/media/f73846.txt>
</file>

<file path=ppt/media/f73847.txt>
</file>

<file path=ppt/media/f73848.txt>
</file>

<file path=ppt/media/f73849.txt>
</file>

<file path=ppt/media/f73850.txt>
</file>

<file path=ppt/media/f73851.txt>
</file>

<file path=ppt/media/f73852.txt>
</file>

<file path=ppt/media/f73853.txt>
</file>

<file path=ppt/media/f73854.txt>
</file>

<file path=ppt/media/f73855.txt>
</file>

<file path=ppt/media/f73856.txt>
</file>

<file path=ppt/media/f73857.txt>
</file>

<file path=ppt/media/f73858.txt>
</file>

<file path=ppt/media/f73859.txt>
</file>

<file path=ppt/media/f73860.txt>
</file>

<file path=ppt/media/f73861.txt>
</file>

<file path=ppt/media/f73862.txt>
</file>

<file path=ppt/media/f73863.txt>
</file>

<file path=ppt/media/f73864.txt>
</file>

<file path=ppt/media/f73865.txt>
</file>

<file path=ppt/media/f73866.txt>
</file>

<file path=ppt/media/f73867.txt>
</file>

<file path=ppt/media/f73868.txt>
</file>

<file path=ppt/media/f73869.txt>
</file>

<file path=ppt/media/f73870.txt>
</file>

<file path=ppt/media/f73871.txt>
</file>

<file path=ppt/media/f73872.txt>
</file>

<file path=ppt/media/f73873.txt>
</file>

<file path=ppt/media/f73874.txt>
</file>

<file path=ppt/media/f73875.txt>
</file>

<file path=ppt/media/f73876.txt>
</file>

<file path=ppt/media/f73877.txt>
</file>

<file path=ppt/media/f73878.txt>
</file>

<file path=ppt/media/f73879.txt>
</file>

<file path=ppt/media/f73880.txt>
</file>

<file path=ppt/media/f73881.txt>
</file>

<file path=ppt/media/f73882.txt>
</file>

<file path=ppt/media/f73883.txt>
</file>

<file path=ppt/media/f73884.txt>
</file>

<file path=ppt/media/f73885.txt>
</file>

<file path=ppt/media/f73886.txt>
</file>

<file path=ppt/media/f73887.txt>
</file>

<file path=ppt/media/f73888.txt>
</file>

<file path=ppt/media/f73889.txt>
</file>

<file path=ppt/media/f73890.txt>
</file>

<file path=ppt/media/f73891.txt>
</file>

<file path=ppt/media/f73892.txt>
</file>

<file path=ppt/media/f73893.txt>
</file>

<file path=ppt/media/f73894.txt>
</file>

<file path=ppt/media/f73895.txt>
</file>

<file path=ppt/media/f73896.txt>
</file>

<file path=ppt/media/f73897.txt>
</file>

<file path=ppt/media/f73898.txt>
</file>

<file path=ppt/media/f73899.txt>
</file>

<file path=ppt/media/f73900.txt>
</file>

<file path=ppt/media/f73901.txt>
</file>

<file path=ppt/media/f73902.txt>
</file>

<file path=ppt/media/f73903.txt>
</file>

<file path=ppt/media/f73904.txt>
</file>

<file path=ppt/media/f73905.txt>
</file>

<file path=ppt/media/f73906.txt>
</file>

<file path=ppt/media/f73907.txt>
</file>

<file path=ppt/media/f73908.txt>
</file>

<file path=ppt/media/f73909.txt>
</file>

<file path=ppt/media/f73910.txt>
</file>

<file path=ppt/media/f73911.txt>
</file>

<file path=ppt/media/f73912.txt>
</file>

<file path=ppt/media/f73913.txt>
</file>

<file path=ppt/media/f73914.txt>
</file>

<file path=ppt/media/f73915.txt>
</file>

<file path=ppt/media/f73916.txt>
</file>

<file path=ppt/media/f73917.txt>
</file>

<file path=ppt/media/f73918.txt>
</file>

<file path=ppt/media/f73919.txt>
</file>

<file path=ppt/media/f73920.txt>
</file>

<file path=ppt/media/f73921.txt>
</file>

<file path=ppt/media/f73922.txt>
</file>

<file path=ppt/media/f73923.txt>
</file>

<file path=ppt/media/f73924.txt>
</file>

<file path=ppt/media/f73925.txt>
</file>

<file path=ppt/media/f73926.txt>
</file>

<file path=ppt/media/f73927.txt>
</file>

<file path=ppt/media/f73928.txt>
</file>

<file path=ppt/media/f73929.txt>
</file>

<file path=ppt/media/f73930.txt>
</file>

<file path=ppt/media/f73931.txt>
</file>

<file path=ppt/media/f73932.txt>
</file>

<file path=ppt/media/f73933.txt>
</file>

<file path=ppt/media/f73934.txt>
</file>

<file path=ppt/media/f73935.txt>
</file>

<file path=ppt/media/f73936.txt>
</file>

<file path=ppt/media/f73937.txt>
</file>

<file path=ppt/media/f73938.txt>
</file>

<file path=ppt/media/f73939.txt>
</file>

<file path=ppt/media/f73940.txt>
</file>

<file path=ppt/media/f73941.txt>
</file>

<file path=ppt/media/f73942.txt>
</file>

<file path=ppt/media/f73943.txt>
</file>

<file path=ppt/media/f73944.txt>
</file>

<file path=ppt/media/f73945.txt>
</file>

<file path=ppt/media/f73946.txt>
</file>

<file path=ppt/media/f73947.txt>
</file>

<file path=ppt/media/f73948.txt>
</file>

<file path=ppt/media/f73949.txt>
</file>

<file path=ppt/media/f73950.txt>
</file>

<file path=ppt/media/f73951.txt>
</file>

<file path=ppt/media/f73952.txt>
</file>

<file path=ppt/media/f73953.txt>
</file>

<file path=ppt/media/f73954.txt>
</file>

<file path=ppt/media/f73955.txt>
</file>

<file path=ppt/media/f73956.txt>
</file>

<file path=ppt/media/f73957.txt>
</file>

<file path=ppt/media/f73958.txt>
</file>

<file path=ppt/media/f73959.txt>
</file>

<file path=ppt/media/f73960.txt>
</file>

<file path=ppt/media/f73961.txt>
</file>

<file path=ppt/media/f73962.txt>
</file>

<file path=ppt/media/f73963.txt>
</file>

<file path=ppt/media/f73964.txt>
</file>

<file path=ppt/media/f73965.txt>
</file>

<file path=ppt/media/f73966.txt>
</file>

<file path=ppt/media/f73967.txt>
</file>

<file path=ppt/media/f73968.txt>
</file>

<file path=ppt/media/f73969.txt>
</file>

<file path=ppt/media/f73970.txt>
</file>

<file path=ppt/media/f73971.txt>
</file>

<file path=ppt/media/f73972.txt>
</file>

<file path=ppt/media/f73973.txt>
</file>

<file path=ppt/media/f73974.txt>
</file>

<file path=ppt/media/f73975.txt>
</file>

<file path=ppt/media/f73976.txt>
</file>

<file path=ppt/media/f73977.txt>
</file>

<file path=ppt/media/f73978.txt>
</file>

<file path=ppt/media/f73979.txt>
</file>

<file path=ppt/media/f73980.txt>
</file>

<file path=ppt/media/f73981.txt>
</file>

<file path=ppt/media/f73982.txt>
</file>

<file path=ppt/media/f73983.txt>
</file>

<file path=ppt/media/f73984.txt>
</file>

<file path=ppt/media/f73985.txt>
</file>

<file path=ppt/media/f73986.txt>
</file>

<file path=ppt/media/f73987.txt>
</file>

<file path=ppt/media/f73988.txt>
</file>

<file path=ppt/media/f73989.txt>
</file>

<file path=ppt/media/f73990.txt>
</file>

<file path=ppt/media/f73991.txt>
</file>

<file path=ppt/media/f73992.txt>
</file>

<file path=ppt/media/f73993.txt>
</file>

<file path=ppt/media/f73994.txt>
</file>

<file path=ppt/media/f73995.txt>
</file>

<file path=ppt/media/f73996.txt>
</file>

<file path=ppt/media/f73997.txt>
</file>

<file path=ppt/media/f73998.txt>
</file>

<file path=ppt/media/f73999.txt>
</file>

<file path=ppt/media/f74000.txt>
</file>

<file path=ppt/media/f74001.txt>
</file>

<file path=ppt/media/f74002.txt>
</file>

<file path=ppt/media/f74003.txt>
</file>

<file path=ppt/media/f74004.txt>
</file>

<file path=ppt/media/f74005.txt>
</file>

<file path=ppt/media/f74006.txt>
</file>

<file path=ppt/media/f74007.txt>
</file>

<file path=ppt/media/f74008.txt>
</file>

<file path=ppt/media/f74009.txt>
</file>

<file path=ppt/media/f74010.txt>
</file>

<file path=ppt/media/f74011.txt>
</file>

<file path=ppt/media/f74012.txt>
</file>

<file path=ppt/media/f74013.txt>
</file>

<file path=ppt/media/f74014.txt>
</file>

<file path=ppt/media/f74015.txt>
</file>

<file path=ppt/media/f74016.txt>
</file>

<file path=ppt/media/f74017.txt>
</file>

<file path=ppt/media/f74018.txt>
</file>

<file path=ppt/media/f74019.txt>
</file>

<file path=ppt/media/f74020.txt>
</file>

<file path=ppt/media/f74021.txt>
</file>

<file path=ppt/media/f74022.txt>
</file>

<file path=ppt/media/f74023.txt>
</file>

<file path=ppt/media/f74024.txt>
</file>

<file path=ppt/media/f74025.txt>
</file>

<file path=ppt/media/f74026.txt>
</file>

<file path=ppt/media/f74027.txt>
</file>

<file path=ppt/media/f74028.txt>
</file>

<file path=ppt/media/f74029.txt>
</file>

<file path=ppt/media/f74030.txt>
</file>

<file path=ppt/media/f74031.txt>
</file>

<file path=ppt/media/f74032.txt>
</file>

<file path=ppt/media/f74033.txt>
</file>

<file path=ppt/media/f74034.txt>
</file>

<file path=ppt/media/f74035.txt>
</file>

<file path=ppt/media/f74036.txt>
</file>

<file path=ppt/media/f74037.txt>
</file>

<file path=ppt/media/f74038.txt>
</file>

<file path=ppt/media/f74039.txt>
</file>

<file path=ppt/media/f74040.txt>
</file>

<file path=ppt/media/f74041.txt>
</file>

<file path=ppt/media/f74042.txt>
</file>

<file path=ppt/media/f74043.txt>
</file>

<file path=ppt/media/f74044.txt>
</file>

<file path=ppt/media/f74045.txt>
</file>

<file path=ppt/media/f74046.txt>
</file>

<file path=ppt/media/f74047.txt>
</file>

<file path=ppt/media/f74048.txt>
</file>

<file path=ppt/media/f74049.txt>
</file>

<file path=ppt/media/f74050.txt>
</file>

<file path=ppt/media/f74051.txt>
</file>

<file path=ppt/media/f74052.txt>
</file>

<file path=ppt/media/f74053.txt>
</file>

<file path=ppt/media/f74054.txt>
</file>

<file path=ppt/media/f74055.txt>
</file>

<file path=ppt/media/f74056.txt>
</file>

<file path=ppt/media/f74057.txt>
</file>

<file path=ppt/media/f74058.txt>
</file>

<file path=ppt/media/f74059.txt>
</file>

<file path=ppt/media/f74060.txt>
</file>

<file path=ppt/media/f74061.txt>
</file>

<file path=ppt/media/f74062.txt>
</file>

<file path=ppt/media/f74063.txt>
</file>

<file path=ppt/media/f74064.txt>
</file>

<file path=ppt/media/f74065.txt>
</file>

<file path=ppt/media/f74066.txt>
</file>

<file path=ppt/media/f74067.txt>
</file>

<file path=ppt/media/f74068.txt>
</file>

<file path=ppt/media/f74069.txt>
</file>

<file path=ppt/media/f74070.txt>
</file>

<file path=ppt/media/f74071.txt>
</file>

<file path=ppt/media/f74072.txt>
</file>

<file path=ppt/media/f74073.txt>
</file>

<file path=ppt/media/f74074.txt>
</file>

<file path=ppt/media/f74075.txt>
</file>

<file path=ppt/media/f74076.txt>
</file>

<file path=ppt/media/f74077.txt>
</file>

<file path=ppt/media/f74078.txt>
</file>

<file path=ppt/media/f74079.txt>
</file>

<file path=ppt/media/f74080.txt>
</file>

<file path=ppt/media/f74081.txt>
</file>

<file path=ppt/media/f74082.txt>
</file>

<file path=ppt/media/f74083.txt>
</file>

<file path=ppt/media/f74084.txt>
</file>

<file path=ppt/media/f74085.txt>
</file>

<file path=ppt/media/f74086.txt>
</file>

<file path=ppt/media/f74087.txt>
</file>

<file path=ppt/media/f74088.txt>
</file>

<file path=ppt/media/f74089.txt>
</file>

<file path=ppt/media/f74090.txt>
</file>

<file path=ppt/media/f74091.txt>
</file>

<file path=ppt/media/f74092.txt>
</file>

<file path=ppt/media/f74093.txt>
</file>

<file path=ppt/media/f74094.txt>
</file>

<file path=ppt/media/f74095.txt>
</file>

<file path=ppt/media/f74096.txt>
</file>

<file path=ppt/media/f74097.txt>
</file>

<file path=ppt/media/f74098.txt>
</file>

<file path=ppt/media/f74099.txt>
</file>

<file path=ppt/media/f74100.txt>
</file>

<file path=ppt/media/f74101.txt>
</file>

<file path=ppt/media/f74102.txt>
</file>

<file path=ppt/media/f74103.txt>
</file>

<file path=ppt/media/f74104.txt>
</file>

<file path=ppt/media/f74105.txt>
</file>

<file path=ppt/media/f74106.txt>
</file>

<file path=ppt/media/f74107.txt>
</file>

<file path=ppt/media/f74108.txt>
</file>

<file path=ppt/media/f74109.txt>
</file>

<file path=ppt/media/f74110.txt>
</file>

<file path=ppt/media/f74111.txt>
</file>

<file path=ppt/media/f74112.txt>
</file>

<file path=ppt/media/f74113.txt>
</file>

<file path=ppt/media/f74114.txt>
</file>

<file path=ppt/media/f74115.txt>
</file>

<file path=ppt/media/f74116.txt>
</file>

<file path=ppt/media/f74117.txt>
</file>

<file path=ppt/media/f74118.txt>
</file>

<file path=ppt/media/f74119.txt>
</file>

<file path=ppt/media/f74120.txt>
</file>

<file path=ppt/media/f74121.txt>
</file>

<file path=ppt/media/f74122.txt>
</file>

<file path=ppt/media/f74123.txt>
</file>

<file path=ppt/media/f74124.txt>
</file>

<file path=ppt/media/f74125.txt>
</file>

<file path=ppt/media/f74126.txt>
</file>

<file path=ppt/media/f74127.txt>
</file>

<file path=ppt/media/f74128.txt>
</file>

<file path=ppt/media/f74129.txt>
</file>

<file path=ppt/media/f74130.txt>
</file>

<file path=ppt/media/f74131.txt>
</file>

<file path=ppt/media/f74132.txt>
</file>

<file path=ppt/media/f74133.txt>
</file>

<file path=ppt/media/f74134.txt>
</file>

<file path=ppt/media/f74135.txt>
</file>

<file path=ppt/media/f74136.txt>
</file>

<file path=ppt/media/f74137.txt>
</file>

<file path=ppt/media/f74138.txt>
</file>

<file path=ppt/media/f74139.txt>
</file>

<file path=ppt/media/f74140.txt>
</file>

<file path=ppt/media/f74141.txt>
</file>

<file path=ppt/media/f74142.txt>
</file>

<file path=ppt/media/f74143.txt>
</file>

<file path=ppt/media/f74144.txt>
</file>

<file path=ppt/media/f74145.txt>
</file>

<file path=ppt/media/f74146.txt>
</file>

<file path=ppt/media/f74147.txt>
</file>

<file path=ppt/media/f74148.txt>
</file>

<file path=ppt/media/f74149.txt>
</file>

<file path=ppt/media/f74150.txt>
</file>

<file path=ppt/media/f74151.txt>
</file>

<file path=ppt/media/f74152.txt>
</file>

<file path=ppt/media/f74153.txt>
</file>

<file path=ppt/media/f74154.txt>
</file>

<file path=ppt/media/f74155.txt>
</file>

<file path=ppt/media/f74156.txt>
</file>

<file path=ppt/media/f74157.txt>
</file>

<file path=ppt/media/f74158.txt>
</file>

<file path=ppt/media/f74159.txt>
</file>

<file path=ppt/media/f74160.txt>
</file>

<file path=ppt/media/f74161.txt>
</file>

<file path=ppt/media/f74162.txt>
</file>

<file path=ppt/media/f74163.txt>
</file>

<file path=ppt/media/f74164.txt>
</file>

<file path=ppt/media/f74165.txt>
</file>

<file path=ppt/media/f74166.txt>
</file>

<file path=ppt/media/f74167.txt>
</file>

<file path=ppt/media/f74168.txt>
</file>

<file path=ppt/media/f74169.txt>
</file>

<file path=ppt/media/f74170.txt>
</file>

<file path=ppt/media/f74171.txt>
</file>

<file path=ppt/media/f74172.txt>
</file>

<file path=ppt/media/f74173.txt>
</file>

<file path=ppt/media/f74174.txt>
</file>

<file path=ppt/media/f74175.txt>
</file>

<file path=ppt/media/f74176.txt>
</file>

<file path=ppt/media/f74177.txt>
</file>

<file path=ppt/media/f74178.txt>
</file>

<file path=ppt/media/f74179.txt>
</file>

<file path=ppt/media/f74180.txt>
</file>

<file path=ppt/media/f74181.txt>
</file>

<file path=ppt/media/f74182.txt>
</file>

<file path=ppt/media/f74183.txt>
</file>

<file path=ppt/media/f74184.txt>
</file>

<file path=ppt/media/f74185.txt>
</file>

<file path=ppt/media/f74186.txt>
</file>

<file path=ppt/media/f74187.txt>
</file>

<file path=ppt/media/f74188.txt>
</file>

<file path=ppt/media/f74189.txt>
</file>

<file path=ppt/media/f74190.txt>
</file>

<file path=ppt/media/f74191.txt>
</file>

<file path=ppt/media/f74192.txt>
</file>

<file path=ppt/media/f74193.txt>
</file>

<file path=ppt/media/f74194.txt>
</file>

<file path=ppt/media/f74195.txt>
</file>

<file path=ppt/media/f74196.txt>
</file>

<file path=ppt/media/f74197.txt>
</file>

<file path=ppt/media/f74198.txt>
</file>

<file path=ppt/media/f74199.txt>
</file>

<file path=ppt/media/f74200.txt>
</file>

<file path=ppt/media/f74201.txt>
</file>

<file path=ppt/media/f74202.txt>
</file>

<file path=ppt/media/f74203.txt>
</file>

<file path=ppt/media/f74204.txt>
</file>

<file path=ppt/media/f74205.txt>
</file>

<file path=ppt/media/f74206.txt>
</file>

<file path=ppt/media/f74207.txt>
</file>

<file path=ppt/media/f74208.txt>
</file>

<file path=ppt/media/f74209.txt>
</file>

<file path=ppt/media/f74210.txt>
</file>

<file path=ppt/media/f74211.txt>
</file>

<file path=ppt/media/f74212.txt>
</file>

<file path=ppt/media/f74213.txt>
</file>

<file path=ppt/media/f74214.txt>
</file>

<file path=ppt/media/f74215.txt>
</file>

<file path=ppt/media/f74216.txt>
</file>

<file path=ppt/media/f74217.txt>
</file>

<file path=ppt/media/f74218.txt>
</file>

<file path=ppt/media/f74219.txt>
</file>

<file path=ppt/media/f74220.txt>
</file>

<file path=ppt/media/f74221.txt>
</file>

<file path=ppt/media/f74222.txt>
</file>

<file path=ppt/media/f74223.txt>
</file>

<file path=ppt/media/f74224.txt>
</file>

<file path=ppt/media/f74225.txt>
</file>

<file path=ppt/media/f74226.txt>
</file>

<file path=ppt/media/f74227.txt>
</file>

<file path=ppt/media/f74228.txt>
</file>

<file path=ppt/media/f74229.txt>
</file>

<file path=ppt/media/f74230.txt>
</file>

<file path=ppt/media/f74231.txt>
</file>

<file path=ppt/media/f74232.txt>
</file>

<file path=ppt/media/f74233.txt>
</file>

<file path=ppt/media/f74234.txt>
</file>

<file path=ppt/media/f74235.txt>
</file>

<file path=ppt/media/f74236.txt>
</file>

<file path=ppt/media/f74237.txt>
</file>

<file path=ppt/media/f74238.txt>
</file>

<file path=ppt/media/f74239.txt>
</file>

<file path=ppt/media/f74240.txt>
</file>

<file path=ppt/media/f74241.txt>
</file>

<file path=ppt/media/f74242.txt>
</file>

<file path=ppt/media/f74243.txt>
</file>

<file path=ppt/media/f74244.txt>
</file>

<file path=ppt/media/f74245.txt>
</file>

<file path=ppt/media/f74246.txt>
</file>

<file path=ppt/media/f74247.txt>
</file>

<file path=ppt/media/f74248.txt>
</file>

<file path=ppt/media/f74249.txt>
</file>

<file path=ppt/media/f74250.txt>
</file>

<file path=ppt/media/f74251.txt>
</file>

<file path=ppt/media/f74252.txt>
</file>

<file path=ppt/media/f74253.txt>
</file>

<file path=ppt/media/f74254.txt>
</file>

<file path=ppt/media/f74255.txt>
</file>

<file path=ppt/media/f74256.txt>
</file>

<file path=ppt/media/f74257.txt>
</file>

<file path=ppt/media/f74258.txt>
</file>

<file path=ppt/media/f74259.txt>
</file>

<file path=ppt/media/f74260.txt>
</file>

<file path=ppt/media/f74261.txt>
</file>

<file path=ppt/media/f74262.txt>
</file>

<file path=ppt/media/f74263.txt>
</file>

<file path=ppt/media/f74264.txt>
</file>

<file path=ppt/media/f74265.txt>
</file>

<file path=ppt/media/f74266.txt>
</file>

<file path=ppt/media/f74267.txt>
</file>

<file path=ppt/media/f74268.txt>
</file>

<file path=ppt/media/f74269.txt>
</file>

<file path=ppt/media/f74270.txt>
</file>

<file path=ppt/media/f74271.txt>
</file>

<file path=ppt/media/f74272.txt>
</file>

<file path=ppt/media/f74273.txt>
</file>

<file path=ppt/media/f74274.txt>
</file>

<file path=ppt/media/f74275.txt>
</file>

<file path=ppt/media/f74276.txt>
</file>

<file path=ppt/media/f74277.txt>
</file>

<file path=ppt/media/f74278.txt>
</file>

<file path=ppt/media/f74279.txt>
</file>

<file path=ppt/media/f74280.txt>
</file>

<file path=ppt/media/f74281.txt>
</file>

<file path=ppt/media/f74282.txt>
</file>

<file path=ppt/media/f74283.txt>
</file>

<file path=ppt/media/f74284.txt>
</file>

<file path=ppt/media/f74285.txt>
</file>

<file path=ppt/media/f74286.txt>
</file>

<file path=ppt/media/f74287.txt>
</file>

<file path=ppt/media/f74288.txt>
</file>

<file path=ppt/media/f74289.txt>
</file>

<file path=ppt/media/f74290.txt>
</file>

<file path=ppt/media/f74291.txt>
</file>

<file path=ppt/media/f74292.txt>
</file>

<file path=ppt/media/f74293.txt>
</file>

<file path=ppt/media/f74294.txt>
</file>

<file path=ppt/media/f74295.txt>
</file>

<file path=ppt/media/f74296.txt>
</file>

<file path=ppt/media/f74297.txt>
</file>

<file path=ppt/media/f74298.txt>
</file>

<file path=ppt/media/f74299.txt>
</file>

<file path=ppt/media/f74300.txt>
</file>

<file path=ppt/media/f74301.txt>
</file>

<file path=ppt/media/f74302.txt>
</file>

<file path=ppt/media/f74303.txt>
</file>

<file path=ppt/media/f74304.txt>
</file>

<file path=ppt/media/f74305.txt>
</file>

<file path=ppt/media/f74306.txt>
</file>

<file path=ppt/media/f74307.txt>
</file>

<file path=ppt/media/f74308.txt>
</file>

<file path=ppt/media/f74309.txt>
</file>

<file path=ppt/media/f74310.txt>
</file>

<file path=ppt/media/f74311.txt>
</file>

<file path=ppt/media/f74312.txt>
</file>

<file path=ppt/media/f74313.txt>
</file>

<file path=ppt/media/f74314.txt>
</file>

<file path=ppt/media/f74315.txt>
</file>

<file path=ppt/media/f74316.txt>
</file>

<file path=ppt/media/f74317.txt>
</file>

<file path=ppt/media/f74318.txt>
</file>

<file path=ppt/media/f74319.txt>
</file>

<file path=ppt/media/f74320.txt>
</file>

<file path=ppt/media/f74321.txt>
</file>

<file path=ppt/media/f74322.txt>
</file>

<file path=ppt/media/f74323.txt>
</file>

<file path=ppt/media/f74324.txt>
</file>

<file path=ppt/media/f74325.txt>
</file>

<file path=ppt/media/f74326.txt>
</file>

<file path=ppt/media/f74327.txt>
</file>

<file path=ppt/media/f74328.txt>
</file>

<file path=ppt/media/f74329.txt>
</file>

<file path=ppt/media/f74330.txt>
</file>

<file path=ppt/media/f74331.txt>
</file>

<file path=ppt/media/f74332.txt>
</file>

<file path=ppt/media/f74333.txt>
</file>

<file path=ppt/media/f74334.txt>
</file>

<file path=ppt/media/f74335.txt>
</file>

<file path=ppt/media/f74336.txt>
</file>

<file path=ppt/media/f74337.txt>
</file>

<file path=ppt/media/f74338.txt>
</file>

<file path=ppt/media/f74339.txt>
</file>

<file path=ppt/media/f74340.txt>
</file>

<file path=ppt/media/f74341.txt>
</file>

<file path=ppt/media/f74342.txt>
</file>

<file path=ppt/media/f74343.txt>
</file>

<file path=ppt/media/f74344.txt>
</file>

<file path=ppt/media/f74345.txt>
</file>

<file path=ppt/media/f74346.txt>
</file>

<file path=ppt/media/f74347.txt>
</file>

<file path=ppt/media/f74348.txt>
</file>

<file path=ppt/media/f74349.txt>
</file>

<file path=ppt/media/f74350.txt>
</file>

<file path=ppt/media/f74351.txt>
</file>

<file path=ppt/media/f74352.txt>
</file>

<file path=ppt/media/f74353.txt>
</file>

<file path=ppt/media/f74354.txt>
</file>

<file path=ppt/media/f74355.txt>
</file>

<file path=ppt/media/f74356.txt>
</file>

<file path=ppt/media/f74357.txt>
</file>

<file path=ppt/media/f74358.txt>
</file>

<file path=ppt/media/f74359.txt>
</file>

<file path=ppt/media/f74360.txt>
</file>

<file path=ppt/media/f74361.txt>
</file>

<file path=ppt/media/f74362.txt>
</file>

<file path=ppt/media/f74363.txt>
</file>

<file path=ppt/media/f74364.txt>
</file>

<file path=ppt/media/f74365.txt>
</file>

<file path=ppt/media/f74366.txt>
</file>

<file path=ppt/media/f74367.txt>
</file>

<file path=ppt/media/f74368.txt>
</file>

<file path=ppt/media/f74369.txt>
</file>

<file path=ppt/media/f74370.txt>
</file>

<file path=ppt/media/f74371.txt>
</file>

<file path=ppt/media/f74372.txt>
</file>

<file path=ppt/media/f74373.txt>
</file>

<file path=ppt/media/f74374.txt>
</file>

<file path=ppt/media/f74375.txt>
</file>

<file path=ppt/media/f74376.txt>
</file>

<file path=ppt/media/f74377.txt>
</file>

<file path=ppt/media/f74378.txt>
</file>

<file path=ppt/media/f74379.txt>
</file>

<file path=ppt/media/f74380.txt>
</file>

<file path=ppt/media/f74381.txt>
</file>

<file path=ppt/media/f74382.txt>
</file>

<file path=ppt/media/f74383.txt>
</file>

<file path=ppt/media/f74384.txt>
</file>

<file path=ppt/media/f74385.txt>
</file>

<file path=ppt/media/f74386.txt>
</file>

<file path=ppt/media/f74387.txt>
</file>

<file path=ppt/media/f74388.txt>
</file>

<file path=ppt/media/f74389.txt>
</file>

<file path=ppt/media/f74390.txt>
</file>

<file path=ppt/media/f74391.txt>
</file>

<file path=ppt/media/f74392.txt>
</file>

<file path=ppt/media/f74393.txt>
</file>

<file path=ppt/media/f74394.txt>
</file>

<file path=ppt/media/f74395.txt>
</file>

<file path=ppt/media/f74396.txt>
</file>

<file path=ppt/media/f74397.txt>
</file>

<file path=ppt/media/f74398.txt>
</file>

<file path=ppt/media/f74399.txt>
</file>

<file path=ppt/media/f74400.txt>
</file>

<file path=ppt/media/f74401.txt>
</file>

<file path=ppt/media/f74402.txt>
</file>

<file path=ppt/media/f74403.txt>
</file>

<file path=ppt/media/f74404.txt>
</file>

<file path=ppt/media/f74405.txt>
</file>

<file path=ppt/media/f74406.txt>
</file>

<file path=ppt/media/f74407.txt>
</file>

<file path=ppt/media/f74408.txt>
</file>

<file path=ppt/media/f74409.txt>
</file>

<file path=ppt/media/f74410.txt>
</file>

<file path=ppt/media/f74411.txt>
</file>

<file path=ppt/media/f74412.txt>
</file>

<file path=ppt/media/f74413.txt>
</file>

<file path=ppt/media/f74414.txt>
</file>

<file path=ppt/media/f74415.txt>
</file>

<file path=ppt/media/f74416.txt>
</file>

<file path=ppt/media/f74417.txt>
</file>

<file path=ppt/media/f74418.txt>
</file>

<file path=ppt/media/f74419.txt>
</file>

<file path=ppt/media/f74420.txt>
</file>

<file path=ppt/media/f74421.txt>
</file>

<file path=ppt/media/f74422.txt>
</file>

<file path=ppt/media/f74423.txt>
</file>

<file path=ppt/media/f74424.txt>
</file>

<file path=ppt/media/f74425.txt>
</file>

<file path=ppt/media/f74426.txt>
</file>

<file path=ppt/media/f74427.txt>
</file>

<file path=ppt/media/f74428.txt>
</file>

<file path=ppt/media/f74429.txt>
</file>

<file path=ppt/media/f74430.txt>
</file>

<file path=ppt/media/f74431.txt>
</file>

<file path=ppt/media/f74432.txt>
</file>

<file path=ppt/media/f74433.txt>
</file>

<file path=ppt/media/f74434.txt>
</file>

<file path=ppt/media/f74435.txt>
</file>

<file path=ppt/media/f74436.txt>
</file>

<file path=ppt/media/f74437.txt>
</file>

<file path=ppt/media/f74438.txt>
</file>

<file path=ppt/media/f74439.txt>
</file>

<file path=ppt/media/f74440.txt>
</file>

<file path=ppt/media/f74441.txt>
</file>

<file path=ppt/media/f74442.txt>
</file>

<file path=ppt/media/f74443.txt>
</file>

<file path=ppt/media/f74444.txt>
</file>

<file path=ppt/media/f74445.txt>
</file>

<file path=ppt/media/f74446.txt>
</file>

<file path=ppt/media/f74447.txt>
</file>

<file path=ppt/media/f74448.txt>
</file>

<file path=ppt/media/f74449.txt>
</file>

<file path=ppt/media/f74450.txt>
</file>

<file path=ppt/media/f74451.txt>
</file>

<file path=ppt/media/f74452.txt>
</file>

<file path=ppt/media/f74453.txt>
</file>

<file path=ppt/media/f74454.txt>
</file>

<file path=ppt/media/f74455.txt>
</file>

<file path=ppt/media/f74456.txt>
</file>

<file path=ppt/media/f74457.txt>
</file>

<file path=ppt/media/f74458.txt>
</file>

<file path=ppt/media/f74459.txt>
</file>

<file path=ppt/media/f74460.txt>
</file>

<file path=ppt/media/f74461.txt>
</file>

<file path=ppt/media/f74462.txt>
</file>

<file path=ppt/media/f74463.txt>
</file>

<file path=ppt/media/f74464.txt>
</file>

<file path=ppt/media/f74465.txt>
</file>

<file path=ppt/media/f74466.txt>
</file>

<file path=ppt/media/f74467.txt>
</file>

<file path=ppt/media/f74468.txt>
</file>

<file path=ppt/media/f74469.txt>
</file>

<file path=ppt/media/f74470.txt>
</file>

<file path=ppt/media/f74471.txt>
</file>

<file path=ppt/media/f74472.txt>
</file>

<file path=ppt/media/f74473.txt>
</file>

<file path=ppt/media/f74474.txt>
</file>

<file path=ppt/media/f74475.txt>
</file>

<file path=ppt/media/f74476.txt>
</file>

<file path=ppt/media/f74477.txt>
</file>

<file path=ppt/media/f74478.txt>
</file>

<file path=ppt/media/f74479.txt>
</file>

<file path=ppt/media/f74480.txt>
</file>

<file path=ppt/media/f74481.txt>
</file>

<file path=ppt/media/f74482.txt>
</file>

<file path=ppt/media/f74483.txt>
</file>

<file path=ppt/media/f74484.txt>
</file>

<file path=ppt/media/f74485.txt>
</file>

<file path=ppt/media/f74486.txt>
</file>

<file path=ppt/media/f74487.txt>
</file>

<file path=ppt/media/f74488.txt>
</file>

<file path=ppt/media/f74489.txt>
</file>

<file path=ppt/media/f74490.txt>
</file>

<file path=ppt/media/f74491.txt>
</file>

<file path=ppt/media/f74492.txt>
</file>

<file path=ppt/media/f74493.txt>
</file>

<file path=ppt/media/f74494.txt>
</file>

<file path=ppt/media/f74495.txt>
</file>

<file path=ppt/media/f74496.txt>
</file>

<file path=ppt/media/f74497.txt>
</file>

<file path=ppt/media/f74498.txt>
</file>

<file path=ppt/media/f74499.txt>
</file>

<file path=ppt/media/f74500.txt>
</file>

<file path=ppt/media/f74501.txt>
</file>

<file path=ppt/media/f74502.txt>
</file>

<file path=ppt/media/f74503.txt>
</file>

<file path=ppt/media/f74504.txt>
</file>

<file path=ppt/media/f74505.txt>
</file>

<file path=ppt/media/f74506.txt>
</file>

<file path=ppt/media/f74507.txt>
</file>

<file path=ppt/media/f74508.txt>
</file>

<file path=ppt/media/f74509.txt>
</file>

<file path=ppt/media/f74510.txt>
</file>

<file path=ppt/media/f74511.txt>
</file>

<file path=ppt/media/f74512.txt>
</file>

<file path=ppt/media/f74513.txt>
</file>

<file path=ppt/media/f74514.txt>
</file>

<file path=ppt/media/f74515.txt>
</file>

<file path=ppt/media/f74516.txt>
</file>

<file path=ppt/media/f74517.txt>
</file>

<file path=ppt/media/f74518.txt>
</file>

<file path=ppt/media/f74519.txt>
</file>

<file path=ppt/media/f74520.txt>
</file>

<file path=ppt/media/f74521.txt>
</file>

<file path=ppt/media/f74522.txt>
</file>

<file path=ppt/media/f74523.txt>
</file>

<file path=ppt/media/f74524.txt>
</file>

<file path=ppt/media/f74525.txt>
</file>

<file path=ppt/media/f74526.txt>
</file>

<file path=ppt/media/f74527.txt>
</file>

<file path=ppt/media/f74528.txt>
</file>

<file path=ppt/media/f74529.txt>
</file>

<file path=ppt/media/f74530.txt>
</file>

<file path=ppt/media/f74531.txt>
</file>

<file path=ppt/media/f74532.txt>
</file>

<file path=ppt/media/f74533.txt>
</file>

<file path=ppt/media/f74534.txt>
</file>

<file path=ppt/media/f74535.txt>
</file>

<file path=ppt/media/f74536.txt>
</file>

<file path=ppt/media/f74537.txt>
</file>

<file path=ppt/media/f74538.txt>
</file>

<file path=ppt/media/f74539.txt>
</file>

<file path=ppt/media/f74540.txt>
</file>

<file path=ppt/media/f74541.txt>
</file>

<file path=ppt/media/f74542.txt>
</file>

<file path=ppt/media/f74543.txt>
</file>

<file path=ppt/media/f74544.txt>
</file>

<file path=ppt/media/f74545.txt>
</file>

<file path=ppt/media/f74546.txt>
</file>

<file path=ppt/media/f74547.txt>
</file>

<file path=ppt/media/f74548.txt>
</file>

<file path=ppt/media/f74549.txt>
</file>

<file path=ppt/media/f74550.txt>
</file>

<file path=ppt/media/f74551.txt>
</file>

<file path=ppt/media/f74552.txt>
</file>

<file path=ppt/media/f74553.txt>
</file>

<file path=ppt/media/f74554.txt>
</file>

<file path=ppt/media/f74555.txt>
</file>

<file path=ppt/media/f74556.txt>
</file>

<file path=ppt/media/f74557.txt>
</file>

<file path=ppt/media/f74558.txt>
</file>

<file path=ppt/media/f74559.txt>
</file>

<file path=ppt/media/f74560.txt>
</file>

<file path=ppt/media/f74561.txt>
</file>

<file path=ppt/media/f74562.txt>
</file>

<file path=ppt/media/f74563.txt>
</file>

<file path=ppt/media/f74564.txt>
</file>

<file path=ppt/media/f74565.txt>
</file>

<file path=ppt/media/f74566.txt>
</file>

<file path=ppt/media/f74567.txt>
</file>

<file path=ppt/media/f74568.txt>
</file>

<file path=ppt/media/f74569.txt>
</file>

<file path=ppt/media/f74570.txt>
</file>

<file path=ppt/media/f74571.txt>
</file>

<file path=ppt/media/f74572.txt>
</file>

<file path=ppt/media/f74573.txt>
</file>

<file path=ppt/media/f74574.txt>
</file>

<file path=ppt/media/f74575.txt>
</file>

<file path=ppt/media/f74576.txt>
</file>

<file path=ppt/media/f74577.txt>
</file>

<file path=ppt/media/f74578.txt>
</file>

<file path=ppt/media/f74579.txt>
</file>

<file path=ppt/media/f74580.txt>
</file>

<file path=ppt/media/f74581.txt>
</file>

<file path=ppt/media/f74582.txt>
</file>

<file path=ppt/media/f74583.txt>
</file>

<file path=ppt/media/f74584.txt>
</file>

<file path=ppt/media/f74585.txt>
</file>

<file path=ppt/media/f74586.txt>
</file>

<file path=ppt/media/f74587.txt>
</file>

<file path=ppt/media/f74588.txt>
</file>

<file path=ppt/media/f74589.txt>
</file>

<file path=ppt/media/f74590.txt>
</file>

<file path=ppt/media/f74591.txt>
</file>

<file path=ppt/media/f74592.txt>
</file>

<file path=ppt/media/f74593.txt>
</file>

<file path=ppt/media/f74594.txt>
</file>

<file path=ppt/media/f74595.txt>
</file>

<file path=ppt/media/f74596.txt>
</file>

<file path=ppt/media/f74597.txt>
</file>

<file path=ppt/media/f74598.txt>
</file>

<file path=ppt/media/f74599.txt>
</file>

<file path=ppt/media/f74600.txt>
</file>

<file path=ppt/media/f74601.txt>
</file>

<file path=ppt/media/f74602.txt>
</file>

<file path=ppt/media/f74603.txt>
</file>

<file path=ppt/media/f74604.txt>
</file>

<file path=ppt/media/f74605.txt>
</file>

<file path=ppt/media/f74606.txt>
</file>

<file path=ppt/media/f74607.txt>
</file>

<file path=ppt/media/f74608.txt>
</file>

<file path=ppt/media/f74609.txt>
</file>

<file path=ppt/media/f74610.txt>
</file>

<file path=ppt/media/f74611.txt>
</file>

<file path=ppt/media/f74612.txt>
</file>

<file path=ppt/media/f74613.txt>
</file>

<file path=ppt/media/f74614.txt>
</file>

<file path=ppt/media/f74615.txt>
</file>

<file path=ppt/media/f74616.txt>
</file>

<file path=ppt/media/f74617.txt>
</file>

<file path=ppt/media/f74618.txt>
</file>

<file path=ppt/media/f74619.txt>
</file>

<file path=ppt/media/f74620.txt>
</file>

<file path=ppt/media/f74621.txt>
</file>

<file path=ppt/media/f74622.txt>
</file>

<file path=ppt/media/f74623.txt>
</file>

<file path=ppt/media/f74624.txt>
</file>

<file path=ppt/media/f74625.txt>
</file>

<file path=ppt/media/f74626.txt>
</file>

<file path=ppt/media/f74627.txt>
</file>

<file path=ppt/media/f74628.txt>
</file>

<file path=ppt/media/f74629.txt>
</file>

<file path=ppt/media/f74630.txt>
</file>

<file path=ppt/media/f74631.txt>
</file>

<file path=ppt/media/f74632.txt>
</file>

<file path=ppt/media/f74633.txt>
</file>

<file path=ppt/media/f74634.txt>
</file>

<file path=ppt/media/f74635.txt>
</file>

<file path=ppt/media/f74636.txt>
</file>

<file path=ppt/media/f74637.txt>
</file>

<file path=ppt/media/f74638.txt>
</file>

<file path=ppt/media/f74639.txt>
</file>

<file path=ppt/media/f74640.txt>
</file>

<file path=ppt/media/f74641.txt>
</file>

<file path=ppt/media/f74642.txt>
</file>

<file path=ppt/media/f74643.txt>
</file>

<file path=ppt/media/f74644.txt>
</file>

<file path=ppt/media/f74645.txt>
</file>

<file path=ppt/media/f74646.txt>
</file>

<file path=ppt/media/f74647.txt>
</file>

<file path=ppt/media/f74648.txt>
</file>

<file path=ppt/media/f74649.txt>
</file>

<file path=ppt/media/f74650.txt>
</file>

<file path=ppt/media/f74651.txt>
</file>

<file path=ppt/media/f74652.txt>
</file>

<file path=ppt/media/f74653.txt>
</file>

<file path=ppt/media/f74654.txt>
</file>

<file path=ppt/media/f74655.txt>
</file>

<file path=ppt/media/f74656.txt>
</file>

<file path=ppt/media/f74657.txt>
</file>

<file path=ppt/media/f74658.txt>
</file>

<file path=ppt/media/f74659.txt>
</file>

<file path=ppt/media/f74660.txt>
</file>

<file path=ppt/media/f74661.txt>
</file>

<file path=ppt/media/f74662.txt>
</file>

<file path=ppt/media/f74663.txt>
</file>

<file path=ppt/media/f74664.txt>
</file>

<file path=ppt/media/f74665.txt>
</file>

<file path=ppt/media/f74666.txt>
</file>

<file path=ppt/media/f74667.txt>
</file>

<file path=ppt/media/f74668.txt>
</file>

<file path=ppt/media/f74669.txt>
</file>

<file path=ppt/media/f74670.txt>
</file>

<file path=ppt/media/f74671.txt>
</file>

<file path=ppt/media/f74672.txt>
</file>

<file path=ppt/media/f74673.txt>
</file>

<file path=ppt/media/f74674.txt>
</file>

<file path=ppt/media/f74675.txt>
</file>

<file path=ppt/media/f74676.txt>
</file>

<file path=ppt/media/f74677.txt>
</file>

<file path=ppt/media/f74678.txt>
</file>

<file path=ppt/media/f74679.txt>
</file>

<file path=ppt/media/f74680.txt>
</file>

<file path=ppt/media/f74681.txt>
</file>

<file path=ppt/media/f74682.txt>
</file>

<file path=ppt/media/f74683.txt>
</file>

<file path=ppt/media/f74684.txt>
</file>

<file path=ppt/media/f74685.txt>
</file>

<file path=ppt/media/f74686.txt>
</file>

<file path=ppt/media/f74687.txt>
</file>

<file path=ppt/media/f74688.txt>
</file>

<file path=ppt/media/f74689.txt>
</file>

<file path=ppt/media/f74690.txt>
</file>

<file path=ppt/media/f74691.txt>
</file>

<file path=ppt/media/f74692.txt>
</file>

<file path=ppt/media/f74693.txt>
</file>

<file path=ppt/media/f74694.txt>
</file>

<file path=ppt/media/f74695.txt>
</file>

<file path=ppt/media/f74696.txt>
</file>

<file path=ppt/media/f74697.txt>
</file>

<file path=ppt/media/f74698.txt>
</file>

<file path=ppt/media/f74699.txt>
</file>

<file path=ppt/media/f74700.txt>
</file>

<file path=ppt/media/f74701.txt>
</file>

<file path=ppt/media/f74702.txt>
</file>

<file path=ppt/media/f74703.txt>
</file>

<file path=ppt/media/f74704.txt>
</file>

<file path=ppt/media/f74705.txt>
</file>

<file path=ppt/media/f74706.txt>
</file>

<file path=ppt/media/f74707.txt>
</file>

<file path=ppt/media/f74708.txt>
</file>

<file path=ppt/media/f74709.txt>
</file>

<file path=ppt/media/f74710.txt>
</file>

<file path=ppt/media/f74711.txt>
</file>

<file path=ppt/media/f74712.txt>
</file>

<file path=ppt/media/f74713.txt>
</file>

<file path=ppt/media/f74714.txt>
</file>

<file path=ppt/media/f74715.txt>
</file>

<file path=ppt/media/f74716.txt>
</file>

<file path=ppt/media/f74717.txt>
</file>

<file path=ppt/media/f74718.txt>
</file>

<file path=ppt/media/f74719.txt>
</file>

<file path=ppt/media/f74720.txt>
</file>

<file path=ppt/media/f74721.txt>
</file>

<file path=ppt/media/f74722.txt>
</file>

<file path=ppt/media/f74723.txt>
</file>

<file path=ppt/media/f74724.txt>
</file>

<file path=ppt/media/f74725.txt>
</file>

<file path=ppt/media/f74726.txt>
</file>

<file path=ppt/media/f74727.txt>
</file>

<file path=ppt/media/f74728.txt>
</file>

<file path=ppt/media/f74729.txt>
</file>

<file path=ppt/media/f74730.txt>
</file>

<file path=ppt/media/f74731.txt>
</file>

<file path=ppt/media/f74732.txt>
</file>

<file path=ppt/media/f74733.txt>
</file>

<file path=ppt/media/f74734.txt>
</file>

<file path=ppt/media/f74735.txt>
</file>

<file path=ppt/media/f74736.txt>
</file>

<file path=ppt/media/f74737.txt>
</file>

<file path=ppt/media/f74738.txt>
</file>

<file path=ppt/media/f74739.txt>
</file>

<file path=ppt/media/f74740.txt>
</file>

<file path=ppt/media/f74741.txt>
</file>

<file path=ppt/media/f74742.txt>
</file>

<file path=ppt/media/f74743.txt>
</file>

<file path=ppt/media/f74744.txt>
</file>

<file path=ppt/media/f74745.txt>
</file>

<file path=ppt/media/f74746.txt>
</file>

<file path=ppt/media/f74747.txt>
</file>

<file path=ppt/media/f74748.txt>
</file>

<file path=ppt/media/f74749.txt>
</file>

<file path=ppt/media/f74750.txt>
</file>

<file path=ppt/media/f74751.txt>
</file>

<file path=ppt/media/f74752.txt>
</file>

<file path=ppt/media/f74753.txt>
</file>

<file path=ppt/media/f74754.txt>
</file>

<file path=ppt/media/f74755.txt>
</file>

<file path=ppt/media/f74756.txt>
</file>

<file path=ppt/media/f74757.txt>
</file>

<file path=ppt/media/f74758.txt>
</file>

<file path=ppt/media/f74759.txt>
</file>

<file path=ppt/media/f74760.txt>
</file>

<file path=ppt/media/f74761.txt>
</file>

<file path=ppt/media/f74762.txt>
</file>

<file path=ppt/media/f74763.txt>
</file>

<file path=ppt/media/f74764.txt>
</file>

<file path=ppt/media/f74765.txt>
</file>

<file path=ppt/media/f74766.txt>
</file>

<file path=ppt/media/f74767.txt>
</file>

<file path=ppt/media/f74768.txt>
</file>

<file path=ppt/media/f74769.txt>
</file>

<file path=ppt/media/f74770.txt>
</file>

<file path=ppt/media/f74771.txt>
</file>

<file path=ppt/media/f74772.txt>
</file>

<file path=ppt/media/f74773.txt>
</file>

<file path=ppt/media/f74774.txt>
</file>

<file path=ppt/media/f74775.txt>
</file>

<file path=ppt/media/f74776.txt>
</file>

<file path=ppt/media/f74777.txt>
</file>

<file path=ppt/media/f74778.txt>
</file>

<file path=ppt/media/f74779.txt>
</file>

<file path=ppt/media/f74780.txt>
</file>

<file path=ppt/media/f74781.txt>
</file>

<file path=ppt/media/f74782.txt>
</file>

<file path=ppt/media/f74783.txt>
</file>

<file path=ppt/media/f74784.txt>
</file>

<file path=ppt/media/f74785.txt>
</file>

<file path=ppt/media/f74786.txt>
</file>

<file path=ppt/media/f74787.txt>
</file>

<file path=ppt/media/f74788.txt>
</file>

<file path=ppt/media/f74789.txt>
</file>

<file path=ppt/media/f74790.txt>
</file>

<file path=ppt/media/f74791.txt>
</file>

<file path=ppt/media/f74792.txt>
</file>

<file path=ppt/media/f74793.txt>
</file>

<file path=ppt/media/f74794.txt>
</file>

<file path=ppt/media/f74795.txt>
</file>

<file path=ppt/media/f74796.txt>
</file>

<file path=ppt/media/f74797.txt>
</file>

<file path=ppt/media/f74798.txt>
</file>

<file path=ppt/media/f74799.txt>
</file>

<file path=ppt/media/f74800.txt>
</file>

<file path=ppt/media/f74801.txt>
</file>

<file path=ppt/media/f74802.txt>
</file>

<file path=ppt/media/f74803.txt>
</file>

<file path=ppt/media/f74804.txt>
</file>

<file path=ppt/media/f74805.txt>
</file>

<file path=ppt/media/f74806.txt>
</file>

<file path=ppt/media/f74807.txt>
</file>

<file path=ppt/media/f74808.txt>
</file>

<file path=ppt/media/f74809.txt>
</file>

<file path=ppt/media/f74810.txt>
</file>

<file path=ppt/media/f74811.txt>
</file>

<file path=ppt/media/f74812.txt>
</file>

<file path=ppt/media/f74813.txt>
</file>

<file path=ppt/media/f74814.txt>
</file>

<file path=ppt/media/f74815.txt>
</file>

<file path=ppt/media/f74816.txt>
</file>

<file path=ppt/media/f74817.txt>
</file>

<file path=ppt/media/f74818.txt>
</file>

<file path=ppt/media/f74819.txt>
</file>

<file path=ppt/media/f74820.txt>
</file>

<file path=ppt/media/f74821.txt>
</file>

<file path=ppt/media/f74822.txt>
</file>

<file path=ppt/media/f74823.txt>
</file>

<file path=ppt/media/f74824.txt>
</file>

<file path=ppt/media/f74825.txt>
</file>

<file path=ppt/media/f74826.txt>
</file>

<file path=ppt/media/f74827.txt>
</file>

<file path=ppt/media/f74828.txt>
</file>

<file path=ppt/media/f74829.txt>
</file>

<file path=ppt/media/f74830.txt>
</file>

<file path=ppt/media/f74831.txt>
</file>

<file path=ppt/media/f74832.txt>
</file>

<file path=ppt/media/f74833.txt>
</file>

<file path=ppt/media/f74834.txt>
</file>

<file path=ppt/media/f74835.txt>
</file>

<file path=ppt/media/f74836.txt>
</file>

<file path=ppt/media/f74837.txt>
</file>

<file path=ppt/media/f74838.txt>
</file>

<file path=ppt/media/f74839.txt>
</file>

<file path=ppt/media/f74840.txt>
</file>

<file path=ppt/media/f74841.txt>
</file>

<file path=ppt/media/f74842.txt>
</file>

<file path=ppt/media/f74843.txt>
</file>

<file path=ppt/media/f74844.txt>
</file>

<file path=ppt/media/f74845.txt>
</file>

<file path=ppt/media/f74846.txt>
</file>

<file path=ppt/media/f74847.txt>
</file>

<file path=ppt/media/f74848.txt>
</file>

<file path=ppt/media/f74849.txt>
</file>

<file path=ppt/media/f74850.txt>
</file>

<file path=ppt/media/f74851.txt>
</file>

<file path=ppt/media/f74852.txt>
</file>

<file path=ppt/media/f74853.txt>
</file>

<file path=ppt/media/f74854.txt>
</file>

<file path=ppt/media/f74855.txt>
</file>

<file path=ppt/media/f74856.txt>
</file>

<file path=ppt/media/f74857.txt>
</file>

<file path=ppt/media/f74858.txt>
</file>

<file path=ppt/media/f74859.txt>
</file>

<file path=ppt/media/f74860.txt>
</file>

<file path=ppt/media/f74861.txt>
</file>

<file path=ppt/media/f74862.txt>
</file>

<file path=ppt/media/f74863.txt>
</file>

<file path=ppt/media/f74864.txt>
</file>

<file path=ppt/media/f74865.txt>
</file>

<file path=ppt/media/f74866.txt>
</file>

<file path=ppt/media/f74867.txt>
</file>

<file path=ppt/media/f74868.txt>
</file>

<file path=ppt/media/f74869.txt>
</file>

<file path=ppt/media/f74870.txt>
</file>

<file path=ppt/media/f74871.txt>
</file>

<file path=ppt/media/f74872.txt>
</file>

<file path=ppt/media/f74873.txt>
</file>

<file path=ppt/media/f74874.txt>
</file>

<file path=ppt/media/f74875.txt>
</file>

<file path=ppt/media/f74876.txt>
</file>

<file path=ppt/media/f74877.txt>
</file>

<file path=ppt/media/f74878.txt>
</file>

<file path=ppt/media/f74879.txt>
</file>

<file path=ppt/media/f74880.txt>
</file>

<file path=ppt/media/f74881.txt>
</file>

<file path=ppt/media/f74882.txt>
</file>

<file path=ppt/media/f74883.txt>
</file>

<file path=ppt/media/f74884.txt>
</file>

<file path=ppt/media/f74885.txt>
</file>

<file path=ppt/media/f74886.txt>
</file>

<file path=ppt/media/f74887.txt>
</file>

<file path=ppt/media/f74888.txt>
</file>

<file path=ppt/media/f74889.txt>
</file>

<file path=ppt/media/f74890.txt>
</file>

<file path=ppt/media/f74891.txt>
</file>

<file path=ppt/media/f74892.txt>
</file>

<file path=ppt/media/f74893.txt>
</file>

<file path=ppt/media/f74894.txt>
</file>

<file path=ppt/media/f74895.txt>
</file>

<file path=ppt/media/f74896.txt>
</file>

<file path=ppt/media/f74897.txt>
</file>

<file path=ppt/media/f74898.txt>
</file>

<file path=ppt/media/f74899.txt>
</file>

<file path=ppt/media/f74900.txt>
</file>

<file path=ppt/media/f74901.txt>
</file>

<file path=ppt/media/f74902.txt>
</file>

<file path=ppt/media/f74903.txt>
</file>

<file path=ppt/media/f74904.txt>
</file>

<file path=ppt/media/f74905.txt>
</file>

<file path=ppt/media/f74906.txt>
</file>

<file path=ppt/media/f74907.txt>
</file>

<file path=ppt/media/f74908.txt>
</file>

<file path=ppt/media/f74909.txt>
</file>

<file path=ppt/media/f74910.txt>
</file>

<file path=ppt/media/f74911.txt>
</file>

<file path=ppt/media/f74912.txt>
</file>

<file path=ppt/media/f74913.txt>
</file>

<file path=ppt/media/f74914.txt>
</file>

<file path=ppt/media/f74915.txt>
</file>

<file path=ppt/media/f74916.txt>
</file>

<file path=ppt/media/f74917.txt>
</file>

<file path=ppt/media/f74918.txt>
</file>

<file path=ppt/media/f74919.txt>
</file>

<file path=ppt/media/f74920.txt>
</file>

<file path=ppt/media/f74921.txt>
</file>

<file path=ppt/media/f74922.txt>
</file>

<file path=ppt/media/f74923.txt>
</file>

<file path=ppt/media/f74924.txt>
</file>

<file path=ppt/media/f74925.txt>
</file>

<file path=ppt/media/f74926.txt>
</file>

<file path=ppt/media/f74927.txt>
</file>

<file path=ppt/media/f74928.txt>
</file>

<file path=ppt/media/f74929.txt>
</file>

<file path=ppt/media/f74930.txt>
</file>

<file path=ppt/media/f74931.txt>
</file>

<file path=ppt/media/f74932.txt>
</file>

<file path=ppt/media/f74933.txt>
</file>

<file path=ppt/media/f74934.txt>
</file>

<file path=ppt/media/f74935.txt>
</file>

<file path=ppt/media/f74936.txt>
</file>

<file path=ppt/media/f74937.txt>
</file>

<file path=ppt/media/f74938.txt>
</file>

<file path=ppt/media/f74939.txt>
</file>

<file path=ppt/media/f74940.txt>
</file>

<file path=ppt/media/f74941.txt>
</file>

<file path=ppt/media/f74942.txt>
</file>

<file path=ppt/media/f74943.txt>
</file>

<file path=ppt/media/f74944.txt>
</file>

<file path=ppt/media/f74945.txt>
</file>

<file path=ppt/media/f74946.txt>
</file>

<file path=ppt/media/f74947.txt>
</file>

<file path=ppt/media/f74948.txt>
</file>

<file path=ppt/media/f74949.txt>
</file>

<file path=ppt/media/f74950.txt>
</file>

<file path=ppt/media/f74951.txt>
</file>

<file path=ppt/media/f74952.txt>
</file>

<file path=ppt/media/f74953.txt>
</file>

<file path=ppt/media/f74954.txt>
</file>

<file path=ppt/media/f74955.txt>
</file>

<file path=ppt/media/f74956.txt>
</file>

<file path=ppt/media/f74957.txt>
</file>

<file path=ppt/media/f74958.txt>
</file>

<file path=ppt/media/f74959.txt>
</file>

<file path=ppt/media/f74960.txt>
</file>

<file path=ppt/media/f74961.txt>
</file>

<file path=ppt/media/f74962.txt>
</file>

<file path=ppt/media/f74963.txt>
</file>

<file path=ppt/media/f74964.txt>
</file>

<file path=ppt/media/f74965.txt>
</file>

<file path=ppt/media/f74966.txt>
</file>

<file path=ppt/media/f74967.txt>
</file>

<file path=ppt/media/f74968.txt>
</file>

<file path=ppt/media/f74969.txt>
</file>

<file path=ppt/media/f74970.txt>
</file>

<file path=ppt/media/f74971.txt>
</file>

<file path=ppt/media/f74972.txt>
</file>

<file path=ppt/media/f74973.txt>
</file>

<file path=ppt/media/f74974.txt>
</file>

<file path=ppt/media/f74975.txt>
</file>

<file path=ppt/media/f74976.txt>
</file>

<file path=ppt/media/f74977.txt>
</file>

<file path=ppt/media/f74978.txt>
</file>

<file path=ppt/media/f74979.txt>
</file>

<file path=ppt/media/f74980.txt>
</file>

<file path=ppt/media/f74981.txt>
</file>

<file path=ppt/media/f74982.txt>
</file>

<file path=ppt/media/f74983.txt>
</file>

<file path=ppt/media/f74984.txt>
</file>

<file path=ppt/media/f74985.txt>
</file>

<file path=ppt/media/f74986.txt>
</file>

<file path=ppt/media/f74987.txt>
</file>

<file path=ppt/media/f74988.txt>
</file>

<file path=ppt/media/f74989.txt>
</file>

<file path=ppt/media/f74990.txt>
</file>

<file path=ppt/media/f74991.txt>
</file>

<file path=ppt/media/f74992.txt>
</file>

<file path=ppt/media/f74993.txt>
</file>

<file path=ppt/media/f74994.txt>
</file>

<file path=ppt/media/f74995.txt>
</file>

<file path=ppt/media/f74996.txt>
</file>

<file path=ppt/media/f74997.txt>
</file>

<file path=ppt/media/f74998.txt>
</file>

<file path=ppt/media/f74999.txt>
</file>

<file path=ppt/media/f75000.txt>
</file>

<file path=ppt/media/f75001.txt>
</file>

<file path=ppt/media/f75002.txt>
</file>

<file path=ppt/media/f75003.txt>
</file>

<file path=ppt/media/f75004.txt>
</file>

<file path=ppt/media/f75005.txt>
</file>

<file path=ppt/media/f75006.txt>
</file>

<file path=ppt/media/f75007.txt>
</file>

<file path=ppt/media/f75008.txt>
</file>

<file path=ppt/media/f75009.txt>
</file>

<file path=ppt/media/f75010.txt>
</file>

<file path=ppt/media/f75011.txt>
</file>

<file path=ppt/media/f75012.txt>
</file>

<file path=ppt/media/f75013.txt>
</file>

<file path=ppt/media/f75014.txt>
</file>

<file path=ppt/media/f75015.txt>
</file>

<file path=ppt/media/f75016.txt>
</file>

<file path=ppt/media/f75017.txt>
</file>

<file path=ppt/media/f75018.txt>
</file>

<file path=ppt/media/f75019.txt>
</file>

<file path=ppt/media/f75020.txt>
</file>

<file path=ppt/media/f75021.txt>
</file>

<file path=ppt/media/f75022.txt>
</file>

<file path=ppt/media/f75023.txt>
</file>

<file path=ppt/media/f75024.txt>
</file>

<file path=ppt/media/f75025.txt>
</file>

<file path=ppt/media/f75026.txt>
</file>

<file path=ppt/media/f75027.txt>
</file>

<file path=ppt/media/f75028.txt>
</file>

<file path=ppt/media/f75029.txt>
</file>

<file path=ppt/media/f75030.txt>
</file>

<file path=ppt/media/f75031.txt>
</file>

<file path=ppt/media/f75032.txt>
</file>

<file path=ppt/media/f75033.txt>
</file>

<file path=ppt/media/f75034.txt>
</file>

<file path=ppt/media/f75035.txt>
</file>

<file path=ppt/media/f75036.txt>
</file>

<file path=ppt/media/f75037.txt>
</file>

<file path=ppt/media/f75038.txt>
</file>

<file path=ppt/media/f75039.txt>
</file>

<file path=ppt/media/f75040.txt>
</file>

<file path=ppt/media/f75041.txt>
</file>

<file path=ppt/media/f75042.txt>
</file>

<file path=ppt/media/f75043.txt>
</file>

<file path=ppt/media/f75044.txt>
</file>

<file path=ppt/media/f75045.txt>
</file>

<file path=ppt/media/f75046.txt>
</file>

<file path=ppt/media/f75047.txt>
</file>

<file path=ppt/media/f75048.txt>
</file>

<file path=ppt/media/f75049.txt>
</file>

<file path=ppt/media/f75050.txt>
</file>

<file path=ppt/media/f75051.txt>
</file>

<file path=ppt/media/f75052.txt>
</file>

<file path=ppt/media/f75053.txt>
</file>

<file path=ppt/media/f75054.txt>
</file>

<file path=ppt/media/f75055.txt>
</file>

<file path=ppt/media/f75056.txt>
</file>

<file path=ppt/media/f75057.txt>
</file>

<file path=ppt/media/f75058.txt>
</file>

<file path=ppt/media/f75059.txt>
</file>

<file path=ppt/media/f75060.txt>
</file>

<file path=ppt/media/f75061.txt>
</file>

<file path=ppt/media/f75062.txt>
</file>

<file path=ppt/media/f75063.txt>
</file>

<file path=ppt/media/f75064.txt>
</file>

<file path=ppt/media/f75065.txt>
</file>

<file path=ppt/media/f75066.txt>
</file>

<file path=ppt/media/f75067.txt>
</file>

<file path=ppt/media/f75068.txt>
</file>

<file path=ppt/media/f75069.txt>
</file>

<file path=ppt/media/f75070.txt>
</file>

<file path=ppt/media/f75071.txt>
</file>

<file path=ppt/media/f75072.txt>
</file>

<file path=ppt/media/f75073.txt>
</file>

<file path=ppt/media/f75074.txt>
</file>

<file path=ppt/media/f75075.txt>
</file>

<file path=ppt/media/f75076.txt>
</file>

<file path=ppt/media/f75077.txt>
</file>

<file path=ppt/media/f75078.txt>
</file>

<file path=ppt/media/f75079.txt>
</file>

<file path=ppt/media/f75080.txt>
</file>

<file path=ppt/media/f75081.txt>
</file>

<file path=ppt/media/f75082.txt>
</file>

<file path=ppt/media/f75083.txt>
</file>

<file path=ppt/media/f75084.txt>
</file>

<file path=ppt/media/f75085.txt>
</file>

<file path=ppt/media/f75086.txt>
</file>

<file path=ppt/media/f75087.txt>
</file>

<file path=ppt/media/f75088.txt>
</file>

<file path=ppt/media/f75089.txt>
</file>

<file path=ppt/media/f75090.txt>
</file>

<file path=ppt/media/f75091.txt>
</file>

<file path=ppt/media/f75092.txt>
</file>

<file path=ppt/media/f75093.txt>
</file>

<file path=ppt/media/f75094.txt>
</file>

<file path=ppt/media/f75095.txt>
</file>

<file path=ppt/media/f75096.txt>
</file>

<file path=ppt/media/f75097.txt>
</file>

<file path=ppt/media/f75098.txt>
</file>

<file path=ppt/media/f75099.txt>
</file>

<file path=ppt/media/f75100.txt>
</file>

<file path=ppt/media/f75101.txt>
</file>

<file path=ppt/media/f75102.txt>
</file>

<file path=ppt/media/f75103.txt>
</file>

<file path=ppt/media/f75104.txt>
</file>

<file path=ppt/media/f75105.txt>
</file>

<file path=ppt/media/f75106.txt>
</file>

<file path=ppt/media/f75107.txt>
</file>

<file path=ppt/media/f75108.txt>
</file>

<file path=ppt/media/f75109.txt>
</file>

<file path=ppt/media/f75110.txt>
</file>

<file path=ppt/media/f75111.txt>
</file>

<file path=ppt/media/f75112.txt>
</file>

<file path=ppt/media/f75113.txt>
</file>

<file path=ppt/media/f75114.txt>
</file>

<file path=ppt/media/f75115.txt>
</file>

<file path=ppt/media/f75116.txt>
</file>

<file path=ppt/media/f75117.txt>
</file>

<file path=ppt/media/f75118.txt>
</file>

<file path=ppt/media/f75119.txt>
</file>

<file path=ppt/media/f75120.txt>
</file>

<file path=ppt/media/f75121.txt>
</file>

<file path=ppt/media/f75122.txt>
</file>

<file path=ppt/media/f75123.txt>
</file>

<file path=ppt/media/f75124.txt>
</file>

<file path=ppt/media/f75125.txt>
</file>

<file path=ppt/media/f75126.txt>
</file>

<file path=ppt/media/f75127.txt>
</file>

<file path=ppt/media/f75128.txt>
</file>

<file path=ppt/media/f75129.txt>
</file>

<file path=ppt/media/f75130.txt>
</file>

<file path=ppt/media/f75131.txt>
</file>

<file path=ppt/media/f75132.txt>
</file>

<file path=ppt/media/f75133.txt>
</file>

<file path=ppt/media/f75134.txt>
</file>

<file path=ppt/media/f75135.txt>
</file>

<file path=ppt/media/f75136.txt>
</file>

<file path=ppt/media/f75137.txt>
</file>

<file path=ppt/media/f75138.txt>
</file>

<file path=ppt/media/f75139.txt>
</file>

<file path=ppt/media/f75140.txt>
</file>

<file path=ppt/media/f75141.txt>
</file>

<file path=ppt/media/f75142.txt>
</file>

<file path=ppt/media/f75143.txt>
</file>

<file path=ppt/media/f75144.txt>
</file>

<file path=ppt/media/f75145.txt>
</file>

<file path=ppt/media/f75146.txt>
</file>

<file path=ppt/media/f75147.txt>
</file>

<file path=ppt/media/f75148.txt>
</file>

<file path=ppt/media/f75149.txt>
</file>

<file path=ppt/media/f75150.txt>
</file>

<file path=ppt/media/f75151.txt>
</file>

<file path=ppt/media/f75152.txt>
</file>

<file path=ppt/media/f75153.txt>
</file>

<file path=ppt/media/f75154.txt>
</file>

<file path=ppt/media/f75155.txt>
</file>

<file path=ppt/media/f75156.txt>
</file>

<file path=ppt/media/f75157.txt>
</file>

<file path=ppt/media/f75158.txt>
</file>

<file path=ppt/media/f75159.txt>
</file>

<file path=ppt/media/f75160.txt>
</file>

<file path=ppt/media/f75161.txt>
</file>

<file path=ppt/media/f75162.txt>
</file>

<file path=ppt/media/f75163.txt>
</file>

<file path=ppt/media/f75164.txt>
</file>

<file path=ppt/media/f75165.txt>
</file>

<file path=ppt/media/f75166.txt>
</file>

<file path=ppt/media/f75167.txt>
</file>

<file path=ppt/media/f75168.txt>
</file>

<file path=ppt/media/f75169.txt>
</file>

<file path=ppt/media/f75170.txt>
</file>

<file path=ppt/media/f75171.txt>
</file>

<file path=ppt/media/f75172.txt>
</file>

<file path=ppt/media/f75173.txt>
</file>

<file path=ppt/media/f75174.txt>
</file>

<file path=ppt/media/f75175.txt>
</file>

<file path=ppt/media/f75176.txt>
</file>

<file path=ppt/media/f75177.txt>
</file>

<file path=ppt/media/f75178.txt>
</file>

<file path=ppt/media/f75179.txt>
</file>

<file path=ppt/media/f75180.txt>
</file>

<file path=ppt/media/f75181.txt>
</file>

<file path=ppt/media/f75182.txt>
</file>

<file path=ppt/media/f75183.txt>
</file>

<file path=ppt/media/f75184.txt>
</file>

<file path=ppt/media/f75185.txt>
</file>

<file path=ppt/media/f75186.txt>
</file>

<file path=ppt/media/f75187.txt>
</file>

<file path=ppt/media/f75188.txt>
</file>

<file path=ppt/media/f75189.txt>
</file>

<file path=ppt/media/f75190.txt>
</file>

<file path=ppt/media/f75191.txt>
</file>

<file path=ppt/media/f75192.txt>
</file>

<file path=ppt/media/f75193.txt>
</file>

<file path=ppt/media/f75194.txt>
</file>

<file path=ppt/media/f75195.txt>
</file>

<file path=ppt/media/f75196.txt>
</file>

<file path=ppt/media/f75197.txt>
</file>

<file path=ppt/media/f75198.txt>
</file>

<file path=ppt/media/f75199.txt>
</file>

<file path=ppt/media/f75200.txt>
</file>

<file path=ppt/media/f75201.txt>
</file>

<file path=ppt/media/f75202.txt>
</file>

<file path=ppt/media/f75203.txt>
</file>

<file path=ppt/media/f75204.txt>
</file>

<file path=ppt/media/f75205.txt>
</file>

<file path=ppt/media/f75206.txt>
</file>

<file path=ppt/media/f75207.txt>
</file>

<file path=ppt/media/f75208.txt>
</file>

<file path=ppt/media/f75209.txt>
</file>

<file path=ppt/media/f75210.txt>
</file>

<file path=ppt/media/f75211.txt>
</file>

<file path=ppt/media/f75212.txt>
</file>

<file path=ppt/media/f75213.txt>
</file>

<file path=ppt/media/f75214.txt>
</file>

<file path=ppt/media/f75215.txt>
</file>

<file path=ppt/media/f75216.txt>
</file>

<file path=ppt/media/f75217.txt>
</file>

<file path=ppt/media/f75218.txt>
</file>

<file path=ppt/media/f75219.txt>
</file>

<file path=ppt/media/f75220.txt>
</file>

<file path=ppt/media/f75221.txt>
</file>

<file path=ppt/media/f75222.txt>
</file>

<file path=ppt/media/f75223.txt>
</file>

<file path=ppt/media/f75224.txt>
</file>

<file path=ppt/media/f75225.txt>
</file>

<file path=ppt/media/f75226.txt>
</file>

<file path=ppt/media/f75227.txt>
</file>

<file path=ppt/media/f75228.txt>
</file>

<file path=ppt/media/f75229.txt>
</file>

<file path=ppt/media/f75230.txt>
</file>

<file path=ppt/media/f75231.txt>
</file>

<file path=ppt/media/f75232.txt>
</file>

<file path=ppt/media/f75233.txt>
</file>

<file path=ppt/media/f75234.txt>
</file>

<file path=ppt/media/f75235.txt>
</file>

<file path=ppt/media/f75236.txt>
</file>

<file path=ppt/media/f75237.txt>
</file>

<file path=ppt/media/f75238.txt>
</file>

<file path=ppt/media/f75239.txt>
</file>

<file path=ppt/media/f75240.txt>
</file>

<file path=ppt/media/f75241.txt>
</file>

<file path=ppt/media/f75242.txt>
</file>

<file path=ppt/media/f75243.txt>
</file>

<file path=ppt/media/f75244.txt>
</file>

<file path=ppt/media/f75245.txt>
</file>

<file path=ppt/media/f75246.txt>
</file>

<file path=ppt/media/f75247.txt>
</file>

<file path=ppt/media/f75248.txt>
</file>

<file path=ppt/media/f75249.txt>
</file>

<file path=ppt/media/f75250.txt>
</file>

<file path=ppt/media/f75251.txt>
</file>

<file path=ppt/media/f75252.txt>
</file>

<file path=ppt/media/f75253.txt>
</file>

<file path=ppt/media/f75254.txt>
</file>

<file path=ppt/media/f75255.txt>
</file>

<file path=ppt/media/f75256.txt>
</file>

<file path=ppt/media/f75257.txt>
</file>

<file path=ppt/media/f75258.txt>
</file>

<file path=ppt/media/f75259.txt>
</file>

<file path=ppt/media/f75260.txt>
</file>

<file path=ppt/media/f75261.txt>
</file>

<file path=ppt/media/f75262.txt>
</file>

<file path=ppt/media/f75263.txt>
</file>

<file path=ppt/media/f75264.txt>
</file>

<file path=ppt/media/f75265.txt>
</file>

<file path=ppt/media/f75266.txt>
</file>

<file path=ppt/media/f75267.txt>
</file>

<file path=ppt/media/f75268.txt>
</file>

<file path=ppt/media/f75269.txt>
</file>

<file path=ppt/media/f75270.txt>
</file>

<file path=ppt/media/f75271.txt>
</file>

<file path=ppt/media/f75272.txt>
</file>

<file path=ppt/media/f75273.txt>
</file>

<file path=ppt/media/f75274.txt>
</file>

<file path=ppt/media/f75275.txt>
</file>

<file path=ppt/media/f75276.txt>
</file>

<file path=ppt/media/f75277.txt>
</file>

<file path=ppt/media/f75278.txt>
</file>

<file path=ppt/media/f75279.txt>
</file>

<file path=ppt/media/f75280.txt>
</file>

<file path=ppt/media/f75281.txt>
</file>

<file path=ppt/media/f75282.txt>
</file>

<file path=ppt/media/f75283.txt>
</file>

<file path=ppt/media/f75284.txt>
</file>

<file path=ppt/media/f75285.txt>
</file>

<file path=ppt/media/f75286.txt>
</file>

<file path=ppt/media/f75287.txt>
</file>

<file path=ppt/media/f75288.txt>
</file>

<file path=ppt/media/f75289.txt>
</file>

<file path=ppt/media/f75290.txt>
</file>

<file path=ppt/media/f75291.txt>
</file>

<file path=ppt/media/f75292.txt>
</file>

<file path=ppt/media/f75293.txt>
</file>

<file path=ppt/media/f75294.txt>
</file>

<file path=ppt/media/f75295.txt>
</file>

<file path=ppt/media/f75296.txt>
</file>

<file path=ppt/media/f75297.txt>
</file>

<file path=ppt/media/f75298.txt>
</file>

<file path=ppt/media/f75299.txt>
</file>

<file path=ppt/media/f75300.txt>
</file>

<file path=ppt/media/f75301.txt>
</file>

<file path=ppt/media/f75302.txt>
</file>

<file path=ppt/media/f75303.txt>
</file>

<file path=ppt/media/f75304.txt>
</file>

<file path=ppt/media/f75305.txt>
</file>

<file path=ppt/media/f75306.txt>
</file>

<file path=ppt/media/f75307.txt>
</file>

<file path=ppt/media/f75308.txt>
</file>

<file path=ppt/media/f75309.txt>
</file>

<file path=ppt/media/f75310.txt>
</file>

<file path=ppt/media/f75311.txt>
</file>

<file path=ppt/media/f75312.txt>
</file>

<file path=ppt/media/f75313.txt>
</file>

<file path=ppt/media/f75314.txt>
</file>

<file path=ppt/media/f75315.txt>
</file>

<file path=ppt/media/f75316.txt>
</file>

<file path=ppt/media/f75317.txt>
</file>

<file path=ppt/media/f75318.txt>
</file>

<file path=ppt/media/f75319.txt>
</file>

<file path=ppt/media/f75320.txt>
</file>

<file path=ppt/media/f75321.txt>
</file>

<file path=ppt/media/f75322.txt>
</file>

<file path=ppt/media/f75323.txt>
</file>

<file path=ppt/media/f75324.txt>
</file>

<file path=ppt/media/f75325.txt>
</file>

<file path=ppt/media/f75326.txt>
</file>

<file path=ppt/media/f75327.txt>
</file>

<file path=ppt/media/f75328.txt>
</file>

<file path=ppt/media/f75329.txt>
</file>

<file path=ppt/media/f75330.txt>
</file>

<file path=ppt/media/f75331.txt>
</file>

<file path=ppt/media/f75332.txt>
</file>

<file path=ppt/media/f75333.txt>
</file>

<file path=ppt/media/f75334.txt>
</file>

<file path=ppt/media/f75335.txt>
</file>

<file path=ppt/media/f75336.txt>
</file>

<file path=ppt/media/f75337.txt>
</file>

<file path=ppt/media/f75338.txt>
</file>

<file path=ppt/media/f75339.txt>
</file>

<file path=ppt/media/f75340.txt>
</file>

<file path=ppt/media/f75341.txt>
</file>

<file path=ppt/media/f75342.txt>
</file>

<file path=ppt/media/f75343.txt>
</file>

<file path=ppt/media/f75344.txt>
</file>

<file path=ppt/media/f75345.txt>
</file>

<file path=ppt/media/f75346.txt>
</file>

<file path=ppt/media/f75347.txt>
</file>

<file path=ppt/media/f75348.txt>
</file>

<file path=ppt/media/f75349.txt>
</file>

<file path=ppt/media/f75350.txt>
</file>

<file path=ppt/media/f75351.txt>
</file>

<file path=ppt/media/f75352.txt>
</file>

<file path=ppt/media/f75353.txt>
</file>

<file path=ppt/media/f75354.txt>
</file>

<file path=ppt/media/f75355.txt>
</file>

<file path=ppt/media/f75356.txt>
</file>

<file path=ppt/media/f75357.txt>
</file>

<file path=ppt/media/f75358.txt>
</file>

<file path=ppt/media/f75359.txt>
</file>

<file path=ppt/media/f75360.txt>
</file>

<file path=ppt/media/f75361.txt>
</file>

<file path=ppt/media/f75362.txt>
</file>

<file path=ppt/media/f75363.txt>
</file>

<file path=ppt/media/f75364.txt>
</file>

<file path=ppt/media/f75365.txt>
</file>

<file path=ppt/media/f75366.txt>
</file>

<file path=ppt/media/f75367.txt>
</file>

<file path=ppt/media/f75368.txt>
</file>

<file path=ppt/media/f75369.txt>
</file>

<file path=ppt/media/f75370.txt>
</file>

<file path=ppt/media/f75371.txt>
</file>

<file path=ppt/media/f75372.txt>
</file>

<file path=ppt/media/f75373.txt>
</file>

<file path=ppt/media/f75374.txt>
</file>

<file path=ppt/media/f75375.txt>
</file>

<file path=ppt/media/f75376.txt>
</file>

<file path=ppt/media/f75377.txt>
</file>

<file path=ppt/media/f75378.txt>
</file>

<file path=ppt/media/f75379.txt>
</file>

<file path=ppt/media/f75380.txt>
</file>

<file path=ppt/media/f75381.txt>
</file>

<file path=ppt/media/f75382.txt>
</file>

<file path=ppt/media/f75383.txt>
</file>

<file path=ppt/media/f75384.txt>
</file>

<file path=ppt/media/f75385.txt>
</file>

<file path=ppt/media/f75386.txt>
</file>

<file path=ppt/media/f75387.txt>
</file>

<file path=ppt/media/f75388.txt>
</file>

<file path=ppt/media/f75389.txt>
</file>

<file path=ppt/media/f75390.txt>
</file>

<file path=ppt/media/f75391.txt>
</file>

<file path=ppt/media/f75392.txt>
</file>

<file path=ppt/media/f75393.txt>
</file>

<file path=ppt/media/f75394.txt>
</file>

<file path=ppt/media/f75395.txt>
</file>

<file path=ppt/media/f75396.txt>
</file>

<file path=ppt/media/f75397.txt>
</file>

<file path=ppt/media/f75398.txt>
</file>

<file path=ppt/media/f75399.txt>
</file>

<file path=ppt/media/f75400.txt>
</file>

<file path=ppt/media/f75401.txt>
</file>

<file path=ppt/media/f75402.txt>
</file>

<file path=ppt/media/f75403.txt>
</file>

<file path=ppt/media/f75404.txt>
</file>

<file path=ppt/media/f75405.txt>
</file>

<file path=ppt/media/f75406.txt>
</file>

<file path=ppt/media/f75407.txt>
</file>

<file path=ppt/media/f75408.txt>
</file>

<file path=ppt/media/f75409.txt>
</file>

<file path=ppt/media/f75410.txt>
</file>

<file path=ppt/media/f75411.txt>
</file>

<file path=ppt/media/f75412.txt>
</file>

<file path=ppt/media/f75413.txt>
</file>

<file path=ppt/media/f75414.txt>
</file>

<file path=ppt/media/f75415.txt>
</file>

<file path=ppt/media/f75416.txt>
</file>

<file path=ppt/media/f75417.txt>
</file>

<file path=ppt/media/f75418.txt>
</file>

<file path=ppt/media/f75419.txt>
</file>

<file path=ppt/media/f75420.txt>
</file>

<file path=ppt/media/f75421.txt>
</file>

<file path=ppt/media/f75422.txt>
</file>

<file path=ppt/media/f75423.txt>
</file>

<file path=ppt/media/f75424.txt>
</file>

<file path=ppt/media/f75425.txt>
</file>

<file path=ppt/media/f75426.txt>
</file>

<file path=ppt/media/f75427.txt>
</file>

<file path=ppt/media/f75428.txt>
</file>

<file path=ppt/media/f75429.txt>
</file>

<file path=ppt/media/f75430.txt>
</file>

<file path=ppt/media/f75431.txt>
</file>

<file path=ppt/media/f75432.txt>
</file>

<file path=ppt/media/f75433.txt>
</file>

<file path=ppt/media/f75434.txt>
</file>

<file path=ppt/media/f75435.txt>
</file>

<file path=ppt/media/f75436.txt>
</file>

<file path=ppt/media/f75437.txt>
</file>

<file path=ppt/media/f75438.txt>
</file>

<file path=ppt/media/f75439.txt>
</file>

<file path=ppt/media/f75440.txt>
</file>

<file path=ppt/media/f75441.txt>
</file>

<file path=ppt/media/f75442.txt>
</file>

<file path=ppt/media/f75443.txt>
</file>

<file path=ppt/media/f75444.txt>
</file>

<file path=ppt/media/f75445.txt>
</file>

<file path=ppt/media/f75446.txt>
</file>

<file path=ppt/media/f75447.txt>
</file>

<file path=ppt/media/f75448.txt>
</file>

<file path=ppt/media/f75449.txt>
</file>

<file path=ppt/media/f75450.txt>
</file>

<file path=ppt/media/f75451.txt>
</file>

<file path=ppt/media/f75452.txt>
</file>

<file path=ppt/media/f75453.txt>
</file>

<file path=ppt/media/f75454.txt>
</file>

<file path=ppt/media/f75455.txt>
</file>

<file path=ppt/media/f75456.txt>
</file>

<file path=ppt/media/f75457.txt>
</file>

<file path=ppt/media/f75458.txt>
</file>

<file path=ppt/media/f75459.txt>
</file>

<file path=ppt/media/f75460.txt>
</file>

<file path=ppt/media/f75461.txt>
</file>

<file path=ppt/media/f75462.txt>
</file>

<file path=ppt/media/f75463.txt>
</file>

<file path=ppt/media/f75464.txt>
</file>

<file path=ppt/media/f75465.txt>
</file>

<file path=ppt/media/f75466.txt>
</file>

<file path=ppt/media/f75467.txt>
</file>

<file path=ppt/media/f75468.txt>
</file>

<file path=ppt/media/f75469.txt>
</file>

<file path=ppt/media/f75470.txt>
</file>

<file path=ppt/media/f75471.txt>
</file>

<file path=ppt/media/f75472.txt>
</file>

<file path=ppt/media/f75473.txt>
</file>

<file path=ppt/media/f75474.txt>
</file>

<file path=ppt/media/f75475.txt>
</file>

<file path=ppt/media/f75476.txt>
</file>

<file path=ppt/media/f75477.txt>
</file>

<file path=ppt/media/f75478.txt>
</file>

<file path=ppt/media/f75479.txt>
</file>

<file path=ppt/media/f75480.txt>
</file>

<file path=ppt/media/f75481.txt>
</file>

<file path=ppt/media/f75482.txt>
</file>

<file path=ppt/media/f75483.txt>
</file>

<file path=ppt/media/f75484.txt>
</file>

<file path=ppt/media/f75485.txt>
</file>

<file path=ppt/media/f75486.txt>
</file>

<file path=ppt/media/f75487.txt>
</file>

<file path=ppt/media/f75488.txt>
</file>

<file path=ppt/media/f75489.txt>
</file>

<file path=ppt/media/f75490.txt>
</file>

<file path=ppt/media/f75491.txt>
</file>

<file path=ppt/media/f75492.txt>
</file>

<file path=ppt/media/f75493.txt>
</file>

<file path=ppt/media/f75494.txt>
</file>

<file path=ppt/media/f75495.txt>
</file>

<file path=ppt/media/f75496.txt>
</file>

<file path=ppt/media/f75497.txt>
</file>

<file path=ppt/media/f75498.txt>
</file>

<file path=ppt/media/f75499.txt>
</file>

<file path=ppt/media/f75500.txt>
</file>

<file path=ppt/media/f75501.txt>
</file>

<file path=ppt/media/f75502.txt>
</file>

<file path=ppt/media/f75503.txt>
</file>

<file path=ppt/media/f75504.txt>
</file>

<file path=ppt/media/f75505.txt>
</file>

<file path=ppt/media/f75506.txt>
</file>

<file path=ppt/media/f75507.txt>
</file>

<file path=ppt/media/f75508.txt>
</file>

<file path=ppt/media/f75509.txt>
</file>

<file path=ppt/media/f75510.txt>
</file>

<file path=ppt/media/f75511.txt>
</file>

<file path=ppt/media/f75512.txt>
</file>

<file path=ppt/media/f75513.txt>
</file>

<file path=ppt/media/f75514.txt>
</file>

<file path=ppt/media/f75515.txt>
</file>

<file path=ppt/media/f75516.txt>
</file>

<file path=ppt/media/f75517.txt>
</file>

<file path=ppt/media/f75518.txt>
</file>

<file path=ppt/media/f75519.txt>
</file>

<file path=ppt/media/f75520.txt>
</file>

<file path=ppt/media/f75521.txt>
</file>

<file path=ppt/media/f75522.txt>
</file>

<file path=ppt/media/f75523.txt>
</file>

<file path=ppt/media/f75524.txt>
</file>

<file path=ppt/media/f75525.txt>
</file>

<file path=ppt/media/f75526.txt>
</file>

<file path=ppt/media/f75527.txt>
</file>

<file path=ppt/media/f75528.txt>
</file>

<file path=ppt/media/f75529.txt>
</file>

<file path=ppt/media/f75530.txt>
</file>

<file path=ppt/media/f75531.txt>
</file>

<file path=ppt/media/f75532.txt>
</file>

<file path=ppt/media/f75533.txt>
</file>

<file path=ppt/media/f75534.txt>
</file>

<file path=ppt/media/f75535.txt>
</file>

<file path=ppt/media/f75536.txt>
</file>

<file path=ppt/media/f75537.txt>
</file>

<file path=ppt/media/f75538.txt>
</file>

<file path=ppt/media/f75539.txt>
</file>

<file path=ppt/media/f75540.txt>
</file>

<file path=ppt/media/f75541.txt>
</file>

<file path=ppt/media/f75542.txt>
</file>

<file path=ppt/media/f75543.txt>
</file>

<file path=ppt/media/f75544.txt>
</file>

<file path=ppt/media/f75545.txt>
</file>

<file path=ppt/media/f75546.txt>
</file>

<file path=ppt/media/f75547.txt>
</file>

<file path=ppt/media/f75548.txt>
</file>

<file path=ppt/media/f75549.txt>
</file>

<file path=ppt/media/f75550.txt>
</file>

<file path=ppt/media/f75551.txt>
</file>

<file path=ppt/media/f75552.txt>
</file>

<file path=ppt/media/f75553.txt>
</file>

<file path=ppt/media/f75554.txt>
</file>

<file path=ppt/media/f75555.txt>
</file>

<file path=ppt/media/f75556.txt>
</file>

<file path=ppt/media/f75557.txt>
</file>

<file path=ppt/media/f75558.txt>
</file>

<file path=ppt/media/f75559.txt>
</file>

<file path=ppt/media/f75560.txt>
</file>

<file path=ppt/media/f75561.txt>
</file>

<file path=ppt/media/f75562.txt>
</file>

<file path=ppt/media/f75563.txt>
</file>

<file path=ppt/media/f75564.txt>
</file>

<file path=ppt/media/f75565.txt>
</file>

<file path=ppt/media/f75566.txt>
</file>

<file path=ppt/media/f75567.txt>
</file>

<file path=ppt/media/f75568.txt>
</file>

<file path=ppt/media/f75569.txt>
</file>

<file path=ppt/media/f75570.txt>
</file>

<file path=ppt/media/f75571.txt>
</file>

<file path=ppt/media/f75572.txt>
</file>

<file path=ppt/media/f75573.txt>
</file>

<file path=ppt/media/f75574.txt>
</file>

<file path=ppt/media/f75575.txt>
</file>

<file path=ppt/media/f75576.txt>
</file>

<file path=ppt/media/f75577.txt>
</file>

<file path=ppt/media/f75578.txt>
</file>

<file path=ppt/media/f75579.txt>
</file>

<file path=ppt/media/f75580.txt>
</file>

<file path=ppt/media/f75581.txt>
</file>

<file path=ppt/media/f75582.txt>
</file>

<file path=ppt/media/f75583.txt>
</file>

<file path=ppt/media/f75584.txt>
</file>

<file path=ppt/media/f75585.txt>
</file>

<file path=ppt/media/f75586.txt>
</file>

<file path=ppt/media/f75587.txt>
</file>

<file path=ppt/media/f75588.txt>
</file>

<file path=ppt/media/f75589.txt>
</file>

<file path=ppt/media/f75590.txt>
</file>

<file path=ppt/media/f75591.txt>
</file>

<file path=ppt/media/f75592.txt>
</file>

<file path=ppt/media/f75593.txt>
</file>

<file path=ppt/media/f75594.txt>
</file>

<file path=ppt/media/f75595.txt>
</file>

<file path=ppt/media/f75596.txt>
</file>

<file path=ppt/media/f75597.txt>
</file>

<file path=ppt/media/f75598.txt>
</file>

<file path=ppt/media/f75599.txt>
</file>

<file path=ppt/media/f75600.txt>
</file>

<file path=ppt/media/f75601.txt>
</file>

<file path=ppt/media/f75602.txt>
</file>

<file path=ppt/media/f75603.txt>
</file>

<file path=ppt/media/f75604.txt>
</file>

<file path=ppt/media/f75605.txt>
</file>

<file path=ppt/media/f75606.txt>
</file>

<file path=ppt/media/f75607.txt>
</file>

<file path=ppt/media/f75608.txt>
</file>

<file path=ppt/media/f75609.txt>
</file>

<file path=ppt/media/f75610.txt>
</file>

<file path=ppt/media/f75611.txt>
</file>

<file path=ppt/media/f75612.txt>
</file>

<file path=ppt/media/f75613.txt>
</file>

<file path=ppt/media/f75614.txt>
</file>

<file path=ppt/media/f75615.txt>
</file>

<file path=ppt/media/f75616.txt>
</file>

<file path=ppt/media/f75617.txt>
</file>

<file path=ppt/media/f75618.txt>
</file>

<file path=ppt/media/f75619.txt>
</file>

<file path=ppt/media/f75620.txt>
</file>

<file path=ppt/media/f75621.txt>
</file>

<file path=ppt/media/f75622.txt>
</file>

<file path=ppt/media/f75623.txt>
</file>

<file path=ppt/media/f75624.txt>
</file>

<file path=ppt/media/f75625.txt>
</file>

<file path=ppt/media/f75626.txt>
</file>

<file path=ppt/media/f75627.txt>
</file>

<file path=ppt/media/f75628.txt>
</file>

<file path=ppt/media/f75629.txt>
</file>

<file path=ppt/media/f75630.txt>
</file>

<file path=ppt/media/f75631.txt>
</file>

<file path=ppt/media/f75632.txt>
</file>

<file path=ppt/media/f75633.txt>
</file>

<file path=ppt/media/f75634.txt>
</file>

<file path=ppt/media/f75635.txt>
</file>

<file path=ppt/media/f75636.txt>
</file>

<file path=ppt/media/f75637.txt>
</file>

<file path=ppt/media/f75638.txt>
</file>

<file path=ppt/media/f75639.txt>
</file>

<file path=ppt/media/f75640.txt>
</file>

<file path=ppt/media/f75641.txt>
</file>

<file path=ppt/media/f75642.txt>
</file>

<file path=ppt/media/f75643.txt>
</file>

<file path=ppt/media/f75644.txt>
</file>

<file path=ppt/media/f75645.txt>
</file>

<file path=ppt/media/f75646.txt>
</file>

<file path=ppt/media/f75647.txt>
</file>

<file path=ppt/media/f75648.txt>
</file>

<file path=ppt/media/f75649.txt>
</file>

<file path=ppt/media/f75650.txt>
</file>

<file path=ppt/media/f75651.txt>
</file>

<file path=ppt/media/f75652.txt>
</file>

<file path=ppt/media/f75653.txt>
</file>

<file path=ppt/media/f75654.txt>
</file>

<file path=ppt/media/f75655.txt>
</file>

<file path=ppt/media/f75656.txt>
</file>

<file path=ppt/media/f75657.txt>
</file>

<file path=ppt/media/f75658.txt>
</file>

<file path=ppt/media/f75659.txt>
</file>

<file path=ppt/media/f75660.txt>
</file>

<file path=ppt/media/f75661.txt>
</file>

<file path=ppt/media/f75662.txt>
</file>

<file path=ppt/media/f75663.txt>
</file>

<file path=ppt/media/f75664.txt>
</file>

<file path=ppt/media/f75665.txt>
</file>

<file path=ppt/media/f75666.txt>
</file>

<file path=ppt/media/f75667.txt>
</file>

<file path=ppt/media/f75668.txt>
</file>

<file path=ppt/media/f75669.txt>
</file>

<file path=ppt/media/f75670.txt>
</file>

<file path=ppt/media/f75671.txt>
</file>

<file path=ppt/media/f75672.txt>
</file>

<file path=ppt/media/f75673.txt>
</file>

<file path=ppt/media/f75674.txt>
</file>

<file path=ppt/media/f75675.txt>
</file>

<file path=ppt/media/f75676.txt>
</file>

<file path=ppt/media/f75677.txt>
</file>

<file path=ppt/media/f75678.txt>
</file>

<file path=ppt/media/f75679.txt>
</file>

<file path=ppt/media/f75680.txt>
</file>

<file path=ppt/media/f75681.txt>
</file>

<file path=ppt/media/f75682.txt>
</file>

<file path=ppt/media/f75683.txt>
</file>

<file path=ppt/media/f75684.txt>
</file>

<file path=ppt/media/f75685.txt>
</file>

<file path=ppt/media/f75686.txt>
</file>

<file path=ppt/media/f75687.txt>
</file>

<file path=ppt/media/f75688.txt>
</file>

<file path=ppt/media/f75689.txt>
</file>

<file path=ppt/media/f75690.txt>
</file>

<file path=ppt/media/f75691.txt>
</file>

<file path=ppt/media/f75692.txt>
</file>

<file path=ppt/media/f75693.txt>
</file>

<file path=ppt/media/f75694.txt>
</file>

<file path=ppt/media/f75695.txt>
</file>

<file path=ppt/media/f75696.txt>
</file>

<file path=ppt/media/f75697.txt>
</file>

<file path=ppt/media/f75698.txt>
</file>

<file path=ppt/media/f75699.txt>
</file>

<file path=ppt/media/f75700.txt>
</file>

<file path=ppt/media/f75701.txt>
</file>

<file path=ppt/media/f75702.txt>
</file>

<file path=ppt/media/f75703.txt>
</file>

<file path=ppt/media/f75704.txt>
</file>

<file path=ppt/media/f75705.txt>
</file>

<file path=ppt/media/f75706.txt>
</file>

<file path=ppt/media/f75707.txt>
</file>

<file path=ppt/media/f75708.txt>
</file>

<file path=ppt/media/f75709.txt>
</file>

<file path=ppt/media/f75710.txt>
</file>

<file path=ppt/media/f75711.txt>
</file>

<file path=ppt/media/f75712.txt>
</file>

<file path=ppt/media/f75713.txt>
</file>

<file path=ppt/media/f75714.txt>
</file>

<file path=ppt/media/f75715.txt>
</file>

<file path=ppt/media/f75716.txt>
</file>

<file path=ppt/media/f75717.txt>
</file>

<file path=ppt/media/f75718.txt>
</file>

<file path=ppt/media/f75719.txt>
</file>

<file path=ppt/media/f75720.txt>
</file>

<file path=ppt/media/f75721.txt>
</file>

<file path=ppt/media/f75722.txt>
</file>

<file path=ppt/media/f75723.txt>
</file>

<file path=ppt/media/f75724.txt>
</file>

<file path=ppt/media/f75725.txt>
</file>

<file path=ppt/media/f75726.txt>
</file>

<file path=ppt/media/f75727.txt>
</file>

<file path=ppt/media/f75728.txt>
</file>

<file path=ppt/media/f75729.txt>
</file>

<file path=ppt/media/f75730.txt>
</file>

<file path=ppt/media/f75731.txt>
</file>

<file path=ppt/media/f75732.txt>
</file>

<file path=ppt/media/f75733.txt>
</file>

<file path=ppt/media/f75734.txt>
</file>

<file path=ppt/media/f75735.txt>
</file>

<file path=ppt/media/f75736.txt>
</file>

<file path=ppt/media/f75737.txt>
</file>

<file path=ppt/media/f75738.txt>
</file>

<file path=ppt/media/f75739.txt>
</file>

<file path=ppt/media/f75740.txt>
</file>

<file path=ppt/media/f75741.txt>
</file>

<file path=ppt/media/f75742.txt>
</file>

<file path=ppt/media/f75743.txt>
</file>

<file path=ppt/media/f75744.txt>
</file>

<file path=ppt/media/f75745.txt>
</file>

<file path=ppt/media/f75746.txt>
</file>

<file path=ppt/media/f75747.txt>
</file>

<file path=ppt/media/f75748.txt>
</file>

<file path=ppt/media/f75749.txt>
</file>

<file path=ppt/media/f75750.txt>
</file>

<file path=ppt/media/f75751.txt>
</file>

<file path=ppt/media/f75752.txt>
</file>

<file path=ppt/media/f75753.txt>
</file>

<file path=ppt/media/f75754.txt>
</file>

<file path=ppt/media/f75755.txt>
</file>

<file path=ppt/media/f75756.txt>
</file>

<file path=ppt/media/f75757.txt>
</file>

<file path=ppt/media/f75758.txt>
</file>

<file path=ppt/media/f75759.txt>
</file>

<file path=ppt/media/f75760.txt>
</file>

<file path=ppt/media/f75761.txt>
</file>

<file path=ppt/media/f75762.txt>
</file>

<file path=ppt/media/f75763.txt>
</file>

<file path=ppt/media/f75764.txt>
</file>

<file path=ppt/media/f75765.txt>
</file>

<file path=ppt/media/f75766.txt>
</file>

<file path=ppt/media/f75767.txt>
</file>

<file path=ppt/media/f75768.txt>
</file>

<file path=ppt/media/f75769.txt>
</file>

<file path=ppt/media/f75770.txt>
</file>

<file path=ppt/media/f75771.txt>
</file>

<file path=ppt/media/f75772.txt>
</file>

<file path=ppt/media/f75773.txt>
</file>

<file path=ppt/media/f75774.txt>
</file>

<file path=ppt/media/f75775.txt>
</file>

<file path=ppt/media/f75776.txt>
</file>

<file path=ppt/media/f75777.txt>
</file>

<file path=ppt/media/f75778.txt>
</file>

<file path=ppt/media/f75779.txt>
</file>

<file path=ppt/media/f75780.txt>
</file>

<file path=ppt/media/f75781.txt>
</file>

<file path=ppt/media/f75782.txt>
</file>

<file path=ppt/media/f75783.txt>
</file>

<file path=ppt/media/f75784.txt>
</file>

<file path=ppt/media/f75785.txt>
</file>

<file path=ppt/media/f75786.txt>
</file>

<file path=ppt/media/f75787.txt>
</file>

<file path=ppt/media/f75788.txt>
</file>

<file path=ppt/media/f75789.txt>
</file>

<file path=ppt/media/f75790.txt>
</file>

<file path=ppt/media/f75791.txt>
</file>

<file path=ppt/media/f75792.txt>
</file>

<file path=ppt/media/f75793.txt>
</file>

<file path=ppt/media/f75794.txt>
</file>

<file path=ppt/media/f75795.txt>
</file>

<file path=ppt/media/f75796.txt>
</file>

<file path=ppt/media/f75797.txt>
</file>

<file path=ppt/media/f75798.txt>
</file>

<file path=ppt/media/f75799.txt>
</file>

<file path=ppt/media/f75800.txt>
</file>

<file path=ppt/media/f75801.txt>
</file>

<file path=ppt/media/f75802.txt>
</file>

<file path=ppt/media/f75803.txt>
</file>

<file path=ppt/media/f75804.txt>
</file>

<file path=ppt/media/f75805.txt>
</file>

<file path=ppt/media/f75806.txt>
</file>

<file path=ppt/media/f75807.txt>
</file>

<file path=ppt/media/f75808.txt>
</file>

<file path=ppt/media/f75809.txt>
</file>

<file path=ppt/media/f75810.txt>
</file>

<file path=ppt/media/f75811.txt>
</file>

<file path=ppt/media/f75812.txt>
</file>

<file path=ppt/media/f75813.txt>
</file>

<file path=ppt/media/f75814.txt>
</file>

<file path=ppt/media/f75815.txt>
</file>

<file path=ppt/media/f75816.txt>
</file>

<file path=ppt/media/f75817.txt>
</file>

<file path=ppt/media/f75818.txt>
</file>

<file path=ppt/media/f75819.txt>
</file>

<file path=ppt/media/f75820.txt>
</file>

<file path=ppt/media/f75821.txt>
</file>

<file path=ppt/media/f75822.txt>
</file>

<file path=ppt/media/f75823.txt>
</file>

<file path=ppt/media/f75824.txt>
</file>

<file path=ppt/media/f75825.txt>
</file>

<file path=ppt/media/f75826.txt>
</file>

<file path=ppt/media/f75827.txt>
</file>

<file path=ppt/media/f75828.txt>
</file>

<file path=ppt/media/f75829.txt>
</file>

<file path=ppt/media/f75830.txt>
</file>

<file path=ppt/media/f75831.txt>
</file>

<file path=ppt/media/f75832.txt>
</file>

<file path=ppt/media/f75833.txt>
</file>

<file path=ppt/media/f75834.txt>
</file>

<file path=ppt/media/f75835.txt>
</file>

<file path=ppt/media/f75836.txt>
</file>

<file path=ppt/media/f75837.txt>
</file>

<file path=ppt/media/f75838.txt>
</file>

<file path=ppt/media/f75839.txt>
</file>

<file path=ppt/media/f75840.txt>
</file>

<file path=ppt/media/f75841.txt>
</file>

<file path=ppt/media/f75842.txt>
</file>

<file path=ppt/media/f75843.txt>
</file>

<file path=ppt/media/f75844.txt>
</file>

<file path=ppt/media/f75845.txt>
</file>

<file path=ppt/media/f75846.txt>
</file>

<file path=ppt/media/f75847.txt>
</file>

<file path=ppt/media/f75848.txt>
</file>

<file path=ppt/media/f75849.txt>
</file>

<file path=ppt/media/f75850.txt>
</file>

<file path=ppt/media/f75851.txt>
</file>

<file path=ppt/media/f75852.txt>
</file>

<file path=ppt/media/f75853.txt>
</file>

<file path=ppt/media/f75854.txt>
</file>

<file path=ppt/media/f75855.txt>
</file>

<file path=ppt/media/f75856.txt>
</file>

<file path=ppt/media/f75857.txt>
</file>

<file path=ppt/media/f75858.txt>
</file>

<file path=ppt/media/f75859.txt>
</file>

<file path=ppt/media/f75860.txt>
</file>

<file path=ppt/media/f75861.txt>
</file>

<file path=ppt/media/f75862.txt>
</file>

<file path=ppt/media/f75863.txt>
</file>

<file path=ppt/media/f75864.txt>
</file>

<file path=ppt/media/f75865.txt>
</file>

<file path=ppt/media/f75866.txt>
</file>

<file path=ppt/media/f75867.txt>
</file>

<file path=ppt/media/f75868.txt>
</file>

<file path=ppt/media/f75869.txt>
</file>

<file path=ppt/media/f75870.txt>
</file>

<file path=ppt/media/f75871.txt>
</file>

<file path=ppt/media/f75872.txt>
</file>

<file path=ppt/media/f75873.txt>
</file>

<file path=ppt/media/f75874.txt>
</file>

<file path=ppt/media/f75875.txt>
</file>

<file path=ppt/media/f75876.txt>
</file>

<file path=ppt/media/f75877.txt>
</file>

<file path=ppt/media/f75878.txt>
</file>

<file path=ppt/media/f75879.txt>
</file>

<file path=ppt/media/f75880.txt>
</file>

<file path=ppt/media/f75881.txt>
</file>

<file path=ppt/media/f75882.txt>
</file>

<file path=ppt/media/f75883.txt>
</file>

<file path=ppt/media/f75884.txt>
</file>

<file path=ppt/media/f75885.txt>
</file>

<file path=ppt/media/f75886.txt>
</file>

<file path=ppt/media/f75887.txt>
</file>

<file path=ppt/media/f75888.txt>
</file>

<file path=ppt/media/f75889.txt>
</file>

<file path=ppt/media/f75890.txt>
</file>

<file path=ppt/media/f75891.txt>
</file>

<file path=ppt/media/f75892.txt>
</file>

<file path=ppt/media/f75893.txt>
</file>

<file path=ppt/media/f75894.txt>
</file>

<file path=ppt/media/f75895.txt>
</file>

<file path=ppt/media/f75896.txt>
</file>

<file path=ppt/media/f75897.txt>
</file>

<file path=ppt/media/f75898.txt>
</file>

<file path=ppt/media/f75899.txt>
</file>

<file path=ppt/media/f75900.txt>
</file>

<file path=ppt/media/f75901.txt>
</file>

<file path=ppt/media/f75902.txt>
</file>

<file path=ppt/media/f75903.txt>
</file>

<file path=ppt/media/f75904.txt>
</file>

<file path=ppt/media/f75905.txt>
</file>

<file path=ppt/media/f75906.txt>
</file>

<file path=ppt/media/f75907.txt>
</file>

<file path=ppt/media/f75908.txt>
</file>

<file path=ppt/media/f75909.txt>
</file>

<file path=ppt/media/f75910.txt>
</file>

<file path=ppt/media/f75911.txt>
</file>

<file path=ppt/media/f75912.txt>
</file>

<file path=ppt/media/f75913.txt>
</file>

<file path=ppt/media/f75914.txt>
</file>

<file path=ppt/media/f75915.txt>
</file>

<file path=ppt/media/f75916.txt>
</file>

<file path=ppt/media/f75917.txt>
</file>

<file path=ppt/media/f75918.txt>
</file>

<file path=ppt/media/f75919.txt>
</file>

<file path=ppt/media/f75920.txt>
</file>

<file path=ppt/media/f75921.txt>
</file>

<file path=ppt/media/f75922.txt>
</file>

<file path=ppt/media/f75923.txt>
</file>

<file path=ppt/media/f75924.txt>
</file>

<file path=ppt/media/f75925.txt>
</file>

<file path=ppt/media/f75926.txt>
</file>

<file path=ppt/media/f75927.txt>
</file>

<file path=ppt/media/f75928.txt>
</file>

<file path=ppt/media/f75929.txt>
</file>

<file path=ppt/media/f75930.txt>
</file>

<file path=ppt/media/f75931.txt>
</file>

<file path=ppt/media/f75932.txt>
</file>

<file path=ppt/media/f75933.txt>
</file>

<file path=ppt/media/f75934.txt>
</file>

<file path=ppt/media/f75935.txt>
</file>

<file path=ppt/media/f75936.txt>
</file>

<file path=ppt/media/f75937.txt>
</file>

<file path=ppt/media/f75938.txt>
</file>

<file path=ppt/media/f75939.txt>
</file>

<file path=ppt/media/f75940.txt>
</file>

<file path=ppt/media/f75941.txt>
</file>

<file path=ppt/media/f75942.txt>
</file>

<file path=ppt/media/f75943.txt>
</file>

<file path=ppt/media/f75944.txt>
</file>

<file path=ppt/media/f75945.txt>
</file>

<file path=ppt/media/f75946.txt>
</file>

<file path=ppt/media/f75947.txt>
</file>

<file path=ppt/media/f75948.txt>
</file>

<file path=ppt/media/f75949.txt>
</file>

<file path=ppt/media/f75950.txt>
</file>

<file path=ppt/media/f75951.txt>
</file>

<file path=ppt/media/f75952.txt>
</file>

<file path=ppt/media/f75953.txt>
</file>

<file path=ppt/media/f75954.txt>
</file>

<file path=ppt/media/f75955.txt>
</file>

<file path=ppt/media/f75956.txt>
</file>

<file path=ppt/media/f75957.txt>
</file>

<file path=ppt/media/f75958.txt>
</file>

<file path=ppt/media/f75959.txt>
</file>

<file path=ppt/media/f75960.txt>
</file>

<file path=ppt/media/f75961.txt>
</file>

<file path=ppt/media/f75962.txt>
</file>

<file path=ppt/media/f75963.txt>
</file>

<file path=ppt/media/f75964.txt>
</file>

<file path=ppt/media/f75965.txt>
</file>

<file path=ppt/media/f75966.txt>
</file>

<file path=ppt/media/f75967.txt>
</file>

<file path=ppt/media/f75968.txt>
</file>

<file path=ppt/media/f75969.txt>
</file>

<file path=ppt/media/f75970.txt>
</file>

<file path=ppt/media/f75971.txt>
</file>

<file path=ppt/media/f75972.txt>
</file>

<file path=ppt/media/f75973.txt>
</file>

<file path=ppt/media/f75974.txt>
</file>

<file path=ppt/media/f75975.txt>
</file>

<file path=ppt/media/f75976.txt>
</file>

<file path=ppt/media/f75977.txt>
</file>

<file path=ppt/media/f75978.txt>
</file>

<file path=ppt/media/f75979.txt>
</file>

<file path=ppt/media/f75980.txt>
</file>

<file path=ppt/media/f75981.txt>
</file>

<file path=ppt/media/f75982.txt>
</file>

<file path=ppt/media/f75983.txt>
</file>

<file path=ppt/media/f75984.txt>
</file>

<file path=ppt/media/f75985.txt>
</file>

<file path=ppt/media/f75986.txt>
</file>

<file path=ppt/media/f75987.txt>
</file>

<file path=ppt/media/f75988.txt>
</file>

<file path=ppt/media/f75989.txt>
</file>

<file path=ppt/media/f75990.txt>
</file>

<file path=ppt/media/f75991.txt>
</file>

<file path=ppt/media/f75992.txt>
</file>

<file path=ppt/media/f75993.txt>
</file>

<file path=ppt/media/f75994.txt>
</file>

<file path=ppt/media/f75995.txt>
</file>

<file path=ppt/media/f75996.txt>
</file>

<file path=ppt/media/f75997.txt>
</file>

<file path=ppt/media/f75998.txt>
</file>

<file path=ppt/media/f75999.txt>
</file>

<file path=ppt/media/f76000.txt>
</file>

<file path=ppt/media/f76001.txt>
</file>

<file path=ppt/media/f76002.txt>
</file>

<file path=ppt/media/f76003.txt>
</file>

<file path=ppt/media/f76004.txt>
</file>

<file path=ppt/media/f76005.txt>
</file>

<file path=ppt/media/f76006.txt>
</file>

<file path=ppt/media/f76007.txt>
</file>

<file path=ppt/media/f76008.txt>
</file>

<file path=ppt/media/f76009.txt>
</file>

<file path=ppt/media/f76010.txt>
</file>

<file path=ppt/media/f76011.txt>
</file>

<file path=ppt/media/f76012.txt>
</file>

<file path=ppt/media/f76013.txt>
</file>

<file path=ppt/media/f76014.txt>
</file>

<file path=ppt/media/f76015.txt>
</file>

<file path=ppt/media/f76016.txt>
</file>

<file path=ppt/media/f76017.txt>
</file>

<file path=ppt/media/f76018.txt>
</file>

<file path=ppt/media/f76019.txt>
</file>

<file path=ppt/media/f76020.txt>
</file>

<file path=ppt/media/f76021.txt>
</file>

<file path=ppt/media/f76022.txt>
</file>

<file path=ppt/media/f76023.txt>
</file>

<file path=ppt/media/f76024.txt>
</file>

<file path=ppt/media/f76025.txt>
</file>

<file path=ppt/media/f76026.txt>
</file>

<file path=ppt/media/f76027.txt>
</file>

<file path=ppt/media/f76028.txt>
</file>

<file path=ppt/media/f76029.txt>
</file>

<file path=ppt/media/f76030.txt>
</file>

<file path=ppt/media/f76031.txt>
</file>

<file path=ppt/media/f76032.txt>
</file>

<file path=ppt/media/f76033.txt>
</file>

<file path=ppt/media/f76034.txt>
</file>

<file path=ppt/media/f76035.txt>
</file>

<file path=ppt/media/f76036.txt>
</file>

<file path=ppt/media/f76037.txt>
</file>

<file path=ppt/media/f76038.txt>
</file>

<file path=ppt/media/f76039.txt>
</file>

<file path=ppt/media/f76040.txt>
</file>

<file path=ppt/media/f76041.txt>
</file>

<file path=ppt/media/f76042.txt>
</file>

<file path=ppt/media/f76043.txt>
</file>

<file path=ppt/media/f76044.txt>
</file>

<file path=ppt/media/f76045.txt>
</file>

<file path=ppt/media/f76046.txt>
</file>

<file path=ppt/media/f76047.txt>
</file>

<file path=ppt/media/f76048.txt>
</file>

<file path=ppt/media/f76049.txt>
</file>

<file path=ppt/media/f76050.txt>
</file>

<file path=ppt/media/f76051.txt>
</file>

<file path=ppt/media/f76052.txt>
</file>

<file path=ppt/media/f76053.txt>
</file>

<file path=ppt/media/f76054.txt>
</file>

<file path=ppt/media/f76055.txt>
</file>

<file path=ppt/media/f76056.txt>
</file>

<file path=ppt/media/f76057.txt>
</file>

<file path=ppt/media/f76058.txt>
</file>

<file path=ppt/media/f76059.txt>
</file>

<file path=ppt/media/f76060.txt>
</file>

<file path=ppt/media/f76061.txt>
</file>

<file path=ppt/media/f76062.txt>
</file>

<file path=ppt/media/f76063.txt>
</file>

<file path=ppt/media/f76064.txt>
</file>

<file path=ppt/media/f76065.txt>
</file>

<file path=ppt/media/f76066.txt>
</file>

<file path=ppt/media/f76067.txt>
</file>

<file path=ppt/media/f76068.txt>
</file>

<file path=ppt/media/f76069.txt>
</file>

<file path=ppt/media/f76070.txt>
</file>

<file path=ppt/media/f76071.txt>
</file>

<file path=ppt/media/f76072.txt>
</file>

<file path=ppt/media/f76073.txt>
</file>

<file path=ppt/media/f76074.txt>
</file>

<file path=ppt/media/f76075.txt>
</file>

<file path=ppt/media/f76076.txt>
</file>

<file path=ppt/media/f76077.txt>
</file>

<file path=ppt/media/f76078.txt>
</file>

<file path=ppt/media/f76079.txt>
</file>

<file path=ppt/media/f76080.txt>
</file>

<file path=ppt/media/f76081.txt>
</file>

<file path=ppt/media/f76082.txt>
</file>

<file path=ppt/media/f76083.txt>
</file>

<file path=ppt/media/f76084.txt>
</file>

<file path=ppt/media/f76085.txt>
</file>

<file path=ppt/media/f76086.txt>
</file>

<file path=ppt/media/f76087.txt>
</file>

<file path=ppt/media/f76088.txt>
</file>

<file path=ppt/media/f76089.txt>
</file>

<file path=ppt/media/f76090.txt>
</file>

<file path=ppt/media/f76091.txt>
</file>

<file path=ppt/media/f76092.txt>
</file>

<file path=ppt/media/f76093.txt>
</file>

<file path=ppt/media/f76094.txt>
</file>

<file path=ppt/media/f76095.txt>
</file>

<file path=ppt/media/f76096.txt>
</file>

<file path=ppt/media/f76097.txt>
</file>

<file path=ppt/media/f76098.txt>
</file>

<file path=ppt/media/f76099.txt>
</file>

<file path=ppt/media/f76100.txt>
</file>

<file path=ppt/media/f76101.txt>
</file>

<file path=ppt/media/f76102.txt>
</file>

<file path=ppt/media/f76103.txt>
</file>

<file path=ppt/media/f76104.txt>
</file>

<file path=ppt/media/f76105.txt>
</file>

<file path=ppt/media/f76106.txt>
</file>

<file path=ppt/media/f76107.txt>
</file>

<file path=ppt/media/f76108.txt>
</file>

<file path=ppt/media/f76109.txt>
</file>

<file path=ppt/media/f76110.txt>
</file>

<file path=ppt/media/f76111.txt>
</file>

<file path=ppt/media/f76112.txt>
</file>

<file path=ppt/media/f76113.txt>
</file>

<file path=ppt/media/f76114.txt>
</file>

<file path=ppt/media/f76115.txt>
</file>

<file path=ppt/media/f76116.txt>
</file>

<file path=ppt/media/f76117.txt>
</file>

<file path=ppt/media/f76118.txt>
</file>

<file path=ppt/media/f76119.txt>
</file>

<file path=ppt/media/f76120.txt>
</file>

<file path=ppt/media/f76121.txt>
</file>

<file path=ppt/media/f76122.txt>
</file>

<file path=ppt/media/f76123.txt>
</file>

<file path=ppt/media/f76124.txt>
</file>

<file path=ppt/media/f76125.txt>
</file>

<file path=ppt/media/f76126.txt>
</file>

<file path=ppt/media/f76127.txt>
</file>

<file path=ppt/media/f76128.txt>
</file>

<file path=ppt/media/f76129.txt>
</file>

<file path=ppt/media/f76130.txt>
</file>

<file path=ppt/media/f76131.txt>
</file>

<file path=ppt/media/f76132.txt>
</file>

<file path=ppt/media/f76133.txt>
</file>

<file path=ppt/media/f76134.txt>
</file>

<file path=ppt/media/f76135.txt>
</file>

<file path=ppt/media/f76136.txt>
</file>

<file path=ppt/media/f76137.txt>
</file>

<file path=ppt/media/f76138.txt>
</file>

<file path=ppt/media/f76139.txt>
</file>

<file path=ppt/media/f76140.txt>
</file>

<file path=ppt/media/f76141.txt>
</file>

<file path=ppt/media/f76142.txt>
</file>

<file path=ppt/media/f76143.txt>
</file>

<file path=ppt/media/f76144.txt>
</file>

<file path=ppt/media/f76145.txt>
</file>

<file path=ppt/media/f76146.txt>
</file>

<file path=ppt/media/f76147.txt>
</file>

<file path=ppt/media/f76148.txt>
</file>

<file path=ppt/media/f76149.txt>
</file>

<file path=ppt/media/f76150.txt>
</file>

<file path=ppt/media/f76151.txt>
</file>

<file path=ppt/media/f76152.txt>
</file>

<file path=ppt/media/f76153.txt>
</file>

<file path=ppt/media/f76154.txt>
</file>

<file path=ppt/media/f76155.txt>
</file>

<file path=ppt/media/f76156.txt>
</file>

<file path=ppt/media/f76157.txt>
</file>

<file path=ppt/media/f76158.txt>
</file>

<file path=ppt/media/f76159.txt>
</file>

<file path=ppt/media/f76160.txt>
</file>

<file path=ppt/media/f76161.txt>
</file>

<file path=ppt/media/f76162.txt>
</file>

<file path=ppt/media/f76163.txt>
</file>

<file path=ppt/media/f76164.txt>
</file>

<file path=ppt/media/f76165.txt>
</file>

<file path=ppt/media/f76166.txt>
</file>

<file path=ppt/media/f76167.txt>
</file>

<file path=ppt/media/f76168.txt>
</file>

<file path=ppt/media/f76169.txt>
</file>

<file path=ppt/media/f76170.txt>
</file>

<file path=ppt/media/f76171.txt>
</file>

<file path=ppt/media/f76172.txt>
</file>

<file path=ppt/media/f76173.txt>
</file>

<file path=ppt/media/f76174.txt>
</file>

<file path=ppt/media/f76175.txt>
</file>

<file path=ppt/media/f76176.txt>
</file>

<file path=ppt/media/f76177.txt>
</file>

<file path=ppt/media/f76178.txt>
</file>

<file path=ppt/media/f76179.txt>
</file>

<file path=ppt/media/f76180.txt>
</file>

<file path=ppt/media/f76181.txt>
</file>

<file path=ppt/media/f76182.txt>
</file>

<file path=ppt/media/f76183.txt>
</file>

<file path=ppt/media/f76184.txt>
</file>

<file path=ppt/media/f76185.txt>
</file>

<file path=ppt/media/f76186.txt>
</file>

<file path=ppt/media/f76187.txt>
</file>

<file path=ppt/media/f76188.txt>
</file>

<file path=ppt/media/f76189.txt>
</file>

<file path=ppt/media/f76190.txt>
</file>

<file path=ppt/media/f76191.txt>
</file>

<file path=ppt/media/f76192.txt>
</file>

<file path=ppt/media/f76193.txt>
</file>

<file path=ppt/media/f76194.txt>
</file>

<file path=ppt/media/f76195.txt>
</file>

<file path=ppt/media/f76196.txt>
</file>

<file path=ppt/media/f76197.txt>
</file>

<file path=ppt/media/f76198.txt>
</file>

<file path=ppt/media/f76199.txt>
</file>

<file path=ppt/media/f76200.txt>
</file>

<file path=ppt/media/f76201.txt>
</file>

<file path=ppt/media/f76202.txt>
</file>

<file path=ppt/media/f76203.txt>
</file>

<file path=ppt/media/f76204.txt>
</file>

<file path=ppt/media/f76205.txt>
</file>

<file path=ppt/media/f76206.txt>
</file>

<file path=ppt/media/f76207.txt>
</file>

<file path=ppt/media/f76208.txt>
</file>

<file path=ppt/media/f76209.txt>
</file>

<file path=ppt/media/f76210.txt>
</file>

<file path=ppt/media/f76211.txt>
</file>

<file path=ppt/media/f76212.txt>
</file>

<file path=ppt/media/f76213.txt>
</file>

<file path=ppt/media/f76214.txt>
</file>

<file path=ppt/media/f76215.txt>
</file>

<file path=ppt/media/f76216.txt>
</file>

<file path=ppt/media/f76217.txt>
</file>

<file path=ppt/media/f76218.txt>
</file>

<file path=ppt/media/f76219.txt>
</file>

<file path=ppt/media/f76220.txt>
</file>

<file path=ppt/media/f76221.txt>
</file>

<file path=ppt/media/f76222.txt>
</file>

<file path=ppt/media/f76223.txt>
</file>

<file path=ppt/media/f76224.txt>
</file>

<file path=ppt/media/f76225.txt>
</file>

<file path=ppt/media/f76226.txt>
</file>

<file path=ppt/media/f76227.txt>
</file>

<file path=ppt/media/f76228.txt>
</file>

<file path=ppt/media/f76229.txt>
</file>

<file path=ppt/media/f76230.txt>
</file>

<file path=ppt/media/f76231.txt>
</file>

<file path=ppt/media/f76232.txt>
</file>

<file path=ppt/media/f76233.txt>
</file>

<file path=ppt/media/f76234.txt>
</file>

<file path=ppt/media/f76235.txt>
</file>

<file path=ppt/media/f76236.txt>
</file>

<file path=ppt/media/f76237.txt>
</file>

<file path=ppt/media/f76238.txt>
</file>

<file path=ppt/media/f76239.txt>
</file>

<file path=ppt/media/f76240.txt>
</file>

<file path=ppt/media/f76241.txt>
</file>

<file path=ppt/media/f76242.txt>
</file>

<file path=ppt/media/f76243.txt>
</file>

<file path=ppt/media/f76244.txt>
</file>

<file path=ppt/media/f76245.txt>
</file>

<file path=ppt/media/f76246.txt>
</file>

<file path=ppt/media/f76247.txt>
</file>

<file path=ppt/media/f76248.txt>
</file>

<file path=ppt/media/f76249.txt>
</file>

<file path=ppt/media/f76250.txt>
</file>

<file path=ppt/media/f76251.txt>
</file>

<file path=ppt/media/f76252.txt>
</file>

<file path=ppt/media/f76253.txt>
</file>

<file path=ppt/media/f76254.txt>
</file>

<file path=ppt/media/f76255.txt>
</file>

<file path=ppt/media/f76256.txt>
</file>

<file path=ppt/media/f76257.txt>
</file>

<file path=ppt/media/f76258.txt>
</file>

<file path=ppt/media/f76259.txt>
</file>

<file path=ppt/media/f76260.txt>
</file>

<file path=ppt/media/f76261.txt>
</file>

<file path=ppt/media/f76262.txt>
</file>

<file path=ppt/media/f76263.txt>
</file>

<file path=ppt/media/f76264.txt>
</file>

<file path=ppt/media/f76265.txt>
</file>

<file path=ppt/media/f76266.txt>
</file>

<file path=ppt/media/f76267.txt>
</file>

<file path=ppt/media/f76268.txt>
</file>

<file path=ppt/media/f76269.txt>
</file>

<file path=ppt/media/f76270.txt>
</file>

<file path=ppt/media/f76271.txt>
</file>

<file path=ppt/media/f76272.txt>
</file>

<file path=ppt/media/f76273.txt>
</file>

<file path=ppt/media/f76274.txt>
</file>

<file path=ppt/media/f76275.txt>
</file>

<file path=ppt/media/f76276.txt>
</file>

<file path=ppt/media/f76277.txt>
</file>

<file path=ppt/media/f76278.txt>
</file>

<file path=ppt/media/f76279.txt>
</file>

<file path=ppt/media/f76280.txt>
</file>

<file path=ppt/media/f76281.txt>
</file>

<file path=ppt/media/f76282.txt>
</file>

<file path=ppt/media/f76283.txt>
</file>

<file path=ppt/media/f76284.txt>
</file>

<file path=ppt/media/f76285.txt>
</file>

<file path=ppt/media/f76286.txt>
</file>

<file path=ppt/media/f76287.txt>
</file>

<file path=ppt/media/f76288.txt>
</file>

<file path=ppt/media/f76289.txt>
</file>

<file path=ppt/media/f76290.txt>
</file>

<file path=ppt/media/f76291.txt>
</file>

<file path=ppt/media/f76292.txt>
</file>

<file path=ppt/media/f76293.txt>
</file>

<file path=ppt/media/f76294.txt>
</file>

<file path=ppt/media/f76295.txt>
</file>

<file path=ppt/media/f76296.txt>
</file>

<file path=ppt/media/f76297.txt>
</file>

<file path=ppt/media/f76298.txt>
</file>

<file path=ppt/media/f76299.txt>
</file>

<file path=ppt/media/f76300.txt>
</file>

<file path=ppt/media/f76301.txt>
</file>

<file path=ppt/media/f76302.txt>
</file>

<file path=ppt/media/f76303.txt>
</file>

<file path=ppt/media/f76304.txt>
</file>

<file path=ppt/media/f76305.txt>
</file>

<file path=ppt/media/f76306.txt>
</file>

<file path=ppt/media/f76307.txt>
</file>

<file path=ppt/media/f76308.txt>
</file>

<file path=ppt/media/f76309.txt>
</file>

<file path=ppt/media/f76310.txt>
</file>

<file path=ppt/media/f76311.txt>
</file>

<file path=ppt/media/f76312.txt>
</file>

<file path=ppt/media/f76313.txt>
</file>

<file path=ppt/media/f76314.txt>
</file>

<file path=ppt/media/f76315.txt>
</file>

<file path=ppt/media/f76316.txt>
</file>

<file path=ppt/media/f76317.txt>
</file>

<file path=ppt/media/f76318.txt>
</file>

<file path=ppt/media/f76319.txt>
</file>

<file path=ppt/media/f76320.txt>
</file>

<file path=ppt/media/f76321.txt>
</file>

<file path=ppt/media/f76322.txt>
</file>

<file path=ppt/media/f76323.txt>
</file>

<file path=ppt/media/f76324.txt>
</file>

<file path=ppt/media/f76325.txt>
</file>

<file path=ppt/media/f76326.txt>
</file>

<file path=ppt/media/f76327.txt>
</file>

<file path=ppt/media/f76328.txt>
</file>

<file path=ppt/media/f76329.txt>
</file>

<file path=ppt/media/f76330.txt>
</file>

<file path=ppt/media/f76331.txt>
</file>

<file path=ppt/media/f76332.txt>
</file>

<file path=ppt/media/f76333.txt>
</file>

<file path=ppt/media/f76334.txt>
</file>

<file path=ppt/media/f76335.txt>
</file>

<file path=ppt/media/f76336.txt>
</file>

<file path=ppt/media/f76337.txt>
</file>

<file path=ppt/media/f76338.txt>
</file>

<file path=ppt/media/f76339.txt>
</file>

<file path=ppt/media/f76340.txt>
</file>

<file path=ppt/media/f76341.txt>
</file>

<file path=ppt/media/f76342.txt>
</file>

<file path=ppt/media/f76343.txt>
</file>

<file path=ppt/media/f76344.txt>
</file>

<file path=ppt/media/f76345.txt>
</file>

<file path=ppt/media/f76346.txt>
</file>

<file path=ppt/media/f76347.txt>
</file>

<file path=ppt/media/f76348.txt>
</file>

<file path=ppt/media/f76349.txt>
</file>

<file path=ppt/media/f76350.txt>
</file>

<file path=ppt/media/f76351.txt>
</file>

<file path=ppt/media/f76352.txt>
</file>

<file path=ppt/media/f76353.txt>
</file>

<file path=ppt/media/f76354.txt>
</file>

<file path=ppt/media/f76355.txt>
</file>

<file path=ppt/media/f76356.txt>
</file>

<file path=ppt/media/f76357.txt>
</file>

<file path=ppt/media/f76358.txt>
</file>

<file path=ppt/media/f76359.txt>
</file>

<file path=ppt/media/f76360.txt>
</file>

<file path=ppt/media/f76361.txt>
</file>

<file path=ppt/media/f76362.txt>
</file>

<file path=ppt/media/f76363.txt>
</file>

<file path=ppt/media/f76364.txt>
</file>

<file path=ppt/media/f76365.txt>
</file>

<file path=ppt/media/f76366.txt>
</file>

<file path=ppt/media/f76367.txt>
</file>

<file path=ppt/media/f76368.txt>
</file>

<file path=ppt/media/f76369.txt>
</file>

<file path=ppt/media/f76370.txt>
</file>

<file path=ppt/media/f76371.txt>
</file>

<file path=ppt/media/f76372.txt>
</file>

<file path=ppt/media/f76373.txt>
</file>

<file path=ppt/media/f76374.txt>
</file>

<file path=ppt/media/f76375.txt>
</file>

<file path=ppt/media/f76376.txt>
</file>

<file path=ppt/media/f76377.txt>
</file>

<file path=ppt/media/f76378.txt>
</file>

<file path=ppt/media/f76379.txt>
</file>

<file path=ppt/media/f76380.txt>
</file>

<file path=ppt/media/f76381.txt>
</file>

<file path=ppt/media/f76382.txt>
</file>

<file path=ppt/media/f76383.txt>
</file>

<file path=ppt/media/f76384.txt>
</file>

<file path=ppt/media/f76385.txt>
</file>

<file path=ppt/media/f76386.txt>
</file>

<file path=ppt/media/f76387.txt>
</file>

<file path=ppt/media/f76388.txt>
</file>

<file path=ppt/media/f76389.txt>
</file>

<file path=ppt/media/f76390.txt>
</file>

<file path=ppt/media/f76391.txt>
</file>

<file path=ppt/media/f76392.txt>
</file>

<file path=ppt/media/f76393.txt>
</file>

<file path=ppt/media/f76394.txt>
</file>

<file path=ppt/media/f76395.txt>
</file>

<file path=ppt/media/f76396.txt>
</file>

<file path=ppt/media/f76397.txt>
</file>

<file path=ppt/media/f76398.txt>
</file>

<file path=ppt/media/f76399.txt>
</file>

<file path=ppt/media/f76400.txt>
</file>

<file path=ppt/media/f76401.txt>
</file>

<file path=ppt/media/f76402.txt>
</file>

<file path=ppt/media/f76403.txt>
</file>

<file path=ppt/media/f76404.txt>
</file>

<file path=ppt/media/f76405.txt>
</file>

<file path=ppt/media/f76406.txt>
</file>

<file path=ppt/media/f76407.txt>
</file>

<file path=ppt/media/f76408.txt>
</file>

<file path=ppt/media/f76409.txt>
</file>

<file path=ppt/media/f76410.txt>
</file>

<file path=ppt/media/f76411.txt>
</file>

<file path=ppt/media/f76412.txt>
</file>

<file path=ppt/media/f76413.txt>
</file>

<file path=ppt/media/f76414.txt>
</file>

<file path=ppt/media/f76415.txt>
</file>

<file path=ppt/media/f76416.txt>
</file>

<file path=ppt/media/f76417.txt>
</file>

<file path=ppt/media/f76418.txt>
</file>

<file path=ppt/media/f76419.txt>
</file>

<file path=ppt/media/f76420.txt>
</file>

<file path=ppt/media/f76421.txt>
</file>

<file path=ppt/media/f76422.txt>
</file>

<file path=ppt/media/f76423.txt>
</file>

<file path=ppt/media/f76424.txt>
</file>

<file path=ppt/media/f76425.txt>
</file>

<file path=ppt/media/f76426.txt>
</file>

<file path=ppt/media/f76427.txt>
</file>

<file path=ppt/media/f76428.txt>
</file>

<file path=ppt/media/f76429.txt>
</file>

<file path=ppt/media/f76430.txt>
</file>

<file path=ppt/media/f76431.txt>
</file>

<file path=ppt/media/f76432.txt>
</file>

<file path=ppt/media/f76433.txt>
</file>

<file path=ppt/media/f76434.txt>
</file>

<file path=ppt/media/f76435.txt>
</file>

<file path=ppt/media/f76436.txt>
</file>

<file path=ppt/media/f76437.txt>
</file>

<file path=ppt/media/f76438.txt>
</file>

<file path=ppt/media/f76439.txt>
</file>

<file path=ppt/media/f76440.txt>
</file>

<file path=ppt/media/f76441.txt>
</file>

<file path=ppt/media/f76442.txt>
</file>

<file path=ppt/media/f76443.txt>
</file>

<file path=ppt/media/f76444.txt>
</file>

<file path=ppt/media/f76445.txt>
</file>

<file path=ppt/media/f76446.txt>
</file>

<file path=ppt/media/f76447.txt>
</file>

<file path=ppt/media/f76448.txt>
</file>

<file path=ppt/media/f76449.txt>
</file>

<file path=ppt/media/f76450.txt>
</file>

<file path=ppt/media/f76451.txt>
</file>

<file path=ppt/media/f76452.txt>
</file>

<file path=ppt/media/f76453.txt>
</file>

<file path=ppt/media/f76454.txt>
</file>

<file path=ppt/media/f76455.txt>
</file>

<file path=ppt/media/f76456.txt>
</file>

<file path=ppt/media/f76457.txt>
</file>

<file path=ppt/media/f76458.txt>
</file>

<file path=ppt/media/f76459.txt>
</file>

<file path=ppt/media/f76460.txt>
</file>

<file path=ppt/media/f76461.txt>
</file>

<file path=ppt/media/f76462.txt>
</file>

<file path=ppt/media/f76463.txt>
</file>

<file path=ppt/media/f76464.txt>
</file>

<file path=ppt/media/f76465.txt>
</file>

<file path=ppt/media/f76466.txt>
</file>

<file path=ppt/media/f76467.txt>
</file>

<file path=ppt/media/f76468.txt>
</file>

<file path=ppt/media/f76469.txt>
</file>

<file path=ppt/media/f76470.txt>
</file>

<file path=ppt/media/f76471.txt>
</file>

<file path=ppt/media/f76472.txt>
</file>

<file path=ppt/media/f76473.txt>
</file>

<file path=ppt/media/f76474.txt>
</file>

<file path=ppt/media/f76475.txt>
</file>

<file path=ppt/media/f76476.txt>
</file>

<file path=ppt/media/f76477.txt>
</file>

<file path=ppt/media/f76478.txt>
</file>

<file path=ppt/media/f76479.txt>
</file>

<file path=ppt/media/f76480.txt>
</file>

<file path=ppt/media/f76481.txt>
</file>

<file path=ppt/media/f76482.txt>
</file>

<file path=ppt/media/f76483.txt>
</file>

<file path=ppt/media/f76484.txt>
</file>

<file path=ppt/media/f76485.txt>
</file>

<file path=ppt/media/f76486.txt>
</file>

<file path=ppt/media/f76487.txt>
</file>

<file path=ppt/media/f76488.txt>
</file>

<file path=ppt/media/f76489.txt>
</file>

<file path=ppt/media/f76490.txt>
</file>

<file path=ppt/media/f76491.txt>
</file>

<file path=ppt/media/f76492.txt>
</file>

<file path=ppt/media/f76493.txt>
</file>

<file path=ppt/media/f76494.txt>
</file>

<file path=ppt/media/f76495.txt>
</file>

<file path=ppt/media/f76496.txt>
</file>

<file path=ppt/media/f76497.txt>
</file>

<file path=ppt/media/f76498.txt>
</file>

<file path=ppt/media/f76499.txt>
</file>

<file path=ppt/media/f76500.txt>
</file>

<file path=ppt/media/f76501.txt>
</file>

<file path=ppt/media/f76502.txt>
</file>

<file path=ppt/media/f76503.txt>
</file>

<file path=ppt/media/f76504.txt>
</file>

<file path=ppt/media/f76505.txt>
</file>

<file path=ppt/media/f76506.txt>
</file>

<file path=ppt/media/f76507.txt>
</file>

<file path=ppt/media/f76508.txt>
</file>

<file path=ppt/media/f76509.txt>
</file>

<file path=ppt/media/f76510.txt>
</file>

<file path=ppt/media/f76511.txt>
</file>

<file path=ppt/media/f76512.txt>
</file>

<file path=ppt/media/f76513.txt>
</file>

<file path=ppt/media/f76514.txt>
</file>

<file path=ppt/media/f76515.txt>
</file>

<file path=ppt/media/f76516.txt>
</file>

<file path=ppt/media/f76517.txt>
</file>

<file path=ppt/media/f76518.txt>
</file>

<file path=ppt/media/f76519.txt>
</file>

<file path=ppt/media/f76520.txt>
</file>

<file path=ppt/media/f76521.txt>
</file>

<file path=ppt/media/f76522.txt>
</file>

<file path=ppt/media/f76523.txt>
</file>

<file path=ppt/media/f76524.txt>
</file>

<file path=ppt/media/f76525.txt>
</file>

<file path=ppt/media/f76526.txt>
</file>

<file path=ppt/media/f76527.txt>
</file>

<file path=ppt/media/f76528.txt>
</file>

<file path=ppt/media/f76529.txt>
</file>

<file path=ppt/media/f76530.txt>
</file>

<file path=ppt/media/f76531.txt>
</file>

<file path=ppt/media/f76532.txt>
</file>

<file path=ppt/media/f76533.txt>
</file>

<file path=ppt/media/f76534.txt>
</file>

<file path=ppt/media/f76535.txt>
</file>

<file path=ppt/media/f76536.txt>
</file>

<file path=ppt/media/f76537.txt>
</file>

<file path=ppt/media/f76538.txt>
</file>

<file path=ppt/media/f76539.txt>
</file>

<file path=ppt/media/f76540.txt>
</file>

<file path=ppt/media/f76541.txt>
</file>

<file path=ppt/media/f76542.txt>
</file>

<file path=ppt/media/f76543.txt>
</file>

<file path=ppt/media/f76544.txt>
</file>

<file path=ppt/media/f76545.txt>
</file>

<file path=ppt/media/f76546.txt>
</file>

<file path=ppt/media/f76547.txt>
</file>

<file path=ppt/media/f76548.txt>
</file>

<file path=ppt/media/f76549.txt>
</file>

<file path=ppt/media/f76550.txt>
</file>

<file path=ppt/media/f76551.txt>
</file>

<file path=ppt/media/f76552.txt>
</file>

<file path=ppt/media/f76553.txt>
</file>

<file path=ppt/media/f76554.txt>
</file>

<file path=ppt/media/f76555.txt>
</file>

<file path=ppt/media/f76556.txt>
</file>

<file path=ppt/media/f76557.txt>
</file>

<file path=ppt/media/f76558.txt>
</file>

<file path=ppt/media/f76559.txt>
</file>

<file path=ppt/media/f76560.txt>
</file>

<file path=ppt/media/f76561.txt>
</file>

<file path=ppt/media/f76562.txt>
</file>

<file path=ppt/media/f76563.txt>
</file>

<file path=ppt/media/f76564.txt>
</file>

<file path=ppt/media/f76565.txt>
</file>

<file path=ppt/media/f76566.txt>
</file>

<file path=ppt/media/f76567.txt>
</file>

<file path=ppt/media/f76568.txt>
</file>

<file path=ppt/media/f76569.txt>
</file>

<file path=ppt/media/f76570.txt>
</file>

<file path=ppt/media/f76571.txt>
</file>

<file path=ppt/media/f76572.txt>
</file>

<file path=ppt/media/f76573.txt>
</file>

<file path=ppt/media/f76574.txt>
</file>

<file path=ppt/media/f76575.txt>
</file>

<file path=ppt/media/f76576.txt>
</file>

<file path=ppt/media/f76577.txt>
</file>

<file path=ppt/media/f76578.txt>
</file>

<file path=ppt/media/f76579.txt>
</file>

<file path=ppt/media/f76580.txt>
</file>

<file path=ppt/media/f76581.txt>
</file>

<file path=ppt/media/f76582.txt>
</file>

<file path=ppt/media/f76583.txt>
</file>

<file path=ppt/media/f76584.txt>
</file>

<file path=ppt/media/f76585.txt>
</file>

<file path=ppt/media/f76586.txt>
</file>

<file path=ppt/media/f76587.txt>
</file>

<file path=ppt/media/f76588.txt>
</file>

<file path=ppt/media/f76589.txt>
</file>

<file path=ppt/media/f76590.txt>
</file>

<file path=ppt/media/f76591.txt>
</file>

<file path=ppt/media/f76592.txt>
</file>

<file path=ppt/media/f76593.txt>
</file>

<file path=ppt/media/f76594.txt>
</file>

<file path=ppt/media/f76595.txt>
</file>

<file path=ppt/media/f76596.txt>
</file>

<file path=ppt/media/f76597.txt>
</file>

<file path=ppt/media/f76598.txt>
</file>

<file path=ppt/media/f76599.txt>
</file>

<file path=ppt/media/f76600.txt>
</file>

<file path=ppt/media/f76601.txt>
</file>

<file path=ppt/media/f76602.txt>
</file>

<file path=ppt/media/f76603.txt>
</file>

<file path=ppt/media/f76604.txt>
</file>

<file path=ppt/media/f76605.txt>
</file>

<file path=ppt/media/f76606.txt>
</file>

<file path=ppt/media/f76607.txt>
</file>

<file path=ppt/media/f76608.txt>
</file>

<file path=ppt/media/f76609.txt>
</file>

<file path=ppt/media/f76610.txt>
</file>

<file path=ppt/media/f76611.txt>
</file>

<file path=ppt/media/f76612.txt>
</file>

<file path=ppt/media/f76613.txt>
</file>

<file path=ppt/media/f76614.txt>
</file>

<file path=ppt/media/f76615.txt>
</file>

<file path=ppt/media/f76616.txt>
</file>

<file path=ppt/media/f76617.txt>
</file>

<file path=ppt/media/f76618.txt>
</file>

<file path=ppt/media/f76619.txt>
</file>

<file path=ppt/media/f76620.txt>
</file>

<file path=ppt/media/f76621.txt>
</file>

<file path=ppt/media/f76622.txt>
</file>

<file path=ppt/media/f76623.txt>
</file>

<file path=ppt/media/f76624.txt>
</file>

<file path=ppt/media/f76625.txt>
</file>

<file path=ppt/media/f76626.txt>
</file>

<file path=ppt/media/f76627.txt>
</file>

<file path=ppt/media/f76628.txt>
</file>

<file path=ppt/media/f76629.txt>
</file>

<file path=ppt/media/f76630.txt>
</file>

<file path=ppt/media/f76631.txt>
</file>

<file path=ppt/media/f76632.txt>
</file>

<file path=ppt/media/f76633.txt>
</file>

<file path=ppt/media/f76634.txt>
</file>

<file path=ppt/media/f76635.txt>
</file>

<file path=ppt/media/f76636.txt>
</file>

<file path=ppt/media/f76637.txt>
</file>

<file path=ppt/media/f76638.txt>
</file>

<file path=ppt/media/f76639.txt>
</file>

<file path=ppt/media/f76640.txt>
</file>

<file path=ppt/media/f76641.txt>
</file>

<file path=ppt/media/f76642.txt>
</file>

<file path=ppt/media/f76643.txt>
</file>

<file path=ppt/media/f76644.txt>
</file>

<file path=ppt/media/f76645.txt>
</file>

<file path=ppt/media/f76646.txt>
</file>

<file path=ppt/media/f76647.txt>
</file>

<file path=ppt/media/f76648.txt>
</file>

<file path=ppt/media/f76649.txt>
</file>

<file path=ppt/media/f76650.txt>
</file>

<file path=ppt/media/f76651.txt>
</file>

<file path=ppt/media/f76652.txt>
</file>

<file path=ppt/media/f76653.txt>
</file>

<file path=ppt/media/f76654.txt>
</file>

<file path=ppt/media/f76655.txt>
</file>

<file path=ppt/media/f76656.txt>
</file>

<file path=ppt/media/f76657.txt>
</file>

<file path=ppt/media/f76658.txt>
</file>

<file path=ppt/media/f76659.txt>
</file>

<file path=ppt/media/f76660.txt>
</file>

<file path=ppt/media/f76661.txt>
</file>

<file path=ppt/media/f76662.txt>
</file>

<file path=ppt/media/f76663.txt>
</file>

<file path=ppt/media/f76664.txt>
</file>

<file path=ppt/media/f76665.txt>
</file>

<file path=ppt/media/f76666.txt>
</file>

<file path=ppt/media/f76667.txt>
</file>

<file path=ppt/media/f76668.txt>
</file>

<file path=ppt/media/f76669.txt>
</file>

<file path=ppt/media/f76670.txt>
</file>

<file path=ppt/media/f76671.txt>
</file>

<file path=ppt/media/f76672.txt>
</file>

<file path=ppt/media/f76673.txt>
</file>

<file path=ppt/media/f76674.txt>
</file>

<file path=ppt/media/f76675.txt>
</file>

<file path=ppt/media/f76676.txt>
</file>

<file path=ppt/media/f76677.txt>
</file>

<file path=ppt/media/f76678.txt>
</file>

<file path=ppt/media/f76679.txt>
</file>

<file path=ppt/media/f76680.txt>
</file>

<file path=ppt/media/f76681.txt>
</file>

<file path=ppt/media/f76682.txt>
</file>

<file path=ppt/media/f76683.txt>
</file>

<file path=ppt/media/f76684.txt>
</file>

<file path=ppt/media/f76685.txt>
</file>

<file path=ppt/media/f76686.txt>
</file>

<file path=ppt/media/f76687.txt>
</file>

<file path=ppt/media/f76688.txt>
</file>

<file path=ppt/media/f76689.txt>
</file>

<file path=ppt/media/f76690.txt>
</file>

<file path=ppt/media/f76691.txt>
</file>

<file path=ppt/media/f76692.txt>
</file>

<file path=ppt/media/f76693.txt>
</file>

<file path=ppt/media/f76694.txt>
</file>

<file path=ppt/media/f76695.txt>
</file>

<file path=ppt/media/f76696.txt>
</file>

<file path=ppt/media/f76697.txt>
</file>

<file path=ppt/media/f76698.txt>
</file>

<file path=ppt/media/f76699.txt>
</file>

<file path=ppt/media/f76700.txt>
</file>

<file path=ppt/media/f76701.txt>
</file>

<file path=ppt/media/f76702.txt>
</file>

<file path=ppt/media/f76703.txt>
</file>

<file path=ppt/media/f76704.txt>
</file>

<file path=ppt/media/f76705.txt>
</file>

<file path=ppt/media/f76706.txt>
</file>

<file path=ppt/media/f76707.txt>
</file>

<file path=ppt/media/f76708.txt>
</file>

<file path=ppt/media/f76709.txt>
</file>

<file path=ppt/media/f76710.txt>
</file>

<file path=ppt/media/f76711.txt>
</file>

<file path=ppt/media/f76712.txt>
</file>

<file path=ppt/media/f76713.txt>
</file>

<file path=ppt/media/f76714.txt>
</file>

<file path=ppt/media/f76715.txt>
</file>

<file path=ppt/media/f76716.txt>
</file>

<file path=ppt/media/f76717.txt>
</file>

<file path=ppt/media/f76718.txt>
</file>

<file path=ppt/media/f76719.txt>
</file>

<file path=ppt/media/f76720.txt>
</file>

<file path=ppt/media/f76721.txt>
</file>

<file path=ppt/media/f76722.txt>
</file>

<file path=ppt/media/f76723.txt>
</file>

<file path=ppt/media/f76724.txt>
</file>

<file path=ppt/media/f76725.txt>
</file>

<file path=ppt/media/f76726.txt>
</file>

<file path=ppt/media/f76727.txt>
</file>

<file path=ppt/media/f76728.txt>
</file>

<file path=ppt/media/f76729.txt>
</file>

<file path=ppt/media/f76730.txt>
</file>

<file path=ppt/media/f76731.txt>
</file>

<file path=ppt/media/f76732.txt>
</file>

<file path=ppt/media/f76733.txt>
</file>

<file path=ppt/media/f76734.txt>
</file>

<file path=ppt/media/f76735.txt>
</file>

<file path=ppt/media/f76736.txt>
</file>

<file path=ppt/media/f76737.txt>
</file>

<file path=ppt/media/f76738.txt>
</file>

<file path=ppt/media/f76739.txt>
</file>

<file path=ppt/media/f76740.txt>
</file>

<file path=ppt/media/f76741.txt>
</file>

<file path=ppt/media/f76742.txt>
</file>

<file path=ppt/media/f76743.txt>
</file>

<file path=ppt/media/f76744.txt>
</file>

<file path=ppt/media/f76745.txt>
</file>

<file path=ppt/media/f76746.txt>
</file>

<file path=ppt/media/f76747.txt>
</file>

<file path=ppt/media/f76748.txt>
</file>

<file path=ppt/media/f76749.txt>
</file>

<file path=ppt/media/f76750.txt>
</file>

<file path=ppt/media/f76751.txt>
</file>

<file path=ppt/media/f76752.txt>
</file>

<file path=ppt/media/f76753.txt>
</file>

<file path=ppt/media/f76754.txt>
</file>

<file path=ppt/media/f76755.txt>
</file>

<file path=ppt/media/f76756.txt>
</file>

<file path=ppt/media/f76757.txt>
</file>

<file path=ppt/media/f76758.txt>
</file>

<file path=ppt/media/f76759.txt>
</file>

<file path=ppt/media/f76760.txt>
</file>

<file path=ppt/media/f76761.txt>
</file>

<file path=ppt/media/f76762.txt>
</file>

<file path=ppt/media/f76763.txt>
</file>

<file path=ppt/media/f76764.txt>
</file>

<file path=ppt/media/f76765.txt>
</file>

<file path=ppt/media/f76766.txt>
</file>

<file path=ppt/media/f76767.txt>
</file>

<file path=ppt/media/f76768.txt>
</file>

<file path=ppt/media/f76769.txt>
</file>

<file path=ppt/media/f76770.txt>
</file>

<file path=ppt/media/f76771.txt>
</file>

<file path=ppt/media/f76772.txt>
</file>

<file path=ppt/media/f76773.txt>
</file>

<file path=ppt/media/f76774.txt>
</file>

<file path=ppt/media/f76775.txt>
</file>

<file path=ppt/media/f76776.txt>
</file>

<file path=ppt/media/f76777.txt>
</file>

<file path=ppt/media/f76778.txt>
</file>

<file path=ppt/media/f76779.txt>
</file>

<file path=ppt/media/f76780.txt>
</file>

<file path=ppt/media/f76781.txt>
</file>

<file path=ppt/media/f76782.txt>
</file>

<file path=ppt/media/f76783.txt>
</file>

<file path=ppt/media/f76784.txt>
</file>

<file path=ppt/media/f76785.txt>
</file>

<file path=ppt/media/f76786.txt>
</file>

<file path=ppt/media/f76787.txt>
</file>

<file path=ppt/media/f76788.txt>
</file>

<file path=ppt/media/f76789.txt>
</file>

<file path=ppt/media/f76790.txt>
</file>

<file path=ppt/media/f76791.txt>
</file>

<file path=ppt/media/f76792.txt>
</file>

<file path=ppt/media/f76793.txt>
</file>

<file path=ppt/media/f76794.txt>
</file>

<file path=ppt/media/f76795.txt>
</file>

<file path=ppt/media/f76796.txt>
</file>

<file path=ppt/media/f76797.txt>
</file>

<file path=ppt/media/f76798.txt>
</file>

<file path=ppt/media/f76799.txt>
</file>

<file path=ppt/media/f76800.txt>
</file>

<file path=ppt/media/f76801.txt>
</file>

<file path=ppt/media/f76802.txt>
</file>

<file path=ppt/media/f76803.txt>
</file>

<file path=ppt/media/f76804.txt>
</file>

<file path=ppt/media/f76805.txt>
</file>

<file path=ppt/media/f76806.txt>
</file>

<file path=ppt/media/f76807.txt>
</file>

<file path=ppt/media/f76808.txt>
</file>

<file path=ppt/media/f76809.txt>
</file>

<file path=ppt/media/f76810.txt>
</file>

<file path=ppt/media/f76811.txt>
</file>

<file path=ppt/media/f76812.txt>
</file>

<file path=ppt/media/f76813.txt>
</file>

<file path=ppt/media/f76814.txt>
</file>

<file path=ppt/media/f76815.txt>
</file>

<file path=ppt/media/f76816.txt>
</file>

<file path=ppt/media/f76817.txt>
</file>

<file path=ppt/media/f76818.txt>
</file>

<file path=ppt/media/f76819.txt>
</file>

<file path=ppt/media/f76820.txt>
</file>

<file path=ppt/media/f76821.txt>
</file>

<file path=ppt/media/f76822.txt>
</file>

<file path=ppt/media/f76823.txt>
</file>

<file path=ppt/media/f76824.txt>
</file>

<file path=ppt/media/f76825.txt>
</file>

<file path=ppt/media/f76826.txt>
</file>

<file path=ppt/media/f76827.txt>
</file>

<file path=ppt/media/f76828.txt>
</file>

<file path=ppt/media/f76829.txt>
</file>

<file path=ppt/media/f76830.txt>
</file>

<file path=ppt/media/f76831.txt>
</file>

<file path=ppt/media/f76832.txt>
</file>

<file path=ppt/media/f76833.txt>
</file>

<file path=ppt/media/f76834.txt>
</file>

<file path=ppt/media/f76835.txt>
</file>

<file path=ppt/media/f76836.txt>
</file>

<file path=ppt/media/f76837.txt>
</file>

<file path=ppt/media/f76838.txt>
</file>

<file path=ppt/media/f76839.txt>
</file>

<file path=ppt/media/f76840.txt>
</file>

<file path=ppt/media/f76841.txt>
</file>

<file path=ppt/media/f76842.txt>
</file>

<file path=ppt/media/f76843.txt>
</file>

<file path=ppt/media/f76844.txt>
</file>

<file path=ppt/media/f76845.txt>
</file>

<file path=ppt/media/f76846.txt>
</file>

<file path=ppt/media/f76847.txt>
</file>

<file path=ppt/media/f76848.txt>
</file>

<file path=ppt/media/f76849.txt>
</file>

<file path=ppt/media/f76850.txt>
</file>

<file path=ppt/media/f76851.txt>
</file>

<file path=ppt/media/f76852.txt>
</file>

<file path=ppt/media/f76853.txt>
</file>

<file path=ppt/media/f76854.txt>
</file>

<file path=ppt/media/f76855.txt>
</file>

<file path=ppt/media/f76856.txt>
</file>

<file path=ppt/media/f76857.txt>
</file>

<file path=ppt/media/f76858.txt>
</file>

<file path=ppt/media/f76859.txt>
</file>

<file path=ppt/media/f76860.txt>
</file>

<file path=ppt/media/f76861.txt>
</file>

<file path=ppt/media/f76862.txt>
</file>

<file path=ppt/media/f76863.txt>
</file>

<file path=ppt/media/f76864.txt>
</file>

<file path=ppt/media/f76865.txt>
</file>

<file path=ppt/media/f76866.txt>
</file>

<file path=ppt/media/f76867.txt>
</file>

<file path=ppt/media/f76868.txt>
</file>

<file path=ppt/media/f76869.txt>
</file>

<file path=ppt/media/f76870.txt>
</file>

<file path=ppt/media/f76871.txt>
</file>

<file path=ppt/media/f76872.txt>
</file>

<file path=ppt/media/f76873.txt>
</file>

<file path=ppt/media/f76874.txt>
</file>

<file path=ppt/media/f76875.txt>
</file>

<file path=ppt/media/f76876.txt>
</file>

<file path=ppt/media/f76877.txt>
</file>

<file path=ppt/media/f76878.txt>
</file>

<file path=ppt/media/f76879.txt>
</file>

<file path=ppt/media/f76880.txt>
</file>

<file path=ppt/media/f76881.txt>
</file>

<file path=ppt/media/f76882.txt>
</file>

<file path=ppt/media/f76883.txt>
</file>

<file path=ppt/media/f76884.txt>
</file>

<file path=ppt/media/f76885.txt>
</file>

<file path=ppt/media/f76886.txt>
</file>

<file path=ppt/media/f76887.txt>
</file>

<file path=ppt/media/f76888.txt>
</file>

<file path=ppt/media/f76889.txt>
</file>

<file path=ppt/media/f76890.txt>
</file>

<file path=ppt/media/f76891.txt>
</file>

<file path=ppt/media/f76892.txt>
</file>

<file path=ppt/media/f76893.txt>
</file>

<file path=ppt/media/f76894.txt>
</file>

<file path=ppt/media/f76895.txt>
</file>

<file path=ppt/media/f76896.txt>
</file>

<file path=ppt/media/f76897.txt>
</file>

<file path=ppt/media/f76898.txt>
</file>

<file path=ppt/media/f76899.txt>
</file>

<file path=ppt/media/f76900.txt>
</file>

<file path=ppt/media/f76901.txt>
</file>

<file path=ppt/media/f76902.txt>
</file>

<file path=ppt/media/f76903.txt>
</file>

<file path=ppt/media/f76904.txt>
</file>

<file path=ppt/media/f76905.txt>
</file>

<file path=ppt/media/f76906.txt>
</file>

<file path=ppt/media/f76907.txt>
</file>

<file path=ppt/media/f76908.txt>
</file>

<file path=ppt/media/f76909.txt>
</file>

<file path=ppt/media/f76910.txt>
</file>

<file path=ppt/media/f76911.txt>
</file>

<file path=ppt/media/f76912.txt>
</file>

<file path=ppt/media/f76913.txt>
</file>

<file path=ppt/media/f76914.txt>
</file>

<file path=ppt/media/f76915.txt>
</file>

<file path=ppt/media/f76916.txt>
</file>

<file path=ppt/media/f76917.txt>
</file>

<file path=ppt/media/f76918.txt>
</file>

<file path=ppt/media/f76919.txt>
</file>

<file path=ppt/media/f76920.txt>
</file>

<file path=ppt/media/f76921.txt>
</file>

<file path=ppt/media/f76922.txt>
</file>

<file path=ppt/media/f76923.txt>
</file>

<file path=ppt/media/f76924.txt>
</file>

<file path=ppt/media/f76925.txt>
</file>

<file path=ppt/media/f76926.txt>
</file>

<file path=ppt/media/f76927.txt>
</file>

<file path=ppt/media/f76928.txt>
</file>

<file path=ppt/media/f76929.txt>
</file>

<file path=ppt/media/f76930.txt>
</file>

<file path=ppt/media/f76931.txt>
</file>

<file path=ppt/media/f76932.txt>
</file>

<file path=ppt/media/f76933.txt>
</file>

<file path=ppt/media/f76934.txt>
</file>

<file path=ppt/media/f76935.txt>
</file>

<file path=ppt/media/f76936.txt>
</file>

<file path=ppt/media/f76937.txt>
</file>

<file path=ppt/media/f76938.txt>
</file>

<file path=ppt/media/f76939.txt>
</file>

<file path=ppt/media/f76940.txt>
</file>

<file path=ppt/media/f76941.txt>
</file>

<file path=ppt/media/f76942.txt>
</file>

<file path=ppt/media/f76943.txt>
</file>

<file path=ppt/media/f76944.txt>
</file>

<file path=ppt/media/f76945.txt>
</file>

<file path=ppt/media/f76946.txt>
</file>

<file path=ppt/media/f76947.txt>
</file>

<file path=ppt/media/f76948.txt>
</file>

<file path=ppt/media/f76949.txt>
</file>

<file path=ppt/media/f76950.txt>
</file>

<file path=ppt/media/f76951.txt>
</file>

<file path=ppt/media/f76952.txt>
</file>

<file path=ppt/media/f76953.txt>
</file>

<file path=ppt/media/f76954.txt>
</file>

<file path=ppt/media/f76955.txt>
</file>

<file path=ppt/media/f76956.txt>
</file>

<file path=ppt/media/f76957.txt>
</file>

<file path=ppt/media/f76958.txt>
</file>

<file path=ppt/media/f76959.txt>
</file>

<file path=ppt/media/f76960.txt>
</file>

<file path=ppt/media/f76961.txt>
</file>

<file path=ppt/media/f76962.txt>
</file>

<file path=ppt/media/f76963.txt>
</file>

<file path=ppt/media/f76964.txt>
</file>

<file path=ppt/media/f76965.txt>
</file>

<file path=ppt/media/f76966.txt>
</file>

<file path=ppt/media/f76967.txt>
</file>

<file path=ppt/media/f76968.txt>
</file>

<file path=ppt/media/f76969.txt>
</file>

<file path=ppt/media/f76970.txt>
</file>

<file path=ppt/media/f76971.txt>
</file>

<file path=ppt/media/f76972.txt>
</file>

<file path=ppt/media/f76973.txt>
</file>

<file path=ppt/media/f76974.txt>
</file>

<file path=ppt/media/f76975.txt>
</file>

<file path=ppt/media/f76976.txt>
</file>

<file path=ppt/media/f76977.txt>
</file>

<file path=ppt/media/f76978.txt>
</file>

<file path=ppt/media/f76979.txt>
</file>

<file path=ppt/media/f76980.txt>
</file>

<file path=ppt/media/f76981.txt>
</file>

<file path=ppt/media/f76982.txt>
</file>

<file path=ppt/media/f76983.txt>
</file>

<file path=ppt/media/f76984.txt>
</file>

<file path=ppt/media/f76985.txt>
</file>

<file path=ppt/media/f76986.txt>
</file>

<file path=ppt/media/f76987.txt>
</file>

<file path=ppt/media/f76988.txt>
</file>

<file path=ppt/media/f76989.txt>
</file>

<file path=ppt/media/f76990.txt>
</file>

<file path=ppt/media/f76991.txt>
</file>

<file path=ppt/media/f76992.txt>
</file>

<file path=ppt/media/f76993.txt>
</file>

<file path=ppt/media/f76994.txt>
</file>

<file path=ppt/media/f76995.txt>
</file>

<file path=ppt/media/f76996.txt>
</file>

<file path=ppt/media/f76997.txt>
</file>

<file path=ppt/media/f76998.txt>
</file>

<file path=ppt/media/f76999.txt>
</file>

<file path=ppt/media/f77000.txt>
</file>

<file path=ppt/media/f77001.txt>
</file>

<file path=ppt/media/f77002.txt>
</file>

<file path=ppt/media/f77003.txt>
</file>

<file path=ppt/media/f77004.txt>
</file>

<file path=ppt/media/f77005.txt>
</file>

<file path=ppt/media/f77006.txt>
</file>

<file path=ppt/media/f77007.txt>
</file>

<file path=ppt/media/f77008.txt>
</file>

<file path=ppt/media/f77009.txt>
</file>

<file path=ppt/media/f77010.txt>
</file>

<file path=ppt/media/f77011.txt>
</file>

<file path=ppt/media/f77012.txt>
</file>

<file path=ppt/media/f77013.txt>
</file>

<file path=ppt/media/f77014.txt>
</file>

<file path=ppt/media/f77015.txt>
</file>

<file path=ppt/media/f77016.txt>
</file>

<file path=ppt/media/f77017.txt>
</file>

<file path=ppt/media/f77018.txt>
</file>

<file path=ppt/media/f77019.txt>
</file>

<file path=ppt/media/f77020.txt>
</file>

<file path=ppt/media/f77021.txt>
</file>

<file path=ppt/media/f77022.txt>
</file>

<file path=ppt/media/f77023.txt>
</file>

<file path=ppt/media/f77024.txt>
</file>

<file path=ppt/media/f77025.txt>
</file>

<file path=ppt/media/f77026.txt>
</file>

<file path=ppt/media/f77027.txt>
</file>

<file path=ppt/media/f77028.txt>
</file>

<file path=ppt/media/f77029.txt>
</file>

<file path=ppt/media/f77030.txt>
</file>

<file path=ppt/media/f77031.txt>
</file>

<file path=ppt/media/f77032.txt>
</file>

<file path=ppt/media/f77033.txt>
</file>

<file path=ppt/media/f77034.txt>
</file>

<file path=ppt/media/f77035.txt>
</file>

<file path=ppt/media/f77036.txt>
</file>

<file path=ppt/media/f77037.txt>
</file>

<file path=ppt/media/f77038.txt>
</file>

<file path=ppt/media/f77039.txt>
</file>

<file path=ppt/media/f77040.txt>
</file>

<file path=ppt/media/f77041.txt>
</file>

<file path=ppt/media/f77042.txt>
</file>

<file path=ppt/media/f77043.txt>
</file>

<file path=ppt/media/f77044.txt>
</file>

<file path=ppt/media/f77045.txt>
</file>

<file path=ppt/media/f77046.txt>
</file>

<file path=ppt/media/f77047.txt>
</file>

<file path=ppt/media/f77048.txt>
</file>

<file path=ppt/media/f77049.txt>
</file>

<file path=ppt/media/f77050.txt>
</file>

<file path=ppt/media/f77051.txt>
</file>

<file path=ppt/media/f77052.txt>
</file>

<file path=ppt/media/f77053.txt>
</file>

<file path=ppt/media/f77054.txt>
</file>

<file path=ppt/media/f77055.txt>
</file>

<file path=ppt/media/f77056.txt>
</file>

<file path=ppt/media/f77057.txt>
</file>

<file path=ppt/media/f77058.txt>
</file>

<file path=ppt/media/f77059.txt>
</file>

<file path=ppt/media/f77060.txt>
</file>

<file path=ppt/media/f77061.txt>
</file>

<file path=ppt/media/f77062.txt>
</file>

<file path=ppt/media/f77063.txt>
</file>

<file path=ppt/media/f77064.txt>
</file>

<file path=ppt/media/f77065.txt>
</file>

<file path=ppt/media/f77066.txt>
</file>

<file path=ppt/media/f77067.txt>
</file>

<file path=ppt/media/f77068.txt>
</file>

<file path=ppt/media/f77069.txt>
</file>

<file path=ppt/media/f77070.txt>
</file>

<file path=ppt/media/f77071.txt>
</file>

<file path=ppt/media/f77072.txt>
</file>

<file path=ppt/media/f77073.txt>
</file>

<file path=ppt/media/f77074.txt>
</file>

<file path=ppt/media/f77075.txt>
</file>

<file path=ppt/media/f77076.txt>
</file>

<file path=ppt/media/f77077.txt>
</file>

<file path=ppt/media/f77078.txt>
</file>

<file path=ppt/media/f77079.txt>
</file>

<file path=ppt/media/f77080.txt>
</file>

<file path=ppt/media/f77081.txt>
</file>

<file path=ppt/media/f77082.txt>
</file>

<file path=ppt/media/f77083.txt>
</file>

<file path=ppt/media/f77084.txt>
</file>

<file path=ppt/media/f77085.txt>
</file>

<file path=ppt/media/f77086.txt>
</file>

<file path=ppt/media/f77087.txt>
</file>

<file path=ppt/media/f77088.txt>
</file>

<file path=ppt/media/f77089.txt>
</file>

<file path=ppt/media/f77090.txt>
</file>

<file path=ppt/media/f77091.txt>
</file>

<file path=ppt/media/f77092.txt>
</file>

<file path=ppt/media/f77093.txt>
</file>

<file path=ppt/media/f77094.txt>
</file>

<file path=ppt/media/f77095.txt>
</file>

<file path=ppt/media/f77096.txt>
</file>

<file path=ppt/media/f77097.txt>
</file>

<file path=ppt/media/f77098.txt>
</file>

<file path=ppt/media/f77099.txt>
</file>

<file path=ppt/media/f77100.txt>
</file>

<file path=ppt/media/f77101.txt>
</file>

<file path=ppt/media/f77102.txt>
</file>

<file path=ppt/media/f77103.txt>
</file>

<file path=ppt/media/f77104.txt>
</file>

<file path=ppt/media/f77105.txt>
</file>

<file path=ppt/media/f77106.txt>
</file>

<file path=ppt/media/f77107.txt>
</file>

<file path=ppt/media/f77108.txt>
</file>

<file path=ppt/media/f77109.txt>
</file>

<file path=ppt/media/f77110.txt>
</file>

<file path=ppt/media/f77111.txt>
</file>

<file path=ppt/media/f77112.txt>
</file>

<file path=ppt/media/f77113.txt>
</file>

<file path=ppt/media/f77114.txt>
</file>

<file path=ppt/media/f77115.txt>
</file>

<file path=ppt/media/f77116.txt>
</file>

<file path=ppt/media/f77117.txt>
</file>

<file path=ppt/media/f77118.txt>
</file>

<file path=ppt/media/f77119.txt>
</file>

<file path=ppt/media/f77120.txt>
</file>

<file path=ppt/media/f77121.txt>
</file>

<file path=ppt/media/f77122.txt>
</file>

<file path=ppt/media/f77123.txt>
</file>

<file path=ppt/media/f77124.txt>
</file>

<file path=ppt/media/f77125.txt>
</file>

<file path=ppt/media/f77126.txt>
</file>

<file path=ppt/media/f77127.txt>
</file>

<file path=ppt/media/f77128.txt>
</file>

<file path=ppt/media/f77129.txt>
</file>

<file path=ppt/media/f77130.txt>
</file>

<file path=ppt/media/f77131.txt>
</file>

<file path=ppt/media/f77132.txt>
</file>

<file path=ppt/media/f77133.txt>
</file>

<file path=ppt/media/f77134.txt>
</file>

<file path=ppt/media/f77135.txt>
</file>

<file path=ppt/media/f77136.txt>
</file>

<file path=ppt/media/f77137.txt>
</file>

<file path=ppt/media/f77138.txt>
</file>

<file path=ppt/media/f77139.txt>
</file>

<file path=ppt/media/f77140.txt>
</file>

<file path=ppt/media/f77141.txt>
</file>

<file path=ppt/media/f77142.txt>
</file>

<file path=ppt/media/f77143.txt>
</file>

<file path=ppt/media/f77144.txt>
</file>

<file path=ppt/media/f77145.txt>
</file>

<file path=ppt/media/f77146.txt>
</file>

<file path=ppt/media/f77147.txt>
</file>

<file path=ppt/media/f77148.txt>
</file>

<file path=ppt/media/f77149.txt>
</file>

<file path=ppt/media/f77150.txt>
</file>

<file path=ppt/media/f77151.txt>
</file>

<file path=ppt/media/f77152.txt>
</file>

<file path=ppt/media/f77153.txt>
</file>

<file path=ppt/media/f77154.txt>
</file>

<file path=ppt/media/f77155.txt>
</file>

<file path=ppt/media/f77156.txt>
</file>

<file path=ppt/media/f77157.txt>
</file>

<file path=ppt/media/f77158.txt>
</file>

<file path=ppt/media/f77159.txt>
</file>

<file path=ppt/media/f77160.txt>
</file>

<file path=ppt/media/f77161.txt>
</file>

<file path=ppt/media/f77162.txt>
</file>

<file path=ppt/media/f77163.txt>
</file>

<file path=ppt/media/f77164.txt>
</file>

<file path=ppt/media/f77165.txt>
</file>

<file path=ppt/media/f77166.txt>
</file>

<file path=ppt/media/f77167.txt>
</file>

<file path=ppt/media/f77168.txt>
</file>

<file path=ppt/media/f77169.txt>
</file>

<file path=ppt/media/f77170.txt>
</file>

<file path=ppt/media/f77171.txt>
</file>

<file path=ppt/media/f77172.txt>
</file>

<file path=ppt/media/f77173.txt>
</file>

<file path=ppt/media/f77174.txt>
</file>

<file path=ppt/media/f77175.txt>
</file>

<file path=ppt/media/f77176.txt>
</file>

<file path=ppt/media/f77177.txt>
</file>

<file path=ppt/media/f77178.txt>
</file>

<file path=ppt/media/f77179.txt>
</file>

<file path=ppt/media/f77180.txt>
</file>

<file path=ppt/media/f77181.txt>
</file>

<file path=ppt/media/f77182.txt>
</file>

<file path=ppt/media/f77183.txt>
</file>

<file path=ppt/media/f77184.txt>
</file>

<file path=ppt/media/f77185.txt>
</file>

<file path=ppt/media/f77186.txt>
</file>

<file path=ppt/media/f77187.txt>
</file>

<file path=ppt/media/f77188.txt>
</file>

<file path=ppt/media/f77189.txt>
</file>

<file path=ppt/media/f77190.txt>
</file>

<file path=ppt/media/f77191.txt>
</file>

<file path=ppt/media/f77192.txt>
</file>

<file path=ppt/media/f77193.txt>
</file>

<file path=ppt/media/f77194.txt>
</file>

<file path=ppt/media/f77195.txt>
</file>

<file path=ppt/media/f77196.txt>
</file>

<file path=ppt/media/f77197.txt>
</file>

<file path=ppt/media/f77198.txt>
</file>

<file path=ppt/media/f77199.txt>
</file>

<file path=ppt/media/f77200.txt>
</file>

<file path=ppt/media/f77201.txt>
</file>

<file path=ppt/media/f77202.txt>
</file>

<file path=ppt/media/f77203.txt>
</file>

<file path=ppt/media/f77204.txt>
</file>

<file path=ppt/media/f77205.txt>
</file>

<file path=ppt/media/f77206.txt>
</file>

<file path=ppt/media/f77207.txt>
</file>

<file path=ppt/media/f77208.txt>
</file>

<file path=ppt/media/f77209.txt>
</file>

<file path=ppt/media/f77210.txt>
</file>

<file path=ppt/media/f77211.txt>
</file>

<file path=ppt/media/f77212.txt>
</file>

<file path=ppt/media/f77213.txt>
</file>

<file path=ppt/media/f77214.txt>
</file>

<file path=ppt/media/f77215.txt>
</file>

<file path=ppt/media/f77216.txt>
</file>

<file path=ppt/media/f77217.txt>
</file>

<file path=ppt/media/f77218.txt>
</file>

<file path=ppt/media/f77219.txt>
</file>

<file path=ppt/media/f77220.txt>
</file>

<file path=ppt/media/f77221.txt>
</file>

<file path=ppt/media/f77222.txt>
</file>

<file path=ppt/media/f77223.txt>
</file>

<file path=ppt/media/f77224.txt>
</file>

<file path=ppt/media/f77225.txt>
</file>

<file path=ppt/media/f77226.txt>
</file>

<file path=ppt/media/f77227.txt>
</file>

<file path=ppt/media/f77228.txt>
</file>

<file path=ppt/media/f77229.txt>
</file>

<file path=ppt/media/f77230.txt>
</file>

<file path=ppt/media/f77231.txt>
</file>

<file path=ppt/media/f77232.txt>
</file>

<file path=ppt/media/f77233.txt>
</file>

<file path=ppt/media/f77234.txt>
</file>

<file path=ppt/media/f77235.txt>
</file>

<file path=ppt/media/f77236.txt>
</file>

<file path=ppt/media/f77237.txt>
</file>

<file path=ppt/media/f77238.txt>
</file>

<file path=ppt/media/f77239.txt>
</file>

<file path=ppt/media/f77240.txt>
</file>

<file path=ppt/media/f77241.txt>
</file>

<file path=ppt/media/f77242.txt>
</file>

<file path=ppt/media/f77243.txt>
</file>

<file path=ppt/media/f77244.txt>
</file>

<file path=ppt/media/f77245.txt>
</file>

<file path=ppt/media/f77246.txt>
</file>

<file path=ppt/media/f77247.txt>
</file>

<file path=ppt/media/f77248.txt>
</file>

<file path=ppt/media/f77249.txt>
</file>

<file path=ppt/media/f77250.txt>
</file>

<file path=ppt/media/f77251.txt>
</file>

<file path=ppt/media/f77252.txt>
</file>

<file path=ppt/media/f77253.txt>
</file>

<file path=ppt/media/f77254.txt>
</file>

<file path=ppt/media/f77255.txt>
</file>

<file path=ppt/media/f77256.txt>
</file>

<file path=ppt/media/f77257.txt>
</file>

<file path=ppt/media/f77258.txt>
</file>

<file path=ppt/media/f77259.txt>
</file>

<file path=ppt/media/f77260.txt>
</file>

<file path=ppt/media/f77261.txt>
</file>

<file path=ppt/media/f77262.txt>
</file>

<file path=ppt/media/f77263.txt>
</file>

<file path=ppt/media/f77264.txt>
</file>

<file path=ppt/media/f77265.txt>
</file>

<file path=ppt/media/f77266.txt>
</file>

<file path=ppt/media/f77267.txt>
</file>

<file path=ppt/media/f77268.txt>
</file>

<file path=ppt/media/f77269.txt>
</file>

<file path=ppt/media/f77270.txt>
</file>

<file path=ppt/media/f77271.txt>
</file>

<file path=ppt/media/f77272.txt>
</file>

<file path=ppt/media/f77273.txt>
</file>

<file path=ppt/media/f77274.txt>
</file>

<file path=ppt/media/f77275.txt>
</file>

<file path=ppt/media/f77276.txt>
</file>

<file path=ppt/media/f77277.txt>
</file>

<file path=ppt/media/f77278.txt>
</file>

<file path=ppt/media/f77279.txt>
</file>

<file path=ppt/media/f77280.txt>
</file>

<file path=ppt/media/f77281.txt>
</file>

<file path=ppt/media/f77282.txt>
</file>

<file path=ppt/media/f77283.txt>
</file>

<file path=ppt/media/f77284.txt>
</file>

<file path=ppt/media/f77285.txt>
</file>

<file path=ppt/media/f77286.txt>
</file>

<file path=ppt/media/f77287.txt>
</file>

<file path=ppt/media/f77288.txt>
</file>

<file path=ppt/media/f77289.txt>
</file>

<file path=ppt/media/f77290.txt>
</file>

<file path=ppt/media/f77291.txt>
</file>

<file path=ppt/media/f77292.txt>
</file>

<file path=ppt/media/f77293.txt>
</file>

<file path=ppt/media/f77294.txt>
</file>

<file path=ppt/media/f77295.txt>
</file>

<file path=ppt/media/f77296.txt>
</file>

<file path=ppt/media/f77297.txt>
</file>

<file path=ppt/media/f77298.txt>
</file>

<file path=ppt/media/f77299.txt>
</file>

<file path=ppt/media/f77300.txt>
</file>

<file path=ppt/media/f77301.txt>
</file>

<file path=ppt/media/f77302.txt>
</file>

<file path=ppt/media/f77303.txt>
</file>

<file path=ppt/media/f77304.txt>
</file>

<file path=ppt/media/f77305.txt>
</file>

<file path=ppt/media/f77306.txt>
</file>

<file path=ppt/media/f77307.txt>
</file>

<file path=ppt/media/f77308.txt>
</file>

<file path=ppt/media/f77309.txt>
</file>

<file path=ppt/media/f77310.txt>
</file>

<file path=ppt/media/f77311.txt>
</file>

<file path=ppt/media/f77312.txt>
</file>

<file path=ppt/media/f77313.txt>
</file>

<file path=ppt/media/f77314.txt>
</file>

<file path=ppt/media/f77315.txt>
</file>

<file path=ppt/media/f77316.txt>
</file>

<file path=ppt/media/f77317.txt>
</file>

<file path=ppt/media/f77318.txt>
</file>

<file path=ppt/media/f77319.txt>
</file>

<file path=ppt/media/f77320.txt>
</file>

<file path=ppt/media/f77321.txt>
</file>

<file path=ppt/media/f77322.txt>
</file>

<file path=ppt/media/f77323.txt>
</file>

<file path=ppt/media/f77324.txt>
</file>

<file path=ppt/media/f77325.txt>
</file>

<file path=ppt/media/f77326.txt>
</file>

<file path=ppt/media/f77327.txt>
</file>

<file path=ppt/media/f77328.txt>
</file>

<file path=ppt/media/f77329.txt>
</file>

<file path=ppt/media/f77330.txt>
</file>

<file path=ppt/media/f77331.txt>
</file>

<file path=ppt/media/f77332.txt>
</file>

<file path=ppt/media/f77333.txt>
</file>

<file path=ppt/media/f77334.txt>
</file>

<file path=ppt/media/f77335.txt>
</file>

<file path=ppt/media/f77336.txt>
</file>

<file path=ppt/media/f77337.txt>
</file>

<file path=ppt/media/f77338.txt>
</file>

<file path=ppt/media/f77339.txt>
</file>

<file path=ppt/media/f77340.txt>
</file>

<file path=ppt/media/f77341.txt>
</file>

<file path=ppt/media/f77342.txt>
</file>

<file path=ppt/media/f77343.txt>
</file>

<file path=ppt/media/f77344.txt>
</file>

<file path=ppt/media/f77345.txt>
</file>

<file path=ppt/media/f77346.txt>
</file>

<file path=ppt/media/f77347.txt>
</file>

<file path=ppt/media/f77348.txt>
</file>

<file path=ppt/media/f77349.txt>
</file>

<file path=ppt/media/f77350.txt>
</file>

<file path=ppt/media/f77351.txt>
</file>

<file path=ppt/media/f77352.txt>
</file>

<file path=ppt/media/f77353.txt>
</file>

<file path=ppt/media/f77354.txt>
</file>

<file path=ppt/media/f77355.txt>
</file>

<file path=ppt/media/f77356.txt>
</file>

<file path=ppt/media/f77357.txt>
</file>

<file path=ppt/media/f77358.txt>
</file>

<file path=ppt/media/f77359.txt>
</file>

<file path=ppt/media/f77360.txt>
</file>

<file path=ppt/media/f77361.txt>
</file>

<file path=ppt/media/f77362.txt>
</file>

<file path=ppt/media/f77363.txt>
</file>

<file path=ppt/media/f77364.txt>
</file>

<file path=ppt/media/f77365.txt>
</file>

<file path=ppt/media/f77366.txt>
</file>

<file path=ppt/media/f77367.txt>
</file>

<file path=ppt/media/f77368.txt>
</file>

<file path=ppt/media/f77369.txt>
</file>

<file path=ppt/media/f77370.txt>
</file>

<file path=ppt/media/f77371.txt>
</file>

<file path=ppt/media/f77372.txt>
</file>

<file path=ppt/media/f77373.txt>
</file>

<file path=ppt/media/f77374.txt>
</file>

<file path=ppt/media/f77375.txt>
</file>

<file path=ppt/media/f77376.txt>
</file>

<file path=ppt/media/f77377.txt>
</file>

<file path=ppt/media/f77378.txt>
</file>

<file path=ppt/media/f77379.txt>
</file>

<file path=ppt/media/f77380.txt>
</file>

<file path=ppt/media/f77381.txt>
</file>

<file path=ppt/media/f77382.txt>
</file>

<file path=ppt/media/f77383.txt>
</file>

<file path=ppt/media/f77384.txt>
</file>

<file path=ppt/media/f77385.txt>
</file>

<file path=ppt/media/f77386.txt>
</file>

<file path=ppt/media/f77387.txt>
</file>

<file path=ppt/media/f77388.txt>
</file>

<file path=ppt/media/f77389.txt>
</file>

<file path=ppt/media/f77390.txt>
</file>

<file path=ppt/media/f77391.txt>
</file>

<file path=ppt/media/f77392.txt>
</file>

<file path=ppt/media/f77393.txt>
</file>

<file path=ppt/media/f77394.txt>
</file>

<file path=ppt/media/f77395.txt>
</file>

<file path=ppt/media/f77396.txt>
</file>

<file path=ppt/media/f77397.txt>
</file>

<file path=ppt/media/f77398.txt>
</file>

<file path=ppt/media/f77399.txt>
</file>

<file path=ppt/media/f77400.txt>
</file>

<file path=ppt/media/f77401.txt>
</file>

<file path=ppt/media/f77402.txt>
</file>

<file path=ppt/media/f77403.txt>
</file>

<file path=ppt/media/f77404.txt>
</file>

<file path=ppt/media/f77405.txt>
</file>

<file path=ppt/media/f77406.txt>
</file>

<file path=ppt/media/f77407.txt>
</file>

<file path=ppt/media/f77408.txt>
</file>

<file path=ppt/media/f77409.txt>
</file>

<file path=ppt/media/f77410.txt>
</file>

<file path=ppt/media/f77411.txt>
</file>

<file path=ppt/media/f77412.txt>
</file>

<file path=ppt/media/f77413.txt>
</file>

<file path=ppt/media/f77414.txt>
</file>

<file path=ppt/media/f77415.txt>
</file>

<file path=ppt/media/f77416.txt>
</file>

<file path=ppt/media/f77417.txt>
</file>

<file path=ppt/media/f77418.txt>
</file>

<file path=ppt/media/f77419.txt>
</file>

<file path=ppt/media/f77420.txt>
</file>

<file path=ppt/media/f77421.txt>
</file>

<file path=ppt/media/f77422.txt>
</file>

<file path=ppt/media/f77423.txt>
</file>

<file path=ppt/media/f77424.txt>
</file>

<file path=ppt/media/f77425.txt>
</file>

<file path=ppt/media/f77426.txt>
</file>

<file path=ppt/media/f77427.txt>
</file>

<file path=ppt/media/f77428.txt>
</file>

<file path=ppt/media/f77429.txt>
</file>

<file path=ppt/media/f77430.txt>
</file>

<file path=ppt/media/f77431.txt>
</file>

<file path=ppt/media/f77432.txt>
</file>

<file path=ppt/media/f77433.txt>
</file>

<file path=ppt/media/f77434.txt>
</file>

<file path=ppt/media/f77435.txt>
</file>

<file path=ppt/media/f77436.txt>
</file>

<file path=ppt/media/f77437.txt>
</file>

<file path=ppt/media/f77438.txt>
</file>

<file path=ppt/media/f77439.txt>
</file>

<file path=ppt/media/f77440.txt>
</file>

<file path=ppt/media/f77441.txt>
</file>

<file path=ppt/media/f77442.txt>
</file>

<file path=ppt/media/f77443.txt>
</file>

<file path=ppt/media/f77444.txt>
</file>

<file path=ppt/media/f77445.txt>
</file>

<file path=ppt/media/f77446.txt>
</file>

<file path=ppt/media/f77447.txt>
</file>

<file path=ppt/media/f77448.txt>
</file>

<file path=ppt/media/f77449.txt>
</file>

<file path=ppt/media/f77450.txt>
</file>

<file path=ppt/media/f77451.txt>
</file>

<file path=ppt/media/f77452.txt>
</file>

<file path=ppt/media/f77453.txt>
</file>

<file path=ppt/media/f77454.txt>
</file>

<file path=ppt/media/f77455.txt>
</file>

<file path=ppt/media/f77456.txt>
</file>

<file path=ppt/media/f77457.txt>
</file>

<file path=ppt/media/f77458.txt>
</file>

<file path=ppt/media/f77459.txt>
</file>

<file path=ppt/media/f77460.txt>
</file>

<file path=ppt/media/f77461.txt>
</file>

<file path=ppt/media/f77462.txt>
</file>

<file path=ppt/media/f77463.txt>
</file>

<file path=ppt/media/f77464.txt>
</file>

<file path=ppt/media/f77465.txt>
</file>

<file path=ppt/media/f77466.txt>
</file>

<file path=ppt/media/f77467.txt>
</file>

<file path=ppt/media/f77468.txt>
</file>

<file path=ppt/media/f77469.txt>
</file>

<file path=ppt/media/f77470.txt>
</file>

<file path=ppt/media/f77471.txt>
</file>

<file path=ppt/media/f77472.txt>
</file>

<file path=ppt/media/f77473.txt>
</file>

<file path=ppt/media/f77474.txt>
</file>

<file path=ppt/media/f77475.txt>
</file>

<file path=ppt/media/f77476.txt>
</file>

<file path=ppt/media/f77477.txt>
</file>

<file path=ppt/media/f77478.txt>
</file>

<file path=ppt/media/f77479.txt>
</file>

<file path=ppt/media/f77480.txt>
</file>

<file path=ppt/media/f77481.txt>
</file>

<file path=ppt/media/f77482.txt>
</file>

<file path=ppt/media/f77483.txt>
</file>

<file path=ppt/media/f77484.txt>
</file>

<file path=ppt/media/f77485.txt>
</file>

<file path=ppt/media/f77486.txt>
</file>

<file path=ppt/media/f77487.txt>
</file>

<file path=ppt/media/f77488.txt>
</file>

<file path=ppt/media/f77489.txt>
</file>

<file path=ppt/media/f77490.txt>
</file>

<file path=ppt/media/f77491.txt>
</file>

<file path=ppt/media/f77492.txt>
</file>

<file path=ppt/media/f77493.txt>
</file>

<file path=ppt/media/f77494.txt>
</file>

<file path=ppt/media/f77495.txt>
</file>

<file path=ppt/media/f77496.txt>
</file>

<file path=ppt/media/f77497.txt>
</file>

<file path=ppt/media/f77498.txt>
</file>

<file path=ppt/media/f77499.txt>
</file>

<file path=ppt/media/f77500.txt>
</file>

<file path=ppt/media/f77501.txt>
</file>

<file path=ppt/media/f77502.txt>
</file>

<file path=ppt/media/f77503.txt>
</file>

<file path=ppt/media/f77504.txt>
</file>

<file path=ppt/media/f77505.txt>
</file>

<file path=ppt/media/f77506.txt>
</file>

<file path=ppt/media/f77507.txt>
</file>

<file path=ppt/media/f77508.txt>
</file>

<file path=ppt/media/f77509.txt>
</file>

<file path=ppt/media/f77510.txt>
</file>

<file path=ppt/media/f77511.txt>
</file>

<file path=ppt/media/f77512.txt>
</file>

<file path=ppt/media/f77513.txt>
</file>

<file path=ppt/media/f77514.txt>
</file>

<file path=ppt/media/f77515.txt>
</file>

<file path=ppt/media/f77516.txt>
</file>

<file path=ppt/media/f77517.txt>
</file>

<file path=ppt/media/f77518.txt>
</file>

<file path=ppt/media/f77519.txt>
</file>

<file path=ppt/media/f77520.txt>
</file>

<file path=ppt/media/f77521.txt>
</file>

<file path=ppt/media/f77522.txt>
</file>

<file path=ppt/media/f77523.txt>
</file>

<file path=ppt/media/f77524.txt>
</file>

<file path=ppt/media/f77525.txt>
</file>

<file path=ppt/media/f77526.txt>
</file>

<file path=ppt/media/f77527.txt>
</file>

<file path=ppt/media/f77528.txt>
</file>

<file path=ppt/media/f77529.txt>
</file>

<file path=ppt/media/f77530.txt>
</file>

<file path=ppt/media/f77531.txt>
</file>

<file path=ppt/media/f77532.txt>
</file>

<file path=ppt/media/f77533.txt>
</file>

<file path=ppt/media/f77534.txt>
</file>

<file path=ppt/media/f77535.txt>
</file>

<file path=ppt/media/f77536.txt>
</file>

<file path=ppt/media/f77537.txt>
</file>

<file path=ppt/media/f77538.txt>
</file>

<file path=ppt/media/f77539.txt>
</file>

<file path=ppt/media/f77540.txt>
</file>

<file path=ppt/media/f77541.txt>
</file>

<file path=ppt/media/f77542.txt>
</file>

<file path=ppt/media/f77543.txt>
</file>

<file path=ppt/media/f77544.txt>
</file>

<file path=ppt/media/f77545.txt>
</file>

<file path=ppt/media/f77546.txt>
</file>

<file path=ppt/media/f77547.txt>
</file>

<file path=ppt/media/f77548.txt>
</file>

<file path=ppt/media/f77549.txt>
</file>

<file path=ppt/media/f77550.txt>
</file>

<file path=ppt/media/f77551.txt>
</file>

<file path=ppt/media/f77552.txt>
</file>

<file path=ppt/media/f77553.txt>
</file>

<file path=ppt/media/f77554.txt>
</file>

<file path=ppt/media/f77555.txt>
</file>

<file path=ppt/media/f77556.txt>
</file>

<file path=ppt/media/f77557.txt>
</file>

<file path=ppt/media/f77558.txt>
</file>

<file path=ppt/media/f77559.txt>
</file>

<file path=ppt/media/f77560.txt>
</file>

<file path=ppt/media/f77561.txt>
</file>

<file path=ppt/media/f77562.txt>
</file>

<file path=ppt/media/f77563.txt>
</file>

<file path=ppt/media/f77564.txt>
</file>

<file path=ppt/media/f77565.txt>
</file>

<file path=ppt/media/f77566.txt>
</file>

<file path=ppt/media/f77567.txt>
</file>

<file path=ppt/media/f77568.txt>
</file>

<file path=ppt/media/f77569.txt>
</file>

<file path=ppt/media/f77570.txt>
</file>

<file path=ppt/media/f77571.txt>
</file>

<file path=ppt/media/f77572.txt>
</file>

<file path=ppt/media/f77573.txt>
</file>

<file path=ppt/media/f77574.txt>
</file>

<file path=ppt/media/f77575.txt>
</file>

<file path=ppt/media/f77576.txt>
</file>

<file path=ppt/media/f77577.txt>
</file>

<file path=ppt/media/f77578.txt>
</file>

<file path=ppt/media/f77579.txt>
</file>

<file path=ppt/media/f77580.txt>
</file>

<file path=ppt/media/f77581.txt>
</file>

<file path=ppt/media/f77582.txt>
</file>

<file path=ppt/media/f77583.txt>
</file>

<file path=ppt/media/f77584.txt>
</file>

<file path=ppt/media/f77585.txt>
</file>

<file path=ppt/media/f77586.txt>
</file>

<file path=ppt/media/f77587.txt>
</file>

<file path=ppt/media/f77588.txt>
</file>

<file path=ppt/media/f77589.txt>
</file>

<file path=ppt/media/f77590.txt>
</file>

<file path=ppt/media/f77591.txt>
</file>

<file path=ppt/media/f77592.txt>
</file>

<file path=ppt/media/f77593.txt>
</file>

<file path=ppt/media/f77594.txt>
</file>

<file path=ppt/media/f77595.txt>
</file>

<file path=ppt/media/f77596.txt>
</file>

<file path=ppt/media/f77597.txt>
</file>

<file path=ppt/media/f77598.txt>
</file>

<file path=ppt/media/f77599.txt>
</file>

<file path=ppt/media/f77600.txt>
</file>

<file path=ppt/media/f77601.txt>
</file>

<file path=ppt/media/f77602.txt>
</file>

<file path=ppt/media/f77603.txt>
</file>

<file path=ppt/media/f77604.txt>
</file>

<file path=ppt/media/f77605.txt>
</file>

<file path=ppt/media/f77606.txt>
</file>

<file path=ppt/media/f77607.txt>
</file>

<file path=ppt/media/f77608.txt>
</file>

<file path=ppt/media/f77609.txt>
</file>

<file path=ppt/media/f77610.txt>
</file>

<file path=ppt/media/f77611.txt>
</file>

<file path=ppt/media/f77612.txt>
</file>

<file path=ppt/media/f77613.txt>
</file>

<file path=ppt/media/f77614.txt>
</file>

<file path=ppt/media/f77615.txt>
</file>

<file path=ppt/media/f77616.txt>
</file>

<file path=ppt/media/f77617.txt>
</file>

<file path=ppt/media/f77618.txt>
</file>

<file path=ppt/media/f77619.txt>
</file>

<file path=ppt/media/f77620.txt>
</file>

<file path=ppt/media/f77621.txt>
</file>

<file path=ppt/media/f77622.txt>
</file>

<file path=ppt/media/f77623.txt>
</file>

<file path=ppt/media/f77624.txt>
</file>

<file path=ppt/media/f77625.txt>
</file>

<file path=ppt/media/f77626.txt>
</file>

<file path=ppt/media/f77627.txt>
</file>

<file path=ppt/media/f77628.txt>
</file>

<file path=ppt/media/f77629.txt>
</file>

<file path=ppt/media/f77630.txt>
</file>

<file path=ppt/media/f77631.txt>
</file>

<file path=ppt/media/f77632.txt>
</file>

<file path=ppt/media/f77633.txt>
</file>

<file path=ppt/media/f77634.txt>
</file>

<file path=ppt/media/f77635.txt>
</file>

<file path=ppt/media/f77636.txt>
</file>

<file path=ppt/media/f77637.txt>
</file>

<file path=ppt/media/f77638.txt>
</file>

<file path=ppt/media/f77639.txt>
</file>

<file path=ppt/media/f77640.txt>
</file>

<file path=ppt/media/f77641.txt>
</file>

<file path=ppt/media/f77642.txt>
</file>

<file path=ppt/media/f77643.txt>
</file>

<file path=ppt/media/f77644.txt>
</file>

<file path=ppt/media/f77645.txt>
</file>

<file path=ppt/media/f77646.txt>
</file>

<file path=ppt/media/f77647.txt>
</file>

<file path=ppt/media/f77648.txt>
</file>

<file path=ppt/media/f77649.txt>
</file>

<file path=ppt/media/f77650.txt>
</file>

<file path=ppt/media/f77651.txt>
</file>

<file path=ppt/media/f77652.txt>
</file>

<file path=ppt/media/f77653.txt>
</file>

<file path=ppt/media/f77654.txt>
</file>

<file path=ppt/media/f77655.txt>
</file>

<file path=ppt/media/f77656.txt>
</file>

<file path=ppt/media/f77657.txt>
</file>

<file path=ppt/media/f77658.txt>
</file>

<file path=ppt/media/f77659.txt>
</file>

<file path=ppt/media/f77660.txt>
</file>

<file path=ppt/media/f77661.txt>
</file>

<file path=ppt/media/f77662.txt>
</file>

<file path=ppt/media/f77663.txt>
</file>

<file path=ppt/media/f77664.txt>
</file>

<file path=ppt/media/f77665.txt>
</file>

<file path=ppt/media/f77666.txt>
</file>

<file path=ppt/media/f77667.txt>
</file>

<file path=ppt/media/f77668.txt>
</file>

<file path=ppt/media/f77669.txt>
</file>

<file path=ppt/media/f77670.txt>
</file>

<file path=ppt/media/f77671.txt>
</file>

<file path=ppt/media/f77672.txt>
</file>

<file path=ppt/media/f77673.txt>
</file>

<file path=ppt/media/f77674.txt>
</file>

<file path=ppt/media/f77675.txt>
</file>

<file path=ppt/media/f77676.txt>
</file>

<file path=ppt/media/f77677.txt>
</file>

<file path=ppt/media/f77678.txt>
</file>

<file path=ppt/media/f77679.txt>
</file>

<file path=ppt/media/f77680.txt>
</file>

<file path=ppt/media/f77681.txt>
</file>

<file path=ppt/media/f77682.txt>
</file>

<file path=ppt/media/f77683.txt>
</file>

<file path=ppt/media/f77684.txt>
</file>

<file path=ppt/media/f77685.txt>
</file>

<file path=ppt/media/f77686.txt>
</file>

<file path=ppt/media/f77687.txt>
</file>

<file path=ppt/media/f77688.txt>
</file>

<file path=ppt/media/f77689.txt>
</file>

<file path=ppt/media/f77690.txt>
</file>

<file path=ppt/media/f77691.txt>
</file>

<file path=ppt/media/f77692.txt>
</file>

<file path=ppt/media/f77693.txt>
</file>

<file path=ppt/media/f77694.txt>
</file>

<file path=ppt/media/f77695.txt>
</file>

<file path=ppt/media/f77696.txt>
</file>

<file path=ppt/media/f77697.txt>
</file>

<file path=ppt/media/f77698.txt>
</file>

<file path=ppt/media/f77699.txt>
</file>

<file path=ppt/media/f77700.txt>
</file>

<file path=ppt/media/f77701.txt>
</file>

<file path=ppt/media/f77702.txt>
</file>

<file path=ppt/media/f77703.txt>
</file>

<file path=ppt/media/f77704.txt>
</file>

<file path=ppt/media/f77705.txt>
</file>

<file path=ppt/media/f77706.txt>
</file>

<file path=ppt/media/f77707.txt>
</file>

<file path=ppt/media/f77708.txt>
</file>

<file path=ppt/media/f77709.txt>
</file>

<file path=ppt/media/f77710.txt>
</file>

<file path=ppt/media/f77711.txt>
</file>

<file path=ppt/media/f77712.txt>
</file>

<file path=ppt/media/f77713.txt>
</file>

<file path=ppt/media/f77714.txt>
</file>

<file path=ppt/media/f77715.txt>
</file>

<file path=ppt/media/f77716.txt>
</file>

<file path=ppt/media/f77717.txt>
</file>

<file path=ppt/media/f77718.txt>
</file>

<file path=ppt/media/f77719.txt>
</file>

<file path=ppt/media/f77720.txt>
</file>

<file path=ppt/media/f77721.txt>
</file>

<file path=ppt/media/f77722.txt>
</file>

<file path=ppt/media/f77723.txt>
</file>

<file path=ppt/media/f77724.txt>
</file>

<file path=ppt/media/f77725.txt>
</file>

<file path=ppt/media/f77726.txt>
</file>

<file path=ppt/media/f77727.txt>
</file>

<file path=ppt/media/f77728.txt>
</file>

<file path=ppt/media/f77729.txt>
</file>

<file path=ppt/media/f77730.txt>
</file>

<file path=ppt/media/f77731.txt>
</file>

<file path=ppt/media/f77732.txt>
</file>

<file path=ppt/media/f77733.txt>
</file>

<file path=ppt/media/f77734.txt>
</file>

<file path=ppt/media/f77735.txt>
</file>

<file path=ppt/media/f77736.txt>
</file>

<file path=ppt/media/f77737.txt>
</file>

<file path=ppt/media/f77738.txt>
</file>

<file path=ppt/media/f77739.txt>
</file>

<file path=ppt/media/f77740.txt>
</file>

<file path=ppt/media/f77741.txt>
</file>

<file path=ppt/media/f77742.txt>
</file>

<file path=ppt/media/f77743.txt>
</file>

<file path=ppt/media/f77744.txt>
</file>

<file path=ppt/media/f77745.txt>
</file>

<file path=ppt/media/f77746.txt>
</file>

<file path=ppt/media/f77747.txt>
</file>

<file path=ppt/media/f77748.txt>
</file>

<file path=ppt/media/f77749.txt>
</file>

<file path=ppt/media/f77750.txt>
</file>

<file path=ppt/media/f77751.txt>
</file>

<file path=ppt/media/f77752.txt>
</file>

<file path=ppt/media/f77753.txt>
</file>

<file path=ppt/media/f77754.txt>
</file>

<file path=ppt/media/f77755.txt>
</file>

<file path=ppt/media/f77756.txt>
</file>

<file path=ppt/media/f77757.txt>
</file>

<file path=ppt/media/f77758.txt>
</file>

<file path=ppt/media/f77759.txt>
</file>

<file path=ppt/media/f77760.txt>
</file>

<file path=ppt/media/f77761.txt>
</file>

<file path=ppt/media/f77762.txt>
</file>

<file path=ppt/media/f77763.txt>
</file>

<file path=ppt/media/f77764.txt>
</file>

<file path=ppt/media/f77765.txt>
</file>

<file path=ppt/media/f77766.txt>
</file>

<file path=ppt/media/f77767.txt>
</file>

<file path=ppt/media/f77768.txt>
</file>

<file path=ppt/media/f77769.txt>
</file>

<file path=ppt/media/f77770.txt>
</file>

<file path=ppt/media/f77771.txt>
</file>

<file path=ppt/media/f77772.txt>
</file>

<file path=ppt/media/f77773.txt>
</file>

<file path=ppt/media/f77774.txt>
</file>

<file path=ppt/media/f77775.txt>
</file>

<file path=ppt/media/f77776.txt>
</file>

<file path=ppt/media/f77777.txt>
</file>

<file path=ppt/media/f77778.txt>
</file>

<file path=ppt/media/f77779.txt>
</file>

<file path=ppt/media/f77780.txt>
</file>

<file path=ppt/media/f77781.txt>
</file>

<file path=ppt/media/f77782.txt>
</file>

<file path=ppt/media/f77783.txt>
</file>

<file path=ppt/media/f77784.txt>
</file>

<file path=ppt/media/f77785.txt>
</file>

<file path=ppt/media/f77786.txt>
</file>

<file path=ppt/media/f77787.txt>
</file>

<file path=ppt/media/f77788.txt>
</file>

<file path=ppt/media/f77789.txt>
</file>

<file path=ppt/media/f77790.txt>
</file>

<file path=ppt/media/f77791.txt>
</file>

<file path=ppt/media/f77792.txt>
</file>

<file path=ppt/media/f77793.txt>
</file>

<file path=ppt/media/f77794.txt>
</file>

<file path=ppt/media/f77795.txt>
</file>

<file path=ppt/media/f77796.txt>
</file>

<file path=ppt/media/f77797.txt>
</file>

<file path=ppt/media/f77798.txt>
</file>

<file path=ppt/media/f77799.txt>
</file>

<file path=ppt/media/f77800.txt>
</file>

<file path=ppt/media/f77801.txt>
</file>

<file path=ppt/media/f77802.txt>
</file>

<file path=ppt/media/f77803.txt>
</file>

<file path=ppt/media/f77804.txt>
</file>

<file path=ppt/media/f77805.txt>
</file>

<file path=ppt/media/f77806.txt>
</file>

<file path=ppt/media/f77807.txt>
</file>

<file path=ppt/media/f77808.txt>
</file>

<file path=ppt/media/f77809.txt>
</file>

<file path=ppt/media/f77810.txt>
</file>

<file path=ppt/media/f77811.txt>
</file>

<file path=ppt/media/f77812.txt>
</file>

<file path=ppt/media/f77813.txt>
</file>

<file path=ppt/media/f77814.txt>
</file>

<file path=ppt/media/f77815.txt>
</file>

<file path=ppt/media/f77816.txt>
</file>

<file path=ppt/media/f77817.txt>
</file>

<file path=ppt/media/f77818.txt>
</file>

<file path=ppt/media/f77819.txt>
</file>

<file path=ppt/media/f77820.txt>
</file>

<file path=ppt/media/f77821.txt>
</file>

<file path=ppt/media/f77822.txt>
</file>

<file path=ppt/media/f77823.txt>
</file>

<file path=ppt/media/f77824.txt>
</file>

<file path=ppt/media/f77825.txt>
</file>

<file path=ppt/media/f77826.txt>
</file>

<file path=ppt/media/f77827.txt>
</file>

<file path=ppt/media/f77828.txt>
</file>

<file path=ppt/media/f77829.txt>
</file>

<file path=ppt/media/f77830.txt>
</file>

<file path=ppt/media/f77831.txt>
</file>

<file path=ppt/media/f77832.txt>
</file>

<file path=ppt/media/f77833.txt>
</file>

<file path=ppt/media/f77834.txt>
</file>

<file path=ppt/media/f77835.txt>
</file>

<file path=ppt/media/f77836.txt>
</file>

<file path=ppt/media/f77837.txt>
</file>

<file path=ppt/media/f77838.txt>
</file>

<file path=ppt/media/f77839.txt>
</file>

<file path=ppt/media/f77840.txt>
</file>

<file path=ppt/media/f77841.txt>
</file>

<file path=ppt/media/f77842.txt>
</file>

<file path=ppt/media/f77843.txt>
</file>

<file path=ppt/media/f77844.txt>
</file>

<file path=ppt/media/f77845.txt>
</file>

<file path=ppt/media/f77846.txt>
</file>

<file path=ppt/media/f77847.txt>
</file>

<file path=ppt/media/f77848.txt>
</file>

<file path=ppt/media/f77849.txt>
</file>

<file path=ppt/media/f77850.txt>
</file>

<file path=ppt/media/f77851.txt>
</file>

<file path=ppt/media/f77852.txt>
</file>

<file path=ppt/media/f77853.txt>
</file>

<file path=ppt/media/f77854.txt>
</file>

<file path=ppt/media/f77855.txt>
</file>

<file path=ppt/media/f77856.txt>
</file>

<file path=ppt/media/f77857.txt>
</file>

<file path=ppt/media/f77858.txt>
</file>

<file path=ppt/media/f77859.txt>
</file>

<file path=ppt/media/f77860.txt>
</file>

<file path=ppt/media/f77861.txt>
</file>

<file path=ppt/media/f77862.txt>
</file>

<file path=ppt/media/f77863.txt>
</file>

<file path=ppt/media/f77864.txt>
</file>

<file path=ppt/media/f77865.txt>
</file>

<file path=ppt/media/f77866.txt>
</file>

<file path=ppt/media/f77867.txt>
</file>

<file path=ppt/media/f77868.txt>
</file>

<file path=ppt/media/f77869.txt>
</file>

<file path=ppt/media/f77870.txt>
</file>

<file path=ppt/media/f77871.txt>
</file>

<file path=ppt/media/f77872.txt>
</file>

<file path=ppt/media/f77873.txt>
</file>

<file path=ppt/media/f77874.txt>
</file>

<file path=ppt/media/f77875.txt>
</file>

<file path=ppt/media/f77876.txt>
</file>

<file path=ppt/media/f77877.txt>
</file>

<file path=ppt/media/f77878.txt>
</file>

<file path=ppt/media/f77879.txt>
</file>

<file path=ppt/media/f77880.txt>
</file>

<file path=ppt/media/f77881.txt>
</file>

<file path=ppt/media/f77882.txt>
</file>

<file path=ppt/media/f77883.txt>
</file>

<file path=ppt/media/f77884.txt>
</file>

<file path=ppt/media/f77885.txt>
</file>

<file path=ppt/media/f77886.txt>
</file>

<file path=ppt/media/f77887.txt>
</file>

<file path=ppt/media/f77888.txt>
</file>

<file path=ppt/media/f77889.txt>
</file>

<file path=ppt/media/f77890.txt>
</file>

<file path=ppt/media/f77891.txt>
</file>

<file path=ppt/media/f77892.txt>
</file>

<file path=ppt/media/f77893.txt>
</file>

<file path=ppt/media/f77894.txt>
</file>

<file path=ppt/media/f77895.txt>
</file>

<file path=ppt/media/f77896.txt>
</file>

<file path=ppt/media/f77897.txt>
</file>

<file path=ppt/media/f77898.txt>
</file>

<file path=ppt/media/f77899.txt>
</file>

<file path=ppt/media/f77900.txt>
</file>

<file path=ppt/media/f77901.txt>
</file>

<file path=ppt/media/f77902.txt>
</file>

<file path=ppt/media/f77903.txt>
</file>

<file path=ppt/media/f77904.txt>
</file>

<file path=ppt/media/f77905.txt>
</file>

<file path=ppt/media/f77906.txt>
</file>

<file path=ppt/media/f77907.txt>
</file>

<file path=ppt/media/f77908.txt>
</file>

<file path=ppt/media/f77909.txt>
</file>

<file path=ppt/media/f77910.txt>
</file>

<file path=ppt/media/f77911.txt>
</file>

<file path=ppt/media/f77912.txt>
</file>

<file path=ppt/media/f77913.txt>
</file>

<file path=ppt/media/f77914.txt>
</file>

<file path=ppt/media/f77915.txt>
</file>

<file path=ppt/media/f77916.txt>
</file>

<file path=ppt/media/f77917.txt>
</file>

<file path=ppt/media/f77918.txt>
</file>

<file path=ppt/media/f77919.txt>
</file>

<file path=ppt/media/f77920.txt>
</file>

<file path=ppt/media/f77921.txt>
</file>

<file path=ppt/media/f77922.txt>
</file>

<file path=ppt/media/f77923.txt>
</file>

<file path=ppt/media/f77924.txt>
</file>

<file path=ppt/media/f77925.txt>
</file>

<file path=ppt/media/f77926.txt>
</file>

<file path=ppt/media/f77927.txt>
</file>

<file path=ppt/media/f77928.txt>
</file>

<file path=ppt/media/f77929.txt>
</file>

<file path=ppt/media/f77930.txt>
</file>

<file path=ppt/media/f77931.txt>
</file>

<file path=ppt/media/f77932.txt>
</file>

<file path=ppt/media/f77933.txt>
</file>

<file path=ppt/media/f77934.txt>
</file>

<file path=ppt/media/f77935.txt>
</file>

<file path=ppt/media/f77936.txt>
</file>

<file path=ppt/media/f77937.txt>
</file>

<file path=ppt/media/f77938.txt>
</file>

<file path=ppt/media/f77939.txt>
</file>

<file path=ppt/media/f77940.txt>
</file>

<file path=ppt/media/f77941.txt>
</file>

<file path=ppt/media/f77942.txt>
</file>

<file path=ppt/media/f77943.txt>
</file>

<file path=ppt/media/f77944.txt>
</file>

<file path=ppt/media/f77945.txt>
</file>

<file path=ppt/media/f77946.txt>
</file>

<file path=ppt/media/f77947.txt>
</file>

<file path=ppt/media/f77948.txt>
</file>

<file path=ppt/media/f77949.txt>
</file>

<file path=ppt/media/f77950.txt>
</file>

<file path=ppt/media/f77951.txt>
</file>

<file path=ppt/media/f77952.txt>
</file>

<file path=ppt/media/f77953.txt>
</file>

<file path=ppt/media/f77954.txt>
</file>

<file path=ppt/media/f77955.txt>
</file>

<file path=ppt/media/f77956.txt>
</file>

<file path=ppt/media/f77957.txt>
</file>

<file path=ppt/media/f77958.txt>
</file>

<file path=ppt/media/f77959.txt>
</file>

<file path=ppt/media/f77960.txt>
</file>

<file path=ppt/media/f77961.txt>
</file>

<file path=ppt/media/f77962.txt>
</file>

<file path=ppt/media/f77963.txt>
</file>

<file path=ppt/media/f77964.txt>
</file>

<file path=ppt/media/f77965.txt>
</file>

<file path=ppt/media/f77966.txt>
</file>

<file path=ppt/media/f77967.txt>
</file>

<file path=ppt/media/f77968.txt>
</file>

<file path=ppt/media/f77969.txt>
</file>

<file path=ppt/media/f77970.txt>
</file>

<file path=ppt/media/f77971.txt>
</file>

<file path=ppt/media/f77972.txt>
</file>

<file path=ppt/media/f77973.txt>
</file>

<file path=ppt/media/f77974.txt>
</file>

<file path=ppt/media/f77975.txt>
</file>

<file path=ppt/media/f77976.txt>
</file>

<file path=ppt/media/f77977.txt>
</file>

<file path=ppt/media/f77978.txt>
</file>

<file path=ppt/media/f77979.txt>
</file>

<file path=ppt/media/f77980.txt>
</file>

<file path=ppt/media/f77981.txt>
</file>

<file path=ppt/media/f77982.txt>
</file>

<file path=ppt/media/f77983.txt>
</file>

<file path=ppt/media/f77984.txt>
</file>

<file path=ppt/media/f77985.txt>
</file>

<file path=ppt/media/f77986.txt>
</file>

<file path=ppt/media/f77987.txt>
</file>

<file path=ppt/media/f77988.txt>
</file>

<file path=ppt/media/f77989.txt>
</file>

<file path=ppt/media/f77990.txt>
</file>

<file path=ppt/media/f77991.txt>
</file>

<file path=ppt/media/f77992.txt>
</file>

<file path=ppt/media/f77993.txt>
</file>

<file path=ppt/media/f77994.txt>
</file>

<file path=ppt/media/f77995.txt>
</file>

<file path=ppt/media/f77996.txt>
</file>

<file path=ppt/media/f77997.txt>
</file>

<file path=ppt/media/f77998.txt>
</file>

<file path=ppt/media/f77999.txt>
</file>

<file path=ppt/media/f78000.txt>
</file>

<file path=ppt/media/f78001.txt>
</file>

<file path=ppt/media/f78002.txt>
</file>

<file path=ppt/media/f78003.txt>
</file>

<file path=ppt/media/f78004.txt>
</file>

<file path=ppt/media/f78005.txt>
</file>

<file path=ppt/media/f78006.txt>
</file>

<file path=ppt/media/f78007.txt>
</file>

<file path=ppt/media/f78008.txt>
</file>

<file path=ppt/media/f78009.txt>
</file>

<file path=ppt/media/f78010.txt>
</file>

<file path=ppt/media/f78011.txt>
</file>

<file path=ppt/media/f78012.txt>
</file>

<file path=ppt/media/f78013.txt>
</file>

<file path=ppt/media/f78014.txt>
</file>

<file path=ppt/media/f78015.txt>
</file>

<file path=ppt/media/f78016.txt>
</file>

<file path=ppt/media/f78017.txt>
</file>

<file path=ppt/media/f78018.txt>
</file>

<file path=ppt/media/f78019.txt>
</file>

<file path=ppt/media/f78020.txt>
</file>

<file path=ppt/media/f78021.txt>
</file>

<file path=ppt/media/f78022.txt>
</file>

<file path=ppt/media/f78023.txt>
</file>

<file path=ppt/media/f78024.txt>
</file>

<file path=ppt/media/f78025.txt>
</file>

<file path=ppt/media/f78026.txt>
</file>

<file path=ppt/media/f78027.txt>
</file>

<file path=ppt/media/f78028.txt>
</file>

<file path=ppt/media/f78029.txt>
</file>

<file path=ppt/media/f78030.txt>
</file>

<file path=ppt/media/f78031.txt>
</file>

<file path=ppt/media/f78032.txt>
</file>

<file path=ppt/media/f78033.txt>
</file>

<file path=ppt/media/f78034.txt>
</file>

<file path=ppt/media/f78035.txt>
</file>

<file path=ppt/media/f78036.txt>
</file>

<file path=ppt/media/f78037.txt>
</file>

<file path=ppt/media/f78038.txt>
</file>

<file path=ppt/media/f78039.txt>
</file>

<file path=ppt/media/f78040.txt>
</file>

<file path=ppt/media/f78041.txt>
</file>

<file path=ppt/media/f78042.txt>
</file>

<file path=ppt/media/f78043.txt>
</file>

<file path=ppt/media/f78044.txt>
</file>

<file path=ppt/media/f78045.txt>
</file>

<file path=ppt/media/f78046.txt>
</file>

<file path=ppt/media/f78047.txt>
</file>

<file path=ppt/media/f78048.txt>
</file>

<file path=ppt/media/f78049.txt>
</file>

<file path=ppt/media/f78050.txt>
</file>

<file path=ppt/media/f78051.txt>
</file>

<file path=ppt/media/f78052.txt>
</file>

<file path=ppt/media/f78053.txt>
</file>

<file path=ppt/media/f78054.txt>
</file>

<file path=ppt/media/f78055.txt>
</file>

<file path=ppt/media/f78056.txt>
</file>

<file path=ppt/media/f78057.txt>
</file>

<file path=ppt/media/f78058.txt>
</file>

<file path=ppt/media/f78059.txt>
</file>

<file path=ppt/media/f78060.txt>
</file>

<file path=ppt/media/f78061.txt>
</file>

<file path=ppt/media/f78062.txt>
</file>

<file path=ppt/media/f78063.txt>
</file>

<file path=ppt/media/f78064.txt>
</file>

<file path=ppt/media/f78065.txt>
</file>

<file path=ppt/media/f78066.txt>
</file>

<file path=ppt/media/f78067.txt>
</file>

<file path=ppt/media/f78068.txt>
</file>

<file path=ppt/media/f78069.txt>
</file>

<file path=ppt/media/f78070.txt>
</file>

<file path=ppt/media/f78071.txt>
</file>

<file path=ppt/media/f78072.txt>
</file>

<file path=ppt/media/f78073.txt>
</file>

<file path=ppt/media/f78074.txt>
</file>

<file path=ppt/media/f78075.txt>
</file>

<file path=ppt/media/f78076.txt>
</file>

<file path=ppt/media/f78077.txt>
</file>

<file path=ppt/media/f78078.txt>
</file>

<file path=ppt/media/f78079.txt>
</file>

<file path=ppt/media/f78080.txt>
</file>

<file path=ppt/media/f78081.txt>
</file>

<file path=ppt/media/f78082.txt>
</file>

<file path=ppt/media/f78083.txt>
</file>

<file path=ppt/media/f78084.txt>
</file>

<file path=ppt/media/f78085.txt>
</file>

<file path=ppt/media/f78086.txt>
</file>

<file path=ppt/media/f78087.txt>
</file>

<file path=ppt/media/f78088.txt>
</file>

<file path=ppt/media/f78089.txt>
</file>

<file path=ppt/media/f78090.txt>
</file>

<file path=ppt/media/f78091.txt>
</file>

<file path=ppt/media/f78092.txt>
</file>

<file path=ppt/media/f78093.txt>
</file>

<file path=ppt/media/f78094.txt>
</file>

<file path=ppt/media/f78095.txt>
</file>

<file path=ppt/media/f78096.txt>
</file>

<file path=ppt/media/f78097.txt>
</file>

<file path=ppt/media/f78098.txt>
</file>

<file path=ppt/media/f78099.txt>
</file>

<file path=ppt/media/f78100.txt>
</file>

<file path=ppt/media/f78101.txt>
</file>

<file path=ppt/media/f78102.txt>
</file>

<file path=ppt/media/f78103.txt>
</file>

<file path=ppt/media/f78104.txt>
</file>

<file path=ppt/media/f78105.txt>
</file>

<file path=ppt/media/f78106.txt>
</file>

<file path=ppt/media/f78107.txt>
</file>

<file path=ppt/media/f78108.txt>
</file>

<file path=ppt/media/f78109.txt>
</file>

<file path=ppt/media/f78110.txt>
</file>

<file path=ppt/media/f78111.txt>
</file>

<file path=ppt/media/f78112.txt>
</file>

<file path=ppt/media/f78113.txt>
</file>

<file path=ppt/media/f78114.txt>
</file>

<file path=ppt/media/f78115.txt>
</file>

<file path=ppt/media/f78116.txt>
</file>

<file path=ppt/media/f78117.txt>
</file>

<file path=ppt/media/f78118.txt>
</file>

<file path=ppt/media/f78119.txt>
</file>

<file path=ppt/media/f78120.txt>
</file>

<file path=ppt/media/f78121.txt>
</file>

<file path=ppt/media/f78122.txt>
</file>

<file path=ppt/media/f78123.txt>
</file>

<file path=ppt/media/f78124.txt>
</file>

<file path=ppt/media/f78125.txt>
</file>

<file path=ppt/media/f78126.txt>
</file>

<file path=ppt/media/f78127.txt>
</file>

<file path=ppt/media/f78128.txt>
</file>

<file path=ppt/media/f78129.txt>
</file>

<file path=ppt/media/f78130.txt>
</file>

<file path=ppt/media/f78131.txt>
</file>

<file path=ppt/media/f78132.txt>
</file>

<file path=ppt/media/f78133.txt>
</file>

<file path=ppt/media/f78134.txt>
</file>

<file path=ppt/media/f78135.txt>
</file>

<file path=ppt/media/f78136.txt>
</file>

<file path=ppt/media/f78137.txt>
</file>

<file path=ppt/media/f78138.txt>
</file>

<file path=ppt/media/f78139.txt>
</file>

<file path=ppt/media/f78140.txt>
</file>

<file path=ppt/media/f78141.txt>
</file>

<file path=ppt/media/f78142.txt>
</file>

<file path=ppt/media/f78143.txt>
</file>

<file path=ppt/media/f78144.txt>
</file>

<file path=ppt/media/f78145.txt>
</file>

<file path=ppt/media/f78146.txt>
</file>

<file path=ppt/media/f78147.txt>
</file>

<file path=ppt/media/f78148.txt>
</file>

<file path=ppt/media/f78149.txt>
</file>

<file path=ppt/media/f78150.txt>
</file>

<file path=ppt/media/f78151.txt>
</file>

<file path=ppt/media/f78152.txt>
</file>

<file path=ppt/media/f78153.txt>
</file>

<file path=ppt/media/f78154.txt>
</file>

<file path=ppt/media/f78155.txt>
</file>

<file path=ppt/media/f78156.txt>
</file>

<file path=ppt/media/f78157.txt>
</file>

<file path=ppt/media/f78158.txt>
</file>

<file path=ppt/media/f78159.txt>
</file>

<file path=ppt/media/f78160.txt>
</file>

<file path=ppt/media/f78161.txt>
</file>

<file path=ppt/media/f78162.txt>
</file>

<file path=ppt/media/f78163.txt>
</file>

<file path=ppt/media/f78164.txt>
</file>

<file path=ppt/media/f78165.txt>
</file>

<file path=ppt/media/f78166.txt>
</file>

<file path=ppt/media/f78167.txt>
</file>

<file path=ppt/media/f78168.txt>
</file>

<file path=ppt/media/f78169.txt>
</file>

<file path=ppt/media/f78170.txt>
</file>

<file path=ppt/media/f78171.txt>
</file>

<file path=ppt/media/f78172.txt>
</file>

<file path=ppt/media/f78173.txt>
</file>

<file path=ppt/media/f78174.txt>
</file>

<file path=ppt/media/f78175.txt>
</file>

<file path=ppt/media/f78176.txt>
</file>

<file path=ppt/media/f78177.txt>
</file>

<file path=ppt/media/f78178.txt>
</file>

<file path=ppt/media/f78179.txt>
</file>

<file path=ppt/media/f78180.txt>
</file>

<file path=ppt/media/f78181.txt>
</file>

<file path=ppt/media/f78182.txt>
</file>

<file path=ppt/media/f78183.txt>
</file>

<file path=ppt/media/f78184.txt>
</file>

<file path=ppt/media/f78185.txt>
</file>

<file path=ppt/media/f78186.txt>
</file>

<file path=ppt/media/f78187.txt>
</file>

<file path=ppt/media/f78188.txt>
</file>

<file path=ppt/media/f78189.txt>
</file>

<file path=ppt/media/f78190.txt>
</file>

<file path=ppt/media/f78191.txt>
</file>

<file path=ppt/media/f78192.txt>
</file>

<file path=ppt/media/f78193.txt>
</file>

<file path=ppt/media/f78194.txt>
</file>

<file path=ppt/media/f78195.txt>
</file>

<file path=ppt/media/f78196.txt>
</file>

<file path=ppt/media/f78197.txt>
</file>

<file path=ppt/media/f78198.txt>
</file>

<file path=ppt/media/f78199.txt>
</file>

<file path=ppt/media/f78200.txt>
</file>

<file path=ppt/media/f78201.txt>
</file>

<file path=ppt/media/f78202.txt>
</file>

<file path=ppt/media/f78203.txt>
</file>

<file path=ppt/media/f78204.txt>
</file>

<file path=ppt/media/f78205.txt>
</file>

<file path=ppt/media/f78206.txt>
</file>

<file path=ppt/media/f78207.txt>
</file>

<file path=ppt/media/f78208.txt>
</file>

<file path=ppt/media/f78209.txt>
</file>

<file path=ppt/media/f78210.txt>
</file>

<file path=ppt/media/f78211.txt>
</file>

<file path=ppt/media/f78212.txt>
</file>

<file path=ppt/media/f78213.txt>
</file>

<file path=ppt/media/f78214.txt>
</file>

<file path=ppt/media/f78215.txt>
</file>

<file path=ppt/media/f78216.txt>
</file>

<file path=ppt/media/f78217.txt>
</file>

<file path=ppt/media/f78218.txt>
</file>

<file path=ppt/media/f78219.txt>
</file>

<file path=ppt/media/f78220.txt>
</file>

<file path=ppt/media/f78221.txt>
</file>

<file path=ppt/media/f78222.txt>
</file>

<file path=ppt/media/f78223.txt>
</file>

<file path=ppt/media/f78224.txt>
</file>

<file path=ppt/media/f78225.txt>
</file>

<file path=ppt/media/f78226.txt>
</file>

<file path=ppt/media/f78227.txt>
</file>

<file path=ppt/media/f78228.txt>
</file>

<file path=ppt/media/f78229.txt>
</file>

<file path=ppt/media/f78230.txt>
</file>

<file path=ppt/media/f78231.txt>
</file>

<file path=ppt/media/f78232.txt>
</file>

<file path=ppt/media/f78233.txt>
</file>

<file path=ppt/media/f78234.txt>
</file>

<file path=ppt/media/f78235.txt>
</file>

<file path=ppt/media/f78236.txt>
</file>

<file path=ppt/media/f78237.txt>
</file>

<file path=ppt/media/f78238.txt>
</file>

<file path=ppt/media/f78239.txt>
</file>

<file path=ppt/media/f78240.txt>
</file>

<file path=ppt/media/f78241.txt>
</file>

<file path=ppt/media/f78242.txt>
</file>

<file path=ppt/media/f78243.txt>
</file>

<file path=ppt/media/f78244.txt>
</file>

<file path=ppt/media/f78245.txt>
</file>

<file path=ppt/media/f78246.txt>
</file>

<file path=ppt/media/f78247.txt>
</file>

<file path=ppt/media/f78248.txt>
</file>

<file path=ppt/media/f78249.txt>
</file>

<file path=ppt/media/f78250.txt>
</file>

<file path=ppt/media/f78251.txt>
</file>

<file path=ppt/media/f78252.txt>
</file>

<file path=ppt/media/f78253.txt>
</file>

<file path=ppt/media/f78254.txt>
</file>

<file path=ppt/media/f78255.txt>
</file>

<file path=ppt/media/f78256.txt>
</file>

<file path=ppt/media/f78257.txt>
</file>

<file path=ppt/media/f78258.txt>
</file>

<file path=ppt/media/f78259.txt>
</file>

<file path=ppt/media/f78260.txt>
</file>

<file path=ppt/media/f78261.txt>
</file>

<file path=ppt/media/f78262.txt>
</file>

<file path=ppt/media/f78263.txt>
</file>

<file path=ppt/media/f78264.txt>
</file>

<file path=ppt/media/f78265.txt>
</file>

<file path=ppt/media/f78266.txt>
</file>

<file path=ppt/media/f78267.txt>
</file>

<file path=ppt/media/f78268.txt>
</file>

<file path=ppt/media/f78269.txt>
</file>

<file path=ppt/media/f78270.txt>
</file>

<file path=ppt/media/f78271.txt>
</file>

<file path=ppt/media/f78272.txt>
</file>

<file path=ppt/media/f78273.txt>
</file>

<file path=ppt/media/f78274.txt>
</file>

<file path=ppt/media/f78275.txt>
</file>

<file path=ppt/media/f78276.txt>
</file>

<file path=ppt/media/f78277.txt>
</file>

<file path=ppt/media/f78278.txt>
</file>

<file path=ppt/media/f78279.txt>
</file>

<file path=ppt/media/f78280.txt>
</file>

<file path=ppt/media/f78281.txt>
</file>

<file path=ppt/media/f78282.txt>
</file>

<file path=ppt/media/f78283.txt>
</file>

<file path=ppt/media/f78284.txt>
</file>

<file path=ppt/media/f78285.txt>
</file>

<file path=ppt/media/f78286.txt>
</file>

<file path=ppt/media/f78287.txt>
</file>

<file path=ppt/media/f78288.txt>
</file>

<file path=ppt/media/f78289.txt>
</file>

<file path=ppt/media/f78290.txt>
</file>

<file path=ppt/media/f78291.txt>
</file>

<file path=ppt/media/f78292.txt>
</file>

<file path=ppt/media/f78293.txt>
</file>

<file path=ppt/media/f78294.txt>
</file>

<file path=ppt/media/f78295.txt>
</file>

<file path=ppt/media/f78296.txt>
</file>

<file path=ppt/media/f78297.txt>
</file>

<file path=ppt/media/f78298.txt>
</file>

<file path=ppt/media/f78299.txt>
</file>

<file path=ppt/media/f78300.txt>
</file>

<file path=ppt/media/f78301.txt>
</file>

<file path=ppt/media/f78302.txt>
</file>

<file path=ppt/media/f78303.txt>
</file>

<file path=ppt/media/f78304.txt>
</file>

<file path=ppt/media/f78305.txt>
</file>

<file path=ppt/media/f78306.txt>
</file>

<file path=ppt/media/f78307.txt>
</file>

<file path=ppt/media/f78308.txt>
</file>

<file path=ppt/media/f78309.txt>
</file>

<file path=ppt/media/f78310.txt>
</file>

<file path=ppt/media/f78311.txt>
</file>

<file path=ppt/media/f78312.txt>
</file>

<file path=ppt/media/f78313.txt>
</file>

<file path=ppt/media/f78314.txt>
</file>

<file path=ppt/media/f78315.txt>
</file>

<file path=ppt/media/f78316.txt>
</file>

<file path=ppt/media/f78317.txt>
</file>

<file path=ppt/media/f78318.txt>
</file>

<file path=ppt/media/f78319.txt>
</file>

<file path=ppt/media/f78320.txt>
</file>

<file path=ppt/media/f78321.txt>
</file>

<file path=ppt/media/f78322.txt>
</file>

<file path=ppt/media/f78323.txt>
</file>

<file path=ppt/media/f78324.txt>
</file>

<file path=ppt/media/f78325.txt>
</file>

<file path=ppt/media/f78326.txt>
</file>

<file path=ppt/media/f78327.txt>
</file>

<file path=ppt/media/f78328.txt>
</file>

<file path=ppt/media/f78329.txt>
</file>

<file path=ppt/media/f78330.txt>
</file>

<file path=ppt/media/f78331.txt>
</file>

<file path=ppt/media/f78332.txt>
</file>

<file path=ppt/media/f78333.txt>
</file>

<file path=ppt/media/f78334.txt>
</file>

<file path=ppt/media/f78335.txt>
</file>

<file path=ppt/media/f78336.txt>
</file>

<file path=ppt/media/f78337.txt>
</file>

<file path=ppt/media/f78338.txt>
</file>

<file path=ppt/media/f78339.txt>
</file>

<file path=ppt/media/f78340.txt>
</file>

<file path=ppt/media/f78341.txt>
</file>

<file path=ppt/media/f78342.txt>
</file>

<file path=ppt/media/f78343.txt>
</file>

<file path=ppt/media/f78344.txt>
</file>

<file path=ppt/media/f78345.txt>
</file>

<file path=ppt/media/f78346.txt>
</file>

<file path=ppt/media/f78347.txt>
</file>

<file path=ppt/media/f78348.txt>
</file>

<file path=ppt/media/f78349.txt>
</file>

<file path=ppt/media/f78350.txt>
</file>

<file path=ppt/media/f78351.txt>
</file>

<file path=ppt/media/f78352.txt>
</file>

<file path=ppt/media/f78353.txt>
</file>

<file path=ppt/media/f78354.txt>
</file>

<file path=ppt/media/f78355.txt>
</file>

<file path=ppt/media/f78356.txt>
</file>

<file path=ppt/media/f78357.txt>
</file>

<file path=ppt/media/f78358.txt>
</file>

<file path=ppt/media/f78359.txt>
</file>

<file path=ppt/media/f78360.txt>
</file>

<file path=ppt/media/f78361.txt>
</file>

<file path=ppt/media/f78362.txt>
</file>

<file path=ppt/media/f78363.txt>
</file>

<file path=ppt/media/f78364.txt>
</file>

<file path=ppt/media/f78365.txt>
</file>

<file path=ppt/media/f78366.txt>
</file>

<file path=ppt/media/f78367.txt>
</file>

<file path=ppt/media/f78368.txt>
</file>

<file path=ppt/media/f78369.txt>
</file>

<file path=ppt/media/f78370.txt>
</file>

<file path=ppt/media/f78371.txt>
</file>

<file path=ppt/media/f78372.txt>
</file>

<file path=ppt/media/f78373.txt>
</file>

<file path=ppt/media/f78374.txt>
</file>

<file path=ppt/media/f78375.txt>
</file>

<file path=ppt/media/f78376.txt>
</file>

<file path=ppt/media/f78377.txt>
</file>

<file path=ppt/media/f78378.txt>
</file>

<file path=ppt/media/f78379.txt>
</file>

<file path=ppt/media/f78380.txt>
</file>

<file path=ppt/media/f78381.txt>
</file>

<file path=ppt/media/f78382.txt>
</file>

<file path=ppt/media/f78383.txt>
</file>

<file path=ppt/media/f78384.txt>
</file>

<file path=ppt/media/f78385.txt>
</file>

<file path=ppt/media/f78386.txt>
</file>

<file path=ppt/media/f78387.txt>
</file>

<file path=ppt/media/f78388.txt>
</file>

<file path=ppt/media/f78389.txt>
</file>

<file path=ppt/media/f78390.txt>
</file>

<file path=ppt/media/f78391.txt>
</file>

<file path=ppt/media/f78392.txt>
</file>

<file path=ppt/media/f78393.txt>
</file>

<file path=ppt/media/f78394.txt>
</file>

<file path=ppt/media/f78395.txt>
</file>

<file path=ppt/media/f78396.txt>
</file>

<file path=ppt/media/f78397.txt>
</file>

<file path=ppt/media/f78398.txt>
</file>

<file path=ppt/media/f78399.txt>
</file>

<file path=ppt/media/f78400.txt>
</file>

<file path=ppt/media/f78401.txt>
</file>

<file path=ppt/media/f78402.txt>
</file>

<file path=ppt/media/f78403.txt>
</file>

<file path=ppt/media/f78404.txt>
</file>

<file path=ppt/media/f78405.txt>
</file>

<file path=ppt/media/f78406.txt>
</file>

<file path=ppt/media/f78407.txt>
</file>

<file path=ppt/media/f78408.txt>
</file>

<file path=ppt/media/f78409.txt>
</file>

<file path=ppt/media/f78410.txt>
</file>

<file path=ppt/media/f78411.txt>
</file>

<file path=ppt/media/f78412.txt>
</file>

<file path=ppt/media/f78413.txt>
</file>

<file path=ppt/media/f78414.txt>
</file>

<file path=ppt/media/f78415.txt>
</file>

<file path=ppt/media/f78416.txt>
</file>

<file path=ppt/media/f78417.txt>
</file>

<file path=ppt/media/f78418.txt>
</file>

<file path=ppt/media/f78419.txt>
</file>

<file path=ppt/media/f78420.txt>
</file>

<file path=ppt/media/f78421.txt>
</file>

<file path=ppt/media/f78422.txt>
</file>

<file path=ppt/media/f78423.txt>
</file>

<file path=ppt/media/f78424.txt>
</file>

<file path=ppt/media/f78425.txt>
</file>

<file path=ppt/media/f78426.txt>
</file>

<file path=ppt/media/f78427.txt>
</file>

<file path=ppt/media/f78428.txt>
</file>

<file path=ppt/media/f78429.txt>
</file>

<file path=ppt/media/f78430.txt>
</file>

<file path=ppt/media/f78431.txt>
</file>

<file path=ppt/media/f78432.txt>
</file>

<file path=ppt/media/f78433.txt>
</file>

<file path=ppt/media/f78434.txt>
</file>

<file path=ppt/media/f78435.txt>
</file>

<file path=ppt/media/f78436.txt>
</file>

<file path=ppt/media/f78437.txt>
</file>

<file path=ppt/media/f78438.txt>
</file>

<file path=ppt/media/f78439.txt>
</file>

<file path=ppt/media/f78440.txt>
</file>

<file path=ppt/media/f78441.txt>
</file>

<file path=ppt/media/f78442.txt>
</file>

<file path=ppt/media/f78443.txt>
</file>

<file path=ppt/media/f78444.txt>
</file>

<file path=ppt/media/f78445.txt>
</file>

<file path=ppt/media/f78446.txt>
</file>

<file path=ppt/media/f78447.txt>
</file>

<file path=ppt/media/f78448.txt>
</file>

<file path=ppt/media/f78449.txt>
</file>

<file path=ppt/media/f78450.txt>
</file>

<file path=ppt/media/f78451.txt>
</file>

<file path=ppt/media/f78452.txt>
</file>

<file path=ppt/media/f78453.txt>
</file>

<file path=ppt/media/f78454.txt>
</file>

<file path=ppt/media/f78455.txt>
</file>

<file path=ppt/media/f78456.txt>
</file>

<file path=ppt/media/f78457.txt>
</file>

<file path=ppt/media/f78458.txt>
</file>

<file path=ppt/media/f78459.txt>
</file>

<file path=ppt/media/f78460.txt>
</file>

<file path=ppt/media/f78461.txt>
</file>

<file path=ppt/media/f78462.txt>
</file>

<file path=ppt/media/f78463.txt>
</file>

<file path=ppt/media/f78464.txt>
</file>

<file path=ppt/media/f78465.txt>
</file>

<file path=ppt/media/f78466.txt>
</file>

<file path=ppt/media/f78467.txt>
</file>

<file path=ppt/media/f78468.txt>
</file>

<file path=ppt/media/f78469.txt>
</file>

<file path=ppt/media/f78470.txt>
</file>

<file path=ppt/media/f78471.txt>
</file>

<file path=ppt/media/f78472.txt>
</file>

<file path=ppt/media/f78473.txt>
</file>

<file path=ppt/media/f78474.txt>
</file>

<file path=ppt/media/f78475.txt>
</file>

<file path=ppt/media/f78476.txt>
</file>

<file path=ppt/media/f78477.txt>
</file>

<file path=ppt/media/f78478.txt>
</file>

<file path=ppt/media/f78479.txt>
</file>

<file path=ppt/media/f78480.txt>
</file>

<file path=ppt/media/f78481.txt>
</file>

<file path=ppt/media/f78482.txt>
</file>

<file path=ppt/media/f78483.txt>
</file>

<file path=ppt/media/f78484.txt>
</file>

<file path=ppt/media/f78485.txt>
</file>

<file path=ppt/media/f78486.txt>
</file>

<file path=ppt/media/f78487.txt>
</file>

<file path=ppt/media/f78488.txt>
</file>

<file path=ppt/media/f78489.txt>
</file>

<file path=ppt/media/f78490.txt>
</file>

<file path=ppt/media/f78491.txt>
</file>

<file path=ppt/media/f78492.txt>
</file>

<file path=ppt/media/f78493.txt>
</file>

<file path=ppt/media/f78494.txt>
</file>

<file path=ppt/media/f78495.txt>
</file>

<file path=ppt/media/f78496.txt>
</file>

<file path=ppt/media/f78497.txt>
</file>

<file path=ppt/media/f78498.txt>
</file>

<file path=ppt/media/f78499.txt>
</file>

<file path=ppt/media/f78500.txt>
</file>

<file path=ppt/media/f78501.txt>
</file>

<file path=ppt/media/f78502.txt>
</file>

<file path=ppt/media/f78503.txt>
</file>

<file path=ppt/media/f78504.txt>
</file>

<file path=ppt/media/f78505.txt>
</file>

<file path=ppt/media/f78506.txt>
</file>

<file path=ppt/media/f78507.txt>
</file>

<file path=ppt/media/f78508.txt>
</file>

<file path=ppt/media/f78509.txt>
</file>

<file path=ppt/media/f78510.txt>
</file>

<file path=ppt/media/f78511.txt>
</file>

<file path=ppt/media/f78512.txt>
</file>

<file path=ppt/media/f78513.txt>
</file>

<file path=ppt/media/f78514.txt>
</file>

<file path=ppt/media/f78515.txt>
</file>

<file path=ppt/media/f78516.txt>
</file>

<file path=ppt/media/f78517.txt>
</file>

<file path=ppt/media/f78518.txt>
</file>

<file path=ppt/media/f78519.txt>
</file>

<file path=ppt/media/f78520.txt>
</file>

<file path=ppt/media/f78521.txt>
</file>

<file path=ppt/media/f78522.txt>
</file>

<file path=ppt/media/f78523.txt>
</file>

<file path=ppt/media/f78524.txt>
</file>

<file path=ppt/media/f78525.txt>
</file>

<file path=ppt/media/f78526.txt>
</file>

<file path=ppt/media/f78527.txt>
</file>

<file path=ppt/media/f78528.txt>
</file>

<file path=ppt/media/f78529.txt>
</file>

<file path=ppt/media/f78530.txt>
</file>

<file path=ppt/media/f78531.txt>
</file>

<file path=ppt/media/f78532.txt>
</file>

<file path=ppt/media/f78533.txt>
</file>

<file path=ppt/media/f78534.txt>
</file>

<file path=ppt/media/f78535.txt>
</file>

<file path=ppt/media/f78536.txt>
</file>

<file path=ppt/media/f78537.txt>
</file>

<file path=ppt/media/f78538.txt>
</file>

<file path=ppt/media/f78539.txt>
</file>

<file path=ppt/media/f78540.txt>
</file>

<file path=ppt/media/f78541.txt>
</file>

<file path=ppt/media/f78542.txt>
</file>

<file path=ppt/media/f78543.txt>
</file>

<file path=ppt/media/f78544.txt>
</file>

<file path=ppt/media/f78545.txt>
</file>

<file path=ppt/media/f78546.txt>
</file>

<file path=ppt/media/f78547.txt>
</file>

<file path=ppt/media/f78548.txt>
</file>

<file path=ppt/media/f78549.txt>
</file>

<file path=ppt/media/f78550.txt>
</file>

<file path=ppt/media/f78551.txt>
</file>

<file path=ppt/media/f78552.txt>
</file>

<file path=ppt/media/f78553.txt>
</file>

<file path=ppt/media/f78554.txt>
</file>

<file path=ppt/media/f78555.txt>
</file>

<file path=ppt/media/f78556.txt>
</file>

<file path=ppt/media/f78557.txt>
</file>

<file path=ppt/media/f78558.txt>
</file>

<file path=ppt/media/f78559.txt>
</file>

<file path=ppt/media/f78560.txt>
</file>

<file path=ppt/media/f78561.txt>
</file>

<file path=ppt/media/f78562.txt>
</file>

<file path=ppt/media/f78563.txt>
</file>

<file path=ppt/media/f78564.txt>
</file>

<file path=ppt/media/f78565.txt>
</file>

<file path=ppt/media/f78566.txt>
</file>

<file path=ppt/media/f78567.txt>
</file>

<file path=ppt/media/f78568.txt>
</file>

<file path=ppt/media/f78569.txt>
</file>

<file path=ppt/media/f78570.txt>
</file>

<file path=ppt/media/f78571.txt>
</file>

<file path=ppt/media/f78572.txt>
</file>

<file path=ppt/media/f78573.txt>
</file>

<file path=ppt/media/f78574.txt>
</file>

<file path=ppt/media/f78575.txt>
</file>

<file path=ppt/media/f78576.txt>
</file>

<file path=ppt/media/f78577.txt>
</file>

<file path=ppt/media/f78578.txt>
</file>

<file path=ppt/media/f78579.txt>
</file>

<file path=ppt/media/f78580.txt>
</file>

<file path=ppt/media/f78581.txt>
</file>

<file path=ppt/media/f78582.txt>
</file>

<file path=ppt/media/f78583.txt>
</file>

<file path=ppt/media/f78584.txt>
</file>

<file path=ppt/media/f78585.txt>
</file>

<file path=ppt/media/f78586.txt>
</file>

<file path=ppt/media/f78587.txt>
</file>

<file path=ppt/media/f78588.txt>
</file>

<file path=ppt/media/f78589.txt>
</file>

<file path=ppt/media/f78590.txt>
</file>

<file path=ppt/media/f78591.txt>
</file>

<file path=ppt/media/f78592.txt>
</file>

<file path=ppt/media/f78593.txt>
</file>

<file path=ppt/media/f78594.txt>
</file>

<file path=ppt/media/f78595.txt>
</file>

<file path=ppt/media/f78596.txt>
</file>

<file path=ppt/media/f78597.txt>
</file>

<file path=ppt/media/f78598.txt>
</file>

<file path=ppt/media/f78599.txt>
</file>

<file path=ppt/media/f78600.txt>
</file>

<file path=ppt/media/f78601.txt>
</file>

<file path=ppt/media/f78602.txt>
</file>

<file path=ppt/media/f78603.txt>
</file>

<file path=ppt/media/f78604.txt>
</file>

<file path=ppt/media/f78605.txt>
</file>

<file path=ppt/media/f78606.txt>
</file>

<file path=ppt/media/f78607.txt>
</file>

<file path=ppt/media/f78608.txt>
</file>

<file path=ppt/media/f78609.txt>
</file>

<file path=ppt/media/f78610.txt>
</file>

<file path=ppt/media/f78611.txt>
</file>

<file path=ppt/media/f78612.txt>
</file>

<file path=ppt/media/f78613.txt>
</file>

<file path=ppt/media/f78614.txt>
</file>

<file path=ppt/media/f78615.txt>
</file>

<file path=ppt/media/f78616.txt>
</file>

<file path=ppt/media/f78617.txt>
</file>

<file path=ppt/media/f78618.txt>
</file>

<file path=ppt/media/f78619.txt>
</file>

<file path=ppt/media/f78620.txt>
</file>

<file path=ppt/media/f78621.txt>
</file>

<file path=ppt/media/f78622.txt>
</file>

<file path=ppt/media/f78623.txt>
</file>

<file path=ppt/media/f78624.txt>
</file>

<file path=ppt/media/f78625.txt>
</file>

<file path=ppt/media/f78626.txt>
</file>

<file path=ppt/media/f78627.txt>
</file>

<file path=ppt/media/f78628.txt>
</file>

<file path=ppt/media/f78629.txt>
</file>

<file path=ppt/media/f78630.txt>
</file>

<file path=ppt/media/f78631.txt>
</file>

<file path=ppt/media/f78632.txt>
</file>

<file path=ppt/media/f78633.txt>
</file>

<file path=ppt/media/f78634.txt>
</file>

<file path=ppt/media/f78635.txt>
</file>

<file path=ppt/media/f78636.txt>
</file>

<file path=ppt/media/f78637.txt>
</file>

<file path=ppt/media/f78638.txt>
</file>

<file path=ppt/media/f78639.txt>
</file>

<file path=ppt/media/f78640.txt>
</file>

<file path=ppt/media/f78641.txt>
</file>

<file path=ppt/media/f78642.txt>
</file>

<file path=ppt/media/f78643.txt>
</file>

<file path=ppt/media/f78644.txt>
</file>

<file path=ppt/media/f78645.txt>
</file>

<file path=ppt/media/f78646.txt>
</file>

<file path=ppt/media/f78647.txt>
</file>

<file path=ppt/media/f78648.txt>
</file>

<file path=ppt/media/f78649.txt>
</file>

<file path=ppt/media/f78650.txt>
</file>

<file path=ppt/media/f78651.txt>
</file>

<file path=ppt/media/f78652.txt>
</file>

<file path=ppt/media/f78653.txt>
</file>

<file path=ppt/media/f78654.txt>
</file>

<file path=ppt/media/f78655.txt>
</file>

<file path=ppt/media/f78656.txt>
</file>

<file path=ppt/media/f78657.txt>
</file>

<file path=ppt/media/f78658.txt>
</file>

<file path=ppt/media/f78659.txt>
</file>

<file path=ppt/media/f78660.txt>
</file>

<file path=ppt/media/f78661.txt>
</file>

<file path=ppt/media/f78662.txt>
</file>

<file path=ppt/media/f78663.txt>
</file>

<file path=ppt/media/f78664.txt>
</file>

<file path=ppt/media/f78665.txt>
</file>

<file path=ppt/media/f78666.txt>
</file>

<file path=ppt/media/f78667.txt>
</file>

<file path=ppt/media/f78668.txt>
</file>

<file path=ppt/media/f78669.txt>
</file>

<file path=ppt/media/f78670.txt>
</file>

<file path=ppt/media/f78671.txt>
</file>

<file path=ppt/media/f78672.txt>
</file>

<file path=ppt/media/f78673.txt>
</file>

<file path=ppt/media/f78674.txt>
</file>

<file path=ppt/media/f78675.txt>
</file>

<file path=ppt/media/f78676.txt>
</file>

<file path=ppt/media/f78677.txt>
</file>

<file path=ppt/media/f78678.txt>
</file>

<file path=ppt/media/f78679.txt>
</file>

<file path=ppt/media/f78680.txt>
</file>

<file path=ppt/media/f78681.txt>
</file>

<file path=ppt/media/f78682.txt>
</file>

<file path=ppt/media/f78683.txt>
</file>

<file path=ppt/media/f78684.txt>
</file>

<file path=ppt/media/f78685.txt>
</file>

<file path=ppt/media/f78686.txt>
</file>

<file path=ppt/media/f78687.txt>
</file>

<file path=ppt/media/f78688.txt>
</file>

<file path=ppt/media/f78689.txt>
</file>

<file path=ppt/media/f78690.txt>
</file>

<file path=ppt/media/f78691.txt>
</file>

<file path=ppt/media/f78692.txt>
</file>

<file path=ppt/media/f78693.txt>
</file>

<file path=ppt/media/f78694.txt>
</file>

<file path=ppt/media/f78695.txt>
</file>

<file path=ppt/media/f78696.txt>
</file>

<file path=ppt/media/f78697.txt>
</file>

<file path=ppt/media/f78698.txt>
</file>

<file path=ppt/media/f78699.txt>
</file>

<file path=ppt/media/f78700.txt>
</file>

<file path=ppt/media/f78701.txt>
</file>

<file path=ppt/media/f78702.txt>
</file>

<file path=ppt/media/f78703.txt>
</file>

<file path=ppt/media/f78704.txt>
</file>

<file path=ppt/media/f78705.txt>
</file>

<file path=ppt/media/f78706.txt>
</file>

<file path=ppt/media/f78707.txt>
</file>

<file path=ppt/media/f78708.txt>
</file>

<file path=ppt/media/f78709.txt>
</file>

<file path=ppt/media/f78710.txt>
</file>

<file path=ppt/media/f78711.txt>
</file>

<file path=ppt/media/f78712.txt>
</file>

<file path=ppt/media/f78713.txt>
</file>

<file path=ppt/media/f78714.txt>
</file>

<file path=ppt/media/f78715.txt>
</file>

<file path=ppt/media/f78716.txt>
</file>

<file path=ppt/media/f78717.txt>
</file>

<file path=ppt/media/f78718.txt>
</file>

<file path=ppt/media/f78719.txt>
</file>

<file path=ppt/media/f78720.txt>
</file>

<file path=ppt/media/f78721.txt>
</file>

<file path=ppt/media/f78722.txt>
</file>

<file path=ppt/media/f78723.txt>
</file>

<file path=ppt/media/f78724.txt>
</file>

<file path=ppt/media/f78725.txt>
</file>

<file path=ppt/media/f78726.txt>
</file>

<file path=ppt/media/f78727.txt>
</file>

<file path=ppt/media/f78728.txt>
</file>

<file path=ppt/media/f78729.txt>
</file>

<file path=ppt/media/f78730.txt>
</file>

<file path=ppt/media/f78731.txt>
</file>

<file path=ppt/media/f78732.txt>
</file>

<file path=ppt/media/f78733.txt>
</file>

<file path=ppt/media/f78734.txt>
</file>

<file path=ppt/media/f78735.txt>
</file>

<file path=ppt/media/f78736.txt>
</file>

<file path=ppt/media/f78737.txt>
</file>

<file path=ppt/media/f78738.txt>
</file>

<file path=ppt/media/f78739.txt>
</file>

<file path=ppt/media/f78740.txt>
</file>

<file path=ppt/media/f78741.txt>
</file>

<file path=ppt/media/f78742.txt>
</file>

<file path=ppt/media/f78743.txt>
</file>

<file path=ppt/media/f78744.txt>
</file>

<file path=ppt/media/f78745.txt>
</file>

<file path=ppt/media/f78746.txt>
</file>

<file path=ppt/media/f78747.txt>
</file>

<file path=ppt/media/f78748.txt>
</file>

<file path=ppt/media/f78749.txt>
</file>

<file path=ppt/media/f78750.txt>
</file>

<file path=ppt/media/f78751.txt>
</file>

<file path=ppt/media/f78752.txt>
</file>

<file path=ppt/media/f78753.txt>
</file>

<file path=ppt/media/f78754.txt>
</file>

<file path=ppt/media/f78755.txt>
</file>

<file path=ppt/media/f78756.txt>
</file>

<file path=ppt/media/f78757.txt>
</file>

<file path=ppt/media/f78758.txt>
</file>

<file path=ppt/media/f78759.txt>
</file>

<file path=ppt/media/f78760.txt>
</file>

<file path=ppt/media/f78761.txt>
</file>

<file path=ppt/media/f78762.txt>
</file>

<file path=ppt/media/f78763.txt>
</file>

<file path=ppt/media/f78764.txt>
</file>

<file path=ppt/media/f78765.txt>
</file>

<file path=ppt/media/f78766.txt>
</file>

<file path=ppt/media/f78767.txt>
</file>

<file path=ppt/media/f78768.txt>
</file>

<file path=ppt/media/f78769.txt>
</file>

<file path=ppt/media/f78770.txt>
</file>

<file path=ppt/media/f78771.txt>
</file>

<file path=ppt/media/f78772.txt>
</file>

<file path=ppt/media/f78773.txt>
</file>

<file path=ppt/media/f78774.txt>
</file>

<file path=ppt/media/f78775.txt>
</file>

<file path=ppt/media/f78776.txt>
</file>

<file path=ppt/media/f78777.txt>
</file>

<file path=ppt/media/f78778.txt>
</file>

<file path=ppt/media/f78779.txt>
</file>

<file path=ppt/media/f78780.txt>
</file>

<file path=ppt/media/f78781.txt>
</file>

<file path=ppt/media/f78782.txt>
</file>

<file path=ppt/media/f78783.txt>
</file>

<file path=ppt/media/f78784.txt>
</file>

<file path=ppt/media/f78785.txt>
</file>

<file path=ppt/media/f78786.txt>
</file>

<file path=ppt/media/f78787.txt>
</file>

<file path=ppt/media/f78788.txt>
</file>

<file path=ppt/media/f78789.txt>
</file>

<file path=ppt/media/f78790.txt>
</file>

<file path=ppt/media/f78791.txt>
</file>

<file path=ppt/media/f78792.txt>
</file>

<file path=ppt/media/f78793.txt>
</file>

<file path=ppt/media/f78794.txt>
</file>

<file path=ppt/media/f78795.txt>
</file>

<file path=ppt/media/f78796.txt>
</file>

<file path=ppt/media/f78797.txt>
</file>

<file path=ppt/media/f78798.txt>
</file>

<file path=ppt/media/f78799.txt>
</file>

<file path=ppt/media/f78800.txt>
</file>

<file path=ppt/media/f78801.txt>
</file>

<file path=ppt/media/f78802.txt>
</file>

<file path=ppt/media/f78803.txt>
</file>

<file path=ppt/media/f78804.txt>
</file>

<file path=ppt/media/f78805.txt>
</file>

<file path=ppt/media/f78806.txt>
</file>

<file path=ppt/media/f78807.txt>
</file>

<file path=ppt/media/f78808.txt>
</file>

<file path=ppt/media/f78809.txt>
</file>

<file path=ppt/media/f78810.txt>
</file>

<file path=ppt/media/f78811.txt>
</file>

<file path=ppt/media/f78812.txt>
</file>

<file path=ppt/media/f78813.txt>
</file>

<file path=ppt/media/f78814.txt>
</file>

<file path=ppt/media/f78815.txt>
</file>

<file path=ppt/media/f78816.txt>
</file>

<file path=ppt/media/f78817.txt>
</file>

<file path=ppt/media/f78818.txt>
</file>

<file path=ppt/media/f78819.txt>
</file>

<file path=ppt/media/f78820.txt>
</file>

<file path=ppt/media/f78821.txt>
</file>

<file path=ppt/media/f78822.txt>
</file>

<file path=ppt/media/f78823.txt>
</file>

<file path=ppt/media/f78824.txt>
</file>

<file path=ppt/media/f78825.txt>
</file>

<file path=ppt/media/f78826.txt>
</file>

<file path=ppt/media/f78827.txt>
</file>

<file path=ppt/media/f78828.txt>
</file>

<file path=ppt/media/f78829.txt>
</file>

<file path=ppt/media/f78830.txt>
</file>

<file path=ppt/media/f78831.txt>
</file>

<file path=ppt/media/f78832.txt>
</file>

<file path=ppt/media/f78833.txt>
</file>

<file path=ppt/media/f78834.txt>
</file>

<file path=ppt/media/f78835.txt>
</file>

<file path=ppt/media/f78836.txt>
</file>

<file path=ppt/media/f78837.txt>
</file>

<file path=ppt/media/f78838.txt>
</file>

<file path=ppt/media/f78839.txt>
</file>

<file path=ppt/media/f78840.txt>
</file>

<file path=ppt/media/f78841.txt>
</file>

<file path=ppt/media/f78842.txt>
</file>

<file path=ppt/media/f78843.txt>
</file>

<file path=ppt/media/f78844.txt>
</file>

<file path=ppt/media/f78845.txt>
</file>

<file path=ppt/media/f78846.txt>
</file>

<file path=ppt/media/f78847.txt>
</file>

<file path=ppt/media/f78848.txt>
</file>

<file path=ppt/media/f78849.txt>
</file>

<file path=ppt/media/f78850.txt>
</file>

<file path=ppt/media/f78851.txt>
</file>

<file path=ppt/media/f78852.txt>
</file>

<file path=ppt/media/f78853.txt>
</file>

<file path=ppt/media/f78854.txt>
</file>

<file path=ppt/media/f78855.txt>
</file>

<file path=ppt/media/f78856.txt>
</file>

<file path=ppt/media/f78857.txt>
</file>

<file path=ppt/media/f78858.txt>
</file>

<file path=ppt/media/f78859.txt>
</file>

<file path=ppt/media/f78860.txt>
</file>

<file path=ppt/media/f78861.txt>
</file>

<file path=ppt/media/f78862.txt>
</file>

<file path=ppt/media/f78863.txt>
</file>

<file path=ppt/media/f78864.txt>
</file>

<file path=ppt/media/f78865.txt>
</file>

<file path=ppt/media/f78866.txt>
</file>

<file path=ppt/media/f78867.txt>
</file>

<file path=ppt/media/f78868.txt>
</file>

<file path=ppt/media/f78869.txt>
</file>

<file path=ppt/media/f78870.txt>
</file>

<file path=ppt/media/f78871.txt>
</file>

<file path=ppt/media/f78872.txt>
</file>

<file path=ppt/media/f78873.txt>
</file>

<file path=ppt/media/f78874.txt>
</file>

<file path=ppt/media/f78875.txt>
</file>

<file path=ppt/media/f78876.txt>
</file>

<file path=ppt/media/f78877.txt>
</file>

<file path=ppt/media/f78878.txt>
</file>

<file path=ppt/media/f78879.txt>
</file>

<file path=ppt/media/f78880.txt>
</file>

<file path=ppt/media/f78881.txt>
</file>

<file path=ppt/media/f78882.txt>
</file>

<file path=ppt/media/f78883.txt>
</file>

<file path=ppt/media/f78884.txt>
</file>

<file path=ppt/media/f78885.txt>
</file>

<file path=ppt/media/f78886.txt>
</file>

<file path=ppt/media/f78887.txt>
</file>

<file path=ppt/media/f78888.txt>
</file>

<file path=ppt/media/f78889.txt>
</file>

<file path=ppt/media/f78890.txt>
</file>

<file path=ppt/media/f78891.txt>
</file>

<file path=ppt/media/f78892.txt>
</file>

<file path=ppt/media/f78893.txt>
</file>

<file path=ppt/media/f78894.txt>
</file>

<file path=ppt/media/f78895.txt>
</file>

<file path=ppt/media/f78896.txt>
</file>

<file path=ppt/media/f78897.txt>
</file>

<file path=ppt/media/f78898.txt>
</file>

<file path=ppt/media/f78899.txt>
</file>

<file path=ppt/media/f78900.txt>
</file>

<file path=ppt/media/f78901.txt>
</file>

<file path=ppt/media/f78902.txt>
</file>

<file path=ppt/media/f78903.txt>
</file>

<file path=ppt/media/f78904.txt>
</file>

<file path=ppt/media/f78905.txt>
</file>

<file path=ppt/media/f78906.txt>
</file>

<file path=ppt/media/f78907.txt>
</file>

<file path=ppt/media/f78908.txt>
</file>

<file path=ppt/media/f78909.txt>
</file>

<file path=ppt/media/f78910.txt>
</file>

<file path=ppt/media/f78911.txt>
</file>

<file path=ppt/media/f78912.txt>
</file>

<file path=ppt/media/f78913.txt>
</file>

<file path=ppt/media/f78914.txt>
</file>

<file path=ppt/media/f78915.txt>
</file>

<file path=ppt/media/f78916.txt>
</file>

<file path=ppt/media/f78917.txt>
</file>

<file path=ppt/media/f78918.txt>
</file>

<file path=ppt/media/f78919.txt>
</file>

<file path=ppt/media/f78920.txt>
</file>

<file path=ppt/media/f78921.txt>
</file>

<file path=ppt/media/f78922.txt>
</file>

<file path=ppt/media/f78923.txt>
</file>

<file path=ppt/media/f78924.txt>
</file>

<file path=ppt/media/f78925.txt>
</file>

<file path=ppt/media/f78926.txt>
</file>

<file path=ppt/media/f78927.txt>
</file>

<file path=ppt/media/f78928.txt>
</file>

<file path=ppt/media/f78929.txt>
</file>

<file path=ppt/media/f78930.txt>
</file>

<file path=ppt/media/f78931.txt>
</file>

<file path=ppt/media/f78932.txt>
</file>

<file path=ppt/media/f78933.txt>
</file>

<file path=ppt/media/f78934.txt>
</file>

<file path=ppt/media/f78935.txt>
</file>

<file path=ppt/media/f78936.txt>
</file>

<file path=ppt/media/f78937.txt>
</file>

<file path=ppt/media/f78938.txt>
</file>

<file path=ppt/media/f78939.txt>
</file>

<file path=ppt/media/f78940.txt>
</file>

<file path=ppt/media/f78941.txt>
</file>

<file path=ppt/media/f78942.txt>
</file>

<file path=ppt/media/f78943.txt>
</file>

<file path=ppt/media/f78944.txt>
</file>

<file path=ppt/media/f78945.txt>
</file>

<file path=ppt/media/f78946.txt>
</file>

<file path=ppt/media/f78947.txt>
</file>

<file path=ppt/media/f78948.txt>
</file>

<file path=ppt/media/f78949.txt>
</file>

<file path=ppt/media/f78950.txt>
</file>

<file path=ppt/media/f78951.txt>
</file>

<file path=ppt/media/f78952.txt>
</file>

<file path=ppt/media/f78953.txt>
</file>

<file path=ppt/media/f78954.txt>
</file>

<file path=ppt/media/f78955.txt>
</file>

<file path=ppt/media/f78956.txt>
</file>

<file path=ppt/media/f78957.txt>
</file>

<file path=ppt/media/f78958.txt>
</file>

<file path=ppt/media/f78959.txt>
</file>

<file path=ppt/media/f78960.txt>
</file>

<file path=ppt/media/f78961.txt>
</file>

<file path=ppt/media/f78962.txt>
</file>

<file path=ppt/media/f78963.txt>
</file>

<file path=ppt/media/f78964.txt>
</file>

<file path=ppt/media/f78965.txt>
</file>

<file path=ppt/media/f78966.txt>
</file>

<file path=ppt/media/f78967.txt>
</file>

<file path=ppt/media/f78968.txt>
</file>

<file path=ppt/media/f78969.txt>
</file>

<file path=ppt/media/f78970.txt>
</file>

<file path=ppt/media/f78971.txt>
</file>

<file path=ppt/media/f78972.txt>
</file>

<file path=ppt/media/f78973.txt>
</file>

<file path=ppt/media/f78974.txt>
</file>

<file path=ppt/media/f78975.txt>
</file>

<file path=ppt/media/f78976.txt>
</file>

<file path=ppt/media/f78977.txt>
</file>

<file path=ppt/media/f78978.txt>
</file>

<file path=ppt/media/f78979.txt>
</file>

<file path=ppt/media/f78980.txt>
</file>

<file path=ppt/media/f78981.txt>
</file>

<file path=ppt/media/f78982.txt>
</file>

<file path=ppt/media/f78983.txt>
</file>

<file path=ppt/media/f78984.txt>
</file>

<file path=ppt/media/f78985.txt>
</file>

<file path=ppt/media/f78986.txt>
</file>

<file path=ppt/media/f78987.txt>
</file>

<file path=ppt/media/f78988.txt>
</file>

<file path=ppt/media/f78989.txt>
</file>

<file path=ppt/media/f78990.txt>
</file>

<file path=ppt/media/f78991.txt>
</file>

<file path=ppt/media/f78992.txt>
</file>

<file path=ppt/media/f78993.txt>
</file>

<file path=ppt/media/f78994.txt>
</file>

<file path=ppt/media/f78995.txt>
</file>

<file path=ppt/media/f78996.txt>
</file>

<file path=ppt/media/f78997.txt>
</file>

<file path=ppt/media/f78998.txt>
</file>

<file path=ppt/media/f78999.txt>
</file>

<file path=ppt/media/f79000.txt>
</file>

<file path=ppt/media/f79001.txt>
</file>

<file path=ppt/media/f79002.txt>
</file>

<file path=ppt/media/f79003.txt>
</file>

<file path=ppt/media/f79004.txt>
</file>

<file path=ppt/media/f79005.txt>
</file>

<file path=ppt/media/f79006.txt>
</file>

<file path=ppt/media/f79007.txt>
</file>

<file path=ppt/media/f79008.txt>
</file>

<file path=ppt/media/f79009.txt>
</file>

<file path=ppt/media/f79010.txt>
</file>

<file path=ppt/media/f79011.txt>
</file>

<file path=ppt/media/f79012.txt>
</file>

<file path=ppt/media/f79013.txt>
</file>

<file path=ppt/media/f79014.txt>
</file>

<file path=ppt/media/f79015.txt>
</file>

<file path=ppt/media/f79016.txt>
</file>

<file path=ppt/media/f79017.txt>
</file>

<file path=ppt/media/f79018.txt>
</file>

<file path=ppt/media/f79019.txt>
</file>

<file path=ppt/media/f79020.txt>
</file>

<file path=ppt/media/f79021.txt>
</file>

<file path=ppt/media/f79022.txt>
</file>

<file path=ppt/media/f79023.txt>
</file>

<file path=ppt/media/f79024.txt>
</file>

<file path=ppt/media/f79025.txt>
</file>

<file path=ppt/media/f79026.txt>
</file>

<file path=ppt/media/f79027.txt>
</file>

<file path=ppt/media/f79028.txt>
</file>

<file path=ppt/media/f79029.txt>
</file>

<file path=ppt/media/f79030.txt>
</file>

<file path=ppt/media/f79031.txt>
</file>

<file path=ppt/media/f79032.txt>
</file>

<file path=ppt/media/f79033.txt>
</file>

<file path=ppt/media/f79034.txt>
</file>

<file path=ppt/media/f79035.txt>
</file>

<file path=ppt/media/f79036.txt>
</file>

<file path=ppt/media/f79037.txt>
</file>

<file path=ppt/media/f79038.txt>
</file>

<file path=ppt/media/f79039.txt>
</file>

<file path=ppt/media/f79040.txt>
</file>

<file path=ppt/media/f79041.txt>
</file>

<file path=ppt/media/f79042.txt>
</file>

<file path=ppt/media/f79043.txt>
</file>

<file path=ppt/media/f79044.txt>
</file>

<file path=ppt/media/f79045.txt>
</file>

<file path=ppt/media/f79046.txt>
</file>

<file path=ppt/media/f79047.txt>
</file>

<file path=ppt/media/f79048.txt>
</file>

<file path=ppt/media/f79049.txt>
</file>

<file path=ppt/media/f79050.txt>
</file>

<file path=ppt/media/f79051.txt>
</file>

<file path=ppt/media/f79052.txt>
</file>

<file path=ppt/media/f79053.txt>
</file>

<file path=ppt/media/f79054.txt>
</file>

<file path=ppt/media/f79055.txt>
</file>

<file path=ppt/media/f79056.txt>
</file>

<file path=ppt/media/f79057.txt>
</file>

<file path=ppt/media/f79058.txt>
</file>

<file path=ppt/media/f79059.txt>
</file>

<file path=ppt/media/f79060.txt>
</file>

<file path=ppt/media/f79061.txt>
</file>

<file path=ppt/media/f79062.txt>
</file>

<file path=ppt/media/f79063.txt>
</file>

<file path=ppt/media/f79064.txt>
</file>

<file path=ppt/media/f79065.txt>
</file>

<file path=ppt/media/f79066.txt>
</file>

<file path=ppt/media/f79067.txt>
</file>

<file path=ppt/media/f79068.txt>
</file>

<file path=ppt/media/f79069.txt>
</file>

<file path=ppt/media/f79070.txt>
</file>

<file path=ppt/media/f79071.txt>
</file>

<file path=ppt/media/f79072.txt>
</file>

<file path=ppt/media/f79073.txt>
</file>

<file path=ppt/media/f79074.txt>
</file>

<file path=ppt/media/f79075.txt>
</file>

<file path=ppt/media/f79076.txt>
</file>

<file path=ppt/media/f79077.txt>
</file>

<file path=ppt/media/f79078.txt>
</file>

<file path=ppt/media/f79079.txt>
</file>

<file path=ppt/media/f79080.txt>
</file>

<file path=ppt/media/f79081.txt>
</file>

<file path=ppt/media/f79082.txt>
</file>

<file path=ppt/media/f79083.txt>
</file>

<file path=ppt/media/f79084.txt>
</file>

<file path=ppt/media/f79085.txt>
</file>

<file path=ppt/media/f79086.txt>
</file>

<file path=ppt/media/f79087.txt>
</file>

<file path=ppt/media/f79088.txt>
</file>

<file path=ppt/media/f79089.txt>
</file>

<file path=ppt/media/f79090.txt>
</file>

<file path=ppt/media/f79091.txt>
</file>

<file path=ppt/media/f79092.txt>
</file>

<file path=ppt/media/f79093.txt>
</file>

<file path=ppt/media/f79094.txt>
</file>

<file path=ppt/media/f79095.txt>
</file>

<file path=ppt/media/f79096.txt>
</file>

<file path=ppt/media/f79097.txt>
</file>

<file path=ppt/media/f79098.txt>
</file>

<file path=ppt/media/f79099.txt>
</file>

<file path=ppt/media/f79100.txt>
</file>

<file path=ppt/media/f79101.txt>
</file>

<file path=ppt/media/f79102.txt>
</file>

<file path=ppt/media/f79103.txt>
</file>

<file path=ppt/media/f79104.txt>
</file>

<file path=ppt/media/f79105.txt>
</file>

<file path=ppt/media/f79106.txt>
</file>

<file path=ppt/media/f79107.txt>
</file>

<file path=ppt/media/f79108.txt>
</file>

<file path=ppt/media/f79109.txt>
</file>

<file path=ppt/media/f79110.txt>
</file>

<file path=ppt/media/f79111.txt>
</file>

<file path=ppt/media/f79112.txt>
</file>

<file path=ppt/media/f79113.txt>
</file>

<file path=ppt/media/f79114.txt>
</file>

<file path=ppt/media/f79115.txt>
</file>

<file path=ppt/media/f79116.txt>
</file>

<file path=ppt/media/f79117.txt>
</file>

<file path=ppt/media/f79118.txt>
</file>

<file path=ppt/media/f79119.txt>
</file>

<file path=ppt/media/f79120.txt>
</file>

<file path=ppt/media/f79121.txt>
</file>

<file path=ppt/media/f79122.txt>
</file>

<file path=ppt/media/f79123.txt>
</file>

<file path=ppt/media/f79124.txt>
</file>

<file path=ppt/media/f79125.txt>
</file>

<file path=ppt/media/f79126.txt>
</file>

<file path=ppt/media/f79127.txt>
</file>

<file path=ppt/media/f79128.txt>
</file>

<file path=ppt/media/f79129.txt>
</file>

<file path=ppt/media/f79130.txt>
</file>

<file path=ppt/media/f79131.txt>
</file>

<file path=ppt/media/f79132.txt>
</file>

<file path=ppt/media/f79133.txt>
</file>

<file path=ppt/media/f79134.txt>
</file>

<file path=ppt/media/f79135.txt>
</file>

<file path=ppt/media/f79136.txt>
</file>

<file path=ppt/media/f79137.txt>
</file>

<file path=ppt/media/f79138.txt>
</file>

<file path=ppt/media/f79139.txt>
</file>

<file path=ppt/media/f79140.txt>
</file>

<file path=ppt/media/f79141.txt>
</file>

<file path=ppt/media/f79142.txt>
</file>

<file path=ppt/media/f79143.txt>
</file>

<file path=ppt/media/f79144.txt>
</file>

<file path=ppt/media/f79145.txt>
</file>

<file path=ppt/media/f79146.txt>
</file>

<file path=ppt/media/f79147.txt>
</file>

<file path=ppt/media/f79148.txt>
</file>

<file path=ppt/media/f79149.txt>
</file>

<file path=ppt/media/f79150.txt>
</file>

<file path=ppt/media/f79151.txt>
</file>

<file path=ppt/media/f79152.txt>
</file>

<file path=ppt/media/f79153.txt>
</file>

<file path=ppt/media/f79154.txt>
</file>

<file path=ppt/media/f79155.txt>
</file>

<file path=ppt/media/f79156.txt>
</file>

<file path=ppt/media/f79157.txt>
</file>

<file path=ppt/media/f79158.txt>
</file>

<file path=ppt/media/f79159.txt>
</file>

<file path=ppt/media/f79160.txt>
</file>

<file path=ppt/media/f79161.txt>
</file>

<file path=ppt/media/f79162.txt>
</file>

<file path=ppt/media/f79163.txt>
</file>

<file path=ppt/media/f79164.txt>
</file>

<file path=ppt/media/f79165.txt>
</file>

<file path=ppt/media/f79166.txt>
</file>

<file path=ppt/media/f79167.txt>
</file>

<file path=ppt/media/f79168.txt>
</file>

<file path=ppt/media/f79169.txt>
</file>

<file path=ppt/media/f79170.txt>
</file>

<file path=ppt/media/f79171.txt>
</file>

<file path=ppt/media/f79172.txt>
</file>

<file path=ppt/media/f79173.txt>
</file>

<file path=ppt/media/f79174.txt>
</file>

<file path=ppt/media/f79175.txt>
</file>

<file path=ppt/media/f79176.txt>
</file>

<file path=ppt/media/f79177.txt>
</file>

<file path=ppt/media/f79178.txt>
</file>

<file path=ppt/media/f79179.txt>
</file>

<file path=ppt/media/f79180.txt>
</file>

<file path=ppt/media/f79181.txt>
</file>

<file path=ppt/media/f79182.txt>
</file>

<file path=ppt/media/f79183.txt>
</file>

<file path=ppt/media/f79184.txt>
</file>

<file path=ppt/media/f79185.txt>
</file>

<file path=ppt/media/f79186.txt>
</file>

<file path=ppt/media/f79187.txt>
</file>

<file path=ppt/media/f79188.txt>
</file>

<file path=ppt/media/f79189.txt>
</file>

<file path=ppt/media/f79190.txt>
</file>

<file path=ppt/media/f79191.txt>
</file>

<file path=ppt/media/f79192.txt>
</file>

<file path=ppt/media/f79193.txt>
</file>

<file path=ppt/media/f79194.txt>
</file>

<file path=ppt/media/f79195.txt>
</file>

<file path=ppt/media/f79196.txt>
</file>

<file path=ppt/media/f79197.txt>
</file>

<file path=ppt/media/f79198.txt>
</file>

<file path=ppt/media/f79199.txt>
</file>

<file path=ppt/media/f79200.txt>
</file>

<file path=ppt/media/f79201.txt>
</file>

<file path=ppt/media/f79202.txt>
</file>

<file path=ppt/media/f79203.txt>
</file>

<file path=ppt/media/f79204.txt>
</file>

<file path=ppt/media/f79205.txt>
</file>

<file path=ppt/media/f79206.txt>
</file>

<file path=ppt/media/f79207.txt>
</file>

<file path=ppt/media/f79208.txt>
</file>

<file path=ppt/media/f79209.txt>
</file>

<file path=ppt/media/f79210.txt>
</file>

<file path=ppt/media/f79211.txt>
</file>

<file path=ppt/media/f79212.txt>
</file>

<file path=ppt/media/f79213.txt>
</file>

<file path=ppt/media/f79214.txt>
</file>

<file path=ppt/media/f79215.txt>
</file>

<file path=ppt/media/f79216.txt>
</file>

<file path=ppt/media/f79217.txt>
</file>

<file path=ppt/media/f79218.txt>
</file>

<file path=ppt/media/f79219.txt>
</file>

<file path=ppt/media/f79220.txt>
</file>

<file path=ppt/media/f79221.txt>
</file>

<file path=ppt/media/f79222.txt>
</file>

<file path=ppt/media/f79223.txt>
</file>

<file path=ppt/media/f79224.txt>
</file>

<file path=ppt/media/f79225.txt>
</file>

<file path=ppt/media/f79226.txt>
</file>

<file path=ppt/media/f79227.txt>
</file>

<file path=ppt/media/f79228.txt>
</file>

<file path=ppt/media/f79229.txt>
</file>

<file path=ppt/media/f79230.txt>
</file>

<file path=ppt/media/f79231.txt>
</file>

<file path=ppt/media/f79232.txt>
</file>

<file path=ppt/media/f79233.txt>
</file>

<file path=ppt/media/f79234.txt>
</file>

<file path=ppt/media/f79235.txt>
</file>

<file path=ppt/media/f79236.txt>
</file>

<file path=ppt/media/f79237.txt>
</file>

<file path=ppt/media/f79238.txt>
</file>

<file path=ppt/media/f79239.txt>
</file>

<file path=ppt/media/f79240.txt>
</file>

<file path=ppt/media/f79241.txt>
</file>

<file path=ppt/media/f79242.txt>
</file>

<file path=ppt/media/f79243.txt>
</file>

<file path=ppt/media/f79244.txt>
</file>

<file path=ppt/media/f79245.txt>
</file>

<file path=ppt/media/f79246.txt>
</file>

<file path=ppt/media/f79247.txt>
</file>

<file path=ppt/media/f79248.txt>
</file>

<file path=ppt/media/f79249.txt>
</file>

<file path=ppt/media/f79250.txt>
</file>

<file path=ppt/media/f79251.txt>
</file>

<file path=ppt/media/f79252.txt>
</file>

<file path=ppt/media/f79253.txt>
</file>

<file path=ppt/media/f79254.txt>
</file>

<file path=ppt/media/f79255.txt>
</file>

<file path=ppt/media/f79256.txt>
</file>

<file path=ppt/media/f79257.txt>
</file>

<file path=ppt/media/f79258.txt>
</file>

<file path=ppt/media/f79259.txt>
</file>

<file path=ppt/media/f79260.txt>
</file>

<file path=ppt/media/f79261.txt>
</file>

<file path=ppt/media/f79262.txt>
</file>

<file path=ppt/media/f79263.txt>
</file>

<file path=ppt/media/f79264.txt>
</file>

<file path=ppt/media/f79265.txt>
</file>

<file path=ppt/media/f79266.txt>
</file>

<file path=ppt/media/f79267.txt>
</file>

<file path=ppt/media/f79268.txt>
</file>

<file path=ppt/media/f79269.txt>
</file>

<file path=ppt/media/f79270.txt>
</file>

<file path=ppt/media/f79271.txt>
</file>

<file path=ppt/media/f79272.txt>
</file>

<file path=ppt/media/f79273.txt>
</file>

<file path=ppt/media/f79274.txt>
</file>

<file path=ppt/media/f79275.txt>
</file>

<file path=ppt/media/f79276.txt>
</file>

<file path=ppt/media/f79277.txt>
</file>

<file path=ppt/media/f79278.txt>
</file>

<file path=ppt/media/f79279.txt>
</file>

<file path=ppt/media/f79280.txt>
</file>

<file path=ppt/media/f79281.txt>
</file>

<file path=ppt/media/f79282.txt>
</file>

<file path=ppt/media/f79283.txt>
</file>

<file path=ppt/media/f79284.txt>
</file>

<file path=ppt/media/f79285.txt>
</file>

<file path=ppt/media/f79286.txt>
</file>

<file path=ppt/media/f79287.txt>
</file>

<file path=ppt/media/f79288.txt>
</file>

<file path=ppt/media/f79289.txt>
</file>

<file path=ppt/media/f79290.txt>
</file>

<file path=ppt/media/f79291.txt>
</file>

<file path=ppt/media/f79292.txt>
</file>

<file path=ppt/media/f79293.txt>
</file>

<file path=ppt/media/f79294.txt>
</file>

<file path=ppt/media/f79295.txt>
</file>

<file path=ppt/media/f79296.txt>
</file>

<file path=ppt/media/f79297.txt>
</file>

<file path=ppt/media/f79298.txt>
</file>

<file path=ppt/media/f79299.txt>
</file>

<file path=ppt/media/f79300.txt>
</file>

<file path=ppt/media/f79301.txt>
</file>

<file path=ppt/media/f79302.txt>
</file>

<file path=ppt/media/f79303.txt>
</file>

<file path=ppt/media/f79304.txt>
</file>

<file path=ppt/media/f79305.txt>
</file>

<file path=ppt/media/f79306.txt>
</file>

<file path=ppt/media/f79307.txt>
</file>

<file path=ppt/media/f79308.txt>
</file>

<file path=ppt/media/f79309.txt>
</file>

<file path=ppt/media/f79310.txt>
</file>

<file path=ppt/media/f79311.txt>
</file>

<file path=ppt/media/f79312.txt>
</file>

<file path=ppt/media/f79313.txt>
</file>

<file path=ppt/media/f79314.txt>
</file>

<file path=ppt/media/f79315.txt>
</file>

<file path=ppt/media/f79316.txt>
</file>

<file path=ppt/media/f79317.txt>
</file>

<file path=ppt/media/f79318.txt>
</file>

<file path=ppt/media/f79319.txt>
</file>

<file path=ppt/media/f79320.txt>
</file>

<file path=ppt/media/f79321.txt>
</file>

<file path=ppt/media/f79322.txt>
</file>

<file path=ppt/media/f79323.txt>
</file>

<file path=ppt/media/f79324.txt>
</file>

<file path=ppt/media/f79325.txt>
</file>

<file path=ppt/media/f79326.txt>
</file>

<file path=ppt/media/f79327.txt>
</file>

<file path=ppt/media/f79328.txt>
</file>

<file path=ppt/media/f79329.txt>
</file>

<file path=ppt/media/f79330.txt>
</file>

<file path=ppt/media/f79331.txt>
</file>

<file path=ppt/media/f79332.txt>
</file>

<file path=ppt/media/f79333.txt>
</file>

<file path=ppt/media/f79334.txt>
</file>

<file path=ppt/media/f79335.txt>
</file>

<file path=ppt/media/f79336.txt>
</file>

<file path=ppt/media/f79337.txt>
</file>

<file path=ppt/media/f79338.txt>
</file>

<file path=ppt/media/f79339.txt>
</file>

<file path=ppt/media/f79340.txt>
</file>

<file path=ppt/media/f79341.txt>
</file>

<file path=ppt/media/f79342.txt>
</file>

<file path=ppt/media/f79343.txt>
</file>

<file path=ppt/media/f79344.txt>
</file>

<file path=ppt/media/f79345.txt>
</file>

<file path=ppt/media/f79346.txt>
</file>

<file path=ppt/media/f79347.txt>
</file>

<file path=ppt/media/f79348.txt>
</file>

<file path=ppt/media/f79349.txt>
</file>

<file path=ppt/media/f79350.txt>
</file>

<file path=ppt/media/f79351.txt>
</file>

<file path=ppt/media/f79352.txt>
</file>

<file path=ppt/media/f79353.txt>
</file>

<file path=ppt/media/f79354.txt>
</file>

<file path=ppt/media/f79355.txt>
</file>

<file path=ppt/media/f79356.txt>
</file>

<file path=ppt/media/f79357.txt>
</file>

<file path=ppt/media/f79358.txt>
</file>

<file path=ppt/media/f79359.txt>
</file>

<file path=ppt/media/f79360.txt>
</file>

<file path=ppt/media/f79361.txt>
</file>

<file path=ppt/media/f79362.txt>
</file>

<file path=ppt/media/f79363.txt>
</file>

<file path=ppt/media/f79364.txt>
</file>

<file path=ppt/media/f79365.txt>
</file>

<file path=ppt/media/f79366.txt>
</file>

<file path=ppt/media/f79367.txt>
</file>

<file path=ppt/media/f79368.txt>
</file>

<file path=ppt/media/f79369.txt>
</file>

<file path=ppt/media/f79370.txt>
</file>

<file path=ppt/media/f79371.txt>
</file>

<file path=ppt/media/f79372.txt>
</file>

<file path=ppt/media/f79373.txt>
</file>

<file path=ppt/media/f79374.txt>
</file>

<file path=ppt/media/f79375.txt>
</file>

<file path=ppt/media/f79376.txt>
</file>

<file path=ppt/media/f79377.txt>
</file>

<file path=ppt/media/f79378.txt>
</file>

<file path=ppt/media/f79379.txt>
</file>

<file path=ppt/media/f79380.txt>
</file>

<file path=ppt/media/f79381.txt>
</file>

<file path=ppt/media/f79382.txt>
</file>

<file path=ppt/media/f79383.txt>
</file>

<file path=ppt/media/f79384.txt>
</file>

<file path=ppt/media/f79385.txt>
</file>

<file path=ppt/media/f79386.txt>
</file>

<file path=ppt/media/f79387.txt>
</file>

<file path=ppt/media/f79388.txt>
</file>

<file path=ppt/media/f79389.txt>
</file>

<file path=ppt/media/f79390.txt>
</file>

<file path=ppt/media/f79391.txt>
</file>

<file path=ppt/media/f79392.txt>
</file>

<file path=ppt/media/f79393.txt>
</file>

<file path=ppt/media/f79394.txt>
</file>

<file path=ppt/media/f79395.txt>
</file>

<file path=ppt/media/f79396.txt>
</file>

<file path=ppt/media/f79397.txt>
</file>

<file path=ppt/media/f79398.txt>
</file>

<file path=ppt/media/f79399.txt>
</file>

<file path=ppt/media/f79400.txt>
</file>

<file path=ppt/media/f79401.txt>
</file>

<file path=ppt/media/f79402.txt>
</file>

<file path=ppt/media/f79403.txt>
</file>

<file path=ppt/media/f79404.txt>
</file>

<file path=ppt/media/f79405.txt>
</file>

<file path=ppt/media/f79406.txt>
</file>

<file path=ppt/media/f79407.txt>
</file>

<file path=ppt/media/f79408.txt>
</file>

<file path=ppt/media/f79409.txt>
</file>

<file path=ppt/media/f79410.txt>
</file>

<file path=ppt/media/f79411.txt>
</file>

<file path=ppt/media/f79412.txt>
</file>

<file path=ppt/media/f79413.txt>
</file>

<file path=ppt/media/f79414.txt>
</file>

<file path=ppt/media/f79415.txt>
</file>

<file path=ppt/media/f79416.txt>
</file>

<file path=ppt/media/f79417.txt>
</file>

<file path=ppt/media/f79418.txt>
</file>

<file path=ppt/media/f79419.txt>
</file>

<file path=ppt/media/f79420.txt>
</file>

<file path=ppt/media/f79421.txt>
</file>

<file path=ppt/media/f79422.txt>
</file>

<file path=ppt/media/f79423.txt>
</file>

<file path=ppt/media/f79424.txt>
</file>

<file path=ppt/media/f79425.txt>
</file>

<file path=ppt/media/f79426.txt>
</file>

<file path=ppt/media/f79427.txt>
</file>

<file path=ppt/media/f79428.txt>
</file>

<file path=ppt/media/f79429.txt>
</file>

<file path=ppt/media/f79430.txt>
</file>

<file path=ppt/media/f79431.txt>
</file>

<file path=ppt/media/f79432.txt>
</file>

<file path=ppt/media/f79433.txt>
</file>

<file path=ppt/media/f79434.txt>
</file>

<file path=ppt/media/f79435.txt>
</file>

<file path=ppt/media/f79436.txt>
</file>

<file path=ppt/media/f79437.txt>
</file>

<file path=ppt/media/f79438.txt>
</file>

<file path=ppt/media/f79439.txt>
</file>

<file path=ppt/media/f79440.txt>
</file>

<file path=ppt/media/f79441.txt>
</file>

<file path=ppt/media/f79442.txt>
</file>

<file path=ppt/media/f79443.txt>
</file>

<file path=ppt/media/f79444.txt>
</file>

<file path=ppt/media/f79445.txt>
</file>

<file path=ppt/media/f79446.txt>
</file>

<file path=ppt/media/f79447.txt>
</file>

<file path=ppt/media/f79448.txt>
</file>

<file path=ppt/media/f79449.txt>
</file>

<file path=ppt/media/f79450.txt>
</file>

<file path=ppt/media/f79451.txt>
</file>

<file path=ppt/media/f79452.txt>
</file>

<file path=ppt/media/f79453.txt>
</file>

<file path=ppt/media/f79454.txt>
</file>

<file path=ppt/media/f79455.txt>
</file>

<file path=ppt/media/f79456.txt>
</file>

<file path=ppt/media/f79457.txt>
</file>

<file path=ppt/media/f79458.txt>
</file>

<file path=ppt/media/f79459.txt>
</file>

<file path=ppt/media/f79460.txt>
</file>

<file path=ppt/media/f79461.txt>
</file>

<file path=ppt/media/f79462.txt>
</file>

<file path=ppt/media/f79463.txt>
</file>

<file path=ppt/media/f79464.txt>
</file>

<file path=ppt/media/f79465.txt>
</file>

<file path=ppt/media/f79466.txt>
</file>

<file path=ppt/media/f79467.txt>
</file>

<file path=ppt/media/f79468.txt>
</file>

<file path=ppt/media/f79469.txt>
</file>

<file path=ppt/media/f79470.txt>
</file>

<file path=ppt/media/f79471.txt>
</file>

<file path=ppt/media/f79472.txt>
</file>

<file path=ppt/media/f79473.txt>
</file>

<file path=ppt/media/f79474.txt>
</file>

<file path=ppt/media/f79475.txt>
</file>

<file path=ppt/media/f79476.txt>
</file>

<file path=ppt/media/f79477.txt>
</file>

<file path=ppt/media/f79478.txt>
</file>

<file path=ppt/media/f79479.txt>
</file>

<file path=ppt/media/f79480.txt>
</file>

<file path=ppt/media/f79481.txt>
</file>

<file path=ppt/media/f79482.txt>
</file>

<file path=ppt/media/f79483.txt>
</file>

<file path=ppt/media/f79484.txt>
</file>

<file path=ppt/media/f79485.txt>
</file>

<file path=ppt/media/f79486.txt>
</file>

<file path=ppt/media/f79487.txt>
</file>

<file path=ppt/media/f79488.txt>
</file>

<file path=ppt/media/f79489.txt>
</file>

<file path=ppt/media/f79490.txt>
</file>

<file path=ppt/media/f79491.txt>
</file>

<file path=ppt/media/f79492.txt>
</file>

<file path=ppt/media/f79493.txt>
</file>

<file path=ppt/media/f79494.txt>
</file>

<file path=ppt/media/f79495.txt>
</file>

<file path=ppt/media/f79496.txt>
</file>

<file path=ppt/media/f79497.txt>
</file>

<file path=ppt/media/f79498.txt>
</file>

<file path=ppt/media/f79499.txt>
</file>

<file path=ppt/media/f79500.txt>
</file>

<file path=ppt/media/f79501.txt>
</file>

<file path=ppt/media/f79502.txt>
</file>

<file path=ppt/media/f79503.txt>
</file>

<file path=ppt/media/f79504.txt>
</file>

<file path=ppt/media/f79505.txt>
</file>

<file path=ppt/media/f79506.txt>
</file>

<file path=ppt/media/f79507.txt>
</file>

<file path=ppt/media/f79508.txt>
</file>

<file path=ppt/media/f79509.txt>
</file>

<file path=ppt/media/f79510.txt>
</file>

<file path=ppt/media/f79511.txt>
</file>

<file path=ppt/media/f79512.txt>
</file>

<file path=ppt/media/f79513.txt>
</file>

<file path=ppt/media/f79514.txt>
</file>

<file path=ppt/media/f79515.txt>
</file>

<file path=ppt/media/f79516.txt>
</file>

<file path=ppt/media/f79517.txt>
</file>

<file path=ppt/media/f79518.txt>
</file>

<file path=ppt/media/f79519.txt>
</file>

<file path=ppt/media/f79520.txt>
</file>

<file path=ppt/media/f79521.txt>
</file>

<file path=ppt/media/f79522.txt>
</file>

<file path=ppt/media/f79523.txt>
</file>

<file path=ppt/media/f79524.txt>
</file>

<file path=ppt/media/f79525.txt>
</file>

<file path=ppt/media/f79526.txt>
</file>

<file path=ppt/media/f79527.txt>
</file>

<file path=ppt/media/f79528.txt>
</file>

<file path=ppt/media/f79529.txt>
</file>

<file path=ppt/media/f79530.txt>
</file>

<file path=ppt/media/f79531.txt>
</file>

<file path=ppt/media/f79532.txt>
</file>

<file path=ppt/media/f79533.txt>
</file>

<file path=ppt/media/f79534.txt>
</file>

<file path=ppt/media/f79535.txt>
</file>

<file path=ppt/media/f79536.txt>
</file>

<file path=ppt/media/f79537.txt>
</file>

<file path=ppt/media/f79538.txt>
</file>

<file path=ppt/media/f79539.txt>
</file>

<file path=ppt/media/f79540.txt>
</file>

<file path=ppt/media/f79541.txt>
</file>

<file path=ppt/media/f79542.txt>
</file>

<file path=ppt/media/f79543.txt>
</file>

<file path=ppt/media/f79544.txt>
</file>

<file path=ppt/media/f79545.txt>
</file>

<file path=ppt/media/f79546.txt>
</file>

<file path=ppt/media/f79547.txt>
</file>

<file path=ppt/media/f79548.txt>
</file>

<file path=ppt/media/f79549.txt>
</file>

<file path=ppt/media/f79550.txt>
</file>

<file path=ppt/media/f79551.txt>
</file>

<file path=ppt/media/f79552.txt>
</file>

<file path=ppt/media/f79553.txt>
</file>

<file path=ppt/media/f79554.txt>
</file>

<file path=ppt/media/f79555.txt>
</file>

<file path=ppt/media/f79556.txt>
</file>

<file path=ppt/media/f79557.txt>
</file>

<file path=ppt/media/f79558.txt>
</file>

<file path=ppt/media/f79559.txt>
</file>

<file path=ppt/media/f79560.txt>
</file>

<file path=ppt/media/f79561.txt>
</file>

<file path=ppt/media/f79562.txt>
</file>

<file path=ppt/media/f79563.txt>
</file>

<file path=ppt/media/f79564.txt>
</file>

<file path=ppt/media/f79565.txt>
</file>

<file path=ppt/media/f79566.txt>
</file>

<file path=ppt/media/f79567.txt>
</file>

<file path=ppt/media/f79568.txt>
</file>

<file path=ppt/media/f79569.txt>
</file>

<file path=ppt/media/f79570.txt>
</file>

<file path=ppt/media/f79571.txt>
</file>

<file path=ppt/media/f79572.txt>
</file>

<file path=ppt/media/f79573.txt>
</file>

<file path=ppt/media/f79574.txt>
</file>

<file path=ppt/media/f79575.txt>
</file>

<file path=ppt/media/f79576.txt>
</file>

<file path=ppt/media/f79577.txt>
</file>

<file path=ppt/media/f79578.txt>
</file>

<file path=ppt/media/f79579.txt>
</file>

<file path=ppt/media/f79580.txt>
</file>

<file path=ppt/media/f79581.txt>
</file>

<file path=ppt/media/f79582.txt>
</file>

<file path=ppt/media/f79583.txt>
</file>

<file path=ppt/media/f79584.txt>
</file>

<file path=ppt/media/f79585.txt>
</file>

<file path=ppt/media/f79586.txt>
</file>

<file path=ppt/media/f79587.txt>
</file>

<file path=ppt/media/f79588.txt>
</file>

<file path=ppt/media/f79589.txt>
</file>

<file path=ppt/media/f79590.txt>
</file>

<file path=ppt/media/f79591.txt>
</file>

<file path=ppt/media/f79592.txt>
</file>

<file path=ppt/media/f79593.txt>
</file>

<file path=ppt/media/f79594.txt>
</file>

<file path=ppt/media/f79595.txt>
</file>

<file path=ppt/media/f79596.txt>
</file>

<file path=ppt/media/f79597.txt>
</file>

<file path=ppt/media/f79598.txt>
</file>

<file path=ppt/media/f79599.txt>
</file>

<file path=ppt/media/f79600.txt>
</file>

<file path=ppt/media/f79601.txt>
</file>

<file path=ppt/media/f79602.txt>
</file>

<file path=ppt/media/f79603.txt>
</file>

<file path=ppt/media/f79604.txt>
</file>

<file path=ppt/media/f79605.txt>
</file>

<file path=ppt/media/f79606.txt>
</file>

<file path=ppt/media/f79607.txt>
</file>

<file path=ppt/media/f79608.txt>
</file>

<file path=ppt/media/f79609.txt>
</file>

<file path=ppt/media/f79610.txt>
</file>

<file path=ppt/media/f79611.txt>
</file>

<file path=ppt/media/f79612.txt>
</file>

<file path=ppt/media/f79613.txt>
</file>

<file path=ppt/media/f79614.txt>
</file>

<file path=ppt/media/f79615.txt>
</file>

<file path=ppt/media/f79616.txt>
</file>

<file path=ppt/media/f79617.txt>
</file>

<file path=ppt/media/f79618.txt>
</file>

<file path=ppt/media/f79619.txt>
</file>

<file path=ppt/media/f79620.txt>
</file>

<file path=ppt/media/f79621.txt>
</file>

<file path=ppt/media/f79622.txt>
</file>

<file path=ppt/media/f79623.txt>
</file>

<file path=ppt/media/f79624.txt>
</file>

<file path=ppt/media/f79625.txt>
</file>

<file path=ppt/media/f79626.txt>
</file>

<file path=ppt/media/f79627.txt>
</file>

<file path=ppt/media/f79628.txt>
</file>

<file path=ppt/media/f79629.txt>
</file>

<file path=ppt/media/f79630.txt>
</file>

<file path=ppt/media/f79631.txt>
</file>

<file path=ppt/media/f79632.txt>
</file>

<file path=ppt/media/f79633.txt>
</file>

<file path=ppt/media/f79634.txt>
</file>

<file path=ppt/media/f79635.txt>
</file>

<file path=ppt/media/f79636.txt>
</file>

<file path=ppt/media/f79637.txt>
</file>

<file path=ppt/media/f79638.txt>
</file>

<file path=ppt/media/f79639.txt>
</file>

<file path=ppt/media/f79640.txt>
</file>

<file path=ppt/media/f79641.txt>
</file>

<file path=ppt/media/f79642.txt>
</file>

<file path=ppt/media/f79643.txt>
</file>

<file path=ppt/media/f79644.txt>
</file>

<file path=ppt/media/f79645.txt>
</file>

<file path=ppt/media/f79646.txt>
</file>

<file path=ppt/media/f79647.txt>
</file>

<file path=ppt/media/f79648.txt>
</file>

<file path=ppt/media/f79649.txt>
</file>

<file path=ppt/media/f79650.txt>
</file>

<file path=ppt/media/f79651.txt>
</file>

<file path=ppt/media/f79652.txt>
</file>

<file path=ppt/media/f79653.txt>
</file>

<file path=ppt/media/f79654.txt>
</file>

<file path=ppt/media/f79655.txt>
</file>

<file path=ppt/media/f79656.txt>
</file>

<file path=ppt/media/f79657.txt>
</file>

<file path=ppt/media/f79658.txt>
</file>

<file path=ppt/media/f79659.txt>
</file>

<file path=ppt/media/f79660.txt>
</file>

<file path=ppt/media/f79661.txt>
</file>

<file path=ppt/media/f79662.txt>
</file>

<file path=ppt/media/f79663.txt>
</file>

<file path=ppt/media/f79664.txt>
</file>

<file path=ppt/media/f79665.txt>
</file>

<file path=ppt/media/f79666.txt>
</file>

<file path=ppt/media/f79667.txt>
</file>

<file path=ppt/media/f79668.txt>
</file>

<file path=ppt/media/f79669.txt>
</file>

<file path=ppt/media/f79670.txt>
</file>

<file path=ppt/media/f79671.txt>
</file>

<file path=ppt/media/f79672.txt>
</file>

<file path=ppt/media/f79673.txt>
</file>

<file path=ppt/media/f79674.txt>
</file>

<file path=ppt/media/f79675.txt>
</file>

<file path=ppt/media/f79676.txt>
</file>

<file path=ppt/media/f79677.txt>
</file>

<file path=ppt/media/f79678.txt>
</file>

<file path=ppt/media/f79679.txt>
</file>

<file path=ppt/media/f79680.txt>
</file>

<file path=ppt/media/f79681.txt>
</file>

<file path=ppt/media/f79682.txt>
</file>

<file path=ppt/media/f79683.txt>
</file>

<file path=ppt/media/f79684.txt>
</file>

<file path=ppt/media/f79685.txt>
</file>

<file path=ppt/media/f79686.txt>
</file>

<file path=ppt/media/f79687.txt>
</file>

<file path=ppt/media/f79688.txt>
</file>

<file path=ppt/media/f79689.txt>
</file>

<file path=ppt/media/f79690.txt>
</file>

<file path=ppt/media/f79691.txt>
</file>

<file path=ppt/media/f79692.txt>
</file>

<file path=ppt/media/f79693.txt>
</file>

<file path=ppt/media/f79694.txt>
</file>

<file path=ppt/media/f79695.txt>
</file>

<file path=ppt/media/f79696.txt>
</file>

<file path=ppt/media/f79697.txt>
</file>

<file path=ppt/media/f79698.txt>
</file>

<file path=ppt/media/f79699.txt>
</file>

<file path=ppt/media/f79700.txt>
</file>

<file path=ppt/media/f79701.txt>
</file>

<file path=ppt/media/f79702.txt>
</file>

<file path=ppt/media/f79703.txt>
</file>

<file path=ppt/media/f79704.txt>
</file>

<file path=ppt/media/f79705.txt>
</file>

<file path=ppt/media/f79706.txt>
</file>

<file path=ppt/media/f79707.txt>
</file>

<file path=ppt/media/f79708.txt>
</file>

<file path=ppt/media/f79709.txt>
</file>

<file path=ppt/media/f79710.txt>
</file>

<file path=ppt/media/f79711.txt>
</file>

<file path=ppt/media/f79712.txt>
</file>

<file path=ppt/media/f79713.txt>
</file>

<file path=ppt/media/f79714.txt>
</file>

<file path=ppt/media/f79715.txt>
</file>

<file path=ppt/media/f79716.txt>
</file>

<file path=ppt/media/f79717.txt>
</file>

<file path=ppt/media/f79718.txt>
</file>

<file path=ppt/media/f79719.txt>
</file>

<file path=ppt/media/f79720.txt>
</file>

<file path=ppt/media/f79721.txt>
</file>

<file path=ppt/media/f79722.txt>
</file>

<file path=ppt/media/f79723.txt>
</file>

<file path=ppt/media/f79724.txt>
</file>

<file path=ppt/media/f79725.txt>
</file>

<file path=ppt/media/f79726.txt>
</file>

<file path=ppt/media/f79727.txt>
</file>

<file path=ppt/media/f79728.txt>
</file>

<file path=ppt/media/f79729.txt>
</file>

<file path=ppt/media/f79730.txt>
</file>

<file path=ppt/media/f79731.txt>
</file>

<file path=ppt/media/f79732.txt>
</file>

<file path=ppt/media/f79733.txt>
</file>

<file path=ppt/media/f79734.txt>
</file>

<file path=ppt/media/f79735.txt>
</file>

<file path=ppt/media/f79736.txt>
</file>

<file path=ppt/media/f79737.txt>
</file>

<file path=ppt/media/f79738.txt>
</file>

<file path=ppt/media/f79739.txt>
</file>

<file path=ppt/media/f79740.txt>
</file>

<file path=ppt/media/f79741.txt>
</file>

<file path=ppt/media/f79742.txt>
</file>

<file path=ppt/media/f79743.txt>
</file>

<file path=ppt/media/f79744.txt>
</file>

<file path=ppt/media/f79745.txt>
</file>

<file path=ppt/media/f79746.txt>
</file>

<file path=ppt/media/f79747.txt>
</file>

<file path=ppt/media/f79748.txt>
</file>

<file path=ppt/media/f79749.txt>
</file>

<file path=ppt/media/f79750.txt>
</file>

<file path=ppt/media/f79751.txt>
</file>

<file path=ppt/media/f79752.txt>
</file>

<file path=ppt/media/f79753.txt>
</file>

<file path=ppt/media/f79754.txt>
</file>

<file path=ppt/media/f79755.txt>
</file>

<file path=ppt/media/f79756.txt>
</file>

<file path=ppt/media/f79757.txt>
</file>

<file path=ppt/media/f79758.txt>
</file>

<file path=ppt/media/f79759.txt>
</file>

<file path=ppt/media/f79760.txt>
</file>

<file path=ppt/media/f79761.txt>
</file>

<file path=ppt/media/f79762.txt>
</file>

<file path=ppt/media/f79763.txt>
</file>

<file path=ppt/media/f79764.txt>
</file>

<file path=ppt/media/f79765.txt>
</file>

<file path=ppt/media/f79766.txt>
</file>

<file path=ppt/media/f79767.txt>
</file>

<file path=ppt/media/f79768.txt>
</file>

<file path=ppt/media/f79769.txt>
</file>

<file path=ppt/media/f79770.txt>
</file>

<file path=ppt/media/f79771.txt>
</file>

<file path=ppt/media/f79772.txt>
</file>

<file path=ppt/media/f79773.txt>
</file>

<file path=ppt/media/f79774.txt>
</file>

<file path=ppt/media/f79775.txt>
</file>

<file path=ppt/media/f79776.txt>
</file>

<file path=ppt/media/f79777.txt>
</file>

<file path=ppt/media/f79778.txt>
</file>

<file path=ppt/media/f79779.txt>
</file>

<file path=ppt/media/f79780.txt>
</file>

<file path=ppt/media/f79781.txt>
</file>

<file path=ppt/media/f79782.txt>
</file>

<file path=ppt/media/f79783.txt>
</file>

<file path=ppt/media/f79784.txt>
</file>

<file path=ppt/media/f79785.txt>
</file>

<file path=ppt/media/f79786.txt>
</file>

<file path=ppt/media/f79787.txt>
</file>

<file path=ppt/media/f79788.txt>
</file>

<file path=ppt/media/f79789.txt>
</file>

<file path=ppt/media/f79790.txt>
</file>

<file path=ppt/media/f79791.txt>
</file>

<file path=ppt/media/f79792.txt>
</file>

<file path=ppt/media/f79793.txt>
</file>

<file path=ppt/media/f79794.txt>
</file>

<file path=ppt/media/f79795.txt>
</file>

<file path=ppt/media/f79796.txt>
</file>

<file path=ppt/media/f79797.txt>
</file>

<file path=ppt/media/f79798.txt>
</file>

<file path=ppt/media/f79799.txt>
</file>

<file path=ppt/media/f79800.txt>
</file>

<file path=ppt/media/f79801.txt>
</file>

<file path=ppt/media/f79802.txt>
</file>

<file path=ppt/media/f79803.txt>
</file>

<file path=ppt/media/f79804.txt>
</file>

<file path=ppt/media/f79805.txt>
</file>

<file path=ppt/media/f79806.txt>
</file>

<file path=ppt/media/f79807.txt>
</file>

<file path=ppt/media/f79808.txt>
</file>

<file path=ppt/media/f79809.txt>
</file>

<file path=ppt/media/f79810.txt>
</file>

<file path=ppt/media/f79811.txt>
</file>

<file path=ppt/media/f79812.txt>
</file>

<file path=ppt/media/f79813.txt>
</file>

<file path=ppt/media/f79814.txt>
</file>

<file path=ppt/media/f79815.txt>
</file>

<file path=ppt/media/f79816.txt>
</file>

<file path=ppt/media/f79817.txt>
</file>

<file path=ppt/media/f79818.txt>
</file>

<file path=ppt/media/f79819.txt>
</file>

<file path=ppt/media/f79820.txt>
</file>

<file path=ppt/media/f79821.txt>
</file>

<file path=ppt/media/f79822.txt>
</file>

<file path=ppt/media/f79823.txt>
</file>

<file path=ppt/media/f79824.txt>
</file>

<file path=ppt/media/f79825.txt>
</file>

<file path=ppt/media/f79826.txt>
</file>

<file path=ppt/media/f79827.txt>
</file>

<file path=ppt/media/f79828.txt>
</file>

<file path=ppt/media/f79829.txt>
</file>

<file path=ppt/media/f79830.txt>
</file>

<file path=ppt/media/f79831.txt>
</file>

<file path=ppt/media/f79832.txt>
</file>

<file path=ppt/media/f79833.txt>
</file>

<file path=ppt/media/f79834.txt>
</file>

<file path=ppt/media/f79835.txt>
</file>

<file path=ppt/media/f79836.txt>
</file>

<file path=ppt/media/f79837.txt>
</file>

<file path=ppt/media/f79838.txt>
</file>

<file path=ppt/media/f79839.txt>
</file>

<file path=ppt/media/f79840.txt>
</file>

<file path=ppt/media/f79841.txt>
</file>

<file path=ppt/media/f79842.txt>
</file>

<file path=ppt/media/f79843.txt>
</file>

<file path=ppt/media/f79844.txt>
</file>

<file path=ppt/media/f79845.txt>
</file>

<file path=ppt/media/f79846.txt>
</file>

<file path=ppt/media/f79847.txt>
</file>

<file path=ppt/media/f79848.txt>
</file>

<file path=ppt/media/f79849.txt>
</file>

<file path=ppt/media/f79850.txt>
</file>

<file path=ppt/media/f79851.txt>
</file>

<file path=ppt/media/f79852.txt>
</file>

<file path=ppt/media/f79853.txt>
</file>

<file path=ppt/media/f79854.txt>
</file>

<file path=ppt/media/f79855.txt>
</file>

<file path=ppt/media/f79856.txt>
</file>

<file path=ppt/media/f79857.txt>
</file>

<file path=ppt/media/f79858.txt>
</file>

<file path=ppt/media/f79859.txt>
</file>

<file path=ppt/media/f79860.txt>
</file>

<file path=ppt/media/f79861.txt>
</file>

<file path=ppt/media/f79862.txt>
</file>

<file path=ppt/media/f79863.txt>
</file>

<file path=ppt/media/f79864.txt>
</file>

<file path=ppt/media/f79865.txt>
</file>

<file path=ppt/media/f79866.txt>
</file>

<file path=ppt/media/f79867.txt>
</file>

<file path=ppt/media/f79868.txt>
</file>

<file path=ppt/media/f79869.txt>
</file>

<file path=ppt/media/f79870.txt>
</file>

<file path=ppt/media/f79871.txt>
</file>

<file path=ppt/media/f79872.txt>
</file>

<file path=ppt/media/f79873.txt>
</file>

<file path=ppt/media/f79874.txt>
</file>

<file path=ppt/media/f79875.txt>
</file>

<file path=ppt/media/f79876.txt>
</file>

<file path=ppt/media/f79877.txt>
</file>

<file path=ppt/media/f79878.txt>
</file>

<file path=ppt/media/f79879.txt>
</file>

<file path=ppt/media/f79880.txt>
</file>

<file path=ppt/media/f79881.txt>
</file>

<file path=ppt/media/f79882.txt>
</file>

<file path=ppt/media/f79883.txt>
</file>

<file path=ppt/media/f79884.txt>
</file>

<file path=ppt/media/f79885.txt>
</file>

<file path=ppt/media/f79886.txt>
</file>

<file path=ppt/media/f79887.txt>
</file>

<file path=ppt/media/f79888.txt>
</file>

<file path=ppt/media/f79889.txt>
</file>

<file path=ppt/media/f79890.txt>
</file>

<file path=ppt/media/f79891.txt>
</file>

<file path=ppt/media/f79892.txt>
</file>

<file path=ppt/media/f79893.txt>
</file>

<file path=ppt/media/f79894.txt>
</file>

<file path=ppt/media/f79895.txt>
</file>

<file path=ppt/media/f79896.txt>
</file>

<file path=ppt/media/f79897.txt>
</file>

<file path=ppt/media/f79898.txt>
</file>

<file path=ppt/media/f79899.txt>
</file>

<file path=ppt/media/f79900.txt>
</file>

<file path=ppt/media/f79901.txt>
</file>

<file path=ppt/media/f79902.txt>
</file>

<file path=ppt/media/f79903.txt>
</file>

<file path=ppt/media/f79904.txt>
</file>

<file path=ppt/media/f79905.txt>
</file>

<file path=ppt/media/f79906.txt>
</file>

<file path=ppt/media/f79907.txt>
</file>

<file path=ppt/media/f79908.txt>
</file>

<file path=ppt/media/f79909.txt>
</file>

<file path=ppt/media/f79910.txt>
</file>

<file path=ppt/media/f79911.txt>
</file>

<file path=ppt/media/f79912.txt>
</file>

<file path=ppt/media/f79913.txt>
</file>

<file path=ppt/media/f79914.txt>
</file>

<file path=ppt/media/f79915.txt>
</file>

<file path=ppt/media/f79916.txt>
</file>

<file path=ppt/media/f79917.txt>
</file>

<file path=ppt/media/f79918.txt>
</file>

<file path=ppt/media/f79919.txt>
</file>

<file path=ppt/media/f79920.txt>
</file>

<file path=ppt/media/f79921.txt>
</file>

<file path=ppt/media/f79922.txt>
</file>

<file path=ppt/media/f79923.txt>
</file>

<file path=ppt/media/f79924.txt>
</file>

<file path=ppt/media/f79925.txt>
</file>

<file path=ppt/media/f79926.txt>
</file>

<file path=ppt/media/f79927.txt>
</file>

<file path=ppt/media/f79928.txt>
</file>

<file path=ppt/media/f79929.txt>
</file>

<file path=ppt/media/f79930.txt>
</file>

<file path=ppt/media/f79931.txt>
</file>

<file path=ppt/media/f79932.txt>
</file>

<file path=ppt/media/f79933.txt>
</file>

<file path=ppt/media/f79934.txt>
</file>

<file path=ppt/media/f79935.txt>
</file>

<file path=ppt/media/f79936.txt>
</file>

<file path=ppt/media/f79937.txt>
</file>

<file path=ppt/media/f79938.txt>
</file>

<file path=ppt/media/f79939.txt>
</file>

<file path=ppt/media/f79940.txt>
</file>

<file path=ppt/media/f79941.txt>
</file>

<file path=ppt/media/f79942.txt>
</file>

<file path=ppt/media/f79943.txt>
</file>

<file path=ppt/media/f79944.txt>
</file>

<file path=ppt/media/f79945.txt>
</file>

<file path=ppt/media/f79946.txt>
</file>

<file path=ppt/media/f79947.txt>
</file>

<file path=ppt/media/f79948.txt>
</file>

<file path=ppt/media/f79949.txt>
</file>

<file path=ppt/media/f79950.txt>
</file>

<file path=ppt/media/f79951.txt>
</file>

<file path=ppt/media/f79952.txt>
</file>

<file path=ppt/media/f79953.txt>
</file>

<file path=ppt/media/f79954.txt>
</file>

<file path=ppt/media/f79955.txt>
</file>

<file path=ppt/media/f79956.txt>
</file>

<file path=ppt/media/f79957.txt>
</file>

<file path=ppt/media/f79958.txt>
</file>

<file path=ppt/media/f79959.txt>
</file>

<file path=ppt/media/f79960.txt>
</file>

<file path=ppt/media/f79961.txt>
</file>

<file path=ppt/media/f79962.txt>
</file>

<file path=ppt/media/f79963.txt>
</file>

<file path=ppt/media/f79964.txt>
</file>

<file path=ppt/media/f79965.txt>
</file>

<file path=ppt/media/f79966.txt>
</file>

<file path=ppt/media/f79967.txt>
</file>

<file path=ppt/media/f79968.txt>
</file>

<file path=ppt/media/f79969.txt>
</file>

<file path=ppt/media/f79970.txt>
</file>

<file path=ppt/media/f79971.txt>
</file>

<file path=ppt/media/f79972.txt>
</file>

<file path=ppt/media/f79973.txt>
</file>

<file path=ppt/media/f79974.txt>
</file>

<file path=ppt/media/f79975.txt>
</file>

<file path=ppt/media/f79976.txt>
</file>

<file path=ppt/media/f79977.txt>
</file>

<file path=ppt/media/f79978.txt>
</file>

<file path=ppt/media/f79979.txt>
</file>

<file path=ppt/media/f79980.txt>
</file>

<file path=ppt/media/f79981.txt>
</file>

<file path=ppt/media/f79982.txt>
</file>

<file path=ppt/media/f79983.txt>
</file>

<file path=ppt/media/f79984.txt>
</file>

<file path=ppt/media/f79985.txt>
</file>

<file path=ppt/media/f79986.txt>
</file>

<file path=ppt/media/f79987.txt>
</file>

<file path=ppt/media/f79988.txt>
</file>

<file path=ppt/media/f79989.txt>
</file>

<file path=ppt/media/f79990.txt>
</file>

<file path=ppt/media/f79991.txt>
</file>

<file path=ppt/media/f79992.txt>
</file>

<file path=ppt/media/f79993.txt>
</file>

<file path=ppt/media/f79994.txt>
</file>

<file path=ppt/media/f79995.txt>
</file>

<file path=ppt/media/f79996.txt>
</file>

<file path=ppt/media/f79997.txt>
</file>

<file path=ppt/media/f79998.txt>
</file>

<file path=ppt/media/f79999.txt>
</file>

<file path=ppt/media/f80000.txt>
</file>

<file path=ppt/media/f80001.txt>
</file>

<file path=ppt/media/f80002.txt>
</file>

<file path=ppt/media/f80003.txt>
</file>

<file path=ppt/media/f80004.txt>
</file>

<file path=ppt/media/f80005.txt>
</file>

<file path=ppt/media/f80006.txt>
</file>

<file path=ppt/media/f80007.txt>
</file>

<file path=ppt/media/f80008.txt>
</file>

<file path=ppt/media/f80009.txt>
</file>

<file path=ppt/media/f80010.txt>
</file>

<file path=ppt/media/f80011.txt>
</file>

<file path=ppt/media/f80012.txt>
</file>

<file path=ppt/media/f80013.txt>
</file>

<file path=ppt/media/f80014.txt>
</file>

<file path=ppt/media/f80015.txt>
</file>

<file path=ppt/media/f80016.txt>
</file>

<file path=ppt/media/f80017.txt>
</file>

<file path=ppt/media/f80018.txt>
</file>

<file path=ppt/media/f80019.txt>
</file>

<file path=ppt/media/f80020.txt>
</file>

<file path=ppt/media/f80021.txt>
</file>

<file path=ppt/media/f80022.txt>
</file>

<file path=ppt/media/f80023.txt>
</file>

<file path=ppt/media/f80024.txt>
</file>

<file path=ppt/media/f80025.txt>
</file>

<file path=ppt/media/f80026.txt>
</file>

<file path=ppt/media/f80027.txt>
</file>

<file path=ppt/media/f80028.txt>
</file>

<file path=ppt/media/f80029.txt>
</file>

<file path=ppt/media/f80030.txt>
</file>

<file path=ppt/media/f80031.txt>
</file>

<file path=ppt/media/f80032.txt>
</file>

<file path=ppt/media/f80033.txt>
</file>

<file path=ppt/media/f80034.txt>
</file>

<file path=ppt/media/f80035.txt>
</file>

<file path=ppt/media/f80036.txt>
</file>

<file path=ppt/media/f80037.txt>
</file>

<file path=ppt/media/f80038.txt>
</file>

<file path=ppt/media/f80039.txt>
</file>

<file path=ppt/media/f80040.txt>
</file>

<file path=ppt/media/f80041.txt>
</file>

<file path=ppt/media/f80042.txt>
</file>

<file path=ppt/media/f80043.txt>
</file>

<file path=ppt/media/f80044.txt>
</file>

<file path=ppt/media/f80045.txt>
</file>

<file path=ppt/media/f80046.txt>
</file>

<file path=ppt/media/f80047.txt>
</file>

<file path=ppt/media/f80048.txt>
</file>

<file path=ppt/media/f80049.txt>
</file>

<file path=ppt/media/f80050.txt>
</file>

<file path=ppt/media/f80051.txt>
</file>

<file path=ppt/media/f80052.txt>
</file>

<file path=ppt/media/f80053.txt>
</file>

<file path=ppt/media/f80054.txt>
</file>

<file path=ppt/media/f80055.txt>
</file>

<file path=ppt/media/f80056.txt>
</file>

<file path=ppt/media/f80057.txt>
</file>

<file path=ppt/media/f80058.txt>
</file>

<file path=ppt/media/f80059.txt>
</file>

<file path=ppt/media/f80060.txt>
</file>

<file path=ppt/media/f80061.txt>
</file>

<file path=ppt/media/f80062.txt>
</file>

<file path=ppt/media/f80063.txt>
</file>

<file path=ppt/media/f80064.txt>
</file>

<file path=ppt/media/f80065.txt>
</file>

<file path=ppt/media/f80066.txt>
</file>

<file path=ppt/media/f80067.txt>
</file>

<file path=ppt/media/f80068.txt>
</file>

<file path=ppt/media/f80069.txt>
</file>

<file path=ppt/media/f80070.txt>
</file>

<file path=ppt/media/f80071.txt>
</file>

<file path=ppt/media/f80072.txt>
</file>

<file path=ppt/media/f80073.txt>
</file>

<file path=ppt/media/f80074.txt>
</file>

<file path=ppt/media/f80075.txt>
</file>

<file path=ppt/media/f80076.txt>
</file>

<file path=ppt/media/f80077.txt>
</file>

<file path=ppt/media/f80078.txt>
</file>

<file path=ppt/media/f80079.txt>
</file>

<file path=ppt/media/f80080.txt>
</file>

<file path=ppt/media/f80081.txt>
</file>

<file path=ppt/media/f80082.txt>
</file>

<file path=ppt/media/f80083.txt>
</file>

<file path=ppt/media/f80084.txt>
</file>

<file path=ppt/media/f80085.txt>
</file>

<file path=ppt/media/f80086.txt>
</file>

<file path=ppt/media/f80087.txt>
</file>

<file path=ppt/media/f80088.txt>
</file>

<file path=ppt/media/f80089.txt>
</file>

<file path=ppt/media/f80090.txt>
</file>

<file path=ppt/media/f80091.txt>
</file>

<file path=ppt/media/f80092.txt>
</file>

<file path=ppt/media/f80093.txt>
</file>

<file path=ppt/media/f80094.txt>
</file>

<file path=ppt/media/f80095.txt>
</file>

<file path=ppt/media/f80096.txt>
</file>

<file path=ppt/media/f80097.txt>
</file>

<file path=ppt/media/f80098.txt>
</file>

<file path=ppt/media/f80099.txt>
</file>

<file path=ppt/media/f80100.txt>
</file>

<file path=ppt/media/f80101.txt>
</file>

<file path=ppt/media/f80102.txt>
</file>

<file path=ppt/media/f80103.txt>
</file>

<file path=ppt/media/f80104.txt>
</file>

<file path=ppt/media/f80105.txt>
</file>

<file path=ppt/media/f80106.txt>
</file>

<file path=ppt/media/f80107.txt>
</file>

<file path=ppt/media/f80108.txt>
</file>

<file path=ppt/media/f80109.txt>
</file>

<file path=ppt/media/f80110.txt>
</file>

<file path=ppt/media/f80111.txt>
</file>

<file path=ppt/media/f80112.txt>
</file>

<file path=ppt/media/f80113.txt>
</file>

<file path=ppt/media/f80114.txt>
</file>

<file path=ppt/media/f80115.txt>
</file>

<file path=ppt/media/f80116.txt>
</file>

<file path=ppt/media/f80117.txt>
</file>

<file path=ppt/media/f80118.txt>
</file>

<file path=ppt/media/f80119.txt>
</file>

<file path=ppt/media/f80120.txt>
</file>

<file path=ppt/media/f80121.txt>
</file>

<file path=ppt/media/f80122.txt>
</file>

<file path=ppt/media/f80123.txt>
</file>

<file path=ppt/media/f80124.txt>
</file>

<file path=ppt/media/f80125.txt>
</file>

<file path=ppt/media/f80126.txt>
</file>

<file path=ppt/media/f80127.txt>
</file>

<file path=ppt/media/f80128.txt>
</file>

<file path=ppt/media/f80129.txt>
</file>

<file path=ppt/media/f80130.txt>
</file>

<file path=ppt/media/f80131.txt>
</file>

<file path=ppt/media/f80132.txt>
</file>

<file path=ppt/media/f80133.txt>
</file>

<file path=ppt/media/f80134.txt>
</file>

<file path=ppt/media/f80135.txt>
</file>

<file path=ppt/media/f80136.txt>
</file>

<file path=ppt/media/f80137.txt>
</file>

<file path=ppt/media/f80138.txt>
</file>

<file path=ppt/media/f80139.txt>
</file>

<file path=ppt/media/f80140.txt>
</file>

<file path=ppt/media/f80141.txt>
</file>

<file path=ppt/media/f80142.txt>
</file>

<file path=ppt/media/f80143.txt>
</file>

<file path=ppt/media/f80144.txt>
</file>

<file path=ppt/media/f80145.txt>
</file>

<file path=ppt/media/f80146.txt>
</file>

<file path=ppt/media/f80147.txt>
</file>

<file path=ppt/media/f80148.txt>
</file>

<file path=ppt/media/f80149.txt>
</file>

<file path=ppt/media/f80150.txt>
</file>

<file path=ppt/media/f80151.txt>
</file>

<file path=ppt/media/f80152.txt>
</file>

<file path=ppt/media/f80153.txt>
</file>

<file path=ppt/media/f80154.txt>
</file>

<file path=ppt/media/f80155.txt>
</file>

<file path=ppt/media/f80156.txt>
</file>

<file path=ppt/media/f80157.txt>
</file>

<file path=ppt/media/f80158.txt>
</file>

<file path=ppt/media/f80159.txt>
</file>

<file path=ppt/media/f80160.txt>
</file>

<file path=ppt/media/f80161.txt>
</file>

<file path=ppt/media/f80162.txt>
</file>

<file path=ppt/media/f80163.txt>
</file>

<file path=ppt/media/f80164.txt>
</file>

<file path=ppt/media/f80165.txt>
</file>

<file path=ppt/media/f80166.txt>
</file>

<file path=ppt/media/f80167.txt>
</file>

<file path=ppt/media/f80168.txt>
</file>

<file path=ppt/media/f80169.txt>
</file>

<file path=ppt/media/f80170.txt>
</file>

<file path=ppt/media/f80171.txt>
</file>

<file path=ppt/media/f80172.txt>
</file>

<file path=ppt/media/f80173.txt>
</file>

<file path=ppt/media/f80174.txt>
</file>

<file path=ppt/media/f80175.txt>
</file>

<file path=ppt/media/f80176.txt>
</file>

<file path=ppt/media/f80177.txt>
</file>

<file path=ppt/media/f80178.txt>
</file>

<file path=ppt/media/f80179.txt>
</file>

<file path=ppt/media/f80180.txt>
</file>

<file path=ppt/media/f80181.txt>
</file>

<file path=ppt/media/f80182.txt>
</file>

<file path=ppt/media/f80183.txt>
</file>

<file path=ppt/media/f80184.txt>
</file>

<file path=ppt/media/f80185.txt>
</file>

<file path=ppt/media/f80186.txt>
</file>

<file path=ppt/media/f80187.txt>
</file>

<file path=ppt/media/f80188.txt>
</file>

<file path=ppt/media/f80189.txt>
</file>

<file path=ppt/media/f80190.txt>
</file>

<file path=ppt/media/f80191.txt>
</file>

<file path=ppt/media/f80192.txt>
</file>

<file path=ppt/media/f80193.txt>
</file>

<file path=ppt/media/f80194.txt>
</file>

<file path=ppt/media/f80195.txt>
</file>

<file path=ppt/media/f80196.txt>
</file>

<file path=ppt/media/f80197.txt>
</file>

<file path=ppt/media/f80198.txt>
</file>

<file path=ppt/media/f80199.txt>
</file>

<file path=ppt/media/f80200.txt>
</file>

<file path=ppt/media/f80201.txt>
</file>

<file path=ppt/media/f80202.txt>
</file>

<file path=ppt/media/f80203.txt>
</file>

<file path=ppt/media/f80204.txt>
</file>

<file path=ppt/media/f80205.txt>
</file>

<file path=ppt/media/f80206.txt>
</file>

<file path=ppt/media/f80207.txt>
</file>

<file path=ppt/media/f80208.txt>
</file>

<file path=ppt/media/f80209.txt>
</file>

<file path=ppt/media/f80210.txt>
</file>

<file path=ppt/media/f80211.txt>
</file>

<file path=ppt/media/f80212.txt>
</file>

<file path=ppt/media/f80213.txt>
</file>

<file path=ppt/media/f80214.txt>
</file>

<file path=ppt/media/f80215.txt>
</file>

<file path=ppt/media/f80216.txt>
</file>

<file path=ppt/media/f80217.txt>
</file>

<file path=ppt/media/f80218.txt>
</file>

<file path=ppt/media/f80219.txt>
</file>

<file path=ppt/media/f80220.txt>
</file>

<file path=ppt/media/f80221.txt>
</file>

<file path=ppt/media/f80222.txt>
</file>

<file path=ppt/media/f80223.txt>
</file>

<file path=ppt/media/f80224.txt>
</file>

<file path=ppt/media/f80225.txt>
</file>

<file path=ppt/media/f80226.txt>
</file>

<file path=ppt/media/f80227.txt>
</file>

<file path=ppt/media/f80228.txt>
</file>

<file path=ppt/media/f80229.txt>
</file>

<file path=ppt/media/f80230.txt>
</file>

<file path=ppt/media/f80231.txt>
</file>

<file path=ppt/media/f80232.txt>
</file>

<file path=ppt/media/f80233.txt>
</file>

<file path=ppt/media/f80234.txt>
</file>

<file path=ppt/media/f80235.txt>
</file>

<file path=ppt/media/f80236.txt>
</file>

<file path=ppt/media/f80237.txt>
</file>

<file path=ppt/media/f80238.txt>
</file>

<file path=ppt/media/f80239.txt>
</file>

<file path=ppt/media/f80240.txt>
</file>

<file path=ppt/media/f80241.txt>
</file>

<file path=ppt/media/f80242.txt>
</file>

<file path=ppt/media/f80243.txt>
</file>

<file path=ppt/media/f80244.txt>
</file>

<file path=ppt/media/f80245.txt>
</file>

<file path=ppt/media/f80246.txt>
</file>

<file path=ppt/media/f80247.txt>
</file>

<file path=ppt/media/f80248.txt>
</file>

<file path=ppt/media/f80249.txt>
</file>

<file path=ppt/media/f80250.txt>
</file>

<file path=ppt/media/f80251.txt>
</file>

<file path=ppt/media/f80252.txt>
</file>

<file path=ppt/media/f80253.txt>
</file>

<file path=ppt/media/f80254.txt>
</file>

<file path=ppt/media/f80255.txt>
</file>

<file path=ppt/media/f80256.txt>
</file>

<file path=ppt/media/f80257.txt>
</file>

<file path=ppt/media/f80258.txt>
</file>

<file path=ppt/media/f80259.txt>
</file>

<file path=ppt/media/f80260.txt>
</file>

<file path=ppt/media/f80261.txt>
</file>

<file path=ppt/media/f80262.txt>
</file>

<file path=ppt/media/f80263.txt>
</file>

<file path=ppt/media/f80264.txt>
</file>

<file path=ppt/media/f80265.txt>
</file>

<file path=ppt/media/f80266.txt>
</file>

<file path=ppt/media/f80267.txt>
</file>

<file path=ppt/media/f80268.txt>
</file>

<file path=ppt/media/f80269.txt>
</file>

<file path=ppt/media/f80270.txt>
</file>

<file path=ppt/media/f80271.txt>
</file>

<file path=ppt/media/f80272.txt>
</file>

<file path=ppt/media/f80273.txt>
</file>

<file path=ppt/media/f80274.txt>
</file>

<file path=ppt/media/f80275.txt>
</file>

<file path=ppt/media/f80276.txt>
</file>

<file path=ppt/media/f80277.txt>
</file>

<file path=ppt/media/f80278.txt>
</file>

<file path=ppt/media/f80279.txt>
</file>

<file path=ppt/media/f80280.txt>
</file>

<file path=ppt/media/f80281.txt>
</file>

<file path=ppt/media/f80282.txt>
</file>

<file path=ppt/media/f80283.txt>
</file>

<file path=ppt/media/f80284.txt>
</file>

<file path=ppt/media/f80285.txt>
</file>

<file path=ppt/media/f80286.txt>
</file>

<file path=ppt/media/f80287.txt>
</file>

<file path=ppt/media/f80288.txt>
</file>

<file path=ppt/media/f80289.txt>
</file>

<file path=ppt/media/f80290.txt>
</file>

<file path=ppt/media/f80291.txt>
</file>

<file path=ppt/media/f80292.txt>
</file>

<file path=ppt/media/f80293.txt>
</file>

<file path=ppt/media/f80294.txt>
</file>

<file path=ppt/media/f80295.txt>
</file>

<file path=ppt/media/f80296.txt>
</file>

<file path=ppt/media/f80297.txt>
</file>

<file path=ppt/media/f80298.txt>
</file>

<file path=ppt/media/f80299.txt>
</file>

<file path=ppt/media/f80300.txt>
</file>

<file path=ppt/media/f80301.txt>
</file>

<file path=ppt/media/f80302.txt>
</file>

<file path=ppt/media/f80303.txt>
</file>

<file path=ppt/media/f80304.txt>
</file>

<file path=ppt/media/f80305.txt>
</file>

<file path=ppt/media/f80306.txt>
</file>

<file path=ppt/media/f80307.txt>
</file>

<file path=ppt/media/f80308.txt>
</file>

<file path=ppt/media/f80309.txt>
</file>

<file path=ppt/media/f80310.txt>
</file>

<file path=ppt/media/f80311.txt>
</file>

<file path=ppt/media/f80312.txt>
</file>

<file path=ppt/media/f80313.txt>
</file>

<file path=ppt/media/f80314.txt>
</file>

<file path=ppt/media/f80315.txt>
</file>

<file path=ppt/media/f80316.txt>
</file>

<file path=ppt/media/f80317.txt>
</file>

<file path=ppt/media/f80318.txt>
</file>

<file path=ppt/media/f80319.txt>
</file>

<file path=ppt/media/f80320.txt>
</file>

<file path=ppt/media/f80321.txt>
</file>

<file path=ppt/media/f80322.txt>
</file>

<file path=ppt/media/f80323.txt>
</file>

<file path=ppt/media/f80324.txt>
</file>

<file path=ppt/media/f80325.txt>
</file>

<file path=ppt/media/f80326.txt>
</file>

<file path=ppt/media/f80327.txt>
</file>

<file path=ppt/media/f80328.txt>
</file>

<file path=ppt/media/f80329.txt>
</file>

<file path=ppt/media/f80330.txt>
</file>

<file path=ppt/media/f80331.txt>
</file>

<file path=ppt/media/f80332.txt>
</file>

<file path=ppt/media/f80333.txt>
</file>

<file path=ppt/media/f80334.txt>
</file>

<file path=ppt/media/f80335.txt>
</file>

<file path=ppt/media/f80336.txt>
</file>

<file path=ppt/media/f80337.txt>
</file>

<file path=ppt/media/f80338.txt>
</file>

<file path=ppt/media/f80339.txt>
</file>

<file path=ppt/media/f80340.txt>
</file>

<file path=ppt/media/f80341.txt>
</file>

<file path=ppt/media/f80342.txt>
</file>

<file path=ppt/media/f80343.txt>
</file>

<file path=ppt/media/f80344.txt>
</file>

<file path=ppt/media/f80345.txt>
</file>

<file path=ppt/media/f80346.txt>
</file>

<file path=ppt/media/f80347.txt>
</file>

<file path=ppt/media/f80348.txt>
</file>

<file path=ppt/media/f80349.txt>
</file>

<file path=ppt/media/f80350.txt>
</file>

<file path=ppt/media/f80351.txt>
</file>

<file path=ppt/media/f80352.txt>
</file>

<file path=ppt/media/f80353.txt>
</file>

<file path=ppt/media/f80354.txt>
</file>

<file path=ppt/media/f80355.txt>
</file>

<file path=ppt/media/f80356.txt>
</file>

<file path=ppt/media/f80357.txt>
</file>

<file path=ppt/media/f80358.txt>
</file>

<file path=ppt/media/f80359.txt>
</file>

<file path=ppt/media/f80360.txt>
</file>

<file path=ppt/media/f80361.txt>
</file>

<file path=ppt/media/f80362.txt>
</file>

<file path=ppt/media/f80363.txt>
</file>

<file path=ppt/media/f80364.txt>
</file>

<file path=ppt/media/f80365.txt>
</file>

<file path=ppt/media/f80366.txt>
</file>

<file path=ppt/media/f80367.txt>
</file>

<file path=ppt/media/f80368.txt>
</file>

<file path=ppt/media/f80369.txt>
</file>

<file path=ppt/media/f80370.txt>
</file>

<file path=ppt/media/f80371.txt>
</file>

<file path=ppt/media/f80372.txt>
</file>

<file path=ppt/media/f80373.txt>
</file>

<file path=ppt/media/f80374.txt>
</file>

<file path=ppt/media/f80375.txt>
</file>

<file path=ppt/media/f80376.txt>
</file>

<file path=ppt/media/f80377.txt>
</file>

<file path=ppt/media/f80378.txt>
</file>

<file path=ppt/media/f80379.txt>
</file>

<file path=ppt/media/f80380.txt>
</file>

<file path=ppt/media/f80381.txt>
</file>

<file path=ppt/media/f80382.txt>
</file>

<file path=ppt/media/f80383.txt>
</file>

<file path=ppt/media/f80384.txt>
</file>

<file path=ppt/media/f80385.txt>
</file>

<file path=ppt/media/f80386.txt>
</file>

<file path=ppt/media/f80387.txt>
</file>

<file path=ppt/media/f80388.txt>
</file>

<file path=ppt/media/f80389.txt>
</file>

<file path=ppt/media/f80390.txt>
</file>

<file path=ppt/media/f80391.txt>
</file>

<file path=ppt/media/f80392.txt>
</file>

<file path=ppt/media/f80393.txt>
</file>

<file path=ppt/media/f80394.txt>
</file>

<file path=ppt/media/f80395.txt>
</file>

<file path=ppt/media/f80396.txt>
</file>

<file path=ppt/media/f80397.txt>
</file>

<file path=ppt/media/f80398.txt>
</file>

<file path=ppt/media/f80399.txt>
</file>

<file path=ppt/media/f80400.txt>
</file>

<file path=ppt/media/f80401.txt>
</file>

<file path=ppt/media/f80402.txt>
</file>

<file path=ppt/media/f80403.txt>
</file>

<file path=ppt/media/f80404.txt>
</file>

<file path=ppt/media/f80405.txt>
</file>

<file path=ppt/media/f80406.txt>
</file>

<file path=ppt/media/f80407.txt>
</file>

<file path=ppt/media/f80408.txt>
</file>

<file path=ppt/media/f80409.txt>
</file>

<file path=ppt/media/f80410.txt>
</file>

<file path=ppt/media/f80411.txt>
</file>

<file path=ppt/media/f80412.txt>
</file>

<file path=ppt/media/f80413.txt>
</file>

<file path=ppt/media/f80414.txt>
</file>

<file path=ppt/media/f80415.txt>
</file>

<file path=ppt/media/f80416.txt>
</file>

<file path=ppt/media/f80417.txt>
</file>

<file path=ppt/media/f80418.txt>
</file>

<file path=ppt/media/f80419.txt>
</file>

<file path=ppt/media/f80420.txt>
</file>

<file path=ppt/media/f80421.txt>
</file>

<file path=ppt/media/f80422.txt>
</file>

<file path=ppt/media/f80423.txt>
</file>

<file path=ppt/media/f80424.txt>
</file>

<file path=ppt/media/f80425.txt>
</file>

<file path=ppt/media/f80426.txt>
</file>

<file path=ppt/media/f80427.txt>
</file>

<file path=ppt/media/f80428.txt>
</file>

<file path=ppt/media/f80429.txt>
</file>

<file path=ppt/media/f80430.txt>
</file>

<file path=ppt/media/f80431.txt>
</file>

<file path=ppt/media/f80432.txt>
</file>

<file path=ppt/media/f80433.txt>
</file>

<file path=ppt/media/f80434.txt>
</file>

<file path=ppt/media/f80435.txt>
</file>

<file path=ppt/media/f80436.txt>
</file>

<file path=ppt/media/f80437.txt>
</file>

<file path=ppt/media/f80438.txt>
</file>

<file path=ppt/media/f80439.txt>
</file>

<file path=ppt/media/f80440.txt>
</file>

<file path=ppt/media/f80441.txt>
</file>

<file path=ppt/media/f80442.txt>
</file>

<file path=ppt/media/f80443.txt>
</file>

<file path=ppt/media/f80444.txt>
</file>

<file path=ppt/media/f80445.txt>
</file>

<file path=ppt/media/f80446.txt>
</file>

<file path=ppt/media/f80447.txt>
</file>

<file path=ppt/media/f80448.txt>
</file>

<file path=ppt/media/f80449.txt>
</file>

<file path=ppt/media/f80450.txt>
</file>

<file path=ppt/media/f80451.txt>
</file>

<file path=ppt/media/f80452.txt>
</file>

<file path=ppt/media/f80453.txt>
</file>

<file path=ppt/media/f80454.txt>
</file>

<file path=ppt/media/f80455.txt>
</file>

<file path=ppt/media/f80456.txt>
</file>

<file path=ppt/media/f80457.txt>
</file>

<file path=ppt/media/f80458.txt>
</file>

<file path=ppt/media/f80459.txt>
</file>

<file path=ppt/media/f80460.txt>
</file>

<file path=ppt/media/f80461.txt>
</file>

<file path=ppt/media/f80462.txt>
</file>

<file path=ppt/media/f80463.txt>
</file>

<file path=ppt/media/f80464.txt>
</file>

<file path=ppt/media/f80465.txt>
</file>

<file path=ppt/media/f80466.txt>
</file>

<file path=ppt/media/f80467.txt>
</file>

<file path=ppt/media/f80468.txt>
</file>

<file path=ppt/media/f80469.txt>
</file>

<file path=ppt/media/f80470.txt>
</file>

<file path=ppt/media/f80471.txt>
</file>

<file path=ppt/media/f80472.txt>
</file>

<file path=ppt/media/f80473.txt>
</file>

<file path=ppt/media/f80474.txt>
</file>

<file path=ppt/media/f80475.txt>
</file>

<file path=ppt/media/f80476.txt>
</file>

<file path=ppt/media/f80477.txt>
</file>

<file path=ppt/media/f80478.txt>
</file>

<file path=ppt/media/f80479.txt>
</file>

<file path=ppt/media/f80480.txt>
</file>

<file path=ppt/media/f80481.txt>
</file>

<file path=ppt/media/f80482.txt>
</file>

<file path=ppt/media/f80483.txt>
</file>

<file path=ppt/media/f80484.txt>
</file>

<file path=ppt/media/f80485.txt>
</file>

<file path=ppt/media/f80486.txt>
</file>

<file path=ppt/media/f80487.txt>
</file>

<file path=ppt/media/f80488.txt>
</file>

<file path=ppt/media/f80489.txt>
</file>

<file path=ppt/media/f80490.txt>
</file>

<file path=ppt/media/f80491.txt>
</file>

<file path=ppt/media/f80492.txt>
</file>

<file path=ppt/media/f80493.txt>
</file>

<file path=ppt/media/f80494.txt>
</file>

<file path=ppt/media/f80495.txt>
</file>

<file path=ppt/media/f80496.txt>
</file>

<file path=ppt/media/f80497.txt>
</file>

<file path=ppt/media/f80498.txt>
</file>

<file path=ppt/media/f80499.txt>
</file>

<file path=ppt/media/f80500.txt>
</file>

<file path=ppt/media/f80501.txt>
</file>

<file path=ppt/media/f80502.txt>
</file>

<file path=ppt/media/f80503.txt>
</file>

<file path=ppt/media/f80504.txt>
</file>

<file path=ppt/media/f80505.txt>
</file>

<file path=ppt/media/f80506.txt>
</file>

<file path=ppt/media/f80507.txt>
</file>

<file path=ppt/media/f80508.txt>
</file>

<file path=ppt/media/f80509.txt>
</file>

<file path=ppt/media/f80510.txt>
</file>

<file path=ppt/media/f80511.txt>
</file>

<file path=ppt/media/f80512.txt>
</file>

<file path=ppt/media/f80513.txt>
</file>

<file path=ppt/media/f80514.txt>
</file>

<file path=ppt/media/f80515.txt>
</file>

<file path=ppt/media/f80516.txt>
</file>

<file path=ppt/media/f80517.txt>
</file>

<file path=ppt/media/f80518.txt>
</file>

<file path=ppt/media/f80519.txt>
</file>

<file path=ppt/media/f80520.txt>
</file>

<file path=ppt/media/f80521.txt>
</file>

<file path=ppt/media/f80522.txt>
</file>

<file path=ppt/media/f80523.txt>
</file>

<file path=ppt/media/f80524.txt>
</file>

<file path=ppt/media/f80525.txt>
</file>

<file path=ppt/media/f80526.txt>
</file>

<file path=ppt/media/f80527.txt>
</file>

<file path=ppt/media/f80528.txt>
</file>

<file path=ppt/media/f80529.txt>
</file>

<file path=ppt/media/f80530.txt>
</file>

<file path=ppt/media/f80531.txt>
</file>

<file path=ppt/media/f80532.txt>
</file>

<file path=ppt/media/f80533.txt>
</file>

<file path=ppt/media/f80534.txt>
</file>

<file path=ppt/media/f80535.txt>
</file>

<file path=ppt/media/f80536.txt>
</file>

<file path=ppt/media/f80537.txt>
</file>

<file path=ppt/media/f80538.txt>
</file>

<file path=ppt/media/f80539.txt>
</file>

<file path=ppt/media/f80540.txt>
</file>

<file path=ppt/media/f80541.txt>
</file>

<file path=ppt/media/f80542.txt>
</file>

<file path=ppt/media/f80543.txt>
</file>

<file path=ppt/media/f80544.txt>
</file>

<file path=ppt/media/f80545.txt>
</file>

<file path=ppt/media/f80546.txt>
</file>

<file path=ppt/media/f80547.txt>
</file>

<file path=ppt/media/f80548.txt>
</file>

<file path=ppt/media/f80549.txt>
</file>

<file path=ppt/media/f80550.txt>
</file>

<file path=ppt/media/f80551.txt>
</file>

<file path=ppt/media/f80552.txt>
</file>

<file path=ppt/media/f80553.txt>
</file>

<file path=ppt/media/f80554.txt>
</file>

<file path=ppt/media/f80555.txt>
</file>

<file path=ppt/media/f80556.txt>
</file>

<file path=ppt/media/f80557.txt>
</file>

<file path=ppt/media/f80558.txt>
</file>

<file path=ppt/media/f80559.txt>
</file>

<file path=ppt/media/f80560.txt>
</file>

<file path=ppt/media/f80561.txt>
</file>

<file path=ppt/media/f80562.txt>
</file>

<file path=ppt/media/f80563.txt>
</file>

<file path=ppt/media/f80564.txt>
</file>

<file path=ppt/media/f80565.txt>
</file>

<file path=ppt/media/f80566.txt>
</file>

<file path=ppt/media/f80567.txt>
</file>

<file path=ppt/media/f80568.txt>
</file>

<file path=ppt/media/f80569.txt>
</file>

<file path=ppt/media/f80570.txt>
</file>

<file path=ppt/media/f80571.txt>
</file>

<file path=ppt/media/f80572.txt>
</file>

<file path=ppt/media/f80573.txt>
</file>

<file path=ppt/media/f80574.txt>
</file>

<file path=ppt/media/f80575.txt>
</file>

<file path=ppt/media/f80576.txt>
</file>

<file path=ppt/media/f80577.txt>
</file>

<file path=ppt/media/f80578.txt>
</file>

<file path=ppt/media/f80579.txt>
</file>

<file path=ppt/media/f80580.txt>
</file>

<file path=ppt/media/f80581.txt>
</file>

<file path=ppt/media/f80582.txt>
</file>

<file path=ppt/media/f80583.txt>
</file>

<file path=ppt/media/f80584.txt>
</file>

<file path=ppt/media/f80585.txt>
</file>

<file path=ppt/media/f80586.txt>
</file>

<file path=ppt/media/f80587.txt>
</file>

<file path=ppt/media/f80588.txt>
</file>

<file path=ppt/media/f80589.txt>
</file>

<file path=ppt/media/f80590.txt>
</file>

<file path=ppt/media/f80591.txt>
</file>

<file path=ppt/media/f80592.txt>
</file>

<file path=ppt/media/f80593.txt>
</file>

<file path=ppt/media/f80594.txt>
</file>

<file path=ppt/media/f80595.txt>
</file>

<file path=ppt/media/f80596.txt>
</file>

<file path=ppt/media/f80597.txt>
</file>

<file path=ppt/media/f80598.txt>
</file>

<file path=ppt/media/f80599.txt>
</file>

<file path=ppt/media/f80600.txt>
</file>

<file path=ppt/media/f80601.txt>
</file>

<file path=ppt/media/f80602.txt>
</file>

<file path=ppt/media/f80603.txt>
</file>

<file path=ppt/media/f80604.txt>
</file>

<file path=ppt/media/f80605.txt>
</file>

<file path=ppt/media/f80606.txt>
</file>

<file path=ppt/media/f80607.txt>
</file>

<file path=ppt/media/f80608.txt>
</file>

<file path=ppt/media/f80609.txt>
</file>

<file path=ppt/media/f80610.txt>
</file>

<file path=ppt/media/f80611.txt>
</file>

<file path=ppt/media/f80612.txt>
</file>

<file path=ppt/media/f80613.txt>
</file>

<file path=ppt/media/f80614.txt>
</file>

<file path=ppt/media/f80615.txt>
</file>

<file path=ppt/media/f80616.txt>
</file>

<file path=ppt/media/f80617.txt>
</file>

<file path=ppt/media/f80618.txt>
</file>

<file path=ppt/media/f80619.txt>
</file>

<file path=ppt/media/f80620.txt>
</file>

<file path=ppt/media/f80621.txt>
</file>

<file path=ppt/media/f80622.txt>
</file>

<file path=ppt/media/f80623.txt>
</file>

<file path=ppt/media/f80624.txt>
</file>

<file path=ppt/media/f80625.txt>
</file>

<file path=ppt/media/f80626.txt>
</file>

<file path=ppt/media/f80627.txt>
</file>

<file path=ppt/media/f80628.txt>
</file>

<file path=ppt/media/f80629.txt>
</file>

<file path=ppt/media/f80630.txt>
</file>

<file path=ppt/media/f80631.txt>
</file>

<file path=ppt/media/f80632.txt>
</file>

<file path=ppt/media/f80633.txt>
</file>

<file path=ppt/media/f80634.txt>
</file>

<file path=ppt/media/f80635.txt>
</file>

<file path=ppt/media/f80636.txt>
</file>

<file path=ppt/media/f80637.txt>
</file>

<file path=ppt/media/f80638.txt>
</file>

<file path=ppt/media/f80639.txt>
</file>

<file path=ppt/media/f80640.txt>
</file>

<file path=ppt/media/f80641.txt>
</file>

<file path=ppt/media/f80642.txt>
</file>

<file path=ppt/media/f80643.txt>
</file>

<file path=ppt/media/f80644.txt>
</file>

<file path=ppt/media/f80645.txt>
</file>

<file path=ppt/media/f80646.txt>
</file>

<file path=ppt/media/f80647.txt>
</file>

<file path=ppt/media/f80648.txt>
</file>

<file path=ppt/media/f80649.txt>
</file>

<file path=ppt/media/f80650.txt>
</file>

<file path=ppt/media/f80651.txt>
</file>

<file path=ppt/media/f80652.txt>
</file>

<file path=ppt/media/f80653.txt>
</file>

<file path=ppt/media/f80654.txt>
</file>

<file path=ppt/media/f80655.txt>
</file>

<file path=ppt/media/f80656.txt>
</file>

<file path=ppt/media/f80657.txt>
</file>

<file path=ppt/media/f80658.txt>
</file>

<file path=ppt/media/f80659.txt>
</file>

<file path=ppt/media/f80660.txt>
</file>

<file path=ppt/media/f80661.txt>
</file>

<file path=ppt/media/f80662.txt>
</file>

<file path=ppt/media/f80663.txt>
</file>

<file path=ppt/media/f80664.txt>
</file>

<file path=ppt/media/f80665.txt>
</file>

<file path=ppt/media/f80666.txt>
</file>

<file path=ppt/media/f80667.txt>
</file>

<file path=ppt/media/f80668.txt>
</file>

<file path=ppt/media/f80669.txt>
</file>

<file path=ppt/media/f80670.txt>
</file>

<file path=ppt/media/f80671.txt>
</file>

<file path=ppt/media/f80672.txt>
</file>

<file path=ppt/media/f80673.txt>
</file>

<file path=ppt/media/f80674.txt>
</file>

<file path=ppt/media/f80675.txt>
</file>

<file path=ppt/media/f80676.txt>
</file>

<file path=ppt/media/f80677.txt>
</file>

<file path=ppt/media/f80678.txt>
</file>

<file path=ppt/media/f80679.txt>
</file>

<file path=ppt/media/f80680.txt>
</file>

<file path=ppt/media/f80681.txt>
</file>

<file path=ppt/media/f80682.txt>
</file>

<file path=ppt/media/f80683.txt>
</file>

<file path=ppt/media/f80684.txt>
</file>

<file path=ppt/media/f80685.txt>
</file>

<file path=ppt/media/f80686.txt>
</file>

<file path=ppt/media/f80687.txt>
</file>

<file path=ppt/media/f80688.txt>
</file>

<file path=ppt/media/f80689.txt>
</file>

<file path=ppt/media/f80690.txt>
</file>

<file path=ppt/media/f80691.txt>
</file>

<file path=ppt/media/f80692.txt>
</file>

<file path=ppt/media/f80693.txt>
</file>

<file path=ppt/media/f80694.txt>
</file>

<file path=ppt/media/f80695.txt>
</file>

<file path=ppt/media/f80696.txt>
</file>

<file path=ppt/media/f80697.txt>
</file>

<file path=ppt/media/f80698.txt>
</file>

<file path=ppt/media/f80699.txt>
</file>

<file path=ppt/media/f80700.txt>
</file>

<file path=ppt/media/f80701.txt>
</file>

<file path=ppt/media/f80702.txt>
</file>

<file path=ppt/media/f80703.txt>
</file>

<file path=ppt/media/f80704.txt>
</file>

<file path=ppt/media/f80705.txt>
</file>

<file path=ppt/media/f80706.txt>
</file>

<file path=ppt/media/f80707.txt>
</file>

<file path=ppt/media/f80708.txt>
</file>

<file path=ppt/media/f80709.txt>
</file>

<file path=ppt/media/f80710.txt>
</file>

<file path=ppt/media/f80711.txt>
</file>

<file path=ppt/media/f80712.txt>
</file>

<file path=ppt/media/f80713.txt>
</file>

<file path=ppt/media/f80714.txt>
</file>

<file path=ppt/media/f80715.txt>
</file>

<file path=ppt/media/f80716.txt>
</file>

<file path=ppt/media/f80717.txt>
</file>

<file path=ppt/media/f80718.txt>
</file>

<file path=ppt/media/f80719.txt>
</file>

<file path=ppt/media/f80720.txt>
</file>

<file path=ppt/media/f80721.txt>
</file>

<file path=ppt/media/f80722.txt>
</file>

<file path=ppt/media/f80723.txt>
</file>

<file path=ppt/media/f80724.txt>
</file>

<file path=ppt/media/f80725.txt>
</file>

<file path=ppt/media/f80726.txt>
</file>

<file path=ppt/media/f80727.txt>
</file>

<file path=ppt/media/f80728.txt>
</file>

<file path=ppt/media/f80729.txt>
</file>

<file path=ppt/media/f80730.txt>
</file>

<file path=ppt/media/f80731.txt>
</file>

<file path=ppt/media/f80732.txt>
</file>

<file path=ppt/media/f80733.txt>
</file>

<file path=ppt/media/f80734.txt>
</file>

<file path=ppt/media/f80735.txt>
</file>

<file path=ppt/media/f80736.txt>
</file>

<file path=ppt/media/f80737.txt>
</file>

<file path=ppt/media/f80738.txt>
</file>

<file path=ppt/media/f80739.txt>
</file>

<file path=ppt/media/f80740.txt>
</file>

<file path=ppt/media/f80741.txt>
</file>

<file path=ppt/media/f80742.txt>
</file>

<file path=ppt/media/f80743.txt>
</file>

<file path=ppt/media/f80744.txt>
</file>

<file path=ppt/media/f80745.txt>
</file>

<file path=ppt/media/f80746.txt>
</file>

<file path=ppt/media/f80747.txt>
</file>

<file path=ppt/media/f80748.txt>
</file>

<file path=ppt/media/f80749.txt>
</file>

<file path=ppt/media/f80750.txt>
</file>

<file path=ppt/media/f80751.txt>
</file>

<file path=ppt/media/f80752.txt>
</file>

<file path=ppt/media/f80753.txt>
</file>

<file path=ppt/media/f80754.txt>
</file>

<file path=ppt/media/f80755.txt>
</file>

<file path=ppt/media/f80756.txt>
</file>

<file path=ppt/media/f80757.txt>
</file>

<file path=ppt/media/f80758.txt>
</file>

<file path=ppt/media/f80759.txt>
</file>

<file path=ppt/media/f80760.txt>
</file>

<file path=ppt/media/f80761.txt>
</file>

<file path=ppt/media/f80762.txt>
</file>

<file path=ppt/media/f80763.txt>
</file>

<file path=ppt/media/f80764.txt>
</file>

<file path=ppt/media/f80765.txt>
</file>

<file path=ppt/media/f80766.txt>
</file>

<file path=ppt/media/f80767.txt>
</file>

<file path=ppt/media/f80768.txt>
</file>

<file path=ppt/media/f80769.txt>
</file>

<file path=ppt/media/f80770.txt>
</file>

<file path=ppt/media/f80771.txt>
</file>

<file path=ppt/media/f80772.txt>
</file>

<file path=ppt/media/f80773.txt>
</file>

<file path=ppt/media/f80774.txt>
</file>

<file path=ppt/media/f80775.txt>
</file>

<file path=ppt/media/f80776.txt>
</file>

<file path=ppt/media/f80777.txt>
</file>

<file path=ppt/media/f80778.txt>
</file>

<file path=ppt/media/f80779.txt>
</file>

<file path=ppt/media/f80780.txt>
</file>

<file path=ppt/media/f80781.txt>
</file>

<file path=ppt/media/f80782.txt>
</file>

<file path=ppt/media/f80783.txt>
</file>

<file path=ppt/media/f80784.txt>
</file>

<file path=ppt/media/f80785.txt>
</file>

<file path=ppt/media/f80786.txt>
</file>

<file path=ppt/media/f80787.txt>
</file>

<file path=ppt/media/f80788.txt>
</file>

<file path=ppt/media/f80789.txt>
</file>

<file path=ppt/media/f80790.txt>
</file>

<file path=ppt/media/f80791.txt>
</file>

<file path=ppt/media/f80792.txt>
</file>

<file path=ppt/media/f80793.txt>
</file>

<file path=ppt/media/f80794.txt>
</file>

<file path=ppt/media/f80795.txt>
</file>

<file path=ppt/media/f80796.txt>
</file>

<file path=ppt/media/f80797.txt>
</file>

<file path=ppt/media/f80798.txt>
</file>

<file path=ppt/media/f80799.txt>
</file>

<file path=ppt/media/f80800.txt>
</file>

<file path=ppt/media/f80801.txt>
</file>

<file path=ppt/media/f80802.txt>
</file>

<file path=ppt/media/f80803.txt>
</file>

<file path=ppt/media/f80804.txt>
</file>

<file path=ppt/media/f80805.txt>
</file>

<file path=ppt/media/f80806.txt>
</file>

<file path=ppt/media/f80807.txt>
</file>

<file path=ppt/media/f80808.txt>
</file>

<file path=ppt/media/f80809.txt>
</file>

<file path=ppt/media/f80810.txt>
</file>

<file path=ppt/media/f80811.txt>
</file>

<file path=ppt/media/f80812.txt>
</file>

<file path=ppt/media/f80813.txt>
</file>

<file path=ppt/media/f80814.txt>
</file>

<file path=ppt/media/f80815.txt>
</file>

<file path=ppt/media/f80816.txt>
</file>

<file path=ppt/media/f80817.txt>
</file>

<file path=ppt/media/f80818.txt>
</file>

<file path=ppt/media/f80819.txt>
</file>

<file path=ppt/media/f80820.txt>
</file>

<file path=ppt/media/f80821.txt>
</file>

<file path=ppt/media/f80822.txt>
</file>

<file path=ppt/media/f80823.txt>
</file>

<file path=ppt/media/f80824.txt>
</file>

<file path=ppt/media/f80825.txt>
</file>

<file path=ppt/media/f80826.txt>
</file>

<file path=ppt/media/f80827.txt>
</file>

<file path=ppt/media/f80828.txt>
</file>

<file path=ppt/media/f80829.txt>
</file>

<file path=ppt/media/f80830.txt>
</file>

<file path=ppt/media/f80831.txt>
</file>

<file path=ppt/media/f80832.txt>
</file>

<file path=ppt/media/f80833.txt>
</file>

<file path=ppt/media/f80834.txt>
</file>

<file path=ppt/media/f80835.txt>
</file>

<file path=ppt/media/f80836.txt>
</file>

<file path=ppt/media/f80837.txt>
</file>

<file path=ppt/media/f80838.txt>
</file>

<file path=ppt/media/f80839.txt>
</file>

<file path=ppt/media/f80840.txt>
</file>

<file path=ppt/media/f80841.txt>
</file>

<file path=ppt/media/f80842.txt>
</file>

<file path=ppt/media/f80843.txt>
</file>

<file path=ppt/media/f80844.txt>
</file>

<file path=ppt/media/f80845.txt>
</file>

<file path=ppt/media/f80846.txt>
</file>

<file path=ppt/media/f80847.txt>
</file>

<file path=ppt/media/f80848.txt>
</file>

<file path=ppt/media/f80849.txt>
</file>

<file path=ppt/media/f80850.txt>
</file>

<file path=ppt/media/f80851.txt>
</file>

<file path=ppt/media/f80852.txt>
</file>

<file path=ppt/media/f80853.txt>
</file>

<file path=ppt/media/f80854.txt>
</file>

<file path=ppt/media/f80855.txt>
</file>

<file path=ppt/media/f80856.txt>
</file>

<file path=ppt/media/f80857.txt>
</file>

<file path=ppt/media/f80858.txt>
</file>

<file path=ppt/media/f80859.txt>
</file>

<file path=ppt/media/f80860.txt>
</file>

<file path=ppt/media/f80861.txt>
</file>

<file path=ppt/media/f80862.txt>
</file>

<file path=ppt/media/f80863.txt>
</file>

<file path=ppt/media/f80864.txt>
</file>

<file path=ppt/media/f80865.txt>
</file>

<file path=ppt/media/f80866.txt>
</file>

<file path=ppt/media/f80867.txt>
</file>

<file path=ppt/media/f80868.txt>
</file>

<file path=ppt/media/f80869.txt>
</file>

<file path=ppt/media/f80870.txt>
</file>

<file path=ppt/media/f80871.txt>
</file>

<file path=ppt/media/f80872.txt>
</file>

<file path=ppt/media/f80873.txt>
</file>

<file path=ppt/media/f80874.txt>
</file>

<file path=ppt/media/f80875.txt>
</file>

<file path=ppt/media/f80876.txt>
</file>

<file path=ppt/media/f80877.txt>
</file>

<file path=ppt/media/f80878.txt>
</file>

<file path=ppt/media/f80879.txt>
</file>

<file path=ppt/media/f80880.txt>
</file>

<file path=ppt/media/f80881.txt>
</file>

<file path=ppt/media/f80882.txt>
</file>

<file path=ppt/media/f80883.txt>
</file>

<file path=ppt/media/f80884.txt>
</file>

<file path=ppt/media/f80885.txt>
</file>

<file path=ppt/media/f80886.txt>
</file>

<file path=ppt/media/f80887.txt>
</file>

<file path=ppt/media/f80888.txt>
</file>

<file path=ppt/media/f80889.txt>
</file>

<file path=ppt/media/f80890.txt>
</file>

<file path=ppt/media/f80891.txt>
</file>

<file path=ppt/media/f80892.txt>
</file>

<file path=ppt/media/f80893.txt>
</file>

<file path=ppt/media/f80894.txt>
</file>

<file path=ppt/media/f80895.txt>
</file>

<file path=ppt/media/f80896.txt>
</file>

<file path=ppt/media/f80897.txt>
</file>

<file path=ppt/media/f80898.txt>
</file>

<file path=ppt/media/f80899.txt>
</file>

<file path=ppt/media/f80900.txt>
</file>

<file path=ppt/media/f80901.txt>
</file>

<file path=ppt/media/f80902.txt>
</file>

<file path=ppt/media/f80903.txt>
</file>

<file path=ppt/media/f80904.txt>
</file>

<file path=ppt/media/f80905.txt>
</file>

<file path=ppt/media/f80906.txt>
</file>

<file path=ppt/media/f80907.txt>
</file>

<file path=ppt/media/f80908.txt>
</file>

<file path=ppt/media/f80909.txt>
</file>

<file path=ppt/media/f80910.txt>
</file>

<file path=ppt/media/f80911.txt>
</file>

<file path=ppt/media/f80912.txt>
</file>

<file path=ppt/media/f80913.txt>
</file>

<file path=ppt/media/f80914.txt>
</file>

<file path=ppt/media/f80915.txt>
</file>

<file path=ppt/media/f80916.txt>
</file>

<file path=ppt/media/f80917.txt>
</file>

<file path=ppt/media/f80918.txt>
</file>

<file path=ppt/media/f80919.txt>
</file>

<file path=ppt/media/f80920.txt>
</file>

<file path=ppt/media/f80921.txt>
</file>

<file path=ppt/media/f80922.txt>
</file>

<file path=ppt/media/f80923.txt>
</file>

<file path=ppt/media/f80924.txt>
</file>

<file path=ppt/media/f80925.txt>
</file>

<file path=ppt/media/f80926.txt>
</file>

<file path=ppt/media/f80927.txt>
</file>

<file path=ppt/media/f80928.txt>
</file>

<file path=ppt/media/f80929.txt>
</file>

<file path=ppt/media/f80930.txt>
</file>

<file path=ppt/media/f80931.txt>
</file>

<file path=ppt/media/f80932.txt>
</file>

<file path=ppt/media/f80933.txt>
</file>

<file path=ppt/media/f80934.txt>
</file>

<file path=ppt/media/f80935.txt>
</file>

<file path=ppt/media/f80936.txt>
</file>

<file path=ppt/media/f80937.txt>
</file>

<file path=ppt/media/f80938.txt>
</file>

<file path=ppt/media/f80939.txt>
</file>

<file path=ppt/media/f80940.txt>
</file>

<file path=ppt/media/f80941.txt>
</file>

<file path=ppt/media/f80942.txt>
</file>

<file path=ppt/media/f80943.txt>
</file>

<file path=ppt/media/f80944.txt>
</file>

<file path=ppt/media/f80945.txt>
</file>

<file path=ppt/media/f80946.txt>
</file>

<file path=ppt/media/f80947.txt>
</file>

<file path=ppt/media/f80948.txt>
</file>

<file path=ppt/media/f80949.txt>
</file>

<file path=ppt/media/f80950.txt>
</file>

<file path=ppt/media/f80951.txt>
</file>

<file path=ppt/media/f80952.txt>
</file>

<file path=ppt/media/f80953.txt>
</file>

<file path=ppt/media/f80954.txt>
</file>

<file path=ppt/media/f80955.txt>
</file>

<file path=ppt/media/f80956.txt>
</file>

<file path=ppt/media/f80957.txt>
</file>

<file path=ppt/media/f80958.txt>
</file>

<file path=ppt/media/f80959.txt>
</file>

<file path=ppt/media/f80960.txt>
</file>

<file path=ppt/media/f80961.txt>
</file>

<file path=ppt/media/f80962.txt>
</file>

<file path=ppt/media/f80963.txt>
</file>

<file path=ppt/media/f80964.txt>
</file>

<file path=ppt/media/f80965.txt>
</file>

<file path=ppt/media/f80966.txt>
</file>

<file path=ppt/media/f80967.txt>
</file>

<file path=ppt/media/f80968.txt>
</file>

<file path=ppt/media/f80969.txt>
</file>

<file path=ppt/media/f80970.txt>
</file>

<file path=ppt/media/f80971.txt>
</file>

<file path=ppt/media/f80972.txt>
</file>

<file path=ppt/media/f80973.txt>
</file>

<file path=ppt/media/f80974.txt>
</file>

<file path=ppt/media/f80975.txt>
</file>

<file path=ppt/media/f80976.txt>
</file>

<file path=ppt/media/f80977.txt>
</file>

<file path=ppt/media/f80978.txt>
</file>

<file path=ppt/media/f80979.txt>
</file>

<file path=ppt/media/f80980.txt>
</file>

<file path=ppt/media/f80981.txt>
</file>

<file path=ppt/media/f80982.txt>
</file>

<file path=ppt/media/f80983.txt>
</file>

<file path=ppt/media/f80984.txt>
</file>

<file path=ppt/media/f80985.txt>
</file>

<file path=ppt/media/f80986.txt>
</file>

<file path=ppt/media/f80987.txt>
</file>

<file path=ppt/media/f80988.txt>
</file>

<file path=ppt/media/f80989.txt>
</file>

<file path=ppt/media/f80990.txt>
</file>

<file path=ppt/media/f80991.txt>
</file>

<file path=ppt/media/f80992.txt>
</file>

<file path=ppt/media/f80993.txt>
</file>

<file path=ppt/media/f80994.txt>
</file>

<file path=ppt/media/f80995.txt>
</file>

<file path=ppt/media/f80996.txt>
</file>

<file path=ppt/media/f80997.txt>
</file>

<file path=ppt/media/f80998.txt>
</file>

<file path=ppt/media/f80999.txt>
</file>

<file path=ppt/media/f81000.txt>
</file>

<file path=ppt/media/f81001.txt>
</file>

<file path=ppt/media/f81002.txt>
</file>

<file path=ppt/media/f81003.txt>
</file>

<file path=ppt/media/f81004.txt>
</file>

<file path=ppt/media/f81005.txt>
</file>

<file path=ppt/media/f81006.txt>
</file>

<file path=ppt/media/f81007.txt>
</file>

<file path=ppt/media/f81008.txt>
</file>

<file path=ppt/media/f81009.txt>
</file>

<file path=ppt/media/f81010.txt>
</file>

<file path=ppt/media/f81011.txt>
</file>

<file path=ppt/media/f81012.txt>
</file>

<file path=ppt/media/f81013.txt>
</file>

<file path=ppt/media/f81014.txt>
</file>

<file path=ppt/media/f81015.txt>
</file>

<file path=ppt/media/f81016.txt>
</file>

<file path=ppt/media/f81017.txt>
</file>

<file path=ppt/media/f81018.txt>
</file>

<file path=ppt/media/f81019.txt>
</file>

<file path=ppt/media/f81020.txt>
</file>

<file path=ppt/media/f81021.txt>
</file>

<file path=ppt/media/f81022.txt>
</file>

<file path=ppt/media/f81023.txt>
</file>

<file path=ppt/media/f81024.txt>
</file>

<file path=ppt/media/f81025.txt>
</file>

<file path=ppt/media/f81026.txt>
</file>

<file path=ppt/media/f81027.txt>
</file>

<file path=ppt/media/f81028.txt>
</file>

<file path=ppt/media/f81029.txt>
</file>

<file path=ppt/media/f81030.txt>
</file>

<file path=ppt/media/f81031.txt>
</file>

<file path=ppt/media/f81032.txt>
</file>

<file path=ppt/media/f81033.txt>
</file>

<file path=ppt/media/f81034.txt>
</file>

<file path=ppt/media/f81035.txt>
</file>

<file path=ppt/media/f81036.txt>
</file>

<file path=ppt/media/f81037.txt>
</file>

<file path=ppt/media/f81038.txt>
</file>

<file path=ppt/media/f81039.txt>
</file>

<file path=ppt/media/f81040.txt>
</file>

<file path=ppt/media/f81041.txt>
</file>

<file path=ppt/media/f81042.txt>
</file>

<file path=ppt/media/f81043.txt>
</file>

<file path=ppt/media/f81044.txt>
</file>

<file path=ppt/media/f81045.txt>
</file>

<file path=ppt/media/f81046.txt>
</file>

<file path=ppt/media/f81047.txt>
</file>

<file path=ppt/media/f81048.txt>
</file>

<file path=ppt/media/f81049.txt>
</file>

<file path=ppt/media/f81050.txt>
</file>

<file path=ppt/media/f81051.txt>
</file>

<file path=ppt/media/f81052.txt>
</file>

<file path=ppt/media/f81053.txt>
</file>

<file path=ppt/media/f81054.txt>
</file>

<file path=ppt/media/f81055.txt>
</file>

<file path=ppt/media/f81056.txt>
</file>

<file path=ppt/media/f81057.txt>
</file>

<file path=ppt/media/f81058.txt>
</file>

<file path=ppt/media/f81059.txt>
</file>

<file path=ppt/media/f81060.txt>
</file>

<file path=ppt/media/f81061.txt>
</file>

<file path=ppt/media/f81062.txt>
</file>

<file path=ppt/media/f81063.txt>
</file>

<file path=ppt/media/f81064.txt>
</file>

<file path=ppt/media/f81065.txt>
</file>

<file path=ppt/media/f81066.txt>
</file>

<file path=ppt/media/f81067.txt>
</file>

<file path=ppt/media/f81068.txt>
</file>

<file path=ppt/media/f81069.txt>
</file>

<file path=ppt/media/f81070.txt>
</file>

<file path=ppt/media/f81071.txt>
</file>

<file path=ppt/media/f81072.txt>
</file>

<file path=ppt/media/f81073.txt>
</file>

<file path=ppt/media/f81074.txt>
</file>

<file path=ppt/media/f81075.txt>
</file>

<file path=ppt/media/f81076.txt>
</file>

<file path=ppt/media/f81077.txt>
</file>

<file path=ppt/media/f81078.txt>
</file>

<file path=ppt/media/f81079.txt>
</file>

<file path=ppt/media/f81080.txt>
</file>

<file path=ppt/media/f81081.txt>
</file>

<file path=ppt/media/f81082.txt>
</file>

<file path=ppt/media/f81083.txt>
</file>

<file path=ppt/media/f81084.txt>
</file>

<file path=ppt/media/f81085.txt>
</file>

<file path=ppt/media/f81086.txt>
</file>

<file path=ppt/media/f81087.txt>
</file>

<file path=ppt/media/f81088.txt>
</file>

<file path=ppt/media/f81089.txt>
</file>

<file path=ppt/media/f81090.txt>
</file>

<file path=ppt/media/f81091.txt>
</file>

<file path=ppt/media/f81092.txt>
</file>

<file path=ppt/media/f81093.txt>
</file>

<file path=ppt/media/f81094.txt>
</file>

<file path=ppt/media/f81095.txt>
</file>

<file path=ppt/media/f81096.txt>
</file>

<file path=ppt/media/f81097.txt>
</file>

<file path=ppt/media/f81098.txt>
</file>

<file path=ppt/media/f81099.txt>
</file>

<file path=ppt/media/f81100.txt>
</file>

<file path=ppt/media/f81101.txt>
</file>

<file path=ppt/media/f81102.txt>
</file>

<file path=ppt/media/f81103.txt>
</file>

<file path=ppt/media/f81104.txt>
</file>

<file path=ppt/media/f81105.txt>
</file>

<file path=ppt/media/f81106.txt>
</file>

<file path=ppt/media/f81107.txt>
</file>

<file path=ppt/media/f81108.txt>
</file>

<file path=ppt/media/f81109.txt>
</file>

<file path=ppt/media/f81110.txt>
</file>

<file path=ppt/media/f81111.txt>
</file>

<file path=ppt/media/f81112.txt>
</file>

<file path=ppt/media/f81113.txt>
</file>

<file path=ppt/media/f81114.txt>
</file>

<file path=ppt/media/f81115.txt>
</file>

<file path=ppt/media/f81116.txt>
</file>

<file path=ppt/media/f81117.txt>
</file>

<file path=ppt/media/f81118.txt>
</file>

<file path=ppt/media/f81119.txt>
</file>

<file path=ppt/media/f81120.txt>
</file>

<file path=ppt/media/f81121.txt>
</file>

<file path=ppt/media/f81122.txt>
</file>

<file path=ppt/media/f81123.txt>
</file>

<file path=ppt/media/f81124.txt>
</file>

<file path=ppt/media/f81125.txt>
</file>

<file path=ppt/media/f81126.txt>
</file>

<file path=ppt/media/f81127.txt>
</file>

<file path=ppt/media/f81128.txt>
</file>

<file path=ppt/media/f81129.txt>
</file>

<file path=ppt/media/f81130.txt>
</file>

<file path=ppt/media/f81131.txt>
</file>

<file path=ppt/media/f81132.txt>
</file>

<file path=ppt/media/f81133.txt>
</file>

<file path=ppt/media/f81134.txt>
</file>

<file path=ppt/media/f81135.txt>
</file>

<file path=ppt/media/f81136.txt>
</file>

<file path=ppt/media/f81137.txt>
</file>

<file path=ppt/media/f81138.txt>
</file>

<file path=ppt/media/f81139.txt>
</file>

<file path=ppt/media/f81140.txt>
</file>

<file path=ppt/media/f81141.txt>
</file>

<file path=ppt/media/f81142.txt>
</file>

<file path=ppt/media/f81143.txt>
</file>

<file path=ppt/media/f81144.txt>
</file>

<file path=ppt/media/f81145.txt>
</file>

<file path=ppt/media/f81146.txt>
</file>

<file path=ppt/media/f81147.txt>
</file>

<file path=ppt/media/f81148.txt>
</file>

<file path=ppt/media/f81149.txt>
</file>

<file path=ppt/media/f81150.txt>
</file>

<file path=ppt/media/f81151.txt>
</file>

<file path=ppt/media/f81152.txt>
</file>

<file path=ppt/media/f81153.txt>
</file>

<file path=ppt/media/f81154.txt>
</file>

<file path=ppt/media/f81155.txt>
</file>

<file path=ppt/media/f81156.txt>
</file>

<file path=ppt/media/f81157.txt>
</file>

<file path=ppt/media/f81158.txt>
</file>

<file path=ppt/media/f81159.txt>
</file>

<file path=ppt/media/f81160.txt>
</file>

<file path=ppt/media/f81161.txt>
</file>

<file path=ppt/media/f81162.txt>
</file>

<file path=ppt/media/f81163.txt>
</file>

<file path=ppt/media/f81164.txt>
</file>

<file path=ppt/media/f81165.txt>
</file>

<file path=ppt/media/f81166.txt>
</file>

<file path=ppt/media/f81167.txt>
</file>

<file path=ppt/media/f81168.txt>
</file>

<file path=ppt/media/f81169.txt>
</file>

<file path=ppt/media/f81170.txt>
</file>

<file path=ppt/media/f81171.txt>
</file>

<file path=ppt/media/f81172.txt>
</file>

<file path=ppt/media/f81173.txt>
</file>

<file path=ppt/media/f81174.txt>
</file>

<file path=ppt/media/f81175.txt>
</file>

<file path=ppt/media/f81176.txt>
</file>

<file path=ppt/media/f81177.txt>
</file>

<file path=ppt/media/f81178.txt>
</file>

<file path=ppt/media/f81179.txt>
</file>

<file path=ppt/media/f81180.txt>
</file>

<file path=ppt/media/f81181.txt>
</file>

<file path=ppt/media/f81182.txt>
</file>

<file path=ppt/media/f81183.txt>
</file>

<file path=ppt/media/f81184.txt>
</file>

<file path=ppt/media/f81185.txt>
</file>

<file path=ppt/media/f81186.txt>
</file>

<file path=ppt/media/f81187.txt>
</file>

<file path=ppt/media/f81188.txt>
</file>

<file path=ppt/media/f81189.txt>
</file>

<file path=ppt/media/f81190.txt>
</file>

<file path=ppt/media/f81191.txt>
</file>

<file path=ppt/media/f81192.txt>
</file>

<file path=ppt/media/f81193.txt>
</file>

<file path=ppt/media/f81194.txt>
</file>

<file path=ppt/media/f81195.txt>
</file>

<file path=ppt/media/f81196.txt>
</file>

<file path=ppt/media/f81197.txt>
</file>

<file path=ppt/media/f81198.txt>
</file>

<file path=ppt/media/f81199.txt>
</file>

<file path=ppt/media/f81200.txt>
</file>

<file path=ppt/media/f81201.txt>
</file>

<file path=ppt/media/f81202.txt>
</file>

<file path=ppt/media/f81203.txt>
</file>

<file path=ppt/media/f81204.txt>
</file>

<file path=ppt/media/f81205.txt>
</file>

<file path=ppt/media/f81206.txt>
</file>

<file path=ppt/media/f81207.txt>
</file>

<file path=ppt/media/f81208.txt>
</file>

<file path=ppt/media/f81209.txt>
</file>

<file path=ppt/media/f81210.txt>
</file>

<file path=ppt/media/f81211.txt>
</file>

<file path=ppt/media/f81212.txt>
</file>

<file path=ppt/media/f81213.txt>
</file>

<file path=ppt/media/f81214.txt>
</file>

<file path=ppt/media/f81215.txt>
</file>

<file path=ppt/media/f81216.txt>
</file>

<file path=ppt/media/f81217.txt>
</file>

<file path=ppt/media/f81218.txt>
</file>

<file path=ppt/media/f81219.txt>
</file>

<file path=ppt/media/f81220.txt>
</file>

<file path=ppt/media/f81221.txt>
</file>

<file path=ppt/media/f81222.txt>
</file>

<file path=ppt/media/f81223.txt>
</file>

<file path=ppt/media/f81224.txt>
</file>

<file path=ppt/media/f81225.txt>
</file>

<file path=ppt/media/f81226.txt>
</file>

<file path=ppt/media/f81227.txt>
</file>

<file path=ppt/media/f81228.txt>
</file>

<file path=ppt/media/f81229.txt>
</file>

<file path=ppt/media/f81230.txt>
</file>

<file path=ppt/media/f81231.txt>
</file>

<file path=ppt/media/f81232.txt>
</file>

<file path=ppt/media/f81233.txt>
</file>

<file path=ppt/media/f81234.txt>
</file>

<file path=ppt/media/f81235.txt>
</file>

<file path=ppt/media/f81236.txt>
</file>

<file path=ppt/media/f81237.txt>
</file>

<file path=ppt/media/f81238.txt>
</file>

<file path=ppt/media/f81239.txt>
</file>

<file path=ppt/media/f81240.txt>
</file>

<file path=ppt/media/f81241.txt>
</file>

<file path=ppt/media/f81242.txt>
</file>

<file path=ppt/media/f81243.txt>
</file>

<file path=ppt/media/f81244.txt>
</file>

<file path=ppt/media/f81245.txt>
</file>

<file path=ppt/media/f81246.txt>
</file>

<file path=ppt/media/f81247.txt>
</file>

<file path=ppt/media/f81248.txt>
</file>

<file path=ppt/media/f81249.txt>
</file>

<file path=ppt/media/f81250.txt>
</file>

<file path=ppt/media/f81251.txt>
</file>

<file path=ppt/media/f81252.txt>
</file>

<file path=ppt/media/f81253.txt>
</file>

<file path=ppt/media/f81254.txt>
</file>

<file path=ppt/media/f81255.txt>
</file>

<file path=ppt/media/f81256.txt>
</file>

<file path=ppt/media/f81257.txt>
</file>

<file path=ppt/media/f81258.txt>
</file>

<file path=ppt/media/f81259.txt>
</file>

<file path=ppt/media/f81260.txt>
</file>

<file path=ppt/media/f81261.txt>
</file>

<file path=ppt/media/f81262.txt>
</file>

<file path=ppt/media/f81263.txt>
</file>

<file path=ppt/media/f81264.txt>
</file>

<file path=ppt/media/f81265.txt>
</file>

<file path=ppt/media/f81266.txt>
</file>

<file path=ppt/media/f81267.txt>
</file>

<file path=ppt/media/f81268.txt>
</file>

<file path=ppt/media/f81269.txt>
</file>

<file path=ppt/media/f81270.txt>
</file>

<file path=ppt/media/f81271.txt>
</file>

<file path=ppt/media/f81272.txt>
</file>

<file path=ppt/media/f81273.txt>
</file>

<file path=ppt/media/f81274.txt>
</file>

<file path=ppt/media/f81275.txt>
</file>

<file path=ppt/media/f81276.txt>
</file>

<file path=ppt/media/f81277.txt>
</file>

<file path=ppt/media/f81278.txt>
</file>

<file path=ppt/media/f81279.txt>
</file>

<file path=ppt/media/f81280.txt>
</file>

<file path=ppt/media/f81281.txt>
</file>

<file path=ppt/media/f81282.txt>
</file>

<file path=ppt/media/f81283.txt>
</file>

<file path=ppt/media/f81284.txt>
</file>

<file path=ppt/media/f81285.txt>
</file>

<file path=ppt/media/f81286.txt>
</file>

<file path=ppt/media/f81287.txt>
</file>

<file path=ppt/media/f81288.txt>
</file>

<file path=ppt/media/f81289.txt>
</file>

<file path=ppt/media/f81290.txt>
</file>

<file path=ppt/media/f81291.txt>
</file>

<file path=ppt/media/f81292.txt>
</file>

<file path=ppt/media/f81293.txt>
</file>

<file path=ppt/media/f81294.txt>
</file>

<file path=ppt/media/f81295.txt>
</file>

<file path=ppt/media/f81296.txt>
</file>

<file path=ppt/media/f81297.txt>
</file>

<file path=ppt/media/f81298.txt>
</file>

<file path=ppt/media/f81299.txt>
</file>

<file path=ppt/media/f81300.txt>
</file>

<file path=ppt/media/f81301.txt>
</file>

<file path=ppt/media/f81302.txt>
</file>

<file path=ppt/media/f81303.txt>
</file>

<file path=ppt/media/f81304.txt>
</file>

<file path=ppt/media/f81305.txt>
</file>

<file path=ppt/media/f81306.txt>
</file>

<file path=ppt/media/f81307.txt>
</file>

<file path=ppt/media/f81308.txt>
</file>

<file path=ppt/media/f81309.txt>
</file>

<file path=ppt/media/f81310.txt>
</file>

<file path=ppt/media/f81311.txt>
</file>

<file path=ppt/media/f81312.txt>
</file>

<file path=ppt/media/f81313.txt>
</file>

<file path=ppt/media/f81314.txt>
</file>

<file path=ppt/media/f81315.txt>
</file>

<file path=ppt/media/f81316.txt>
</file>

<file path=ppt/media/f81317.txt>
</file>

<file path=ppt/media/f81318.txt>
</file>

<file path=ppt/media/f81319.txt>
</file>

<file path=ppt/media/f81320.txt>
</file>

<file path=ppt/media/f81321.txt>
</file>

<file path=ppt/media/f81322.txt>
</file>

<file path=ppt/media/f81323.txt>
</file>

<file path=ppt/media/f81324.txt>
</file>

<file path=ppt/media/f81325.txt>
</file>

<file path=ppt/media/f81326.txt>
</file>

<file path=ppt/media/f81327.txt>
</file>

<file path=ppt/media/f81328.txt>
</file>

<file path=ppt/media/f81329.txt>
</file>

<file path=ppt/media/f81330.txt>
</file>

<file path=ppt/media/f81331.txt>
</file>

<file path=ppt/media/f81332.txt>
</file>

<file path=ppt/media/f81333.txt>
</file>

<file path=ppt/media/f81334.txt>
</file>

<file path=ppt/media/f81335.txt>
</file>

<file path=ppt/media/f81336.txt>
</file>

<file path=ppt/media/f81337.txt>
</file>

<file path=ppt/media/f81338.txt>
</file>

<file path=ppt/media/f81339.txt>
</file>

<file path=ppt/media/f81340.txt>
</file>

<file path=ppt/media/f81341.txt>
</file>

<file path=ppt/media/f81342.txt>
</file>

<file path=ppt/media/f81343.txt>
</file>

<file path=ppt/media/f81344.txt>
</file>

<file path=ppt/media/f81345.txt>
</file>

<file path=ppt/media/f81346.txt>
</file>

<file path=ppt/media/f81347.txt>
</file>

<file path=ppt/media/f81348.txt>
</file>

<file path=ppt/media/f81349.txt>
</file>

<file path=ppt/media/f81350.txt>
</file>

<file path=ppt/media/f81351.txt>
</file>

<file path=ppt/media/f81352.txt>
</file>

<file path=ppt/media/f81353.txt>
</file>

<file path=ppt/media/f81354.txt>
</file>

<file path=ppt/media/f81355.txt>
</file>

<file path=ppt/media/f81356.txt>
</file>

<file path=ppt/media/f81357.txt>
</file>

<file path=ppt/media/f81358.txt>
</file>

<file path=ppt/media/f81359.txt>
</file>

<file path=ppt/media/f81360.txt>
</file>

<file path=ppt/media/f81361.txt>
</file>

<file path=ppt/media/f81362.txt>
</file>

<file path=ppt/media/f81363.txt>
</file>

<file path=ppt/media/f81364.txt>
</file>

<file path=ppt/media/f81365.txt>
</file>

<file path=ppt/media/f81366.txt>
</file>

<file path=ppt/media/f81367.txt>
</file>

<file path=ppt/media/f81368.txt>
</file>

<file path=ppt/media/f81369.txt>
</file>

<file path=ppt/media/f81370.txt>
</file>

<file path=ppt/media/f81371.txt>
</file>

<file path=ppt/media/f81372.txt>
</file>

<file path=ppt/media/f81373.txt>
</file>

<file path=ppt/media/f81374.txt>
</file>

<file path=ppt/media/f81375.txt>
</file>

<file path=ppt/media/f81376.txt>
</file>

<file path=ppt/media/f81377.txt>
</file>

<file path=ppt/media/f81378.txt>
</file>

<file path=ppt/media/f81379.txt>
</file>

<file path=ppt/media/f81380.txt>
</file>

<file path=ppt/media/f81381.txt>
</file>

<file path=ppt/media/f81382.txt>
</file>

<file path=ppt/media/f81383.txt>
</file>

<file path=ppt/media/f81384.txt>
</file>

<file path=ppt/media/f81385.txt>
</file>

<file path=ppt/media/f81386.txt>
</file>

<file path=ppt/media/f81387.txt>
</file>

<file path=ppt/media/f81388.txt>
</file>

<file path=ppt/media/f81389.txt>
</file>

<file path=ppt/media/f81390.txt>
</file>

<file path=ppt/media/f81391.txt>
</file>

<file path=ppt/media/f81392.txt>
</file>

<file path=ppt/media/f81393.txt>
</file>

<file path=ppt/media/f81394.txt>
</file>

<file path=ppt/media/f81395.txt>
</file>

<file path=ppt/media/f81396.txt>
</file>

<file path=ppt/media/f81397.txt>
</file>

<file path=ppt/media/f81398.txt>
</file>

<file path=ppt/media/f81399.txt>
</file>

<file path=ppt/media/f81400.txt>
</file>

<file path=ppt/media/f81401.txt>
</file>

<file path=ppt/media/f81402.txt>
</file>

<file path=ppt/media/f81403.txt>
</file>

<file path=ppt/media/f81404.txt>
</file>

<file path=ppt/media/f81405.txt>
</file>

<file path=ppt/media/f81406.txt>
</file>

<file path=ppt/media/f81407.txt>
</file>

<file path=ppt/media/f81408.txt>
</file>

<file path=ppt/media/f81409.txt>
</file>

<file path=ppt/media/f81410.txt>
</file>

<file path=ppt/media/f81411.txt>
</file>

<file path=ppt/media/f81412.txt>
</file>

<file path=ppt/media/f81413.txt>
</file>

<file path=ppt/media/f81414.txt>
</file>

<file path=ppt/media/f81415.txt>
</file>

<file path=ppt/media/f81416.txt>
</file>

<file path=ppt/media/f81417.txt>
</file>

<file path=ppt/media/f81418.txt>
</file>

<file path=ppt/media/f81419.txt>
</file>

<file path=ppt/media/f81420.txt>
</file>

<file path=ppt/media/f81421.txt>
</file>

<file path=ppt/media/f81422.txt>
</file>

<file path=ppt/media/f81423.txt>
</file>

<file path=ppt/media/f81424.txt>
</file>

<file path=ppt/media/f81425.txt>
</file>

<file path=ppt/media/f81426.txt>
</file>

<file path=ppt/media/f81427.txt>
</file>

<file path=ppt/media/f81428.txt>
</file>

<file path=ppt/media/f81429.txt>
</file>

<file path=ppt/media/f81430.txt>
</file>

<file path=ppt/media/f81431.txt>
</file>

<file path=ppt/media/f81432.txt>
</file>

<file path=ppt/media/f81433.txt>
</file>

<file path=ppt/media/f81434.txt>
</file>

<file path=ppt/media/f81435.txt>
</file>

<file path=ppt/media/f81436.txt>
</file>

<file path=ppt/media/f81437.txt>
</file>

<file path=ppt/media/f81438.txt>
</file>

<file path=ppt/media/f81439.txt>
</file>

<file path=ppt/media/f81440.txt>
</file>

<file path=ppt/media/f81441.txt>
</file>

<file path=ppt/media/f81442.txt>
</file>

<file path=ppt/media/f81443.txt>
</file>

<file path=ppt/media/f81444.txt>
</file>

<file path=ppt/media/f81445.txt>
</file>

<file path=ppt/media/f81446.txt>
</file>

<file path=ppt/media/f81447.txt>
</file>

<file path=ppt/media/f81448.txt>
</file>

<file path=ppt/media/f81449.txt>
</file>

<file path=ppt/media/f81450.txt>
</file>

<file path=ppt/media/f81451.txt>
</file>

<file path=ppt/media/f81452.txt>
</file>

<file path=ppt/media/f81453.txt>
</file>

<file path=ppt/media/f81454.txt>
</file>

<file path=ppt/media/f81455.txt>
</file>

<file path=ppt/media/f81456.txt>
</file>

<file path=ppt/media/f81457.txt>
</file>

<file path=ppt/media/f81458.txt>
</file>

<file path=ppt/media/f81459.txt>
</file>

<file path=ppt/media/f81460.txt>
</file>

<file path=ppt/media/f81461.txt>
</file>

<file path=ppt/media/f81462.txt>
</file>

<file path=ppt/media/f81463.txt>
</file>

<file path=ppt/media/f81464.txt>
</file>

<file path=ppt/media/f81465.txt>
</file>

<file path=ppt/media/f81466.txt>
</file>

<file path=ppt/media/f81467.txt>
</file>

<file path=ppt/media/f81468.txt>
</file>

<file path=ppt/media/f81469.txt>
</file>

<file path=ppt/media/f81470.txt>
</file>

<file path=ppt/media/f81471.txt>
</file>

<file path=ppt/media/f81472.txt>
</file>

<file path=ppt/media/f81473.txt>
</file>

<file path=ppt/media/f81474.txt>
</file>

<file path=ppt/media/f81475.txt>
</file>

<file path=ppt/media/f81476.txt>
</file>

<file path=ppt/media/f81477.txt>
</file>

<file path=ppt/media/f81478.txt>
</file>

<file path=ppt/media/f81479.txt>
</file>

<file path=ppt/media/f81480.txt>
</file>

<file path=ppt/media/f81481.txt>
</file>

<file path=ppt/media/f81482.txt>
</file>

<file path=ppt/media/f81483.txt>
</file>

<file path=ppt/media/f81484.txt>
</file>

<file path=ppt/media/f81485.txt>
</file>

<file path=ppt/media/f81486.txt>
</file>

<file path=ppt/media/f81487.txt>
</file>

<file path=ppt/media/f81488.txt>
</file>

<file path=ppt/media/f81489.txt>
</file>

<file path=ppt/media/f81490.txt>
</file>

<file path=ppt/media/f81491.txt>
</file>

<file path=ppt/media/f81492.txt>
</file>

<file path=ppt/media/f81493.txt>
</file>

<file path=ppt/media/f81494.txt>
</file>

<file path=ppt/media/f81495.txt>
</file>

<file path=ppt/media/f81496.txt>
</file>

<file path=ppt/media/f81497.txt>
</file>

<file path=ppt/media/f81498.txt>
</file>

<file path=ppt/media/f81499.txt>
</file>

<file path=ppt/media/f81500.txt>
</file>

<file path=ppt/media/f81501.txt>
</file>

<file path=ppt/media/f81502.txt>
</file>

<file path=ppt/media/f81503.txt>
</file>

<file path=ppt/media/f81504.txt>
</file>

<file path=ppt/media/f81505.txt>
</file>

<file path=ppt/media/f81506.txt>
</file>

<file path=ppt/media/f81507.txt>
</file>

<file path=ppt/media/f81508.txt>
</file>

<file path=ppt/media/f81509.txt>
</file>

<file path=ppt/media/f81510.txt>
</file>

<file path=ppt/media/f81511.txt>
</file>

<file path=ppt/media/f81512.txt>
</file>

<file path=ppt/media/f81513.txt>
</file>

<file path=ppt/media/f81514.txt>
</file>

<file path=ppt/media/f81515.txt>
</file>

<file path=ppt/media/f81516.txt>
</file>

<file path=ppt/media/f81517.txt>
</file>

<file path=ppt/media/f81518.txt>
</file>

<file path=ppt/media/f81519.txt>
</file>

<file path=ppt/media/f81520.txt>
</file>

<file path=ppt/media/f81521.txt>
</file>

<file path=ppt/media/f81522.txt>
</file>

<file path=ppt/media/f81523.txt>
</file>

<file path=ppt/media/f81524.txt>
</file>

<file path=ppt/media/f81525.txt>
</file>

<file path=ppt/media/f81526.txt>
</file>

<file path=ppt/media/f81527.txt>
</file>

<file path=ppt/media/f81528.txt>
</file>

<file path=ppt/media/f81529.txt>
</file>

<file path=ppt/media/f81530.txt>
</file>

<file path=ppt/media/f81531.txt>
</file>

<file path=ppt/media/f81532.txt>
</file>

<file path=ppt/media/f81533.txt>
</file>

<file path=ppt/media/f81534.txt>
</file>

<file path=ppt/media/f81535.txt>
</file>

<file path=ppt/media/f81536.txt>
</file>

<file path=ppt/media/f81537.txt>
</file>

<file path=ppt/media/f81538.txt>
</file>

<file path=ppt/media/f81539.txt>
</file>

<file path=ppt/media/f81540.txt>
</file>

<file path=ppt/media/f81541.txt>
</file>

<file path=ppt/media/f81542.txt>
</file>

<file path=ppt/media/f81543.txt>
</file>

<file path=ppt/media/f81544.txt>
</file>

<file path=ppt/media/f81545.txt>
</file>

<file path=ppt/media/f81546.txt>
</file>

<file path=ppt/media/f81547.txt>
</file>

<file path=ppt/media/f81548.txt>
</file>

<file path=ppt/media/f81549.txt>
</file>

<file path=ppt/media/f81550.txt>
</file>

<file path=ppt/media/f81551.txt>
</file>

<file path=ppt/media/f81552.txt>
</file>

<file path=ppt/media/f81553.txt>
</file>

<file path=ppt/media/f81554.txt>
</file>

<file path=ppt/media/f81555.txt>
</file>

<file path=ppt/media/f81556.txt>
</file>

<file path=ppt/media/f81557.txt>
</file>

<file path=ppt/media/f81558.txt>
</file>

<file path=ppt/media/f81559.txt>
</file>

<file path=ppt/media/f81560.txt>
</file>

<file path=ppt/media/f81561.txt>
</file>

<file path=ppt/media/f81562.txt>
</file>

<file path=ppt/media/f81563.txt>
</file>

<file path=ppt/media/f81564.txt>
</file>

<file path=ppt/media/f81565.txt>
</file>

<file path=ppt/media/f81566.txt>
</file>

<file path=ppt/media/f81567.txt>
</file>

<file path=ppt/media/f81568.txt>
</file>

<file path=ppt/media/f81569.txt>
</file>

<file path=ppt/media/f81570.txt>
</file>

<file path=ppt/media/f81571.txt>
</file>

<file path=ppt/media/f81572.txt>
</file>

<file path=ppt/media/f81573.txt>
</file>

<file path=ppt/media/f81574.txt>
</file>

<file path=ppt/media/f81575.txt>
</file>

<file path=ppt/media/f81576.txt>
</file>

<file path=ppt/media/f81577.txt>
</file>

<file path=ppt/media/f81578.txt>
</file>

<file path=ppt/media/f81579.txt>
</file>

<file path=ppt/media/f81580.txt>
</file>

<file path=ppt/media/f81581.txt>
</file>

<file path=ppt/media/f81582.txt>
</file>

<file path=ppt/media/f81583.txt>
</file>

<file path=ppt/media/f81584.txt>
</file>

<file path=ppt/media/f81585.txt>
</file>

<file path=ppt/media/f81586.txt>
</file>

<file path=ppt/media/f81587.txt>
</file>

<file path=ppt/media/f81588.txt>
</file>

<file path=ppt/media/f81589.txt>
</file>

<file path=ppt/media/f81590.txt>
</file>

<file path=ppt/media/f81591.txt>
</file>

<file path=ppt/media/f81592.txt>
</file>

<file path=ppt/media/f81593.txt>
</file>

<file path=ppt/media/f81594.txt>
</file>

<file path=ppt/media/f81595.txt>
</file>

<file path=ppt/media/f81596.txt>
</file>

<file path=ppt/media/f81597.txt>
</file>

<file path=ppt/media/f81598.txt>
</file>

<file path=ppt/media/f81599.txt>
</file>

<file path=ppt/media/f81600.txt>
</file>

<file path=ppt/media/f81601.txt>
</file>

<file path=ppt/media/f81602.txt>
</file>

<file path=ppt/media/f81603.txt>
</file>

<file path=ppt/media/f81604.txt>
</file>

<file path=ppt/media/f81605.txt>
</file>

<file path=ppt/media/f81606.txt>
</file>

<file path=ppt/media/f81607.txt>
</file>

<file path=ppt/media/f81608.txt>
</file>

<file path=ppt/media/f81609.txt>
</file>

<file path=ppt/media/f81610.txt>
</file>

<file path=ppt/media/f81611.txt>
</file>

<file path=ppt/media/f81612.txt>
</file>

<file path=ppt/media/f81613.txt>
</file>

<file path=ppt/media/f81614.txt>
</file>

<file path=ppt/media/f81615.txt>
</file>

<file path=ppt/media/f81616.txt>
</file>

<file path=ppt/media/f81617.txt>
</file>

<file path=ppt/media/f81618.txt>
</file>

<file path=ppt/media/f81619.txt>
</file>

<file path=ppt/media/f81620.txt>
</file>

<file path=ppt/media/f81621.txt>
</file>

<file path=ppt/media/f81622.txt>
</file>

<file path=ppt/media/f81623.txt>
</file>

<file path=ppt/media/f81624.txt>
</file>

<file path=ppt/media/f81625.txt>
</file>

<file path=ppt/media/f81626.txt>
</file>

<file path=ppt/media/f81627.txt>
</file>

<file path=ppt/media/f81628.txt>
</file>

<file path=ppt/media/f81629.txt>
</file>

<file path=ppt/media/f81630.txt>
</file>

<file path=ppt/media/f81631.txt>
</file>

<file path=ppt/media/f81632.txt>
</file>

<file path=ppt/media/f81633.txt>
</file>

<file path=ppt/media/f81634.txt>
</file>

<file path=ppt/media/f81635.txt>
</file>

<file path=ppt/media/f81636.txt>
</file>

<file path=ppt/media/f81637.txt>
</file>

<file path=ppt/media/f81638.txt>
</file>

<file path=ppt/media/f81639.txt>
</file>

<file path=ppt/media/f81640.txt>
</file>

<file path=ppt/media/f81641.txt>
</file>

<file path=ppt/media/f81642.txt>
</file>

<file path=ppt/media/f81643.txt>
</file>

<file path=ppt/media/f81644.txt>
</file>

<file path=ppt/media/f81645.txt>
</file>

<file path=ppt/media/f81646.txt>
</file>

<file path=ppt/media/f81647.txt>
</file>

<file path=ppt/media/f81648.txt>
</file>

<file path=ppt/media/f81649.txt>
</file>

<file path=ppt/media/f81650.txt>
</file>

<file path=ppt/media/f81651.txt>
</file>

<file path=ppt/media/f81652.txt>
</file>

<file path=ppt/media/f81653.txt>
</file>

<file path=ppt/media/f81654.txt>
</file>

<file path=ppt/media/f81655.txt>
</file>

<file path=ppt/media/f81656.txt>
</file>

<file path=ppt/media/f81657.txt>
</file>

<file path=ppt/media/f81658.txt>
</file>

<file path=ppt/media/f81659.txt>
</file>

<file path=ppt/media/f81660.txt>
</file>

<file path=ppt/media/f81661.txt>
</file>

<file path=ppt/media/f81662.txt>
</file>

<file path=ppt/media/f81663.txt>
</file>

<file path=ppt/media/f81664.txt>
</file>

<file path=ppt/media/f81665.txt>
</file>

<file path=ppt/media/f81666.txt>
</file>

<file path=ppt/media/f81667.txt>
</file>

<file path=ppt/media/f81668.txt>
</file>

<file path=ppt/media/f81669.txt>
</file>

<file path=ppt/media/f81670.txt>
</file>

<file path=ppt/media/f81671.txt>
</file>

<file path=ppt/media/f81672.txt>
</file>

<file path=ppt/media/f81673.txt>
</file>

<file path=ppt/media/f81674.txt>
</file>

<file path=ppt/media/f81675.txt>
</file>

<file path=ppt/media/f81676.txt>
</file>

<file path=ppt/media/f81677.txt>
</file>

<file path=ppt/media/f81678.txt>
</file>

<file path=ppt/media/f81679.txt>
</file>

<file path=ppt/media/f81680.txt>
</file>

<file path=ppt/media/f81681.txt>
</file>

<file path=ppt/media/f81682.txt>
</file>

<file path=ppt/media/f81683.txt>
</file>

<file path=ppt/media/f81684.txt>
</file>

<file path=ppt/media/f81685.txt>
</file>

<file path=ppt/media/f81686.txt>
</file>

<file path=ppt/media/f81687.txt>
</file>

<file path=ppt/media/f81688.txt>
</file>

<file path=ppt/media/f81689.txt>
</file>

<file path=ppt/media/f81690.txt>
</file>

<file path=ppt/media/f81691.txt>
</file>

<file path=ppt/media/f81692.txt>
</file>

<file path=ppt/media/f81693.txt>
</file>

<file path=ppt/media/f81694.txt>
</file>

<file path=ppt/media/f81695.txt>
</file>

<file path=ppt/media/f81696.txt>
</file>

<file path=ppt/media/f81697.txt>
</file>

<file path=ppt/media/f81698.txt>
</file>

<file path=ppt/media/f81699.txt>
</file>

<file path=ppt/media/f81700.txt>
</file>

<file path=ppt/media/f81701.txt>
</file>

<file path=ppt/media/f81702.txt>
</file>

<file path=ppt/media/f81703.txt>
</file>

<file path=ppt/media/f81704.txt>
</file>

<file path=ppt/media/f81705.txt>
</file>

<file path=ppt/media/f81706.txt>
</file>

<file path=ppt/media/f81707.txt>
</file>

<file path=ppt/media/f81708.txt>
</file>

<file path=ppt/media/f81709.txt>
</file>

<file path=ppt/media/f81710.txt>
</file>

<file path=ppt/media/f81711.txt>
</file>

<file path=ppt/media/f81712.txt>
</file>

<file path=ppt/media/f81713.txt>
</file>

<file path=ppt/media/f81714.txt>
</file>

<file path=ppt/media/f81715.txt>
</file>

<file path=ppt/media/f81716.txt>
</file>

<file path=ppt/media/f81717.txt>
</file>

<file path=ppt/media/f81718.txt>
</file>

<file path=ppt/media/f81719.txt>
</file>

<file path=ppt/media/f81720.txt>
</file>

<file path=ppt/media/f81721.txt>
</file>

<file path=ppt/media/f81722.txt>
</file>

<file path=ppt/media/f81723.txt>
</file>

<file path=ppt/media/f81724.txt>
</file>

<file path=ppt/media/f81725.txt>
</file>

<file path=ppt/media/f81726.txt>
</file>

<file path=ppt/media/f81727.txt>
</file>

<file path=ppt/media/f81728.txt>
</file>

<file path=ppt/media/f81729.txt>
</file>

<file path=ppt/media/f81730.txt>
</file>

<file path=ppt/media/f81731.txt>
</file>

<file path=ppt/media/f81732.txt>
</file>

<file path=ppt/media/f81733.txt>
</file>

<file path=ppt/media/f81734.txt>
</file>

<file path=ppt/media/f81735.txt>
</file>

<file path=ppt/media/f81736.txt>
</file>

<file path=ppt/media/f81737.txt>
</file>

<file path=ppt/media/f81738.txt>
</file>

<file path=ppt/media/f81739.txt>
</file>

<file path=ppt/media/f81740.txt>
</file>

<file path=ppt/media/f81741.txt>
</file>

<file path=ppt/media/f81742.txt>
</file>

<file path=ppt/media/f81743.txt>
</file>

<file path=ppt/media/f81744.txt>
</file>

<file path=ppt/media/f81745.txt>
</file>

<file path=ppt/media/f81746.txt>
</file>

<file path=ppt/media/f81747.txt>
</file>

<file path=ppt/media/f81748.txt>
</file>

<file path=ppt/media/f81749.txt>
</file>

<file path=ppt/media/f81750.txt>
</file>

<file path=ppt/media/f81751.txt>
</file>

<file path=ppt/media/f81752.txt>
</file>

<file path=ppt/media/f81753.txt>
</file>

<file path=ppt/media/f81754.txt>
</file>

<file path=ppt/media/f81755.txt>
</file>

<file path=ppt/media/f81756.txt>
</file>

<file path=ppt/media/f81757.txt>
</file>

<file path=ppt/media/f81758.txt>
</file>

<file path=ppt/media/f81759.txt>
</file>

<file path=ppt/media/f81760.txt>
</file>

<file path=ppt/media/f81761.txt>
</file>

<file path=ppt/media/f81762.txt>
</file>

<file path=ppt/media/f81763.txt>
</file>

<file path=ppt/media/f81764.txt>
</file>

<file path=ppt/media/f81765.txt>
</file>

<file path=ppt/media/f81766.txt>
</file>

<file path=ppt/media/f81767.txt>
</file>

<file path=ppt/media/f81768.txt>
</file>

<file path=ppt/media/f81769.txt>
</file>

<file path=ppt/media/f81770.txt>
</file>

<file path=ppt/media/f81771.txt>
</file>

<file path=ppt/media/f81772.txt>
</file>

<file path=ppt/media/f81773.txt>
</file>

<file path=ppt/media/f81774.txt>
</file>

<file path=ppt/media/f81775.txt>
</file>

<file path=ppt/media/f81776.txt>
</file>

<file path=ppt/media/f81777.txt>
</file>

<file path=ppt/media/f81778.txt>
</file>

<file path=ppt/media/f81779.txt>
</file>

<file path=ppt/media/f81780.txt>
</file>

<file path=ppt/media/f81781.txt>
</file>

<file path=ppt/media/f81782.txt>
</file>

<file path=ppt/media/f81783.txt>
</file>

<file path=ppt/media/f81784.txt>
</file>

<file path=ppt/media/f81785.txt>
</file>

<file path=ppt/media/f81786.txt>
</file>

<file path=ppt/media/f81787.txt>
</file>

<file path=ppt/media/f81788.txt>
</file>

<file path=ppt/media/f81789.txt>
</file>

<file path=ppt/media/f81790.txt>
</file>

<file path=ppt/media/f81791.txt>
</file>

<file path=ppt/media/f81792.txt>
</file>

<file path=ppt/media/f81793.txt>
</file>

<file path=ppt/media/f81794.txt>
</file>

<file path=ppt/media/f81795.txt>
</file>

<file path=ppt/media/f81796.txt>
</file>

<file path=ppt/media/f81797.txt>
</file>

<file path=ppt/media/f81798.txt>
</file>

<file path=ppt/media/f81799.txt>
</file>

<file path=ppt/media/f81800.txt>
</file>

<file path=ppt/media/f81801.txt>
</file>

<file path=ppt/media/f81802.txt>
</file>

<file path=ppt/media/f81803.txt>
</file>

<file path=ppt/media/f81804.txt>
</file>

<file path=ppt/media/f81805.txt>
</file>

<file path=ppt/media/f81806.txt>
</file>

<file path=ppt/media/f81807.txt>
</file>

<file path=ppt/media/f81808.txt>
</file>

<file path=ppt/media/f81809.txt>
</file>

<file path=ppt/media/f81810.txt>
</file>

<file path=ppt/media/f81811.txt>
</file>

<file path=ppt/media/f81812.txt>
</file>

<file path=ppt/media/f81813.txt>
</file>

<file path=ppt/media/f81814.txt>
</file>

<file path=ppt/media/f81815.txt>
</file>

<file path=ppt/media/f81816.txt>
</file>

<file path=ppt/media/f81817.txt>
</file>

<file path=ppt/media/f81818.txt>
</file>

<file path=ppt/media/f81819.txt>
</file>

<file path=ppt/media/f81820.txt>
</file>

<file path=ppt/media/f81821.txt>
</file>

<file path=ppt/media/f81822.txt>
</file>

<file path=ppt/media/f81823.txt>
</file>

<file path=ppt/media/f81824.txt>
</file>

<file path=ppt/media/f81825.txt>
</file>

<file path=ppt/media/f81826.txt>
</file>

<file path=ppt/media/f81827.txt>
</file>

<file path=ppt/media/f81828.txt>
</file>

<file path=ppt/media/f81829.txt>
</file>

<file path=ppt/media/f81830.txt>
</file>

<file path=ppt/media/f81831.txt>
</file>

<file path=ppt/media/f81832.txt>
</file>

<file path=ppt/media/f81833.txt>
</file>

<file path=ppt/media/f81834.txt>
</file>

<file path=ppt/media/f81835.txt>
</file>

<file path=ppt/media/f81836.txt>
</file>

<file path=ppt/media/f81837.txt>
</file>

<file path=ppt/media/f81838.txt>
</file>

<file path=ppt/media/f81839.txt>
</file>

<file path=ppt/media/f81840.txt>
</file>

<file path=ppt/media/f81841.txt>
</file>

<file path=ppt/media/f81842.txt>
</file>

<file path=ppt/media/f81843.txt>
</file>

<file path=ppt/media/f81844.txt>
</file>

<file path=ppt/media/f81845.txt>
</file>

<file path=ppt/media/f81846.txt>
</file>

<file path=ppt/media/f81847.txt>
</file>

<file path=ppt/media/f81848.txt>
</file>

<file path=ppt/media/f81849.txt>
</file>

<file path=ppt/media/f81850.txt>
</file>

<file path=ppt/media/f81851.txt>
</file>

<file path=ppt/media/f81852.txt>
</file>

<file path=ppt/media/f81853.txt>
</file>

<file path=ppt/media/f81854.txt>
</file>

<file path=ppt/media/f81855.txt>
</file>

<file path=ppt/media/f81856.txt>
</file>

<file path=ppt/media/f81857.txt>
</file>

<file path=ppt/media/f81858.txt>
</file>

<file path=ppt/media/f81859.txt>
</file>

<file path=ppt/media/f81860.txt>
</file>

<file path=ppt/media/f81861.txt>
</file>

<file path=ppt/media/f81862.txt>
</file>

<file path=ppt/media/f81863.txt>
</file>

<file path=ppt/media/f81864.txt>
</file>

<file path=ppt/media/f81865.txt>
</file>

<file path=ppt/media/f81866.txt>
</file>

<file path=ppt/media/f81867.txt>
</file>

<file path=ppt/media/f81868.txt>
</file>

<file path=ppt/media/f81869.txt>
</file>

<file path=ppt/media/f81870.txt>
</file>

<file path=ppt/media/f81871.txt>
</file>

<file path=ppt/media/f81872.txt>
</file>

<file path=ppt/media/f81873.txt>
</file>

<file path=ppt/media/f81874.txt>
</file>

<file path=ppt/media/f81875.txt>
</file>

<file path=ppt/media/f81876.txt>
</file>

<file path=ppt/media/f81877.txt>
</file>

<file path=ppt/media/f81878.txt>
</file>

<file path=ppt/media/f81879.txt>
</file>

<file path=ppt/media/f81880.txt>
</file>

<file path=ppt/media/f81881.txt>
</file>

<file path=ppt/media/f81882.txt>
</file>

<file path=ppt/media/f81883.txt>
</file>

<file path=ppt/media/f81884.txt>
</file>

<file path=ppt/media/f81885.txt>
</file>

<file path=ppt/media/f81886.txt>
</file>

<file path=ppt/media/f81887.txt>
</file>

<file path=ppt/media/f81888.txt>
</file>

<file path=ppt/media/f81889.txt>
</file>

<file path=ppt/media/f81890.txt>
</file>

<file path=ppt/media/f81891.txt>
</file>

<file path=ppt/media/f81892.txt>
</file>

<file path=ppt/media/f81893.txt>
</file>

<file path=ppt/media/f81894.txt>
</file>

<file path=ppt/media/f81895.txt>
</file>

<file path=ppt/media/f81896.txt>
</file>

<file path=ppt/media/f81897.txt>
</file>

<file path=ppt/media/f81898.txt>
</file>

<file path=ppt/media/f81899.txt>
</file>

<file path=ppt/media/f81900.txt>
</file>

<file path=ppt/media/f81901.txt>
</file>

<file path=ppt/media/f81902.txt>
</file>

<file path=ppt/media/f81903.txt>
</file>

<file path=ppt/media/f81904.txt>
</file>

<file path=ppt/media/f81905.txt>
</file>

<file path=ppt/media/f81906.txt>
</file>

<file path=ppt/media/f81907.txt>
</file>

<file path=ppt/media/f81908.txt>
</file>

<file path=ppt/media/f81909.txt>
</file>

<file path=ppt/media/f81910.txt>
</file>

<file path=ppt/media/f81911.txt>
</file>

<file path=ppt/media/f81912.txt>
</file>

<file path=ppt/media/f81913.txt>
</file>

<file path=ppt/media/f81914.txt>
</file>

<file path=ppt/media/f81915.txt>
</file>

<file path=ppt/media/f81916.txt>
</file>

<file path=ppt/media/f81917.txt>
</file>

<file path=ppt/media/f81918.txt>
</file>

<file path=ppt/media/f81919.txt>
</file>

<file path=ppt/media/f81920.txt>
</file>

<file path=ppt/media/f81921.txt>
</file>

<file path=ppt/media/f81922.txt>
</file>

<file path=ppt/media/f81923.txt>
</file>

<file path=ppt/media/f81924.txt>
</file>

<file path=ppt/media/f81925.txt>
</file>

<file path=ppt/media/f81926.txt>
</file>

<file path=ppt/media/f81927.txt>
</file>

<file path=ppt/media/f81928.txt>
</file>

<file path=ppt/media/f81929.txt>
</file>

<file path=ppt/media/f81930.txt>
</file>

<file path=ppt/media/f81931.txt>
</file>

<file path=ppt/media/f81932.txt>
</file>

<file path=ppt/media/f81933.txt>
</file>

<file path=ppt/media/f81934.txt>
</file>

<file path=ppt/media/f81935.txt>
</file>

<file path=ppt/media/f81936.txt>
</file>

<file path=ppt/media/f81937.txt>
</file>

<file path=ppt/media/f81938.txt>
</file>

<file path=ppt/media/f81939.txt>
</file>

<file path=ppt/media/f81940.txt>
</file>

<file path=ppt/media/f81941.txt>
</file>

<file path=ppt/media/f81942.txt>
</file>

<file path=ppt/media/f81943.txt>
</file>

<file path=ppt/media/f81944.txt>
</file>

<file path=ppt/media/f81945.txt>
</file>

<file path=ppt/media/f81946.txt>
</file>

<file path=ppt/media/f81947.txt>
</file>

<file path=ppt/media/f81948.txt>
</file>

<file path=ppt/media/f81949.txt>
</file>

<file path=ppt/media/f81950.txt>
</file>

<file path=ppt/media/f81951.txt>
</file>

<file path=ppt/media/f81952.txt>
</file>

<file path=ppt/media/f81953.txt>
</file>

<file path=ppt/media/f81954.txt>
</file>

<file path=ppt/media/f81955.txt>
</file>

<file path=ppt/media/f81956.txt>
</file>

<file path=ppt/media/f81957.txt>
</file>

<file path=ppt/media/f81958.txt>
</file>

<file path=ppt/media/f81959.txt>
</file>

<file path=ppt/media/f81960.txt>
</file>

<file path=ppt/media/f81961.txt>
</file>

<file path=ppt/media/f81962.txt>
</file>

<file path=ppt/media/f81963.txt>
</file>

<file path=ppt/media/f81964.txt>
</file>

<file path=ppt/media/f81965.txt>
</file>

<file path=ppt/media/f81966.txt>
</file>

<file path=ppt/media/f81967.txt>
</file>

<file path=ppt/media/f81968.txt>
</file>

<file path=ppt/media/f81969.txt>
</file>

<file path=ppt/media/f81970.txt>
</file>

<file path=ppt/media/f81971.txt>
</file>

<file path=ppt/media/f81972.txt>
</file>

<file path=ppt/media/f81973.txt>
</file>

<file path=ppt/media/f81974.txt>
</file>

<file path=ppt/media/f81975.txt>
</file>

<file path=ppt/media/f81976.txt>
</file>

<file path=ppt/media/f81977.txt>
</file>

<file path=ppt/media/f81978.txt>
</file>

<file path=ppt/media/f81979.txt>
</file>

<file path=ppt/media/f81980.txt>
</file>

<file path=ppt/media/f81981.txt>
</file>

<file path=ppt/media/f81982.txt>
</file>

<file path=ppt/media/f81983.txt>
</file>

<file path=ppt/media/f81984.txt>
</file>

<file path=ppt/media/f81985.txt>
</file>

<file path=ppt/media/f81986.txt>
</file>

<file path=ppt/media/f81987.txt>
</file>

<file path=ppt/media/f81988.txt>
</file>

<file path=ppt/media/f81989.txt>
</file>

<file path=ppt/media/f81990.txt>
</file>

<file path=ppt/media/f81991.txt>
</file>

<file path=ppt/media/f81992.txt>
</file>

<file path=ppt/media/f81993.txt>
</file>

<file path=ppt/media/f81994.txt>
</file>

<file path=ppt/media/f81995.txt>
</file>

<file path=ppt/media/f81996.txt>
</file>

<file path=ppt/media/f81997.txt>
</file>

<file path=ppt/media/f81998.txt>
</file>

<file path=ppt/media/f81999.txt>
</file>

<file path=ppt/media/f82000.txt>
</file>

<file path=ppt/media/f82001.txt>
</file>

<file path=ppt/media/f82002.txt>
</file>

<file path=ppt/media/f82003.txt>
</file>

<file path=ppt/media/f82004.txt>
</file>

<file path=ppt/media/f82005.txt>
</file>

<file path=ppt/media/f82006.txt>
</file>

<file path=ppt/media/f82007.txt>
</file>

<file path=ppt/media/f82008.txt>
</file>

<file path=ppt/media/f82009.txt>
</file>

<file path=ppt/media/f82010.txt>
</file>

<file path=ppt/media/f82011.txt>
</file>

<file path=ppt/media/f82012.txt>
</file>

<file path=ppt/media/f82013.txt>
</file>

<file path=ppt/media/f82014.txt>
</file>

<file path=ppt/media/f82015.txt>
</file>

<file path=ppt/media/f82016.txt>
</file>

<file path=ppt/media/f82017.txt>
</file>

<file path=ppt/media/f82018.txt>
</file>

<file path=ppt/media/f82019.txt>
</file>

<file path=ppt/media/f82020.txt>
</file>

<file path=ppt/media/f82021.txt>
</file>

<file path=ppt/media/f82022.txt>
</file>

<file path=ppt/media/f82023.txt>
</file>

<file path=ppt/media/f82024.txt>
</file>

<file path=ppt/media/f82025.txt>
</file>

<file path=ppt/media/f82026.txt>
</file>

<file path=ppt/media/f82027.txt>
</file>

<file path=ppt/media/f82028.txt>
</file>

<file path=ppt/media/f82029.txt>
</file>

<file path=ppt/media/f82030.txt>
</file>

<file path=ppt/media/f82031.txt>
</file>

<file path=ppt/media/f82032.txt>
</file>

<file path=ppt/media/f82033.txt>
</file>

<file path=ppt/media/f82034.txt>
</file>

<file path=ppt/media/f82035.txt>
</file>

<file path=ppt/media/f82036.txt>
</file>

<file path=ppt/media/f82037.txt>
</file>

<file path=ppt/media/f82038.txt>
</file>

<file path=ppt/media/f82039.txt>
</file>

<file path=ppt/media/f82040.txt>
</file>

<file path=ppt/media/f82041.txt>
</file>

<file path=ppt/media/f82042.txt>
</file>

<file path=ppt/media/f82043.txt>
</file>

<file path=ppt/media/f82044.txt>
</file>

<file path=ppt/media/f82045.txt>
</file>

<file path=ppt/media/f82046.txt>
</file>

<file path=ppt/media/f82047.txt>
</file>

<file path=ppt/media/f82048.txt>
</file>

<file path=ppt/media/f82049.txt>
</file>

<file path=ppt/media/f82050.txt>
</file>

<file path=ppt/media/f82051.txt>
</file>

<file path=ppt/media/f82052.txt>
</file>

<file path=ppt/media/f82053.txt>
</file>

<file path=ppt/media/f82054.txt>
</file>

<file path=ppt/media/f82055.txt>
</file>

<file path=ppt/media/f82056.txt>
</file>

<file path=ppt/media/f82057.txt>
</file>

<file path=ppt/media/f82058.txt>
</file>

<file path=ppt/media/f82059.txt>
</file>

<file path=ppt/media/f82060.txt>
</file>

<file path=ppt/media/f82061.txt>
</file>

<file path=ppt/media/f82062.txt>
</file>

<file path=ppt/media/f82063.txt>
</file>

<file path=ppt/media/f82064.txt>
</file>

<file path=ppt/media/f82065.txt>
</file>

<file path=ppt/media/f82066.txt>
</file>

<file path=ppt/media/f82067.txt>
</file>

<file path=ppt/media/f82068.txt>
</file>

<file path=ppt/media/f82069.txt>
</file>

<file path=ppt/media/f82070.txt>
</file>

<file path=ppt/media/f82071.txt>
</file>

<file path=ppt/media/f82072.txt>
</file>

<file path=ppt/media/f82073.txt>
</file>

<file path=ppt/media/f82074.txt>
</file>

<file path=ppt/media/f82075.txt>
</file>

<file path=ppt/media/f82076.txt>
</file>

<file path=ppt/media/f82077.txt>
</file>

<file path=ppt/media/f82078.txt>
</file>

<file path=ppt/media/f82079.txt>
</file>

<file path=ppt/media/f82080.txt>
</file>

<file path=ppt/media/f82081.txt>
</file>

<file path=ppt/media/f82082.txt>
</file>

<file path=ppt/media/f82083.txt>
</file>

<file path=ppt/media/f82084.txt>
</file>

<file path=ppt/media/f82085.txt>
</file>

<file path=ppt/media/f82086.txt>
</file>

<file path=ppt/media/f82087.txt>
</file>

<file path=ppt/media/f82088.txt>
</file>

<file path=ppt/media/f82089.txt>
</file>

<file path=ppt/media/f82090.txt>
</file>

<file path=ppt/media/f82091.txt>
</file>

<file path=ppt/media/f82092.txt>
</file>

<file path=ppt/media/f82093.txt>
</file>

<file path=ppt/media/f82094.txt>
</file>

<file path=ppt/media/f82095.txt>
</file>

<file path=ppt/media/f82096.txt>
</file>

<file path=ppt/media/f82097.txt>
</file>

<file path=ppt/media/f82098.txt>
</file>

<file path=ppt/media/f82099.txt>
</file>

<file path=ppt/media/f82100.txt>
</file>

<file path=ppt/media/f82101.txt>
</file>

<file path=ppt/media/f82102.txt>
</file>

<file path=ppt/media/f82103.txt>
</file>

<file path=ppt/media/f82104.txt>
</file>

<file path=ppt/media/f82105.txt>
</file>

<file path=ppt/media/f82106.txt>
</file>

<file path=ppt/media/f82107.txt>
</file>

<file path=ppt/media/f82108.txt>
</file>

<file path=ppt/media/f82109.txt>
</file>

<file path=ppt/media/f82110.txt>
</file>

<file path=ppt/media/f82111.txt>
</file>

<file path=ppt/media/f82112.txt>
</file>

<file path=ppt/media/f82113.txt>
</file>

<file path=ppt/media/f82114.txt>
</file>

<file path=ppt/media/f82115.txt>
</file>

<file path=ppt/media/f82116.txt>
</file>

<file path=ppt/media/f82117.txt>
</file>

<file path=ppt/media/f82118.txt>
</file>

<file path=ppt/media/f82119.txt>
</file>

<file path=ppt/media/f82120.txt>
</file>

<file path=ppt/media/f82121.txt>
</file>

<file path=ppt/media/f82122.txt>
</file>

<file path=ppt/media/f82123.txt>
</file>

<file path=ppt/media/f82124.txt>
</file>

<file path=ppt/media/f82125.txt>
</file>

<file path=ppt/media/f82126.txt>
</file>

<file path=ppt/media/f82127.txt>
</file>

<file path=ppt/media/f82128.txt>
</file>

<file path=ppt/media/f82129.txt>
</file>

<file path=ppt/media/f82130.txt>
</file>

<file path=ppt/media/f82131.txt>
</file>

<file path=ppt/media/f82132.txt>
</file>

<file path=ppt/media/f82133.txt>
</file>

<file path=ppt/media/f82134.txt>
</file>

<file path=ppt/media/f82135.txt>
</file>

<file path=ppt/media/f82136.txt>
</file>

<file path=ppt/media/f82137.txt>
</file>

<file path=ppt/media/f82138.txt>
</file>

<file path=ppt/media/f82139.txt>
</file>

<file path=ppt/media/f82140.txt>
</file>

<file path=ppt/media/f82141.txt>
</file>

<file path=ppt/media/f82142.txt>
</file>

<file path=ppt/media/f82143.txt>
</file>

<file path=ppt/media/f82144.txt>
</file>

<file path=ppt/media/f82145.txt>
</file>

<file path=ppt/media/f82146.txt>
</file>

<file path=ppt/media/f82147.txt>
</file>

<file path=ppt/media/f82148.txt>
</file>

<file path=ppt/media/f82149.txt>
</file>

<file path=ppt/media/f82150.txt>
</file>

<file path=ppt/media/f82151.txt>
</file>

<file path=ppt/media/f82152.txt>
</file>

<file path=ppt/media/f82153.txt>
</file>

<file path=ppt/media/f82154.txt>
</file>

<file path=ppt/media/f82155.txt>
</file>

<file path=ppt/media/f82156.txt>
</file>

<file path=ppt/media/f82157.txt>
</file>

<file path=ppt/media/f82158.txt>
</file>

<file path=ppt/media/f82159.txt>
</file>

<file path=ppt/media/f82160.txt>
</file>

<file path=ppt/media/f82161.txt>
</file>

<file path=ppt/media/f82162.txt>
</file>

<file path=ppt/media/f82163.txt>
</file>

<file path=ppt/media/f82164.txt>
</file>

<file path=ppt/media/f82165.txt>
</file>

<file path=ppt/media/f82166.txt>
</file>

<file path=ppt/media/f82167.txt>
</file>

<file path=ppt/media/f82168.txt>
</file>

<file path=ppt/media/f82169.txt>
</file>

<file path=ppt/media/f82170.txt>
</file>

<file path=ppt/media/f82171.txt>
</file>

<file path=ppt/media/f82172.txt>
</file>

<file path=ppt/media/f82173.txt>
</file>

<file path=ppt/media/f82174.txt>
</file>

<file path=ppt/media/f82175.txt>
</file>

<file path=ppt/media/f82176.txt>
</file>

<file path=ppt/media/f82177.txt>
</file>

<file path=ppt/media/f82178.txt>
</file>

<file path=ppt/media/f82179.txt>
</file>

<file path=ppt/media/f82180.txt>
</file>

<file path=ppt/media/f82181.txt>
</file>

<file path=ppt/media/f82182.txt>
</file>

<file path=ppt/media/f82183.txt>
</file>

<file path=ppt/media/f82184.txt>
</file>

<file path=ppt/media/f82185.txt>
</file>

<file path=ppt/media/f82186.txt>
</file>

<file path=ppt/media/f82187.txt>
</file>

<file path=ppt/media/f82188.txt>
</file>

<file path=ppt/media/f82189.txt>
</file>

<file path=ppt/media/f82190.txt>
</file>

<file path=ppt/media/f82191.txt>
</file>

<file path=ppt/media/f82192.txt>
</file>

<file path=ppt/media/f82193.txt>
</file>

<file path=ppt/media/f82194.txt>
</file>

<file path=ppt/media/f82195.txt>
</file>

<file path=ppt/media/f82196.txt>
</file>

<file path=ppt/media/f82197.txt>
</file>

<file path=ppt/media/f82198.txt>
</file>

<file path=ppt/media/f82199.txt>
</file>

<file path=ppt/media/f82200.txt>
</file>

<file path=ppt/media/f82201.txt>
</file>

<file path=ppt/media/f82202.txt>
</file>

<file path=ppt/media/f82203.txt>
</file>

<file path=ppt/media/f82204.txt>
</file>

<file path=ppt/media/f82205.txt>
</file>

<file path=ppt/media/f82206.txt>
</file>

<file path=ppt/media/f82207.txt>
</file>

<file path=ppt/media/f82208.txt>
</file>

<file path=ppt/media/f82209.txt>
</file>

<file path=ppt/media/f82210.txt>
</file>

<file path=ppt/media/f82211.txt>
</file>

<file path=ppt/media/f82212.txt>
</file>

<file path=ppt/media/f82213.txt>
</file>

<file path=ppt/media/f82214.txt>
</file>

<file path=ppt/media/f82215.txt>
</file>

<file path=ppt/media/f82216.txt>
</file>

<file path=ppt/media/f82217.txt>
</file>

<file path=ppt/media/f82218.txt>
</file>

<file path=ppt/media/f82219.txt>
</file>

<file path=ppt/media/f82220.txt>
</file>

<file path=ppt/media/f82221.txt>
</file>

<file path=ppt/media/f82222.txt>
</file>

<file path=ppt/media/f82223.txt>
</file>

<file path=ppt/media/f82224.txt>
</file>

<file path=ppt/media/f82225.txt>
</file>

<file path=ppt/media/f82226.txt>
</file>

<file path=ppt/media/f82227.txt>
</file>

<file path=ppt/media/f82228.txt>
</file>

<file path=ppt/media/f82229.txt>
</file>

<file path=ppt/media/f82230.txt>
</file>

<file path=ppt/media/f82231.txt>
</file>

<file path=ppt/media/f82232.txt>
</file>

<file path=ppt/media/f82233.txt>
</file>

<file path=ppt/media/f82234.txt>
</file>

<file path=ppt/media/f82235.txt>
</file>

<file path=ppt/media/f82236.txt>
</file>

<file path=ppt/media/f82237.txt>
</file>

<file path=ppt/media/f82238.txt>
</file>

<file path=ppt/media/f82239.txt>
</file>

<file path=ppt/media/f82240.txt>
</file>

<file path=ppt/media/f82241.txt>
</file>

<file path=ppt/media/f82242.txt>
</file>

<file path=ppt/media/f82243.txt>
</file>

<file path=ppt/media/f82244.txt>
</file>

<file path=ppt/media/f82245.txt>
</file>

<file path=ppt/media/f82246.txt>
</file>

<file path=ppt/media/f82247.txt>
</file>

<file path=ppt/media/f82248.txt>
</file>

<file path=ppt/media/f82249.txt>
</file>

<file path=ppt/media/f82250.txt>
</file>

<file path=ppt/media/f82251.txt>
</file>

<file path=ppt/media/f82252.txt>
</file>

<file path=ppt/media/f82253.txt>
</file>

<file path=ppt/media/f82254.txt>
</file>

<file path=ppt/media/f82255.txt>
</file>

<file path=ppt/media/f82256.txt>
</file>

<file path=ppt/media/f82257.txt>
</file>

<file path=ppt/media/f82258.txt>
</file>

<file path=ppt/media/f82259.txt>
</file>

<file path=ppt/media/f82260.txt>
</file>

<file path=ppt/media/f82261.txt>
</file>

<file path=ppt/media/f82262.txt>
</file>

<file path=ppt/media/f82263.txt>
</file>

<file path=ppt/media/f82264.txt>
</file>

<file path=ppt/media/f82265.txt>
</file>

<file path=ppt/media/f82266.txt>
</file>

<file path=ppt/media/f82267.txt>
</file>

<file path=ppt/media/f82268.txt>
</file>

<file path=ppt/media/f82269.txt>
</file>

<file path=ppt/media/f82270.txt>
</file>

<file path=ppt/media/f82271.txt>
</file>

<file path=ppt/media/f82272.txt>
</file>

<file path=ppt/media/f82273.txt>
</file>

<file path=ppt/media/f82274.txt>
</file>

<file path=ppt/media/f82275.txt>
</file>

<file path=ppt/media/f82276.txt>
</file>

<file path=ppt/media/f82277.txt>
</file>

<file path=ppt/media/f82278.txt>
</file>

<file path=ppt/media/f82279.txt>
</file>

<file path=ppt/media/f82280.txt>
</file>

<file path=ppt/media/f82281.txt>
</file>

<file path=ppt/media/f82282.txt>
</file>

<file path=ppt/media/f82283.txt>
</file>

<file path=ppt/media/f82284.txt>
</file>

<file path=ppt/media/f82285.txt>
</file>

<file path=ppt/media/f82286.txt>
</file>

<file path=ppt/media/f82287.txt>
</file>

<file path=ppt/media/f82288.txt>
</file>

<file path=ppt/media/f82289.txt>
</file>

<file path=ppt/media/f82290.txt>
</file>

<file path=ppt/media/f82291.txt>
</file>

<file path=ppt/media/f82292.txt>
</file>

<file path=ppt/media/f82293.txt>
</file>

<file path=ppt/media/f82294.txt>
</file>

<file path=ppt/media/f82295.txt>
</file>

<file path=ppt/media/f82296.txt>
</file>

<file path=ppt/media/f82297.txt>
</file>

<file path=ppt/media/f82298.txt>
</file>

<file path=ppt/media/f82299.txt>
</file>

<file path=ppt/media/f82300.txt>
</file>

<file path=ppt/media/f82301.txt>
</file>

<file path=ppt/media/f82302.txt>
</file>

<file path=ppt/media/f82303.txt>
</file>

<file path=ppt/media/f82304.txt>
</file>

<file path=ppt/media/f82305.txt>
</file>

<file path=ppt/media/f82306.txt>
</file>

<file path=ppt/media/f82307.txt>
</file>

<file path=ppt/media/f82308.txt>
</file>

<file path=ppt/media/f82309.txt>
</file>

<file path=ppt/media/f82310.txt>
</file>

<file path=ppt/media/f82311.txt>
</file>

<file path=ppt/media/f82312.txt>
</file>

<file path=ppt/media/f82313.txt>
</file>

<file path=ppt/media/f82314.txt>
</file>

<file path=ppt/media/f82315.txt>
</file>

<file path=ppt/media/f82316.txt>
</file>

<file path=ppt/media/f82317.txt>
</file>

<file path=ppt/media/f82318.txt>
</file>

<file path=ppt/media/f82319.txt>
</file>

<file path=ppt/media/f82320.txt>
</file>

<file path=ppt/media/f82321.txt>
</file>

<file path=ppt/media/f82322.txt>
</file>

<file path=ppt/media/f82323.txt>
</file>

<file path=ppt/media/f82324.txt>
</file>

<file path=ppt/media/f82325.txt>
</file>

<file path=ppt/media/f82326.txt>
</file>

<file path=ppt/media/f82327.txt>
</file>

<file path=ppt/media/f82328.txt>
</file>

<file path=ppt/media/f82329.txt>
</file>

<file path=ppt/media/f82330.txt>
</file>

<file path=ppt/media/f82331.txt>
</file>

<file path=ppt/media/f82332.txt>
</file>

<file path=ppt/media/f82333.txt>
</file>

<file path=ppt/media/f82334.txt>
</file>

<file path=ppt/media/f82335.txt>
</file>

<file path=ppt/media/f82336.txt>
</file>

<file path=ppt/media/f82337.txt>
</file>

<file path=ppt/media/f82338.txt>
</file>

<file path=ppt/media/f82339.txt>
</file>

<file path=ppt/media/f82340.txt>
</file>

<file path=ppt/media/f82341.txt>
</file>

<file path=ppt/media/f82342.txt>
</file>

<file path=ppt/media/f82343.txt>
</file>

<file path=ppt/media/f82344.txt>
</file>

<file path=ppt/media/f82345.txt>
</file>

<file path=ppt/media/f82346.txt>
</file>

<file path=ppt/media/f82347.txt>
</file>

<file path=ppt/media/f82348.txt>
</file>

<file path=ppt/media/f82349.txt>
</file>

<file path=ppt/media/f82350.txt>
</file>

<file path=ppt/media/f82351.txt>
</file>

<file path=ppt/media/f82352.txt>
</file>

<file path=ppt/media/f82353.txt>
</file>

<file path=ppt/media/f82354.txt>
</file>

<file path=ppt/media/f82355.txt>
</file>

<file path=ppt/media/f82356.txt>
</file>

<file path=ppt/media/f82357.txt>
</file>

<file path=ppt/media/f82358.txt>
</file>

<file path=ppt/media/f82359.txt>
</file>

<file path=ppt/media/f82360.txt>
</file>

<file path=ppt/media/f82361.txt>
</file>

<file path=ppt/media/f82362.txt>
</file>

<file path=ppt/media/f82363.txt>
</file>

<file path=ppt/media/f82364.txt>
</file>

<file path=ppt/media/f82365.txt>
</file>

<file path=ppt/media/f82366.txt>
</file>

<file path=ppt/media/f82367.txt>
</file>

<file path=ppt/media/f82368.txt>
</file>

<file path=ppt/media/f82369.txt>
</file>

<file path=ppt/media/f82370.txt>
</file>

<file path=ppt/media/f82371.txt>
</file>

<file path=ppt/media/f82372.txt>
</file>

<file path=ppt/media/f82373.txt>
</file>

<file path=ppt/media/f82374.txt>
</file>

<file path=ppt/media/f82375.txt>
</file>

<file path=ppt/media/f82376.txt>
</file>

<file path=ppt/media/f82377.txt>
</file>

<file path=ppt/media/f82378.txt>
</file>

<file path=ppt/media/f82379.txt>
</file>

<file path=ppt/media/f82380.txt>
</file>

<file path=ppt/media/f82381.txt>
</file>

<file path=ppt/media/f82382.txt>
</file>

<file path=ppt/media/f82383.txt>
</file>

<file path=ppt/media/f82384.txt>
</file>

<file path=ppt/media/f82385.txt>
</file>

<file path=ppt/media/f82386.txt>
</file>

<file path=ppt/media/f82387.txt>
</file>

<file path=ppt/media/f82388.txt>
</file>

<file path=ppt/media/f82389.txt>
</file>

<file path=ppt/media/f82390.txt>
</file>

<file path=ppt/media/f82391.txt>
</file>

<file path=ppt/media/f82392.txt>
</file>

<file path=ppt/media/f82393.txt>
</file>

<file path=ppt/media/f82394.txt>
</file>

<file path=ppt/media/f82395.txt>
</file>

<file path=ppt/media/f82396.txt>
</file>

<file path=ppt/media/f82397.txt>
</file>

<file path=ppt/media/f82398.txt>
</file>

<file path=ppt/media/f82399.txt>
</file>

<file path=ppt/media/f82400.txt>
</file>

<file path=ppt/media/f82401.txt>
</file>

<file path=ppt/media/f82402.txt>
</file>

<file path=ppt/media/f82403.txt>
</file>

<file path=ppt/media/f82404.txt>
</file>

<file path=ppt/media/f82405.txt>
</file>

<file path=ppt/media/f82406.txt>
</file>

<file path=ppt/media/f82407.txt>
</file>

<file path=ppt/media/f82408.txt>
</file>

<file path=ppt/media/f82409.txt>
</file>

<file path=ppt/media/f82410.txt>
</file>

<file path=ppt/media/f82411.txt>
</file>

<file path=ppt/media/f82412.txt>
</file>

<file path=ppt/media/f82413.txt>
</file>

<file path=ppt/media/f82414.txt>
</file>

<file path=ppt/media/f82415.txt>
</file>

<file path=ppt/media/f82416.txt>
</file>

<file path=ppt/media/f82417.txt>
</file>

<file path=ppt/media/f82418.txt>
</file>

<file path=ppt/media/f82419.txt>
</file>

<file path=ppt/media/f82420.txt>
</file>

<file path=ppt/media/f82421.txt>
</file>

<file path=ppt/media/f82422.txt>
</file>

<file path=ppt/media/f82423.txt>
</file>

<file path=ppt/media/f82424.txt>
</file>

<file path=ppt/media/f82425.txt>
</file>

<file path=ppt/media/f82426.txt>
</file>

<file path=ppt/media/f82427.txt>
</file>

<file path=ppt/media/f82428.txt>
</file>

<file path=ppt/media/f82429.txt>
</file>

<file path=ppt/media/f82430.txt>
</file>

<file path=ppt/media/f82431.txt>
</file>

<file path=ppt/media/f82432.txt>
</file>

<file path=ppt/media/f82433.txt>
</file>

<file path=ppt/media/f82434.txt>
</file>

<file path=ppt/media/f82435.txt>
</file>

<file path=ppt/media/f82436.txt>
</file>

<file path=ppt/media/f82437.txt>
</file>

<file path=ppt/media/f82438.txt>
</file>

<file path=ppt/media/f82439.txt>
</file>

<file path=ppt/media/f82440.txt>
</file>

<file path=ppt/media/f82441.txt>
</file>

<file path=ppt/media/f82442.txt>
</file>

<file path=ppt/media/f82443.txt>
</file>

<file path=ppt/media/f82444.txt>
</file>

<file path=ppt/media/f82445.txt>
</file>

<file path=ppt/media/f82446.txt>
</file>

<file path=ppt/media/f82447.txt>
</file>

<file path=ppt/media/f82448.txt>
</file>

<file path=ppt/media/f82449.txt>
</file>

<file path=ppt/media/f82450.txt>
</file>

<file path=ppt/media/f82451.txt>
</file>

<file path=ppt/media/f82452.txt>
</file>

<file path=ppt/media/f82453.txt>
</file>

<file path=ppt/media/f82454.txt>
</file>

<file path=ppt/media/f82455.txt>
</file>

<file path=ppt/media/f82456.txt>
</file>

<file path=ppt/media/f82457.txt>
</file>

<file path=ppt/media/f82458.txt>
</file>

<file path=ppt/media/f82459.txt>
</file>

<file path=ppt/media/f82460.txt>
</file>

<file path=ppt/media/f82461.txt>
</file>

<file path=ppt/media/f82462.txt>
</file>

<file path=ppt/media/f82463.txt>
</file>

<file path=ppt/media/f82464.txt>
</file>

<file path=ppt/media/f82465.txt>
</file>

<file path=ppt/media/f82466.txt>
</file>

<file path=ppt/media/f82467.txt>
</file>

<file path=ppt/media/f82468.txt>
</file>

<file path=ppt/media/f82469.txt>
</file>

<file path=ppt/media/f82470.txt>
</file>

<file path=ppt/media/f82471.txt>
</file>

<file path=ppt/media/f82472.txt>
</file>

<file path=ppt/media/f82473.txt>
</file>

<file path=ppt/media/f82474.txt>
</file>

<file path=ppt/media/f82475.txt>
</file>

<file path=ppt/media/f82476.txt>
</file>

<file path=ppt/media/f82477.txt>
</file>

<file path=ppt/media/f82478.txt>
</file>

<file path=ppt/media/f82479.txt>
</file>

<file path=ppt/media/f82480.txt>
</file>

<file path=ppt/media/f82481.txt>
</file>

<file path=ppt/media/f82482.txt>
</file>

<file path=ppt/media/f82483.txt>
</file>

<file path=ppt/media/f82484.txt>
</file>

<file path=ppt/media/f82485.txt>
</file>

<file path=ppt/media/f82486.txt>
</file>

<file path=ppt/media/f82487.txt>
</file>

<file path=ppt/media/f82488.txt>
</file>

<file path=ppt/media/f82489.txt>
</file>

<file path=ppt/media/f82490.txt>
</file>

<file path=ppt/media/f82491.txt>
</file>

<file path=ppt/media/f82492.txt>
</file>

<file path=ppt/media/f82493.txt>
</file>

<file path=ppt/media/f82494.txt>
</file>

<file path=ppt/media/f82495.txt>
</file>

<file path=ppt/media/f82496.txt>
</file>

<file path=ppt/media/f82497.txt>
</file>

<file path=ppt/media/f82498.txt>
</file>

<file path=ppt/media/f82499.txt>
</file>

<file path=ppt/media/f82500.txt>
</file>

<file path=ppt/media/f82501.txt>
</file>

<file path=ppt/media/f82502.txt>
</file>

<file path=ppt/media/f82503.txt>
</file>

<file path=ppt/media/f82504.txt>
</file>

<file path=ppt/media/f82505.txt>
</file>

<file path=ppt/media/f82506.txt>
</file>

<file path=ppt/media/f82507.txt>
</file>

<file path=ppt/media/f82508.txt>
</file>

<file path=ppt/media/f82509.txt>
</file>

<file path=ppt/media/f82510.txt>
</file>

<file path=ppt/media/f82511.txt>
</file>

<file path=ppt/media/f82512.txt>
</file>

<file path=ppt/media/f82513.txt>
</file>

<file path=ppt/media/f82514.txt>
</file>

<file path=ppt/media/f82515.txt>
</file>

<file path=ppt/media/f82516.txt>
</file>

<file path=ppt/media/f82517.txt>
</file>

<file path=ppt/media/f82518.txt>
</file>

<file path=ppt/media/f82519.txt>
</file>

<file path=ppt/media/f82520.txt>
</file>

<file path=ppt/media/f82521.txt>
</file>

<file path=ppt/media/f82522.txt>
</file>

<file path=ppt/media/f82523.txt>
</file>

<file path=ppt/media/f82524.txt>
</file>

<file path=ppt/media/f82525.txt>
</file>

<file path=ppt/media/f82526.txt>
</file>

<file path=ppt/media/f82527.txt>
</file>

<file path=ppt/media/f82528.txt>
</file>

<file path=ppt/media/f82529.txt>
</file>

<file path=ppt/media/f82530.txt>
</file>

<file path=ppt/media/f82531.txt>
</file>

<file path=ppt/media/f82532.txt>
</file>

<file path=ppt/media/f82533.txt>
</file>

<file path=ppt/media/f82534.txt>
</file>

<file path=ppt/media/f82535.txt>
</file>

<file path=ppt/media/f82536.txt>
</file>

<file path=ppt/media/f82537.txt>
</file>

<file path=ppt/media/f82538.txt>
</file>

<file path=ppt/media/f82539.txt>
</file>

<file path=ppt/media/f82540.txt>
</file>

<file path=ppt/media/f82541.txt>
</file>

<file path=ppt/media/f82542.txt>
</file>

<file path=ppt/media/f82543.txt>
</file>

<file path=ppt/media/f82544.txt>
</file>

<file path=ppt/media/f82545.txt>
</file>

<file path=ppt/media/f82546.txt>
</file>

<file path=ppt/media/f82547.txt>
</file>

<file path=ppt/media/f82548.txt>
</file>

<file path=ppt/media/f82549.txt>
</file>

<file path=ppt/media/f82550.txt>
</file>

<file path=ppt/media/f82551.txt>
</file>

<file path=ppt/media/f82552.txt>
</file>

<file path=ppt/media/f82553.txt>
</file>

<file path=ppt/media/f82554.txt>
</file>

<file path=ppt/media/f82555.txt>
</file>

<file path=ppt/media/f82556.txt>
</file>

<file path=ppt/media/f82557.txt>
</file>

<file path=ppt/media/f82558.txt>
</file>

<file path=ppt/media/f82559.txt>
</file>

<file path=ppt/media/f82560.txt>
</file>

<file path=ppt/media/f82561.txt>
</file>

<file path=ppt/media/f82562.txt>
</file>

<file path=ppt/media/f82563.txt>
</file>

<file path=ppt/media/f82564.txt>
</file>

<file path=ppt/media/f82565.txt>
</file>

<file path=ppt/media/f82566.txt>
</file>

<file path=ppt/media/f82567.txt>
</file>

<file path=ppt/media/f82568.txt>
</file>

<file path=ppt/media/f82569.txt>
</file>

<file path=ppt/media/f82570.txt>
</file>

<file path=ppt/media/f82571.txt>
</file>

<file path=ppt/media/f82572.txt>
</file>

<file path=ppt/media/f82573.txt>
</file>

<file path=ppt/media/f82574.txt>
</file>

<file path=ppt/media/f82575.txt>
</file>

<file path=ppt/media/f82576.txt>
</file>

<file path=ppt/media/f82577.txt>
</file>

<file path=ppt/media/f82578.txt>
</file>

<file path=ppt/media/f82579.txt>
</file>

<file path=ppt/media/f82580.txt>
</file>

<file path=ppt/media/f82581.txt>
</file>

<file path=ppt/media/f82582.txt>
</file>

<file path=ppt/media/f82583.txt>
</file>

<file path=ppt/media/f82584.txt>
</file>

<file path=ppt/media/f82585.txt>
</file>

<file path=ppt/media/f82586.txt>
</file>

<file path=ppt/media/f82587.txt>
</file>

<file path=ppt/media/f82588.txt>
</file>

<file path=ppt/media/f82589.txt>
</file>

<file path=ppt/media/f82590.txt>
</file>

<file path=ppt/media/f82591.txt>
</file>

<file path=ppt/media/f82592.txt>
</file>

<file path=ppt/media/f82593.txt>
</file>

<file path=ppt/media/f82594.txt>
</file>

<file path=ppt/media/f82595.txt>
</file>

<file path=ppt/media/f82596.txt>
</file>

<file path=ppt/media/f82597.txt>
</file>

<file path=ppt/media/f82598.txt>
</file>

<file path=ppt/media/f82599.txt>
</file>

<file path=ppt/media/f82600.txt>
</file>

<file path=ppt/media/f82601.txt>
</file>

<file path=ppt/media/f82602.txt>
</file>

<file path=ppt/media/f82603.txt>
</file>

<file path=ppt/media/f82604.txt>
</file>

<file path=ppt/media/f82605.txt>
</file>

<file path=ppt/media/f82606.txt>
</file>

<file path=ppt/media/f82607.txt>
</file>

<file path=ppt/media/f82608.txt>
</file>

<file path=ppt/media/f82609.txt>
</file>

<file path=ppt/media/f82610.txt>
</file>

<file path=ppt/media/f82611.txt>
</file>

<file path=ppt/media/f82612.txt>
</file>

<file path=ppt/media/f82613.txt>
</file>

<file path=ppt/media/f82614.txt>
</file>

<file path=ppt/media/f82615.txt>
</file>

<file path=ppt/media/f82616.txt>
</file>

<file path=ppt/media/f82617.txt>
</file>

<file path=ppt/media/f82618.txt>
</file>

<file path=ppt/media/f82619.txt>
</file>

<file path=ppt/media/f82620.txt>
</file>

<file path=ppt/media/f82621.txt>
</file>

<file path=ppt/media/f82622.txt>
</file>

<file path=ppt/media/f82623.txt>
</file>

<file path=ppt/media/f82624.txt>
</file>

<file path=ppt/media/f82625.txt>
</file>

<file path=ppt/media/f82626.txt>
</file>

<file path=ppt/media/f82627.txt>
</file>

<file path=ppt/media/f82628.txt>
</file>

<file path=ppt/media/f82629.txt>
</file>

<file path=ppt/media/f82630.txt>
</file>

<file path=ppt/media/f82631.txt>
</file>

<file path=ppt/media/f82632.txt>
</file>

<file path=ppt/media/f82633.txt>
</file>

<file path=ppt/media/f82634.txt>
</file>

<file path=ppt/media/f82635.txt>
</file>

<file path=ppt/media/f82636.txt>
</file>

<file path=ppt/media/f82637.txt>
</file>

<file path=ppt/media/f82638.txt>
</file>

<file path=ppt/media/f82639.txt>
</file>

<file path=ppt/media/f82640.txt>
</file>

<file path=ppt/media/f82641.txt>
</file>

<file path=ppt/media/f82642.txt>
</file>

<file path=ppt/media/f82643.txt>
</file>

<file path=ppt/media/f82644.txt>
</file>

<file path=ppt/media/f82645.txt>
</file>

<file path=ppt/media/f82646.txt>
</file>

<file path=ppt/media/f82647.txt>
</file>

<file path=ppt/media/f82648.txt>
</file>

<file path=ppt/media/f82649.txt>
</file>

<file path=ppt/media/f82650.txt>
</file>

<file path=ppt/media/f82651.txt>
</file>

<file path=ppt/media/f82652.txt>
</file>

<file path=ppt/media/f82653.txt>
</file>

<file path=ppt/media/f82654.txt>
</file>

<file path=ppt/media/f82655.txt>
</file>

<file path=ppt/media/f82656.txt>
</file>

<file path=ppt/media/f82657.txt>
</file>

<file path=ppt/media/f82658.txt>
</file>

<file path=ppt/media/f82659.txt>
</file>

<file path=ppt/media/f82660.txt>
</file>

<file path=ppt/media/f82661.txt>
</file>

<file path=ppt/media/f82662.txt>
</file>

<file path=ppt/media/f82663.txt>
</file>

<file path=ppt/media/f82664.txt>
</file>

<file path=ppt/media/f82665.txt>
</file>

<file path=ppt/media/f82666.txt>
</file>

<file path=ppt/media/f82667.txt>
</file>

<file path=ppt/media/f82668.txt>
</file>

<file path=ppt/media/f82669.txt>
</file>

<file path=ppt/media/f82670.txt>
</file>

<file path=ppt/media/f82671.txt>
</file>

<file path=ppt/media/f82672.txt>
</file>

<file path=ppt/media/f82673.txt>
</file>

<file path=ppt/media/f82674.txt>
</file>

<file path=ppt/media/f82675.txt>
</file>

<file path=ppt/media/f82676.txt>
</file>

<file path=ppt/media/f82677.txt>
</file>

<file path=ppt/media/f82678.txt>
</file>

<file path=ppt/media/f82679.txt>
</file>

<file path=ppt/media/f82680.txt>
</file>

<file path=ppt/media/f82681.txt>
</file>

<file path=ppt/media/f82682.txt>
</file>

<file path=ppt/media/f82683.txt>
</file>

<file path=ppt/media/f82684.txt>
</file>

<file path=ppt/media/f82685.txt>
</file>

<file path=ppt/media/f82686.txt>
</file>

<file path=ppt/media/f82687.txt>
</file>

<file path=ppt/media/f82688.txt>
</file>

<file path=ppt/media/f82689.txt>
</file>

<file path=ppt/media/f82690.txt>
</file>

<file path=ppt/media/f82691.txt>
</file>

<file path=ppt/media/f82692.txt>
</file>

<file path=ppt/media/f82693.txt>
</file>

<file path=ppt/media/f82694.txt>
</file>

<file path=ppt/media/f82695.txt>
</file>

<file path=ppt/media/f82696.txt>
</file>

<file path=ppt/media/f82697.txt>
</file>

<file path=ppt/media/f82698.txt>
</file>

<file path=ppt/media/f82699.txt>
</file>

<file path=ppt/media/f82700.txt>
</file>

<file path=ppt/media/f82701.txt>
</file>

<file path=ppt/media/f82702.txt>
</file>

<file path=ppt/media/f82703.txt>
</file>

<file path=ppt/media/f82704.txt>
</file>

<file path=ppt/media/f82705.txt>
</file>

<file path=ppt/media/f82706.txt>
</file>

<file path=ppt/media/f82707.txt>
</file>

<file path=ppt/media/f82708.txt>
</file>

<file path=ppt/media/f82709.txt>
</file>

<file path=ppt/media/f82710.txt>
</file>

<file path=ppt/media/f82711.txt>
</file>

<file path=ppt/media/f82712.txt>
</file>

<file path=ppt/media/f82713.txt>
</file>

<file path=ppt/media/f82714.txt>
</file>

<file path=ppt/media/f82715.txt>
</file>

<file path=ppt/media/f82716.txt>
</file>

<file path=ppt/media/f82717.txt>
</file>

<file path=ppt/media/f82718.txt>
</file>

<file path=ppt/media/f82719.txt>
</file>

<file path=ppt/media/f82720.txt>
</file>

<file path=ppt/media/f82721.txt>
</file>

<file path=ppt/media/f82722.txt>
</file>

<file path=ppt/media/f82723.txt>
</file>

<file path=ppt/media/f82724.txt>
</file>

<file path=ppt/media/f82725.txt>
</file>

<file path=ppt/media/f82726.txt>
</file>

<file path=ppt/media/f82727.txt>
</file>

<file path=ppt/media/f82728.txt>
</file>

<file path=ppt/media/f82729.txt>
</file>

<file path=ppt/media/f82730.txt>
</file>

<file path=ppt/media/f82731.txt>
</file>

<file path=ppt/media/f82732.txt>
</file>

<file path=ppt/media/f82733.txt>
</file>

<file path=ppt/media/f82734.txt>
</file>

<file path=ppt/media/f82735.txt>
</file>

<file path=ppt/media/f82736.txt>
</file>

<file path=ppt/media/f82737.txt>
</file>

<file path=ppt/media/f82738.txt>
</file>

<file path=ppt/media/f82739.txt>
</file>

<file path=ppt/media/f82740.txt>
</file>

<file path=ppt/media/f82741.txt>
</file>

<file path=ppt/media/f82742.txt>
</file>

<file path=ppt/media/f82743.txt>
</file>

<file path=ppt/media/f82744.txt>
</file>

<file path=ppt/media/f82745.txt>
</file>

<file path=ppt/media/f82746.txt>
</file>

<file path=ppt/media/f82747.txt>
</file>

<file path=ppt/media/f82748.txt>
</file>

<file path=ppt/media/f82749.txt>
</file>

<file path=ppt/media/f82750.txt>
</file>

<file path=ppt/media/f82751.txt>
</file>

<file path=ppt/media/f82752.txt>
</file>

<file path=ppt/media/f82753.txt>
</file>

<file path=ppt/media/f82754.txt>
</file>

<file path=ppt/media/f82755.txt>
</file>

<file path=ppt/media/f82756.txt>
</file>

<file path=ppt/media/f82757.txt>
</file>

<file path=ppt/media/f82758.txt>
</file>

<file path=ppt/media/f82759.txt>
</file>

<file path=ppt/media/f82760.txt>
</file>

<file path=ppt/media/f82761.txt>
</file>

<file path=ppt/media/f82762.txt>
</file>

<file path=ppt/media/f82763.txt>
</file>

<file path=ppt/media/f82764.txt>
</file>

<file path=ppt/media/f82765.txt>
</file>

<file path=ppt/media/f82766.txt>
</file>

<file path=ppt/media/f82767.txt>
</file>

<file path=ppt/media/f82768.txt>
</file>

<file path=ppt/media/f82769.txt>
</file>

<file path=ppt/media/f82770.txt>
</file>

<file path=ppt/media/f82771.txt>
</file>

<file path=ppt/media/f82772.txt>
</file>

<file path=ppt/media/f82773.txt>
</file>

<file path=ppt/media/f82774.txt>
</file>

<file path=ppt/media/f82775.txt>
</file>

<file path=ppt/media/f82776.txt>
</file>

<file path=ppt/media/f82777.txt>
</file>

<file path=ppt/media/f82778.txt>
</file>

<file path=ppt/media/f82779.txt>
</file>

<file path=ppt/media/f82780.txt>
</file>

<file path=ppt/media/f82781.txt>
</file>

<file path=ppt/media/f82782.txt>
</file>

<file path=ppt/media/f82783.txt>
</file>

<file path=ppt/media/f82784.txt>
</file>

<file path=ppt/media/f82785.txt>
</file>

<file path=ppt/media/f82786.txt>
</file>

<file path=ppt/media/f82787.txt>
</file>

<file path=ppt/media/f82788.txt>
</file>

<file path=ppt/media/f82789.txt>
</file>

<file path=ppt/media/f82790.txt>
</file>

<file path=ppt/media/f82791.txt>
</file>

<file path=ppt/media/f82792.txt>
</file>

<file path=ppt/media/f82793.txt>
</file>

<file path=ppt/media/f82794.txt>
</file>

<file path=ppt/media/f82795.txt>
</file>

<file path=ppt/media/f82796.txt>
</file>

<file path=ppt/media/f82797.txt>
</file>

<file path=ppt/media/f82798.txt>
</file>

<file path=ppt/media/f82799.txt>
</file>

<file path=ppt/media/f82800.txt>
</file>

<file path=ppt/media/f82801.txt>
</file>

<file path=ppt/media/f82802.txt>
</file>

<file path=ppt/media/f82803.txt>
</file>

<file path=ppt/media/f82804.txt>
</file>

<file path=ppt/media/f82805.txt>
</file>

<file path=ppt/media/f82806.txt>
</file>

<file path=ppt/media/f82807.txt>
</file>

<file path=ppt/media/f82808.txt>
</file>

<file path=ppt/media/f82809.txt>
</file>

<file path=ppt/media/f82810.txt>
</file>

<file path=ppt/media/f82811.txt>
</file>

<file path=ppt/media/f82812.txt>
</file>

<file path=ppt/media/f82813.txt>
</file>

<file path=ppt/media/f82814.txt>
</file>

<file path=ppt/media/f82815.txt>
</file>

<file path=ppt/media/f82816.txt>
</file>

<file path=ppt/media/f82817.txt>
</file>

<file path=ppt/media/f82818.txt>
</file>

<file path=ppt/media/f82819.txt>
</file>

<file path=ppt/media/f82820.txt>
</file>

<file path=ppt/media/f82821.txt>
</file>

<file path=ppt/media/f82822.txt>
</file>

<file path=ppt/media/f82823.txt>
</file>

<file path=ppt/media/f82824.txt>
</file>

<file path=ppt/media/f82825.txt>
</file>

<file path=ppt/media/f82826.txt>
</file>

<file path=ppt/media/f82827.txt>
</file>

<file path=ppt/media/f82828.txt>
</file>

<file path=ppt/media/f82829.txt>
</file>

<file path=ppt/media/f82830.txt>
</file>

<file path=ppt/media/f82831.txt>
</file>

<file path=ppt/media/f82832.txt>
</file>

<file path=ppt/media/f82833.txt>
</file>

<file path=ppt/media/f82834.txt>
</file>

<file path=ppt/media/f82835.txt>
</file>

<file path=ppt/media/f82836.txt>
</file>

<file path=ppt/media/f82837.txt>
</file>

<file path=ppt/media/f82838.txt>
</file>

<file path=ppt/media/f82839.txt>
</file>

<file path=ppt/media/f82840.txt>
</file>

<file path=ppt/media/f82841.txt>
</file>

<file path=ppt/media/f82842.txt>
</file>

<file path=ppt/media/f82843.txt>
</file>

<file path=ppt/media/f82844.txt>
</file>

<file path=ppt/media/f82845.txt>
</file>

<file path=ppt/media/f82846.txt>
</file>

<file path=ppt/media/f82847.txt>
</file>

<file path=ppt/media/f82848.txt>
</file>

<file path=ppt/media/f82849.txt>
</file>

<file path=ppt/media/f82850.txt>
</file>

<file path=ppt/media/f82851.txt>
</file>

<file path=ppt/media/f82852.txt>
</file>

<file path=ppt/media/f82853.txt>
</file>

<file path=ppt/media/f82854.txt>
</file>

<file path=ppt/media/f82855.txt>
</file>

<file path=ppt/media/f82856.txt>
</file>

<file path=ppt/media/f82857.txt>
</file>

<file path=ppt/media/f82858.txt>
</file>

<file path=ppt/media/f82859.txt>
</file>

<file path=ppt/media/f82860.txt>
</file>

<file path=ppt/media/f82861.txt>
</file>

<file path=ppt/media/f82862.txt>
</file>

<file path=ppt/media/f82863.txt>
</file>

<file path=ppt/media/f82864.txt>
</file>

<file path=ppt/media/f82865.txt>
</file>

<file path=ppt/media/f82866.txt>
</file>

<file path=ppt/media/f82867.txt>
</file>

<file path=ppt/media/f82868.txt>
</file>

<file path=ppt/media/f82869.txt>
</file>

<file path=ppt/media/f82870.txt>
</file>

<file path=ppt/media/f82871.txt>
</file>

<file path=ppt/media/f82872.txt>
</file>

<file path=ppt/media/f82873.txt>
</file>

<file path=ppt/media/f82874.txt>
</file>

<file path=ppt/media/f82875.txt>
</file>

<file path=ppt/media/f82876.txt>
</file>

<file path=ppt/media/f82877.txt>
</file>

<file path=ppt/media/f82878.txt>
</file>

<file path=ppt/media/f82879.txt>
</file>

<file path=ppt/media/f82880.txt>
</file>

<file path=ppt/media/f82881.txt>
</file>

<file path=ppt/media/f82882.txt>
</file>

<file path=ppt/media/f82883.txt>
</file>

<file path=ppt/media/f82884.txt>
</file>

<file path=ppt/media/f82885.txt>
</file>

<file path=ppt/media/f82886.txt>
</file>

<file path=ppt/media/f82887.txt>
</file>

<file path=ppt/media/f82888.txt>
</file>

<file path=ppt/media/f82889.txt>
</file>

<file path=ppt/media/f82890.txt>
</file>

<file path=ppt/media/f82891.txt>
</file>

<file path=ppt/media/f82892.txt>
</file>

<file path=ppt/media/f82893.txt>
</file>

<file path=ppt/media/f82894.txt>
</file>

<file path=ppt/media/f82895.txt>
</file>

<file path=ppt/media/f82896.txt>
</file>

<file path=ppt/media/f82897.txt>
</file>

<file path=ppt/media/f82898.txt>
</file>

<file path=ppt/media/f82899.txt>
</file>

<file path=ppt/media/f82900.txt>
</file>

<file path=ppt/media/f82901.txt>
</file>

<file path=ppt/media/f82902.txt>
</file>

<file path=ppt/media/f82903.txt>
</file>

<file path=ppt/media/f82904.txt>
</file>

<file path=ppt/media/f82905.txt>
</file>

<file path=ppt/media/f82906.txt>
</file>

<file path=ppt/media/f82907.txt>
</file>

<file path=ppt/media/f82908.txt>
</file>

<file path=ppt/media/f82909.txt>
</file>

<file path=ppt/media/f82910.txt>
</file>

<file path=ppt/media/f82911.txt>
</file>

<file path=ppt/media/f82912.txt>
</file>

<file path=ppt/media/f82913.txt>
</file>

<file path=ppt/media/f82914.txt>
</file>

<file path=ppt/media/f82915.txt>
</file>

<file path=ppt/media/f82916.txt>
</file>

<file path=ppt/media/f82917.txt>
</file>

<file path=ppt/media/f82918.txt>
</file>

<file path=ppt/media/f82919.txt>
</file>

<file path=ppt/media/f82920.txt>
</file>

<file path=ppt/media/f82921.txt>
</file>

<file path=ppt/media/f82922.txt>
</file>

<file path=ppt/media/f82923.txt>
</file>

<file path=ppt/media/f82924.txt>
</file>

<file path=ppt/media/f82925.txt>
</file>

<file path=ppt/media/f82926.txt>
</file>

<file path=ppt/media/f82927.txt>
</file>

<file path=ppt/media/f82928.txt>
</file>

<file path=ppt/media/f82929.txt>
</file>

<file path=ppt/media/f82930.txt>
</file>

<file path=ppt/media/f82931.txt>
</file>

<file path=ppt/media/f82932.txt>
</file>

<file path=ppt/media/f82933.txt>
</file>

<file path=ppt/media/f82934.txt>
</file>

<file path=ppt/media/f82935.txt>
</file>

<file path=ppt/media/f82936.txt>
</file>

<file path=ppt/media/f82937.txt>
</file>

<file path=ppt/media/f82938.txt>
</file>

<file path=ppt/media/f82939.txt>
</file>

<file path=ppt/media/f82940.txt>
</file>

<file path=ppt/media/f82941.txt>
</file>

<file path=ppt/media/f82942.txt>
</file>

<file path=ppt/media/f82943.txt>
</file>

<file path=ppt/media/f82944.txt>
</file>

<file path=ppt/media/f82945.txt>
</file>

<file path=ppt/media/f82946.txt>
</file>

<file path=ppt/media/f82947.txt>
</file>

<file path=ppt/media/f82948.txt>
</file>

<file path=ppt/media/f82949.txt>
</file>

<file path=ppt/media/f82950.txt>
</file>

<file path=ppt/media/f82951.txt>
</file>

<file path=ppt/media/f82952.txt>
</file>

<file path=ppt/media/f82953.txt>
</file>

<file path=ppt/media/f82954.txt>
</file>

<file path=ppt/media/f82955.txt>
</file>

<file path=ppt/media/f82956.txt>
</file>

<file path=ppt/media/f82957.txt>
</file>

<file path=ppt/media/f82958.txt>
</file>

<file path=ppt/media/f82959.txt>
</file>

<file path=ppt/media/f82960.txt>
</file>

<file path=ppt/media/f82961.txt>
</file>

<file path=ppt/media/f82962.txt>
</file>

<file path=ppt/media/f82963.txt>
</file>

<file path=ppt/media/f82964.txt>
</file>

<file path=ppt/media/f82965.txt>
</file>

<file path=ppt/media/f82966.txt>
</file>

<file path=ppt/media/f82967.txt>
</file>

<file path=ppt/media/f82968.txt>
</file>

<file path=ppt/media/f82969.txt>
</file>

<file path=ppt/media/f82970.txt>
</file>

<file path=ppt/media/f82971.txt>
</file>

<file path=ppt/media/f82972.txt>
</file>

<file path=ppt/media/f82973.txt>
</file>

<file path=ppt/media/f82974.txt>
</file>

<file path=ppt/media/f82975.txt>
</file>

<file path=ppt/media/f82976.txt>
</file>

<file path=ppt/media/f82977.txt>
</file>

<file path=ppt/media/f82978.txt>
</file>

<file path=ppt/media/f82979.txt>
</file>

<file path=ppt/media/f82980.txt>
</file>

<file path=ppt/media/f82981.txt>
</file>

<file path=ppt/media/f82982.txt>
</file>

<file path=ppt/media/f82983.txt>
</file>

<file path=ppt/media/f82984.txt>
</file>

<file path=ppt/media/f82985.txt>
</file>

<file path=ppt/media/f82986.txt>
</file>

<file path=ppt/media/f82987.txt>
</file>

<file path=ppt/media/f82988.txt>
</file>

<file path=ppt/media/f82989.txt>
</file>

<file path=ppt/media/f82990.txt>
</file>

<file path=ppt/media/f82991.txt>
</file>

<file path=ppt/media/f82992.txt>
</file>

<file path=ppt/media/f82993.txt>
</file>

<file path=ppt/media/f82994.txt>
</file>

<file path=ppt/media/f82995.txt>
</file>

<file path=ppt/media/f82996.txt>
</file>

<file path=ppt/media/f82997.txt>
</file>

<file path=ppt/media/f82998.txt>
</file>

<file path=ppt/media/f82999.txt>
</file>

<file path=ppt/media/f83000.txt>
</file>

<file path=ppt/media/f83001.txt>
</file>

<file path=ppt/media/f83002.txt>
</file>

<file path=ppt/media/f83003.txt>
</file>

<file path=ppt/media/f83004.txt>
</file>

<file path=ppt/media/f83005.txt>
</file>

<file path=ppt/media/f83006.txt>
</file>

<file path=ppt/media/f83007.txt>
</file>

<file path=ppt/media/f83008.txt>
</file>

<file path=ppt/media/f83009.txt>
</file>

<file path=ppt/media/f83010.txt>
</file>

<file path=ppt/media/f83011.txt>
</file>

<file path=ppt/media/f83012.txt>
</file>

<file path=ppt/media/f83013.txt>
</file>

<file path=ppt/media/f83014.txt>
</file>

<file path=ppt/media/f83015.txt>
</file>

<file path=ppt/media/f83016.txt>
</file>

<file path=ppt/media/f83017.txt>
</file>

<file path=ppt/media/f83018.txt>
</file>

<file path=ppt/media/f83019.txt>
</file>

<file path=ppt/media/f83020.txt>
</file>

<file path=ppt/media/f83021.txt>
</file>

<file path=ppt/media/f83022.txt>
</file>

<file path=ppt/media/f83023.txt>
</file>

<file path=ppt/media/f83024.txt>
</file>

<file path=ppt/media/f83025.txt>
</file>

<file path=ppt/media/f83026.txt>
</file>

<file path=ppt/media/f83027.txt>
</file>

<file path=ppt/media/f83028.txt>
</file>

<file path=ppt/media/f83029.txt>
</file>

<file path=ppt/media/f83030.txt>
</file>

<file path=ppt/media/f83031.txt>
</file>

<file path=ppt/media/f83032.txt>
</file>

<file path=ppt/media/f83033.txt>
</file>

<file path=ppt/media/f83034.txt>
</file>

<file path=ppt/media/f83035.txt>
</file>

<file path=ppt/media/f83036.txt>
</file>

<file path=ppt/media/f83037.txt>
</file>

<file path=ppt/media/f83038.txt>
</file>

<file path=ppt/media/f83039.txt>
</file>

<file path=ppt/media/f83040.txt>
</file>

<file path=ppt/media/f83041.txt>
</file>

<file path=ppt/media/f83042.txt>
</file>

<file path=ppt/media/f83043.txt>
</file>

<file path=ppt/media/f83044.txt>
</file>

<file path=ppt/media/f83045.txt>
</file>

<file path=ppt/media/f83046.txt>
</file>

<file path=ppt/media/f83047.txt>
</file>

<file path=ppt/media/f83048.txt>
</file>

<file path=ppt/media/f83049.txt>
</file>

<file path=ppt/media/f83050.txt>
</file>

<file path=ppt/media/f83051.txt>
</file>

<file path=ppt/media/f83052.txt>
</file>

<file path=ppt/media/f83053.txt>
</file>

<file path=ppt/media/f83054.txt>
</file>

<file path=ppt/media/f83055.txt>
</file>

<file path=ppt/media/f83056.txt>
</file>

<file path=ppt/media/f83057.txt>
</file>

<file path=ppt/media/f83058.txt>
</file>

<file path=ppt/media/f83059.txt>
</file>

<file path=ppt/media/f83060.txt>
</file>

<file path=ppt/media/f83061.txt>
</file>

<file path=ppt/media/f83062.txt>
</file>

<file path=ppt/media/f83063.txt>
</file>

<file path=ppt/media/f83064.txt>
</file>

<file path=ppt/media/f83065.txt>
</file>

<file path=ppt/media/f83066.txt>
</file>

<file path=ppt/media/f83067.txt>
</file>

<file path=ppt/media/f83068.txt>
</file>

<file path=ppt/media/f83069.txt>
</file>

<file path=ppt/media/f83070.txt>
</file>

<file path=ppt/media/f83071.txt>
</file>

<file path=ppt/media/f83072.txt>
</file>

<file path=ppt/media/f83073.txt>
</file>

<file path=ppt/media/f83074.txt>
</file>

<file path=ppt/media/f83075.txt>
</file>

<file path=ppt/media/f83076.txt>
</file>

<file path=ppt/media/f83077.txt>
</file>

<file path=ppt/media/f83078.txt>
</file>

<file path=ppt/media/f83079.txt>
</file>

<file path=ppt/media/f83080.txt>
</file>

<file path=ppt/media/f83081.txt>
</file>

<file path=ppt/media/f83082.txt>
</file>

<file path=ppt/media/f83083.txt>
</file>

<file path=ppt/media/f83084.txt>
</file>

<file path=ppt/media/f83085.txt>
</file>

<file path=ppt/media/f83086.txt>
</file>

<file path=ppt/media/f83087.txt>
</file>

<file path=ppt/media/f83088.txt>
</file>

<file path=ppt/media/f83089.txt>
</file>

<file path=ppt/media/f83090.txt>
</file>

<file path=ppt/media/f83091.txt>
</file>

<file path=ppt/media/f83092.txt>
</file>

<file path=ppt/media/f83093.txt>
</file>

<file path=ppt/media/f83094.txt>
</file>

<file path=ppt/media/f83095.txt>
</file>

<file path=ppt/media/f83096.txt>
</file>

<file path=ppt/media/f83097.txt>
</file>

<file path=ppt/media/f83098.txt>
</file>

<file path=ppt/media/f83099.txt>
</file>

<file path=ppt/media/f83100.txt>
</file>

<file path=ppt/media/f83101.txt>
</file>

<file path=ppt/media/f83102.txt>
</file>

<file path=ppt/media/f83103.txt>
</file>

<file path=ppt/media/f83104.txt>
</file>

<file path=ppt/media/f83105.txt>
</file>

<file path=ppt/media/f83106.txt>
</file>

<file path=ppt/media/f83107.txt>
</file>

<file path=ppt/media/f83108.txt>
</file>

<file path=ppt/media/f83109.txt>
</file>

<file path=ppt/media/f83110.txt>
</file>

<file path=ppt/media/f83111.txt>
</file>

<file path=ppt/media/f83112.txt>
</file>

<file path=ppt/media/f83113.txt>
</file>

<file path=ppt/media/f83114.txt>
</file>

<file path=ppt/media/f83115.txt>
</file>

<file path=ppt/media/f83116.txt>
</file>

<file path=ppt/media/f83117.txt>
</file>

<file path=ppt/media/f83118.txt>
</file>

<file path=ppt/media/f83119.txt>
</file>

<file path=ppt/media/f83120.txt>
</file>

<file path=ppt/media/f83121.txt>
</file>

<file path=ppt/media/f83122.txt>
</file>

<file path=ppt/media/f83123.txt>
</file>

<file path=ppt/media/f83124.txt>
</file>

<file path=ppt/media/f83125.txt>
</file>

<file path=ppt/media/f83126.txt>
</file>

<file path=ppt/media/f83127.txt>
</file>

<file path=ppt/media/f83128.txt>
</file>

<file path=ppt/media/f83129.txt>
</file>

<file path=ppt/media/f83130.txt>
</file>

<file path=ppt/media/f83131.txt>
</file>

<file path=ppt/media/f83132.txt>
</file>

<file path=ppt/media/f83133.txt>
</file>

<file path=ppt/media/f83134.txt>
</file>

<file path=ppt/media/f83135.txt>
</file>

<file path=ppt/media/f83136.txt>
</file>

<file path=ppt/media/f83137.txt>
</file>

<file path=ppt/media/f83138.txt>
</file>

<file path=ppt/media/f83139.txt>
</file>

<file path=ppt/media/f83140.txt>
</file>

<file path=ppt/media/f83141.txt>
</file>

<file path=ppt/media/f83142.txt>
</file>

<file path=ppt/media/f83143.txt>
</file>

<file path=ppt/media/f83144.txt>
</file>

<file path=ppt/media/f83145.txt>
</file>

<file path=ppt/media/f83146.txt>
</file>

<file path=ppt/media/f83147.txt>
</file>

<file path=ppt/media/f83148.txt>
</file>

<file path=ppt/media/f83149.txt>
</file>

<file path=ppt/media/f83150.txt>
</file>

<file path=ppt/media/f83151.txt>
</file>

<file path=ppt/media/f83152.txt>
</file>

<file path=ppt/media/f83153.txt>
</file>

<file path=ppt/media/f83154.txt>
</file>

<file path=ppt/media/f83155.txt>
</file>

<file path=ppt/media/f83156.txt>
</file>

<file path=ppt/media/f83157.txt>
</file>

<file path=ppt/media/f83158.txt>
</file>

<file path=ppt/media/f83159.txt>
</file>

<file path=ppt/media/f83160.txt>
</file>

<file path=ppt/media/f83161.txt>
</file>

<file path=ppt/media/f83162.txt>
</file>

<file path=ppt/media/f83163.txt>
</file>

<file path=ppt/media/f83164.txt>
</file>

<file path=ppt/media/f83165.txt>
</file>

<file path=ppt/media/f83166.txt>
</file>

<file path=ppt/media/f83167.txt>
</file>

<file path=ppt/media/f83168.txt>
</file>

<file path=ppt/media/f83169.txt>
</file>

<file path=ppt/media/f83170.txt>
</file>

<file path=ppt/media/f83171.txt>
</file>

<file path=ppt/media/f83172.txt>
</file>

<file path=ppt/media/f83173.txt>
</file>

<file path=ppt/media/f83174.txt>
</file>

<file path=ppt/media/f83175.txt>
</file>

<file path=ppt/media/f83176.txt>
</file>

<file path=ppt/media/f83177.txt>
</file>

<file path=ppt/media/f83178.txt>
</file>

<file path=ppt/media/f83179.txt>
</file>

<file path=ppt/media/f83180.txt>
</file>

<file path=ppt/media/f83181.txt>
</file>

<file path=ppt/media/f83182.txt>
</file>

<file path=ppt/media/f83183.txt>
</file>

<file path=ppt/media/f83184.txt>
</file>

<file path=ppt/media/f83185.txt>
</file>

<file path=ppt/media/f83186.txt>
</file>

<file path=ppt/media/f83187.txt>
</file>

<file path=ppt/media/f83188.txt>
</file>

<file path=ppt/media/f83189.txt>
</file>

<file path=ppt/media/f83190.txt>
</file>

<file path=ppt/media/f83191.txt>
</file>

<file path=ppt/media/f83192.txt>
</file>

<file path=ppt/media/f83193.txt>
</file>

<file path=ppt/media/f83194.txt>
</file>

<file path=ppt/media/f83195.txt>
</file>

<file path=ppt/media/f83196.txt>
</file>

<file path=ppt/media/f83197.txt>
</file>

<file path=ppt/media/f83198.txt>
</file>

<file path=ppt/media/f83199.txt>
</file>

<file path=ppt/media/f83200.txt>
</file>

<file path=ppt/media/f83201.txt>
</file>

<file path=ppt/media/f83202.txt>
</file>

<file path=ppt/media/f83203.txt>
</file>

<file path=ppt/media/f83204.txt>
</file>

<file path=ppt/media/f83205.txt>
</file>

<file path=ppt/media/f83206.txt>
</file>

<file path=ppt/media/f83207.txt>
</file>

<file path=ppt/media/f83208.txt>
</file>

<file path=ppt/media/f83209.txt>
</file>

<file path=ppt/media/f83210.txt>
</file>

<file path=ppt/media/f83211.txt>
</file>

<file path=ppt/media/f83212.txt>
</file>

<file path=ppt/media/f83213.txt>
</file>

<file path=ppt/media/f83214.txt>
</file>

<file path=ppt/media/f83215.txt>
</file>

<file path=ppt/media/f83216.txt>
</file>

<file path=ppt/media/f83217.txt>
</file>

<file path=ppt/media/f83218.txt>
</file>

<file path=ppt/media/f83219.txt>
</file>

<file path=ppt/media/f83220.txt>
</file>

<file path=ppt/media/f83221.txt>
</file>

<file path=ppt/media/f83222.txt>
</file>

<file path=ppt/media/f83223.txt>
</file>

<file path=ppt/media/f83224.txt>
</file>

<file path=ppt/media/f83225.txt>
</file>

<file path=ppt/media/f83226.txt>
</file>

<file path=ppt/media/f83227.txt>
</file>

<file path=ppt/media/f83228.txt>
</file>

<file path=ppt/media/f83229.txt>
</file>

<file path=ppt/media/f83230.txt>
</file>

<file path=ppt/media/f83231.txt>
</file>

<file path=ppt/media/f83232.txt>
</file>

<file path=ppt/media/f83233.txt>
</file>

<file path=ppt/media/f83234.txt>
</file>

<file path=ppt/media/f83235.txt>
</file>

<file path=ppt/media/f83236.txt>
</file>

<file path=ppt/media/f83237.txt>
</file>

<file path=ppt/media/f83238.txt>
</file>

<file path=ppt/media/f83239.txt>
</file>

<file path=ppt/media/f83240.txt>
</file>

<file path=ppt/media/f83241.txt>
</file>

<file path=ppt/media/f83242.txt>
</file>

<file path=ppt/media/f83243.txt>
</file>

<file path=ppt/media/f83244.txt>
</file>

<file path=ppt/media/f83245.txt>
</file>

<file path=ppt/media/f83246.txt>
</file>

<file path=ppt/media/f83247.txt>
</file>

<file path=ppt/media/f83248.txt>
</file>

<file path=ppt/media/f83249.txt>
</file>

<file path=ppt/media/f83250.txt>
</file>

<file path=ppt/media/f83251.txt>
</file>

<file path=ppt/media/f83252.txt>
</file>

<file path=ppt/media/f83253.txt>
</file>

<file path=ppt/media/f83254.txt>
</file>

<file path=ppt/media/f83255.txt>
</file>

<file path=ppt/media/f83256.txt>
</file>

<file path=ppt/media/f83257.txt>
</file>

<file path=ppt/media/f83258.txt>
</file>

<file path=ppt/media/f83259.txt>
</file>

<file path=ppt/media/f83260.txt>
</file>

<file path=ppt/media/f83261.txt>
</file>

<file path=ppt/media/f83262.txt>
</file>

<file path=ppt/media/f83263.txt>
</file>

<file path=ppt/media/f83264.txt>
</file>

<file path=ppt/media/f83265.txt>
</file>

<file path=ppt/media/f83266.txt>
</file>

<file path=ppt/media/f83267.txt>
</file>

<file path=ppt/media/f83268.txt>
</file>

<file path=ppt/media/f83269.txt>
</file>

<file path=ppt/media/f83270.txt>
</file>

<file path=ppt/media/f83271.txt>
</file>

<file path=ppt/media/f83272.txt>
</file>

<file path=ppt/media/f83273.txt>
</file>

<file path=ppt/media/f83274.txt>
</file>

<file path=ppt/media/f83275.txt>
</file>

<file path=ppt/media/f83276.txt>
</file>

<file path=ppt/media/f83277.txt>
</file>

<file path=ppt/media/f83278.txt>
</file>

<file path=ppt/media/f83279.txt>
</file>

<file path=ppt/media/f83280.txt>
</file>

<file path=ppt/media/f83281.txt>
</file>

<file path=ppt/media/f83282.txt>
</file>

<file path=ppt/media/f83283.txt>
</file>

<file path=ppt/media/f83284.txt>
</file>

<file path=ppt/media/f83285.txt>
</file>

<file path=ppt/media/f83286.txt>
</file>

<file path=ppt/media/f83287.txt>
</file>

<file path=ppt/media/f83288.txt>
</file>

<file path=ppt/media/f83289.txt>
</file>

<file path=ppt/media/f83290.txt>
</file>

<file path=ppt/media/f83291.txt>
</file>

<file path=ppt/media/f83292.txt>
</file>

<file path=ppt/media/f83293.txt>
</file>

<file path=ppt/media/f83294.txt>
</file>

<file path=ppt/media/f83295.txt>
</file>

<file path=ppt/media/f83296.txt>
</file>

<file path=ppt/media/f83297.txt>
</file>

<file path=ppt/media/f83298.txt>
</file>

<file path=ppt/media/f83299.txt>
</file>

<file path=ppt/media/f83300.txt>
</file>

<file path=ppt/media/f83301.txt>
</file>

<file path=ppt/media/f83302.txt>
</file>

<file path=ppt/media/f83303.txt>
</file>

<file path=ppt/media/f83304.txt>
</file>

<file path=ppt/media/f83305.txt>
</file>

<file path=ppt/media/f83306.txt>
</file>

<file path=ppt/media/f83307.txt>
</file>

<file path=ppt/media/f83308.txt>
</file>

<file path=ppt/media/f83309.txt>
</file>

<file path=ppt/media/f83310.txt>
</file>

<file path=ppt/media/f83311.txt>
</file>

<file path=ppt/media/f83312.txt>
</file>

<file path=ppt/media/f83313.txt>
</file>

<file path=ppt/media/f83314.txt>
</file>

<file path=ppt/media/f83315.txt>
</file>

<file path=ppt/media/f83316.txt>
</file>

<file path=ppt/media/f83317.txt>
</file>

<file path=ppt/media/f83318.txt>
</file>

<file path=ppt/media/f83319.txt>
</file>

<file path=ppt/media/f83320.txt>
</file>

<file path=ppt/media/f83321.txt>
</file>

<file path=ppt/media/f83322.txt>
</file>

<file path=ppt/media/f83323.txt>
</file>

<file path=ppt/media/f83324.txt>
</file>

<file path=ppt/media/f83325.txt>
</file>

<file path=ppt/media/f83326.txt>
</file>

<file path=ppt/media/f83327.txt>
</file>

<file path=ppt/media/f83328.txt>
</file>

<file path=ppt/media/f83329.txt>
</file>

<file path=ppt/media/f83330.txt>
</file>

<file path=ppt/media/f83331.txt>
</file>

<file path=ppt/media/f83332.txt>
</file>

<file path=ppt/media/f83333.txt>
</file>

<file path=ppt/media/f83334.txt>
</file>

<file path=ppt/media/f83335.txt>
</file>

<file path=ppt/media/f83336.txt>
</file>

<file path=ppt/media/f83337.txt>
</file>

<file path=ppt/media/f83338.txt>
</file>

<file path=ppt/media/f83339.txt>
</file>

<file path=ppt/media/f83340.txt>
</file>

<file path=ppt/media/f83341.txt>
</file>

<file path=ppt/media/f83342.txt>
</file>

<file path=ppt/media/f83343.txt>
</file>

<file path=ppt/media/f83344.txt>
</file>

<file path=ppt/media/f83345.txt>
</file>

<file path=ppt/media/f83346.txt>
</file>

<file path=ppt/media/f83347.txt>
</file>

<file path=ppt/media/f83348.txt>
</file>

<file path=ppt/media/f83349.txt>
</file>

<file path=ppt/media/f83350.txt>
</file>

<file path=ppt/media/f83351.txt>
</file>

<file path=ppt/media/f83352.txt>
</file>

<file path=ppt/media/f83353.txt>
</file>

<file path=ppt/media/f83354.txt>
</file>

<file path=ppt/media/f83355.txt>
</file>

<file path=ppt/media/f83356.txt>
</file>

<file path=ppt/media/f83357.txt>
</file>

<file path=ppt/media/f83358.txt>
</file>

<file path=ppt/media/f83359.txt>
</file>

<file path=ppt/media/f83360.txt>
</file>

<file path=ppt/media/f83361.txt>
</file>

<file path=ppt/media/f83362.txt>
</file>

<file path=ppt/media/f83363.txt>
</file>

<file path=ppt/media/f83364.txt>
</file>

<file path=ppt/media/f83365.txt>
</file>

<file path=ppt/media/f83366.txt>
</file>

<file path=ppt/media/f83367.txt>
</file>

<file path=ppt/media/f83368.txt>
</file>

<file path=ppt/media/f83369.txt>
</file>

<file path=ppt/media/f83370.txt>
</file>

<file path=ppt/media/f83371.txt>
</file>

<file path=ppt/media/f83372.txt>
</file>

<file path=ppt/media/f83373.txt>
</file>

<file path=ppt/media/f83374.txt>
</file>

<file path=ppt/media/f83375.txt>
</file>

<file path=ppt/media/f83376.txt>
</file>

<file path=ppt/media/f83377.txt>
</file>

<file path=ppt/media/f83378.txt>
</file>

<file path=ppt/media/f83379.txt>
</file>

<file path=ppt/media/f83380.txt>
</file>

<file path=ppt/media/f83381.txt>
</file>

<file path=ppt/media/f83382.txt>
</file>

<file path=ppt/media/f83383.txt>
</file>

<file path=ppt/media/f83384.txt>
</file>

<file path=ppt/media/f83385.txt>
</file>

<file path=ppt/media/f83386.txt>
</file>

<file path=ppt/media/f83387.txt>
</file>

<file path=ppt/media/f83388.txt>
</file>

<file path=ppt/media/f83389.txt>
</file>

<file path=ppt/media/f83390.txt>
</file>

<file path=ppt/media/f83391.txt>
</file>

<file path=ppt/media/f83392.txt>
</file>

<file path=ppt/media/f83393.txt>
</file>

<file path=ppt/media/f83394.txt>
</file>

<file path=ppt/media/f83395.txt>
</file>

<file path=ppt/media/f83396.txt>
</file>

<file path=ppt/media/f83397.txt>
</file>

<file path=ppt/media/f83398.txt>
</file>

<file path=ppt/media/f83399.txt>
</file>

<file path=ppt/media/f83400.txt>
</file>

<file path=ppt/media/f83401.txt>
</file>

<file path=ppt/media/f83402.txt>
</file>

<file path=ppt/media/f83403.txt>
</file>

<file path=ppt/media/f83404.txt>
</file>

<file path=ppt/media/f83405.txt>
</file>

<file path=ppt/media/f83406.txt>
</file>

<file path=ppt/media/f83407.txt>
</file>

<file path=ppt/media/f83408.txt>
</file>

<file path=ppt/media/f83409.txt>
</file>

<file path=ppt/media/f83410.txt>
</file>

<file path=ppt/media/f83411.txt>
</file>

<file path=ppt/media/f83412.txt>
</file>

<file path=ppt/media/f83413.txt>
</file>

<file path=ppt/media/f83414.txt>
</file>

<file path=ppt/media/f83415.txt>
</file>

<file path=ppt/media/f83416.txt>
</file>

<file path=ppt/media/f83417.txt>
</file>

<file path=ppt/media/f83418.txt>
</file>

<file path=ppt/media/f83419.txt>
</file>

<file path=ppt/media/f83420.txt>
</file>

<file path=ppt/media/f83421.txt>
</file>

<file path=ppt/media/f83422.txt>
</file>

<file path=ppt/media/f83423.txt>
</file>

<file path=ppt/media/f83424.txt>
</file>

<file path=ppt/media/f83425.txt>
</file>

<file path=ppt/media/f83426.txt>
</file>

<file path=ppt/media/f83427.txt>
</file>

<file path=ppt/media/f83428.txt>
</file>

<file path=ppt/media/f83429.txt>
</file>

<file path=ppt/media/f83430.txt>
</file>

<file path=ppt/media/f83431.txt>
</file>

<file path=ppt/media/f83432.txt>
</file>

<file path=ppt/media/f83433.txt>
</file>

<file path=ppt/media/f83434.txt>
</file>

<file path=ppt/media/f83435.txt>
</file>

<file path=ppt/media/f83436.txt>
</file>

<file path=ppt/media/f83437.txt>
</file>

<file path=ppt/media/f83438.txt>
</file>

<file path=ppt/media/f83439.txt>
</file>

<file path=ppt/media/f83440.txt>
</file>

<file path=ppt/media/f83441.txt>
</file>

<file path=ppt/media/f83442.txt>
</file>

<file path=ppt/media/f83443.txt>
</file>

<file path=ppt/media/f83444.txt>
</file>

<file path=ppt/media/f83445.txt>
</file>

<file path=ppt/media/f83446.txt>
</file>

<file path=ppt/media/f83447.txt>
</file>

<file path=ppt/media/f83448.txt>
</file>

<file path=ppt/media/f83449.txt>
</file>

<file path=ppt/media/f83450.txt>
</file>

<file path=ppt/media/f83451.txt>
</file>

<file path=ppt/media/f83452.txt>
</file>

<file path=ppt/media/f83453.txt>
</file>

<file path=ppt/media/f83454.txt>
</file>

<file path=ppt/media/f83455.txt>
</file>

<file path=ppt/media/f83456.txt>
</file>

<file path=ppt/media/f83457.txt>
</file>

<file path=ppt/media/f83458.txt>
</file>

<file path=ppt/media/f83459.txt>
</file>

<file path=ppt/media/f83460.txt>
</file>

<file path=ppt/media/f83461.txt>
</file>

<file path=ppt/media/f83462.txt>
</file>

<file path=ppt/media/f83463.txt>
</file>

<file path=ppt/media/f83464.txt>
</file>

<file path=ppt/media/f83465.txt>
</file>

<file path=ppt/media/f83466.txt>
</file>

<file path=ppt/media/f83467.txt>
</file>

<file path=ppt/media/f83468.txt>
</file>

<file path=ppt/media/f83469.txt>
</file>

<file path=ppt/media/f83470.txt>
</file>

<file path=ppt/media/f83471.txt>
</file>

<file path=ppt/media/f83472.txt>
</file>

<file path=ppt/media/f83473.txt>
</file>

<file path=ppt/media/f83474.txt>
</file>

<file path=ppt/media/f83475.txt>
</file>

<file path=ppt/media/f83476.txt>
</file>

<file path=ppt/media/f83477.txt>
</file>

<file path=ppt/media/f83478.txt>
</file>

<file path=ppt/media/f83479.txt>
</file>

<file path=ppt/media/f83480.txt>
</file>

<file path=ppt/media/f83481.txt>
</file>

<file path=ppt/media/f83482.txt>
</file>

<file path=ppt/media/f83483.txt>
</file>

<file path=ppt/media/f83484.txt>
</file>

<file path=ppt/media/f83485.txt>
</file>

<file path=ppt/media/f83486.txt>
</file>

<file path=ppt/media/f83487.txt>
</file>

<file path=ppt/media/f83488.txt>
</file>

<file path=ppt/media/f83489.txt>
</file>

<file path=ppt/media/f83490.txt>
</file>

<file path=ppt/media/f83491.txt>
</file>

<file path=ppt/media/f83492.txt>
</file>

<file path=ppt/media/f83493.txt>
</file>

<file path=ppt/media/f83494.txt>
</file>

<file path=ppt/media/f83495.txt>
</file>

<file path=ppt/media/f83496.txt>
</file>

<file path=ppt/media/f83497.txt>
</file>

<file path=ppt/media/f83498.txt>
</file>

<file path=ppt/media/f83499.txt>
</file>

<file path=ppt/media/f83500.txt>
</file>

<file path=ppt/media/f83501.txt>
</file>

<file path=ppt/media/f83502.txt>
</file>

<file path=ppt/media/f83503.txt>
</file>

<file path=ppt/media/f83504.txt>
</file>

<file path=ppt/media/f83505.txt>
</file>

<file path=ppt/media/f83506.txt>
</file>

<file path=ppt/media/f83507.txt>
</file>

<file path=ppt/media/f83508.txt>
</file>

<file path=ppt/media/f83509.txt>
</file>

<file path=ppt/media/f83510.txt>
</file>

<file path=ppt/media/f83511.txt>
</file>

<file path=ppt/media/f83512.txt>
</file>

<file path=ppt/media/f83513.txt>
</file>

<file path=ppt/media/f83514.txt>
</file>

<file path=ppt/media/f83515.txt>
</file>

<file path=ppt/media/f83516.txt>
</file>

<file path=ppt/media/f83517.txt>
</file>

<file path=ppt/media/f83518.txt>
</file>

<file path=ppt/media/f83519.txt>
</file>

<file path=ppt/media/f83520.txt>
</file>

<file path=ppt/media/f83521.txt>
</file>

<file path=ppt/media/f83522.txt>
</file>

<file path=ppt/media/f83523.txt>
</file>

<file path=ppt/media/f83524.txt>
</file>

<file path=ppt/media/f83525.txt>
</file>

<file path=ppt/media/f83526.txt>
</file>

<file path=ppt/media/f83527.txt>
</file>

<file path=ppt/media/f83528.txt>
</file>

<file path=ppt/media/f83529.txt>
</file>

<file path=ppt/media/f83530.txt>
</file>

<file path=ppt/media/f83531.txt>
</file>

<file path=ppt/media/f83532.txt>
</file>

<file path=ppt/media/f83533.txt>
</file>

<file path=ppt/media/f83534.txt>
</file>

<file path=ppt/media/f83535.txt>
</file>

<file path=ppt/media/f83536.txt>
</file>

<file path=ppt/media/f83537.txt>
</file>

<file path=ppt/media/f83538.txt>
</file>

<file path=ppt/media/f83539.txt>
</file>

<file path=ppt/media/f83540.txt>
</file>

<file path=ppt/media/f83541.txt>
</file>

<file path=ppt/media/f83542.txt>
</file>

<file path=ppt/media/f83543.txt>
</file>

<file path=ppt/media/f83544.txt>
</file>

<file path=ppt/media/f83545.txt>
</file>

<file path=ppt/media/f83546.txt>
</file>

<file path=ppt/media/f83547.txt>
</file>

<file path=ppt/media/f83548.txt>
</file>

<file path=ppt/media/f83549.txt>
</file>

<file path=ppt/media/f83550.txt>
</file>

<file path=ppt/media/f83551.txt>
</file>

<file path=ppt/media/f83552.txt>
</file>

<file path=ppt/media/f83553.txt>
</file>

<file path=ppt/media/f83554.txt>
</file>

<file path=ppt/media/f83555.txt>
</file>

<file path=ppt/media/f83556.txt>
</file>

<file path=ppt/media/f83557.txt>
</file>

<file path=ppt/media/f83558.txt>
</file>

<file path=ppt/media/f83559.txt>
</file>

<file path=ppt/media/f83560.txt>
</file>

<file path=ppt/media/f83561.txt>
</file>

<file path=ppt/media/f83562.txt>
</file>

<file path=ppt/media/f83563.txt>
</file>

<file path=ppt/media/f83564.txt>
</file>

<file path=ppt/media/f83565.txt>
</file>

<file path=ppt/media/f83566.txt>
</file>

<file path=ppt/media/f83567.txt>
</file>

<file path=ppt/media/f83568.txt>
</file>

<file path=ppt/media/f83569.txt>
</file>

<file path=ppt/media/f83570.txt>
</file>

<file path=ppt/media/f83571.txt>
</file>

<file path=ppt/media/f83572.txt>
</file>

<file path=ppt/media/f83573.txt>
</file>

<file path=ppt/media/f83574.txt>
</file>

<file path=ppt/media/f83575.txt>
</file>

<file path=ppt/media/f83576.txt>
</file>

<file path=ppt/media/f83577.txt>
</file>

<file path=ppt/media/f83578.txt>
</file>

<file path=ppt/media/f83579.txt>
</file>

<file path=ppt/media/f83580.txt>
</file>

<file path=ppt/media/f83581.txt>
</file>

<file path=ppt/media/f83582.txt>
</file>

<file path=ppt/media/f83583.txt>
</file>

<file path=ppt/media/f83584.txt>
</file>

<file path=ppt/media/f83585.txt>
</file>

<file path=ppt/media/f83586.txt>
</file>

<file path=ppt/media/f83587.txt>
</file>

<file path=ppt/media/f83588.txt>
</file>

<file path=ppt/media/f83589.txt>
</file>

<file path=ppt/media/f83590.txt>
</file>

<file path=ppt/media/f83591.txt>
</file>

<file path=ppt/media/f83592.txt>
</file>

<file path=ppt/media/f83593.txt>
</file>

<file path=ppt/media/f83594.txt>
</file>

<file path=ppt/media/f83595.txt>
</file>

<file path=ppt/media/f83596.txt>
</file>

<file path=ppt/media/f83597.txt>
</file>

<file path=ppt/media/f83598.txt>
</file>

<file path=ppt/media/f83599.txt>
</file>

<file path=ppt/media/f83600.txt>
</file>

<file path=ppt/media/f83601.txt>
</file>

<file path=ppt/media/f83602.txt>
</file>

<file path=ppt/media/f83603.txt>
</file>

<file path=ppt/media/f83604.txt>
</file>

<file path=ppt/media/f83605.txt>
</file>

<file path=ppt/media/f83606.txt>
</file>

<file path=ppt/media/f83607.txt>
</file>

<file path=ppt/media/f83608.txt>
</file>

<file path=ppt/media/f83609.txt>
</file>

<file path=ppt/media/f83610.txt>
</file>

<file path=ppt/media/f83611.txt>
</file>

<file path=ppt/media/f83612.txt>
</file>

<file path=ppt/media/f83613.txt>
</file>

<file path=ppt/media/f83614.txt>
</file>

<file path=ppt/media/f83615.txt>
</file>

<file path=ppt/media/f83616.txt>
</file>

<file path=ppt/media/f83617.txt>
</file>

<file path=ppt/media/f83618.txt>
</file>

<file path=ppt/media/f83619.txt>
</file>

<file path=ppt/media/f83620.txt>
</file>

<file path=ppt/media/f83621.txt>
</file>

<file path=ppt/media/f83622.txt>
</file>

<file path=ppt/media/f83623.txt>
</file>

<file path=ppt/media/f83624.txt>
</file>

<file path=ppt/media/f83625.txt>
</file>

<file path=ppt/media/f83626.txt>
</file>

<file path=ppt/media/f83627.txt>
</file>

<file path=ppt/media/f83628.txt>
</file>

<file path=ppt/media/f83629.txt>
</file>

<file path=ppt/media/f83630.txt>
</file>

<file path=ppt/media/f83631.txt>
</file>

<file path=ppt/media/f83632.txt>
</file>

<file path=ppt/media/f83633.txt>
</file>

<file path=ppt/media/f83634.txt>
</file>

<file path=ppt/media/f83635.txt>
</file>

<file path=ppt/media/f83636.txt>
</file>

<file path=ppt/media/f83637.txt>
</file>

<file path=ppt/media/f83638.txt>
</file>

<file path=ppt/media/f83639.txt>
</file>

<file path=ppt/media/f83640.txt>
</file>

<file path=ppt/media/f83641.txt>
</file>

<file path=ppt/media/f83642.txt>
</file>

<file path=ppt/media/f83643.txt>
</file>

<file path=ppt/media/f83644.txt>
</file>

<file path=ppt/media/f83645.txt>
</file>

<file path=ppt/media/f83646.txt>
</file>

<file path=ppt/media/f83647.txt>
</file>

<file path=ppt/media/f83648.txt>
</file>

<file path=ppt/media/f83649.txt>
</file>

<file path=ppt/media/f83650.txt>
</file>

<file path=ppt/media/f83651.txt>
</file>

<file path=ppt/media/f83652.txt>
</file>

<file path=ppt/media/f83653.txt>
</file>

<file path=ppt/media/f83654.txt>
</file>

<file path=ppt/media/f83655.txt>
</file>

<file path=ppt/media/f83656.txt>
</file>

<file path=ppt/media/f83657.txt>
</file>

<file path=ppt/media/f83658.txt>
</file>

<file path=ppt/media/f83659.txt>
</file>

<file path=ppt/media/f83660.txt>
</file>

<file path=ppt/media/f83661.txt>
</file>

<file path=ppt/media/f83662.txt>
</file>

<file path=ppt/media/f83663.txt>
</file>

<file path=ppt/media/f83664.txt>
</file>

<file path=ppt/media/f83665.txt>
</file>

<file path=ppt/media/f83666.txt>
</file>

<file path=ppt/media/f83667.txt>
</file>

<file path=ppt/media/f83668.txt>
</file>

<file path=ppt/media/f83669.txt>
</file>

<file path=ppt/media/f83670.txt>
</file>

<file path=ppt/media/f83671.txt>
</file>

<file path=ppt/media/f83672.txt>
</file>

<file path=ppt/media/f83673.txt>
</file>

<file path=ppt/media/f83674.txt>
</file>

<file path=ppt/media/f83675.txt>
</file>

<file path=ppt/media/f83676.txt>
</file>

<file path=ppt/media/f83677.txt>
</file>

<file path=ppt/media/f83678.txt>
</file>

<file path=ppt/media/f83679.txt>
</file>

<file path=ppt/media/f83680.txt>
</file>

<file path=ppt/media/f83681.txt>
</file>

<file path=ppt/media/f83682.txt>
</file>

<file path=ppt/media/f83683.txt>
</file>

<file path=ppt/media/f83684.txt>
</file>

<file path=ppt/media/f83685.txt>
</file>

<file path=ppt/media/f83686.txt>
</file>

<file path=ppt/media/f83687.txt>
</file>

<file path=ppt/media/f83688.txt>
</file>

<file path=ppt/media/f83689.txt>
</file>

<file path=ppt/media/f83690.txt>
</file>

<file path=ppt/media/f83691.txt>
</file>

<file path=ppt/media/f83692.txt>
</file>

<file path=ppt/media/f83693.txt>
</file>

<file path=ppt/media/f83694.txt>
</file>

<file path=ppt/media/f83695.txt>
</file>

<file path=ppt/media/f83696.txt>
</file>

<file path=ppt/media/f83697.txt>
</file>

<file path=ppt/media/f83698.txt>
</file>

<file path=ppt/media/f83699.txt>
</file>

<file path=ppt/media/f83700.txt>
</file>

<file path=ppt/media/f83701.txt>
</file>

<file path=ppt/media/f83702.txt>
</file>

<file path=ppt/media/f83703.txt>
</file>

<file path=ppt/media/f83704.txt>
</file>

<file path=ppt/media/f83705.txt>
</file>

<file path=ppt/media/f83706.txt>
</file>

<file path=ppt/media/f83707.txt>
</file>

<file path=ppt/media/f83708.txt>
</file>

<file path=ppt/media/f83709.txt>
</file>

<file path=ppt/media/f83710.txt>
</file>

<file path=ppt/media/f83711.txt>
</file>

<file path=ppt/media/f83712.txt>
</file>

<file path=ppt/media/f83713.txt>
</file>

<file path=ppt/media/f83714.txt>
</file>

<file path=ppt/media/f83715.txt>
</file>

<file path=ppt/media/f83716.txt>
</file>

<file path=ppt/media/f83717.txt>
</file>

<file path=ppt/media/f83718.txt>
</file>

<file path=ppt/media/f83719.txt>
</file>

<file path=ppt/media/f83720.txt>
</file>

<file path=ppt/media/f83721.txt>
</file>

<file path=ppt/media/f83722.txt>
</file>

<file path=ppt/media/f83723.txt>
</file>

<file path=ppt/media/f83724.txt>
</file>

<file path=ppt/media/f83725.txt>
</file>

<file path=ppt/media/f83726.txt>
</file>

<file path=ppt/media/f83727.txt>
</file>

<file path=ppt/media/f83728.txt>
</file>

<file path=ppt/media/f83729.txt>
</file>

<file path=ppt/media/f83730.txt>
</file>

<file path=ppt/media/f83731.txt>
</file>

<file path=ppt/media/f83732.txt>
</file>

<file path=ppt/media/f83733.txt>
</file>

<file path=ppt/media/f83734.txt>
</file>

<file path=ppt/media/f83735.txt>
</file>

<file path=ppt/media/f83736.txt>
</file>

<file path=ppt/media/f83737.txt>
</file>

<file path=ppt/media/f83738.txt>
</file>

<file path=ppt/media/f83739.txt>
</file>

<file path=ppt/media/f83740.txt>
</file>

<file path=ppt/media/f83741.txt>
</file>

<file path=ppt/media/f83742.txt>
</file>

<file path=ppt/media/f83743.txt>
</file>

<file path=ppt/media/f83744.txt>
</file>

<file path=ppt/media/f83745.txt>
</file>

<file path=ppt/media/f83746.txt>
</file>

<file path=ppt/media/f83747.txt>
</file>

<file path=ppt/media/f83748.txt>
</file>

<file path=ppt/media/f83749.txt>
</file>

<file path=ppt/media/f83750.txt>
</file>

<file path=ppt/media/f83751.txt>
</file>

<file path=ppt/media/f83752.txt>
</file>

<file path=ppt/media/f83753.txt>
</file>

<file path=ppt/media/f83754.txt>
</file>

<file path=ppt/media/f83755.txt>
</file>

<file path=ppt/media/f83756.txt>
</file>

<file path=ppt/media/f83757.txt>
</file>

<file path=ppt/media/f83758.txt>
</file>

<file path=ppt/media/f83759.txt>
</file>

<file path=ppt/media/f83760.txt>
</file>

<file path=ppt/media/f83761.txt>
</file>

<file path=ppt/media/f83762.txt>
</file>

<file path=ppt/media/f83763.txt>
</file>

<file path=ppt/media/f83764.txt>
</file>

<file path=ppt/media/f83765.txt>
</file>

<file path=ppt/media/f83766.txt>
</file>

<file path=ppt/media/f83767.txt>
</file>

<file path=ppt/media/f83768.txt>
</file>

<file path=ppt/media/f83769.txt>
</file>

<file path=ppt/media/f83770.txt>
</file>

<file path=ppt/media/f83771.txt>
</file>

<file path=ppt/media/f83772.txt>
</file>

<file path=ppt/media/f83773.txt>
</file>

<file path=ppt/media/f83774.txt>
</file>

<file path=ppt/media/f83775.txt>
</file>

<file path=ppt/media/f83776.txt>
</file>

<file path=ppt/media/f83777.txt>
</file>

<file path=ppt/media/f83778.txt>
</file>

<file path=ppt/media/f83779.txt>
</file>

<file path=ppt/media/f83780.txt>
</file>

<file path=ppt/media/f83781.txt>
</file>

<file path=ppt/media/f83782.txt>
</file>

<file path=ppt/media/f83783.txt>
</file>

<file path=ppt/media/f83784.txt>
</file>

<file path=ppt/media/f83785.txt>
</file>

<file path=ppt/media/f83786.txt>
</file>

<file path=ppt/media/f83787.txt>
</file>

<file path=ppt/media/f83788.txt>
</file>

<file path=ppt/media/f83789.txt>
</file>

<file path=ppt/media/f83790.txt>
</file>

<file path=ppt/media/f83791.txt>
</file>

<file path=ppt/media/f83792.txt>
</file>

<file path=ppt/media/f83793.txt>
</file>

<file path=ppt/media/f83794.txt>
</file>

<file path=ppt/media/f83795.txt>
</file>

<file path=ppt/media/f83796.txt>
</file>

<file path=ppt/media/f83797.txt>
</file>

<file path=ppt/media/f83798.txt>
</file>

<file path=ppt/media/f83799.txt>
</file>

<file path=ppt/media/f83800.txt>
</file>

<file path=ppt/media/f83801.txt>
</file>

<file path=ppt/media/f83802.txt>
</file>

<file path=ppt/media/f83803.txt>
</file>

<file path=ppt/media/f83804.txt>
</file>

<file path=ppt/media/f83805.txt>
</file>

<file path=ppt/media/f83806.txt>
</file>

<file path=ppt/media/f83807.txt>
</file>

<file path=ppt/media/f83808.txt>
</file>

<file path=ppt/media/f83809.txt>
</file>

<file path=ppt/media/f83810.txt>
</file>

<file path=ppt/media/f83811.txt>
</file>

<file path=ppt/media/f83812.txt>
</file>

<file path=ppt/media/f83813.txt>
</file>

<file path=ppt/media/f83814.txt>
</file>

<file path=ppt/media/f83815.txt>
</file>

<file path=ppt/media/f83816.txt>
</file>

<file path=ppt/media/f83817.txt>
</file>

<file path=ppt/media/f83818.txt>
</file>

<file path=ppt/media/f83819.txt>
</file>

<file path=ppt/media/f83820.txt>
</file>

<file path=ppt/media/f83821.txt>
</file>

<file path=ppt/media/f83822.txt>
</file>

<file path=ppt/media/f83823.txt>
</file>

<file path=ppt/media/f83824.txt>
</file>

<file path=ppt/media/f83825.txt>
</file>

<file path=ppt/media/f83826.txt>
</file>

<file path=ppt/media/f83827.txt>
</file>

<file path=ppt/media/f83828.txt>
</file>

<file path=ppt/media/f83829.txt>
</file>

<file path=ppt/media/f83830.txt>
</file>

<file path=ppt/media/f83831.txt>
</file>

<file path=ppt/media/f83832.txt>
</file>

<file path=ppt/media/f83833.txt>
</file>

<file path=ppt/media/f83834.txt>
</file>

<file path=ppt/media/f83835.txt>
</file>

<file path=ppt/media/f83836.txt>
</file>

<file path=ppt/media/f83837.txt>
</file>

<file path=ppt/media/f83838.txt>
</file>

<file path=ppt/media/f83839.txt>
</file>

<file path=ppt/media/f83840.txt>
</file>

<file path=ppt/media/f83841.txt>
</file>

<file path=ppt/media/f83842.txt>
</file>

<file path=ppt/media/f83843.txt>
</file>

<file path=ppt/media/f83844.txt>
</file>

<file path=ppt/media/f83845.txt>
</file>

<file path=ppt/media/f83846.txt>
</file>

<file path=ppt/media/f83847.txt>
</file>

<file path=ppt/media/f83848.txt>
</file>

<file path=ppt/media/f83849.txt>
</file>

<file path=ppt/media/f83850.txt>
</file>

<file path=ppt/media/f83851.txt>
</file>

<file path=ppt/media/f83852.txt>
</file>

<file path=ppt/media/f83853.txt>
</file>

<file path=ppt/media/f83854.txt>
</file>

<file path=ppt/media/f83855.txt>
</file>

<file path=ppt/media/f83856.txt>
</file>

<file path=ppt/media/f83857.txt>
</file>

<file path=ppt/media/f83858.txt>
</file>

<file path=ppt/media/f83859.txt>
</file>

<file path=ppt/media/f83860.txt>
</file>

<file path=ppt/media/f83861.txt>
</file>

<file path=ppt/media/f83862.txt>
</file>

<file path=ppt/media/f83863.txt>
</file>

<file path=ppt/media/f83864.txt>
</file>

<file path=ppt/media/f83865.txt>
</file>

<file path=ppt/media/f83866.txt>
</file>

<file path=ppt/media/f83867.txt>
</file>

<file path=ppt/media/f83868.txt>
</file>

<file path=ppt/media/f83869.txt>
</file>

<file path=ppt/media/f83870.txt>
</file>

<file path=ppt/media/f83871.txt>
</file>

<file path=ppt/media/f83872.txt>
</file>

<file path=ppt/media/f83873.txt>
</file>

<file path=ppt/media/f83874.txt>
</file>

<file path=ppt/media/f83875.txt>
</file>

<file path=ppt/media/f83876.txt>
</file>

<file path=ppt/media/f83877.txt>
</file>

<file path=ppt/media/f83878.txt>
</file>

<file path=ppt/media/f83879.txt>
</file>

<file path=ppt/media/f83880.txt>
</file>

<file path=ppt/media/f83881.txt>
</file>

<file path=ppt/media/f83882.txt>
</file>

<file path=ppt/media/f83883.txt>
</file>

<file path=ppt/media/f83884.txt>
</file>

<file path=ppt/media/f83885.txt>
</file>

<file path=ppt/media/f83886.txt>
</file>

<file path=ppt/media/f83887.txt>
</file>

<file path=ppt/media/f83888.txt>
</file>

<file path=ppt/media/f83889.txt>
</file>

<file path=ppt/media/f83890.txt>
</file>

<file path=ppt/media/f83891.txt>
</file>

<file path=ppt/media/f83892.txt>
</file>

<file path=ppt/media/f83893.txt>
</file>

<file path=ppt/media/f83894.txt>
</file>

<file path=ppt/media/f83895.txt>
</file>

<file path=ppt/media/f83896.txt>
</file>

<file path=ppt/media/f83897.txt>
</file>

<file path=ppt/media/f83898.txt>
</file>

<file path=ppt/media/f83899.txt>
</file>

<file path=ppt/media/f83900.txt>
</file>

<file path=ppt/media/f83901.txt>
</file>

<file path=ppt/media/f83902.txt>
</file>

<file path=ppt/media/f83903.txt>
</file>

<file path=ppt/media/f83904.txt>
</file>

<file path=ppt/media/f83905.txt>
</file>

<file path=ppt/media/f83906.txt>
</file>

<file path=ppt/media/f83907.txt>
</file>

<file path=ppt/media/f83908.txt>
</file>

<file path=ppt/media/f83909.txt>
</file>

<file path=ppt/media/f83910.txt>
</file>

<file path=ppt/media/f83911.txt>
</file>

<file path=ppt/media/f83912.txt>
</file>

<file path=ppt/media/f83913.txt>
</file>

<file path=ppt/media/f83914.txt>
</file>

<file path=ppt/media/f83915.txt>
</file>

<file path=ppt/media/f83916.txt>
</file>

<file path=ppt/media/f83917.txt>
</file>

<file path=ppt/media/f83918.txt>
</file>

<file path=ppt/media/f83919.txt>
</file>

<file path=ppt/media/f83920.txt>
</file>

<file path=ppt/media/f83921.txt>
</file>

<file path=ppt/media/f83922.txt>
</file>

<file path=ppt/media/f83923.txt>
</file>

<file path=ppt/media/f83924.txt>
</file>

<file path=ppt/media/f83925.txt>
</file>

<file path=ppt/media/f83926.txt>
</file>

<file path=ppt/media/f83927.txt>
</file>

<file path=ppt/media/f83928.txt>
</file>

<file path=ppt/media/f83929.txt>
</file>

<file path=ppt/media/f83930.txt>
</file>

<file path=ppt/media/f83931.txt>
</file>

<file path=ppt/media/f83932.txt>
</file>

<file path=ppt/media/f83933.txt>
</file>

<file path=ppt/media/f83934.txt>
</file>

<file path=ppt/media/f83935.txt>
</file>

<file path=ppt/media/f83936.txt>
</file>

<file path=ppt/media/f83937.txt>
</file>

<file path=ppt/media/f83938.txt>
</file>

<file path=ppt/media/f83939.txt>
</file>

<file path=ppt/media/f83940.txt>
</file>

<file path=ppt/media/f83941.txt>
</file>

<file path=ppt/media/f83942.txt>
</file>

<file path=ppt/media/f83943.txt>
</file>

<file path=ppt/media/f83944.txt>
</file>

<file path=ppt/media/f83945.txt>
</file>

<file path=ppt/media/f83946.txt>
</file>

<file path=ppt/media/f83947.txt>
</file>

<file path=ppt/media/f83948.txt>
</file>

<file path=ppt/media/f83949.txt>
</file>

<file path=ppt/media/f83950.txt>
</file>

<file path=ppt/media/f83951.txt>
</file>

<file path=ppt/media/f83952.txt>
</file>

<file path=ppt/media/f83953.txt>
</file>

<file path=ppt/media/f83954.txt>
</file>

<file path=ppt/media/f83955.txt>
</file>

<file path=ppt/media/f83956.txt>
</file>

<file path=ppt/media/f83957.txt>
</file>

<file path=ppt/media/f83958.txt>
</file>

<file path=ppt/media/f83959.txt>
</file>

<file path=ppt/media/f83960.txt>
</file>

<file path=ppt/media/f83961.txt>
</file>

<file path=ppt/media/f83962.txt>
</file>

<file path=ppt/media/f83963.txt>
</file>

<file path=ppt/media/f83964.txt>
</file>

<file path=ppt/media/f83965.txt>
</file>

<file path=ppt/media/f83966.txt>
</file>

<file path=ppt/media/f83967.txt>
</file>

<file path=ppt/media/f83968.txt>
</file>

<file path=ppt/media/f83969.txt>
</file>

<file path=ppt/media/f83970.txt>
</file>

<file path=ppt/media/f83971.txt>
</file>

<file path=ppt/media/f83972.txt>
</file>

<file path=ppt/media/f83973.txt>
</file>

<file path=ppt/media/f83974.txt>
</file>

<file path=ppt/media/f83975.txt>
</file>

<file path=ppt/media/f83976.txt>
</file>

<file path=ppt/media/f83977.txt>
</file>

<file path=ppt/media/f83978.txt>
</file>

<file path=ppt/media/f83979.txt>
</file>

<file path=ppt/media/f83980.txt>
</file>

<file path=ppt/media/f83981.txt>
</file>

<file path=ppt/media/f83982.txt>
</file>

<file path=ppt/media/f83983.txt>
</file>

<file path=ppt/media/f83984.txt>
</file>

<file path=ppt/media/f83985.txt>
</file>

<file path=ppt/media/f83986.txt>
</file>

<file path=ppt/media/f83987.txt>
</file>

<file path=ppt/media/f83988.txt>
</file>

<file path=ppt/media/f83989.txt>
</file>

<file path=ppt/media/f83990.txt>
</file>

<file path=ppt/media/f83991.txt>
</file>

<file path=ppt/media/f83992.txt>
</file>

<file path=ppt/media/f83993.txt>
</file>

<file path=ppt/media/f83994.txt>
</file>

<file path=ppt/media/f83995.txt>
</file>

<file path=ppt/media/f83996.txt>
</file>

<file path=ppt/media/f83997.txt>
</file>

<file path=ppt/media/f83998.txt>
</file>

<file path=ppt/media/f83999.txt>
</file>

<file path=ppt/media/f84000.txt>
</file>

<file path=ppt/media/f84001.txt>
</file>

<file path=ppt/media/f84002.txt>
</file>

<file path=ppt/media/f84003.txt>
</file>

<file path=ppt/media/f84004.txt>
</file>

<file path=ppt/media/f84005.txt>
</file>

<file path=ppt/media/f84006.txt>
</file>

<file path=ppt/media/f84007.txt>
</file>

<file path=ppt/media/f84008.txt>
</file>

<file path=ppt/media/f84009.txt>
</file>

<file path=ppt/media/f84010.txt>
</file>

<file path=ppt/media/f84011.txt>
</file>

<file path=ppt/media/f84012.txt>
</file>

<file path=ppt/media/f84013.txt>
</file>

<file path=ppt/media/f84014.txt>
</file>

<file path=ppt/media/f84015.txt>
</file>

<file path=ppt/media/f84016.txt>
</file>

<file path=ppt/media/f84017.txt>
</file>

<file path=ppt/media/f84018.txt>
</file>

<file path=ppt/media/f84019.txt>
</file>

<file path=ppt/media/f84020.txt>
</file>

<file path=ppt/media/f84021.txt>
</file>

<file path=ppt/media/f84022.txt>
</file>

<file path=ppt/media/f84023.txt>
</file>

<file path=ppt/media/f84024.txt>
</file>

<file path=ppt/media/f84025.txt>
</file>

<file path=ppt/media/f84026.txt>
</file>

<file path=ppt/media/f84027.txt>
</file>

<file path=ppt/media/f84028.txt>
</file>

<file path=ppt/media/f84029.txt>
</file>

<file path=ppt/media/f84030.txt>
</file>

<file path=ppt/media/f84031.txt>
</file>

<file path=ppt/media/f84032.txt>
</file>

<file path=ppt/media/f84033.txt>
</file>

<file path=ppt/media/f84034.txt>
</file>

<file path=ppt/media/f84035.txt>
</file>

<file path=ppt/media/f84036.txt>
</file>

<file path=ppt/media/f84037.txt>
</file>

<file path=ppt/media/f84038.txt>
</file>

<file path=ppt/media/f84039.txt>
</file>

<file path=ppt/media/f84040.txt>
</file>

<file path=ppt/media/f84041.txt>
</file>

<file path=ppt/media/f84042.txt>
</file>

<file path=ppt/media/f84043.txt>
</file>

<file path=ppt/media/f84044.txt>
</file>

<file path=ppt/media/f84045.txt>
</file>

<file path=ppt/media/f84046.txt>
</file>

<file path=ppt/media/f84047.txt>
</file>

<file path=ppt/media/f84048.txt>
</file>

<file path=ppt/media/f84049.txt>
</file>

<file path=ppt/media/f84050.txt>
</file>

<file path=ppt/media/f84051.txt>
</file>

<file path=ppt/media/f84052.txt>
</file>

<file path=ppt/media/f84053.txt>
</file>

<file path=ppt/media/f84054.txt>
</file>

<file path=ppt/media/f84055.txt>
</file>

<file path=ppt/media/f84056.txt>
</file>

<file path=ppt/media/f84057.txt>
</file>

<file path=ppt/media/f84058.txt>
</file>

<file path=ppt/media/f84059.txt>
</file>

<file path=ppt/media/f84060.txt>
</file>

<file path=ppt/media/f84061.txt>
</file>

<file path=ppt/media/f84062.txt>
</file>

<file path=ppt/media/f84063.txt>
</file>

<file path=ppt/media/f84064.txt>
</file>

<file path=ppt/media/f84065.txt>
</file>

<file path=ppt/media/f84066.txt>
</file>

<file path=ppt/media/f84067.txt>
</file>

<file path=ppt/media/f84068.txt>
</file>

<file path=ppt/media/f84069.txt>
</file>

<file path=ppt/media/f84070.txt>
</file>

<file path=ppt/media/f84071.txt>
</file>

<file path=ppt/media/f84072.txt>
</file>

<file path=ppt/media/f84073.txt>
</file>

<file path=ppt/media/f84074.txt>
</file>

<file path=ppt/media/f84075.txt>
</file>

<file path=ppt/media/f84076.txt>
</file>

<file path=ppt/media/f84077.txt>
</file>

<file path=ppt/media/f84078.txt>
</file>

<file path=ppt/media/f84079.txt>
</file>

<file path=ppt/media/f84080.txt>
</file>

<file path=ppt/media/f84081.txt>
</file>

<file path=ppt/media/f84082.txt>
</file>

<file path=ppt/media/f84083.txt>
</file>

<file path=ppt/media/f84084.txt>
</file>

<file path=ppt/media/f84085.txt>
</file>

<file path=ppt/media/f84086.txt>
</file>

<file path=ppt/media/f84087.txt>
</file>

<file path=ppt/media/f84088.txt>
</file>

<file path=ppt/media/f84089.txt>
</file>

<file path=ppt/media/f84090.txt>
</file>

<file path=ppt/media/f84091.txt>
</file>

<file path=ppt/media/f84092.txt>
</file>

<file path=ppt/media/f84093.txt>
</file>

<file path=ppt/media/f84094.txt>
</file>

<file path=ppt/media/f84095.txt>
</file>

<file path=ppt/media/f84096.txt>
</file>

<file path=ppt/media/f84097.txt>
</file>

<file path=ppt/media/f84098.txt>
</file>

<file path=ppt/media/f84099.txt>
</file>

<file path=ppt/media/f84100.txt>
</file>

<file path=ppt/media/f84101.txt>
</file>

<file path=ppt/media/f84102.txt>
</file>

<file path=ppt/media/f84103.txt>
</file>

<file path=ppt/media/f84104.txt>
</file>

<file path=ppt/media/f84105.txt>
</file>

<file path=ppt/media/f84106.txt>
</file>

<file path=ppt/media/f84107.txt>
</file>

<file path=ppt/media/f84108.txt>
</file>

<file path=ppt/media/f84109.txt>
</file>

<file path=ppt/media/f84110.txt>
</file>

<file path=ppt/media/f84111.txt>
</file>

<file path=ppt/media/f84112.txt>
</file>

<file path=ppt/media/f84113.txt>
</file>

<file path=ppt/media/f84114.txt>
</file>

<file path=ppt/media/f84115.txt>
</file>

<file path=ppt/media/f84116.txt>
</file>

<file path=ppt/media/f84117.txt>
</file>

<file path=ppt/media/f84118.txt>
</file>

<file path=ppt/media/f84119.txt>
</file>

<file path=ppt/media/f84120.txt>
</file>

<file path=ppt/media/f84121.txt>
</file>

<file path=ppt/media/f84122.txt>
</file>

<file path=ppt/media/f84123.txt>
</file>

<file path=ppt/media/f84124.txt>
</file>

<file path=ppt/media/f84125.txt>
</file>

<file path=ppt/media/f84126.txt>
</file>

<file path=ppt/media/f84127.txt>
</file>

<file path=ppt/media/f84128.txt>
</file>

<file path=ppt/media/f84129.txt>
</file>

<file path=ppt/media/f84130.txt>
</file>

<file path=ppt/media/f84131.txt>
</file>

<file path=ppt/media/f84132.txt>
</file>

<file path=ppt/media/f84133.txt>
</file>

<file path=ppt/media/f84134.txt>
</file>

<file path=ppt/media/f84135.txt>
</file>

<file path=ppt/media/f84136.txt>
</file>

<file path=ppt/media/f84137.txt>
</file>

<file path=ppt/media/f84138.txt>
</file>

<file path=ppt/media/f84139.txt>
</file>

<file path=ppt/media/f84140.txt>
</file>

<file path=ppt/media/f84141.txt>
</file>

<file path=ppt/media/f84142.txt>
</file>

<file path=ppt/media/f84143.txt>
</file>

<file path=ppt/media/f84144.txt>
</file>

<file path=ppt/media/f84145.txt>
</file>

<file path=ppt/media/f84146.txt>
</file>

<file path=ppt/media/f84147.txt>
</file>

<file path=ppt/media/f84148.txt>
</file>

<file path=ppt/media/f84149.txt>
</file>

<file path=ppt/media/f84150.txt>
</file>

<file path=ppt/media/f84151.txt>
</file>

<file path=ppt/media/f84152.txt>
</file>

<file path=ppt/media/f84153.txt>
</file>

<file path=ppt/media/f84154.txt>
</file>

<file path=ppt/media/f84155.txt>
</file>

<file path=ppt/media/f84156.txt>
</file>

<file path=ppt/media/f84157.txt>
</file>

<file path=ppt/media/f84158.txt>
</file>

<file path=ppt/media/f84159.txt>
</file>

<file path=ppt/media/f84160.txt>
</file>

<file path=ppt/media/f84161.txt>
</file>

<file path=ppt/media/f84162.txt>
</file>

<file path=ppt/media/f84163.txt>
</file>

<file path=ppt/media/f84164.txt>
</file>

<file path=ppt/media/f84165.txt>
</file>

<file path=ppt/media/f84166.txt>
</file>

<file path=ppt/media/f84167.txt>
</file>

<file path=ppt/media/f84168.txt>
</file>

<file path=ppt/media/f84169.txt>
</file>

<file path=ppt/media/f84170.txt>
</file>

<file path=ppt/media/f84171.txt>
</file>

<file path=ppt/media/f84172.txt>
</file>

<file path=ppt/media/f84173.txt>
</file>

<file path=ppt/media/f84174.txt>
</file>

<file path=ppt/media/f84175.txt>
</file>

<file path=ppt/media/f84176.txt>
</file>

<file path=ppt/media/f84177.txt>
</file>

<file path=ppt/media/f84178.txt>
</file>

<file path=ppt/media/f84179.txt>
</file>

<file path=ppt/media/f84180.txt>
</file>

<file path=ppt/media/f84181.txt>
</file>

<file path=ppt/media/f84182.txt>
</file>

<file path=ppt/media/f84183.txt>
</file>

<file path=ppt/media/f84184.txt>
</file>

<file path=ppt/media/f84185.txt>
</file>

<file path=ppt/media/f84186.txt>
</file>

<file path=ppt/media/f84187.txt>
</file>

<file path=ppt/media/f84188.txt>
</file>

<file path=ppt/media/f84189.txt>
</file>

<file path=ppt/media/f84190.txt>
</file>

<file path=ppt/media/f84191.txt>
</file>

<file path=ppt/media/f84192.txt>
</file>

<file path=ppt/media/f84193.txt>
</file>

<file path=ppt/media/f84194.txt>
</file>

<file path=ppt/media/f84195.txt>
</file>

<file path=ppt/media/f84196.txt>
</file>

<file path=ppt/media/f84197.txt>
</file>

<file path=ppt/media/f84198.txt>
</file>

<file path=ppt/media/f84199.txt>
</file>

<file path=ppt/media/f84200.txt>
</file>

<file path=ppt/media/f84201.txt>
</file>

<file path=ppt/media/f84202.txt>
</file>

<file path=ppt/media/f84203.txt>
</file>

<file path=ppt/media/f84204.txt>
</file>

<file path=ppt/media/f84205.txt>
</file>

<file path=ppt/media/f84206.txt>
</file>

<file path=ppt/media/f84207.txt>
</file>

<file path=ppt/media/f84208.txt>
</file>

<file path=ppt/media/f84209.txt>
</file>

<file path=ppt/media/f84210.txt>
</file>

<file path=ppt/media/f84211.txt>
</file>

<file path=ppt/media/f84212.txt>
</file>

<file path=ppt/media/f84213.txt>
</file>

<file path=ppt/media/f84214.txt>
</file>

<file path=ppt/media/f84215.txt>
</file>

<file path=ppt/media/f84216.txt>
</file>

<file path=ppt/media/f84217.txt>
</file>

<file path=ppt/media/f84218.txt>
</file>

<file path=ppt/media/f84219.txt>
</file>

<file path=ppt/media/f84220.txt>
</file>

<file path=ppt/media/f84221.txt>
</file>

<file path=ppt/media/f84222.txt>
</file>

<file path=ppt/media/f84223.txt>
</file>

<file path=ppt/media/f84224.txt>
</file>

<file path=ppt/media/f84225.txt>
</file>

<file path=ppt/media/f84226.txt>
</file>

<file path=ppt/media/f84227.txt>
</file>

<file path=ppt/media/f84228.txt>
</file>

<file path=ppt/media/f84229.txt>
</file>

<file path=ppt/media/f84230.txt>
</file>

<file path=ppt/media/f84231.txt>
</file>

<file path=ppt/media/f84232.txt>
</file>

<file path=ppt/media/f84233.txt>
</file>

<file path=ppt/media/f84234.txt>
</file>

<file path=ppt/media/f84235.txt>
</file>

<file path=ppt/media/f84236.txt>
</file>

<file path=ppt/media/f84237.txt>
</file>

<file path=ppt/media/f84238.txt>
</file>

<file path=ppt/media/f84239.txt>
</file>

<file path=ppt/media/f84240.txt>
</file>

<file path=ppt/media/f84241.txt>
</file>

<file path=ppt/media/f84242.txt>
</file>

<file path=ppt/media/f84243.txt>
</file>

<file path=ppt/media/f84244.txt>
</file>

<file path=ppt/media/f84245.txt>
</file>

<file path=ppt/media/f84246.txt>
</file>

<file path=ppt/media/f84247.txt>
</file>

<file path=ppt/media/f84248.txt>
</file>

<file path=ppt/media/f84249.txt>
</file>

<file path=ppt/media/f84250.txt>
</file>

<file path=ppt/media/f84251.txt>
</file>

<file path=ppt/media/f84252.txt>
</file>

<file path=ppt/media/f84253.txt>
</file>

<file path=ppt/media/f84254.txt>
</file>

<file path=ppt/media/f84255.txt>
</file>

<file path=ppt/media/f84256.txt>
</file>

<file path=ppt/media/f84257.txt>
</file>

<file path=ppt/media/f84258.txt>
</file>

<file path=ppt/media/f84259.txt>
</file>

<file path=ppt/media/f84260.txt>
</file>

<file path=ppt/media/f84261.txt>
</file>

<file path=ppt/media/f84262.txt>
</file>

<file path=ppt/media/f84263.txt>
</file>

<file path=ppt/media/f84264.txt>
</file>

<file path=ppt/media/f84265.txt>
</file>

<file path=ppt/media/f84266.txt>
</file>

<file path=ppt/media/f84267.txt>
</file>

<file path=ppt/media/f84268.txt>
</file>

<file path=ppt/media/f84269.txt>
</file>

<file path=ppt/media/f84270.txt>
</file>

<file path=ppt/media/f84271.txt>
</file>

<file path=ppt/media/f84272.txt>
</file>

<file path=ppt/media/f84273.txt>
</file>

<file path=ppt/media/f84274.txt>
</file>

<file path=ppt/media/f84275.txt>
</file>

<file path=ppt/media/f84276.txt>
</file>

<file path=ppt/media/f84277.txt>
</file>

<file path=ppt/media/f84278.txt>
</file>

<file path=ppt/media/f84279.txt>
</file>

<file path=ppt/media/f84280.txt>
</file>

<file path=ppt/media/f84281.txt>
</file>

<file path=ppt/media/f84282.txt>
</file>

<file path=ppt/media/f84283.txt>
</file>

<file path=ppt/media/f84284.txt>
</file>

<file path=ppt/media/f84285.txt>
</file>

<file path=ppt/media/f84286.txt>
</file>

<file path=ppt/media/f84287.txt>
</file>

<file path=ppt/media/f84288.txt>
</file>

<file path=ppt/media/f84289.txt>
</file>

<file path=ppt/media/f84290.txt>
</file>

<file path=ppt/media/f84291.txt>
</file>

<file path=ppt/media/f84292.txt>
</file>

<file path=ppt/media/f84293.txt>
</file>

<file path=ppt/media/f84294.txt>
</file>

<file path=ppt/media/f84295.txt>
</file>

<file path=ppt/media/f84296.txt>
</file>

<file path=ppt/media/f84297.txt>
</file>

<file path=ppt/media/f84298.txt>
</file>

<file path=ppt/media/f84299.txt>
</file>

<file path=ppt/media/f84300.txt>
</file>

<file path=ppt/media/f84301.txt>
</file>

<file path=ppt/media/f84302.txt>
</file>

<file path=ppt/media/f84303.txt>
</file>

<file path=ppt/media/f84304.txt>
</file>

<file path=ppt/media/f84305.txt>
</file>

<file path=ppt/media/f84306.txt>
</file>

<file path=ppt/media/f84307.txt>
</file>

<file path=ppt/media/f84308.txt>
</file>

<file path=ppt/media/f84309.txt>
</file>

<file path=ppt/media/f84310.txt>
</file>

<file path=ppt/media/f84311.txt>
</file>

<file path=ppt/media/f84312.txt>
</file>

<file path=ppt/media/f84313.txt>
</file>

<file path=ppt/media/f84314.txt>
</file>

<file path=ppt/media/f84315.txt>
</file>

<file path=ppt/media/f84316.txt>
</file>

<file path=ppt/media/f84317.txt>
</file>

<file path=ppt/media/f84318.txt>
</file>

<file path=ppt/media/f84319.txt>
</file>

<file path=ppt/media/f84320.txt>
</file>

<file path=ppt/media/f84321.txt>
</file>

<file path=ppt/media/f84322.txt>
</file>

<file path=ppt/media/f84323.txt>
</file>

<file path=ppt/media/f84324.txt>
</file>

<file path=ppt/media/f84325.txt>
</file>

<file path=ppt/media/f84326.txt>
</file>

<file path=ppt/media/f84327.txt>
</file>

<file path=ppt/media/f84328.txt>
</file>

<file path=ppt/media/f84329.txt>
</file>

<file path=ppt/media/f84330.txt>
</file>

<file path=ppt/media/f84331.txt>
</file>

<file path=ppt/media/f84332.txt>
</file>

<file path=ppt/media/f84333.txt>
</file>

<file path=ppt/media/f84334.txt>
</file>

<file path=ppt/media/f84335.txt>
</file>

<file path=ppt/media/f84336.txt>
</file>

<file path=ppt/media/f84337.txt>
</file>

<file path=ppt/media/f84338.txt>
</file>

<file path=ppt/media/f84339.txt>
</file>

<file path=ppt/media/f84340.txt>
</file>

<file path=ppt/media/f84341.txt>
</file>

<file path=ppt/media/f84342.txt>
</file>

<file path=ppt/media/f84343.txt>
</file>

<file path=ppt/media/f84344.txt>
</file>

<file path=ppt/media/f84345.txt>
</file>

<file path=ppt/media/f84346.txt>
</file>

<file path=ppt/media/f84347.txt>
</file>

<file path=ppt/media/f84348.txt>
</file>

<file path=ppt/media/f84349.txt>
</file>

<file path=ppt/media/f84350.txt>
</file>

<file path=ppt/media/f84351.txt>
</file>

<file path=ppt/media/f84352.txt>
</file>

<file path=ppt/media/f84353.txt>
</file>

<file path=ppt/media/f84354.txt>
</file>

<file path=ppt/media/f84355.txt>
</file>

<file path=ppt/media/f84356.txt>
</file>

<file path=ppt/media/f84357.txt>
</file>

<file path=ppt/media/f84358.txt>
</file>

<file path=ppt/media/f84359.txt>
</file>

<file path=ppt/media/f84360.txt>
</file>

<file path=ppt/media/f84361.txt>
</file>

<file path=ppt/media/f84362.txt>
</file>

<file path=ppt/media/f84363.txt>
</file>

<file path=ppt/media/f84364.txt>
</file>

<file path=ppt/media/f84365.txt>
</file>

<file path=ppt/media/f84366.txt>
</file>

<file path=ppt/media/f84367.txt>
</file>

<file path=ppt/media/f84368.txt>
</file>

<file path=ppt/media/f84369.txt>
</file>

<file path=ppt/media/f84370.txt>
</file>

<file path=ppt/media/f84371.txt>
</file>

<file path=ppt/media/f84372.txt>
</file>

<file path=ppt/media/f84373.txt>
</file>

<file path=ppt/media/f84374.txt>
</file>

<file path=ppt/media/f84375.txt>
</file>

<file path=ppt/media/f84376.txt>
</file>

<file path=ppt/media/f84377.txt>
</file>

<file path=ppt/media/f84378.txt>
</file>

<file path=ppt/media/f84379.txt>
</file>

<file path=ppt/media/f84380.txt>
</file>

<file path=ppt/media/f84381.txt>
</file>

<file path=ppt/media/f84382.txt>
</file>

<file path=ppt/media/f84383.txt>
</file>

<file path=ppt/media/f84384.txt>
</file>

<file path=ppt/media/f84385.txt>
</file>

<file path=ppt/media/f84386.txt>
</file>

<file path=ppt/media/f84387.txt>
</file>

<file path=ppt/media/f84388.txt>
</file>

<file path=ppt/media/f84389.txt>
</file>

<file path=ppt/media/f84390.txt>
</file>

<file path=ppt/media/f84391.txt>
</file>

<file path=ppt/media/f84392.txt>
</file>

<file path=ppt/media/f84393.txt>
</file>

<file path=ppt/media/f84394.txt>
</file>

<file path=ppt/media/f84395.txt>
</file>

<file path=ppt/media/f84396.txt>
</file>

<file path=ppt/media/f84397.txt>
</file>

<file path=ppt/media/f84398.txt>
</file>

<file path=ppt/media/f84399.txt>
</file>

<file path=ppt/media/f84400.txt>
</file>

<file path=ppt/media/f84401.txt>
</file>

<file path=ppt/media/f84402.txt>
</file>

<file path=ppt/media/f84403.txt>
</file>

<file path=ppt/media/f84404.txt>
</file>

<file path=ppt/media/f84405.txt>
</file>

<file path=ppt/media/f84406.txt>
</file>

<file path=ppt/media/f84407.txt>
</file>

<file path=ppt/media/f84408.txt>
</file>

<file path=ppt/media/f84409.txt>
</file>

<file path=ppt/media/f84410.txt>
</file>

<file path=ppt/media/f84411.txt>
</file>

<file path=ppt/media/f84412.txt>
</file>

<file path=ppt/media/f84413.txt>
</file>

<file path=ppt/media/f84414.txt>
</file>

<file path=ppt/media/f84415.txt>
</file>

<file path=ppt/media/f84416.txt>
</file>

<file path=ppt/media/f84417.txt>
</file>

<file path=ppt/media/f84418.txt>
</file>

<file path=ppt/media/f84419.txt>
</file>

<file path=ppt/media/f84420.txt>
</file>

<file path=ppt/media/f84421.txt>
</file>

<file path=ppt/media/f84422.txt>
</file>

<file path=ppt/media/f84423.txt>
</file>

<file path=ppt/media/f84424.txt>
</file>

<file path=ppt/media/f84425.txt>
</file>

<file path=ppt/media/f84426.txt>
</file>

<file path=ppt/media/f84427.txt>
</file>

<file path=ppt/media/f84428.txt>
</file>

<file path=ppt/media/f84429.txt>
</file>

<file path=ppt/media/f84430.txt>
</file>

<file path=ppt/media/f84431.txt>
</file>

<file path=ppt/media/f84432.txt>
</file>

<file path=ppt/media/f84433.txt>
</file>

<file path=ppt/media/f84434.txt>
</file>

<file path=ppt/media/f84435.txt>
</file>

<file path=ppt/media/f84436.txt>
</file>

<file path=ppt/media/f84437.txt>
</file>

<file path=ppt/media/f84438.txt>
</file>

<file path=ppt/media/f84439.txt>
</file>

<file path=ppt/media/f84440.txt>
</file>

<file path=ppt/media/f84441.txt>
</file>

<file path=ppt/media/f84442.txt>
</file>

<file path=ppt/media/f84443.txt>
</file>

<file path=ppt/media/f84444.txt>
</file>

<file path=ppt/media/f84445.txt>
</file>

<file path=ppt/media/f84446.txt>
</file>

<file path=ppt/media/f84447.txt>
</file>

<file path=ppt/media/f84448.txt>
</file>

<file path=ppt/media/f84449.txt>
</file>

<file path=ppt/media/f84450.txt>
</file>

<file path=ppt/media/f84451.txt>
</file>

<file path=ppt/media/f84452.txt>
</file>

<file path=ppt/media/f84453.txt>
</file>

<file path=ppt/media/f84454.txt>
</file>

<file path=ppt/media/f84455.txt>
</file>

<file path=ppt/media/f84456.txt>
</file>

<file path=ppt/media/f84457.txt>
</file>

<file path=ppt/media/f84458.txt>
</file>

<file path=ppt/media/f84459.txt>
</file>

<file path=ppt/media/f84460.txt>
</file>

<file path=ppt/media/f84461.txt>
</file>

<file path=ppt/media/f84462.txt>
</file>

<file path=ppt/media/f84463.txt>
</file>

<file path=ppt/media/f84464.txt>
</file>

<file path=ppt/media/f84465.txt>
</file>

<file path=ppt/media/f84466.txt>
</file>

<file path=ppt/media/f84467.txt>
</file>

<file path=ppt/media/f84468.txt>
</file>

<file path=ppt/media/f84469.txt>
</file>

<file path=ppt/media/f84470.txt>
</file>

<file path=ppt/media/f84471.txt>
</file>

<file path=ppt/media/f84472.txt>
</file>

<file path=ppt/media/f84473.txt>
</file>

<file path=ppt/media/f84474.txt>
</file>

<file path=ppt/media/f84475.txt>
</file>

<file path=ppt/media/f84476.txt>
</file>

<file path=ppt/media/f84477.txt>
</file>

<file path=ppt/media/f84478.txt>
</file>

<file path=ppt/media/f84479.txt>
</file>

<file path=ppt/media/f84480.txt>
</file>

<file path=ppt/media/f84481.txt>
</file>

<file path=ppt/media/f84482.txt>
</file>

<file path=ppt/media/f84483.txt>
</file>

<file path=ppt/media/f84484.txt>
</file>

<file path=ppt/media/f84485.txt>
</file>

<file path=ppt/media/f84486.txt>
</file>

<file path=ppt/media/f84487.txt>
</file>

<file path=ppt/media/f84488.txt>
</file>

<file path=ppt/media/f84489.txt>
</file>

<file path=ppt/media/f84490.txt>
</file>

<file path=ppt/media/f84491.txt>
</file>

<file path=ppt/media/f84492.txt>
</file>

<file path=ppt/media/f84493.txt>
</file>

<file path=ppt/media/f84494.txt>
</file>

<file path=ppt/media/f84495.txt>
</file>

<file path=ppt/media/f84496.txt>
</file>

<file path=ppt/media/f84497.txt>
</file>

<file path=ppt/media/f84498.txt>
</file>

<file path=ppt/media/f84499.txt>
</file>

<file path=ppt/media/f84500.txt>
</file>

<file path=ppt/media/f84501.txt>
</file>

<file path=ppt/media/f84502.txt>
</file>

<file path=ppt/media/f84503.txt>
</file>

<file path=ppt/media/f84504.txt>
</file>

<file path=ppt/media/f84505.txt>
</file>

<file path=ppt/media/f84506.txt>
</file>

<file path=ppt/media/f84507.txt>
</file>

<file path=ppt/media/f84508.txt>
</file>

<file path=ppt/media/f84509.txt>
</file>

<file path=ppt/media/f84510.txt>
</file>

<file path=ppt/media/f84511.txt>
</file>

<file path=ppt/media/f84512.txt>
</file>

<file path=ppt/media/f84513.txt>
</file>

<file path=ppt/media/f84514.txt>
</file>

<file path=ppt/media/f84515.txt>
</file>

<file path=ppt/media/f84516.txt>
</file>

<file path=ppt/media/f84517.txt>
</file>

<file path=ppt/media/f84518.txt>
</file>

<file path=ppt/media/f84519.txt>
</file>

<file path=ppt/media/f84520.txt>
</file>

<file path=ppt/media/f84521.txt>
</file>

<file path=ppt/media/f84522.txt>
</file>

<file path=ppt/media/f84523.txt>
</file>

<file path=ppt/media/f84524.txt>
</file>

<file path=ppt/media/f84525.txt>
</file>

<file path=ppt/media/f84526.txt>
</file>

<file path=ppt/media/f84527.txt>
</file>

<file path=ppt/media/f84528.txt>
</file>

<file path=ppt/media/f84529.txt>
</file>

<file path=ppt/media/f84530.txt>
</file>

<file path=ppt/media/f84531.txt>
</file>

<file path=ppt/media/f84532.txt>
</file>

<file path=ppt/media/f84533.txt>
</file>

<file path=ppt/media/f84534.txt>
</file>

<file path=ppt/media/f84535.txt>
</file>

<file path=ppt/media/f84536.txt>
</file>

<file path=ppt/media/f84537.txt>
</file>

<file path=ppt/media/f84538.txt>
</file>

<file path=ppt/media/f84539.txt>
</file>

<file path=ppt/media/f84540.txt>
</file>

<file path=ppt/media/f84541.txt>
</file>

<file path=ppt/media/f84542.txt>
</file>

<file path=ppt/media/f84543.txt>
</file>

<file path=ppt/media/f84544.txt>
</file>

<file path=ppt/media/f84545.txt>
</file>

<file path=ppt/media/f84546.txt>
</file>

<file path=ppt/media/f84547.txt>
</file>

<file path=ppt/media/f84548.txt>
</file>

<file path=ppt/media/f84549.txt>
</file>

<file path=ppt/media/f84550.txt>
</file>

<file path=ppt/media/f84551.txt>
</file>

<file path=ppt/media/f84552.txt>
</file>

<file path=ppt/media/f84553.txt>
</file>

<file path=ppt/media/f84554.txt>
</file>

<file path=ppt/media/f84555.txt>
</file>

<file path=ppt/media/f84556.txt>
</file>

<file path=ppt/media/f84557.txt>
</file>

<file path=ppt/media/f84558.txt>
</file>

<file path=ppt/media/f84559.txt>
</file>

<file path=ppt/media/f84560.txt>
</file>

<file path=ppt/media/f84561.txt>
</file>

<file path=ppt/media/f84562.txt>
</file>

<file path=ppt/media/f84563.txt>
</file>

<file path=ppt/media/f84564.txt>
</file>

<file path=ppt/media/f84565.txt>
</file>

<file path=ppt/media/f84566.txt>
</file>

<file path=ppt/media/f84567.txt>
</file>

<file path=ppt/media/f84568.txt>
</file>

<file path=ppt/media/f84569.txt>
</file>

<file path=ppt/media/f84570.txt>
</file>

<file path=ppt/media/f84571.txt>
</file>

<file path=ppt/media/f84572.txt>
</file>

<file path=ppt/media/f84573.txt>
</file>

<file path=ppt/media/f84574.txt>
</file>

<file path=ppt/media/f84575.txt>
</file>

<file path=ppt/media/f84576.txt>
</file>

<file path=ppt/media/f84577.txt>
</file>

<file path=ppt/media/f84578.txt>
</file>

<file path=ppt/media/f84579.txt>
</file>

<file path=ppt/media/f84580.txt>
</file>

<file path=ppt/media/f84581.txt>
</file>

<file path=ppt/media/f84582.txt>
</file>

<file path=ppt/media/f84583.txt>
</file>

<file path=ppt/media/f84584.txt>
</file>

<file path=ppt/media/f84585.txt>
</file>

<file path=ppt/media/f84586.txt>
</file>

<file path=ppt/media/f84587.txt>
</file>

<file path=ppt/media/f84588.txt>
</file>

<file path=ppt/media/f84589.txt>
</file>

<file path=ppt/media/f84590.txt>
</file>

<file path=ppt/media/f84591.txt>
</file>

<file path=ppt/media/f84592.txt>
</file>

<file path=ppt/media/f84593.txt>
</file>

<file path=ppt/media/f84594.txt>
</file>

<file path=ppt/media/f84595.txt>
</file>

<file path=ppt/media/f84596.txt>
</file>

<file path=ppt/media/f84597.txt>
</file>

<file path=ppt/media/f84598.txt>
</file>

<file path=ppt/media/f84599.txt>
</file>

<file path=ppt/media/f84600.txt>
</file>

<file path=ppt/media/f84601.txt>
</file>

<file path=ppt/media/f84602.txt>
</file>

<file path=ppt/media/f84603.txt>
</file>

<file path=ppt/media/f84604.txt>
</file>

<file path=ppt/media/f84605.txt>
</file>

<file path=ppt/media/f84606.txt>
</file>

<file path=ppt/media/f84607.txt>
</file>

<file path=ppt/media/f84608.txt>
</file>

<file path=ppt/media/f84609.txt>
</file>

<file path=ppt/media/f84610.txt>
</file>

<file path=ppt/media/f84611.txt>
</file>

<file path=ppt/media/f84612.txt>
</file>

<file path=ppt/media/f84613.txt>
</file>

<file path=ppt/media/f84614.txt>
</file>

<file path=ppt/media/f84615.txt>
</file>

<file path=ppt/media/f84616.txt>
</file>

<file path=ppt/media/f84617.txt>
</file>

<file path=ppt/media/f84618.txt>
</file>

<file path=ppt/media/f84619.txt>
</file>

<file path=ppt/media/f84620.txt>
</file>

<file path=ppt/media/f84621.txt>
</file>

<file path=ppt/media/f84622.txt>
</file>

<file path=ppt/media/f84623.txt>
</file>

<file path=ppt/media/f84624.txt>
</file>

<file path=ppt/media/f84625.txt>
</file>

<file path=ppt/media/f84626.txt>
</file>

<file path=ppt/media/f84627.txt>
</file>

<file path=ppt/media/f84628.txt>
</file>

<file path=ppt/media/f84629.txt>
</file>

<file path=ppt/media/f84630.txt>
</file>

<file path=ppt/media/f84631.txt>
</file>

<file path=ppt/media/f84632.txt>
</file>

<file path=ppt/media/f84633.txt>
</file>

<file path=ppt/media/f84634.txt>
</file>

<file path=ppt/media/f84635.txt>
</file>

<file path=ppt/media/f84636.txt>
</file>

<file path=ppt/media/f84637.txt>
</file>

<file path=ppt/media/f84638.txt>
</file>

<file path=ppt/media/f84639.txt>
</file>

<file path=ppt/media/f84640.txt>
</file>

<file path=ppt/media/f84641.txt>
</file>

<file path=ppt/media/f84642.txt>
</file>

<file path=ppt/media/f84643.txt>
</file>

<file path=ppt/media/f84644.txt>
</file>

<file path=ppt/media/f84645.txt>
</file>

<file path=ppt/media/f84646.txt>
</file>

<file path=ppt/media/f84647.txt>
</file>

<file path=ppt/media/f84648.txt>
</file>

<file path=ppt/media/f84649.txt>
</file>

<file path=ppt/media/f84650.txt>
</file>

<file path=ppt/media/f84651.txt>
</file>

<file path=ppt/media/f84652.txt>
</file>

<file path=ppt/media/f84653.txt>
</file>

<file path=ppt/media/f84654.txt>
</file>

<file path=ppt/media/f84655.txt>
</file>

<file path=ppt/media/f84656.txt>
</file>

<file path=ppt/media/f84657.txt>
</file>

<file path=ppt/media/f84658.txt>
</file>

<file path=ppt/media/f84659.txt>
</file>

<file path=ppt/media/f84660.txt>
</file>

<file path=ppt/media/f84661.txt>
</file>

<file path=ppt/media/f84662.txt>
</file>

<file path=ppt/media/f84663.txt>
</file>

<file path=ppt/media/f84664.txt>
</file>

<file path=ppt/media/f84665.txt>
</file>

<file path=ppt/media/f84666.txt>
</file>

<file path=ppt/media/f84667.txt>
</file>

<file path=ppt/media/f84668.txt>
</file>

<file path=ppt/media/f84669.txt>
</file>

<file path=ppt/media/f84670.txt>
</file>

<file path=ppt/media/f84671.txt>
</file>

<file path=ppt/media/f84672.txt>
</file>

<file path=ppt/media/f84673.txt>
</file>

<file path=ppt/media/f84674.txt>
</file>

<file path=ppt/media/f84675.txt>
</file>

<file path=ppt/media/f84676.txt>
</file>

<file path=ppt/media/f84677.txt>
</file>

<file path=ppt/media/f84678.txt>
</file>

<file path=ppt/media/f84679.txt>
</file>

<file path=ppt/media/f84680.txt>
</file>

<file path=ppt/media/f84681.txt>
</file>

<file path=ppt/media/f84682.txt>
</file>

<file path=ppt/media/f84683.txt>
</file>

<file path=ppt/media/f84684.txt>
</file>

<file path=ppt/media/f84685.txt>
</file>

<file path=ppt/media/f84686.txt>
</file>

<file path=ppt/media/f84687.txt>
</file>

<file path=ppt/media/f84688.txt>
</file>

<file path=ppt/media/f84689.txt>
</file>

<file path=ppt/media/f84690.txt>
</file>

<file path=ppt/media/f84691.txt>
</file>

<file path=ppt/media/f84692.txt>
</file>

<file path=ppt/media/f84693.txt>
</file>

<file path=ppt/media/f84694.txt>
</file>

<file path=ppt/media/f84695.txt>
</file>

<file path=ppt/media/f84696.txt>
</file>

<file path=ppt/media/f84697.txt>
</file>

<file path=ppt/media/f84698.txt>
</file>

<file path=ppt/media/f84699.txt>
</file>

<file path=ppt/media/f84700.txt>
</file>

<file path=ppt/media/f84701.txt>
</file>

<file path=ppt/media/f84702.txt>
</file>

<file path=ppt/media/f84703.txt>
</file>

<file path=ppt/media/f84704.txt>
</file>

<file path=ppt/media/f84705.txt>
</file>

<file path=ppt/media/f84706.txt>
</file>

<file path=ppt/media/f84707.txt>
</file>

<file path=ppt/media/f84708.txt>
</file>

<file path=ppt/media/f84709.txt>
</file>

<file path=ppt/media/f84710.txt>
</file>

<file path=ppt/media/f84711.txt>
</file>

<file path=ppt/media/f84712.txt>
</file>

<file path=ppt/media/f84713.txt>
</file>

<file path=ppt/media/f84714.txt>
</file>

<file path=ppt/media/f84715.txt>
</file>

<file path=ppt/media/f84716.txt>
</file>

<file path=ppt/media/f84717.txt>
</file>

<file path=ppt/media/f84718.txt>
</file>

<file path=ppt/media/f84719.txt>
</file>

<file path=ppt/media/f84720.txt>
</file>

<file path=ppt/media/f84721.txt>
</file>

<file path=ppt/media/f84722.txt>
</file>

<file path=ppt/media/f84723.txt>
</file>

<file path=ppt/media/f84724.txt>
</file>

<file path=ppt/media/f84725.txt>
</file>

<file path=ppt/media/f84726.txt>
</file>

<file path=ppt/media/f84727.txt>
</file>

<file path=ppt/media/f84728.txt>
</file>

<file path=ppt/media/f84729.txt>
</file>

<file path=ppt/media/f84730.txt>
</file>

<file path=ppt/media/f84731.txt>
</file>

<file path=ppt/media/f84732.txt>
</file>

<file path=ppt/media/f84733.txt>
</file>

<file path=ppt/media/f84734.txt>
</file>

<file path=ppt/media/f84735.txt>
</file>

<file path=ppt/media/f84736.txt>
</file>

<file path=ppt/media/f84737.txt>
</file>

<file path=ppt/media/f84738.txt>
</file>

<file path=ppt/media/f84739.txt>
</file>

<file path=ppt/media/f84740.txt>
</file>

<file path=ppt/media/f84741.txt>
</file>

<file path=ppt/media/f84742.txt>
</file>

<file path=ppt/media/f84743.txt>
</file>

<file path=ppt/media/f84744.txt>
</file>

<file path=ppt/media/f84745.txt>
</file>

<file path=ppt/media/f84746.txt>
</file>

<file path=ppt/media/f84747.txt>
</file>

<file path=ppt/media/f84748.txt>
</file>

<file path=ppt/media/f84749.txt>
</file>

<file path=ppt/media/f84750.txt>
</file>

<file path=ppt/media/f84751.txt>
</file>

<file path=ppt/media/f84752.txt>
</file>

<file path=ppt/media/f84753.txt>
</file>

<file path=ppt/media/f84754.txt>
</file>

<file path=ppt/media/f84755.txt>
</file>

<file path=ppt/media/f84756.txt>
</file>

<file path=ppt/media/f84757.txt>
</file>

<file path=ppt/media/f84758.txt>
</file>

<file path=ppt/media/f84759.txt>
</file>

<file path=ppt/media/f84760.txt>
</file>

<file path=ppt/media/f84761.txt>
</file>

<file path=ppt/media/f84762.txt>
</file>

<file path=ppt/media/f84763.txt>
</file>

<file path=ppt/media/f84764.txt>
</file>

<file path=ppt/media/f84765.txt>
</file>

<file path=ppt/media/f84766.txt>
</file>

<file path=ppt/media/f84767.txt>
</file>

<file path=ppt/media/f84768.txt>
</file>

<file path=ppt/media/f84769.txt>
</file>

<file path=ppt/media/f84770.txt>
</file>

<file path=ppt/media/f84771.txt>
</file>

<file path=ppt/media/f84772.txt>
</file>

<file path=ppt/media/f84773.txt>
</file>

<file path=ppt/media/f84774.txt>
</file>

<file path=ppt/media/f84775.txt>
</file>

<file path=ppt/media/f84776.txt>
</file>

<file path=ppt/media/f84777.txt>
</file>

<file path=ppt/media/f84778.txt>
</file>

<file path=ppt/media/f84779.txt>
</file>

<file path=ppt/media/f84780.txt>
</file>

<file path=ppt/media/f84781.txt>
</file>

<file path=ppt/media/f84782.txt>
</file>

<file path=ppt/media/f84783.txt>
</file>

<file path=ppt/media/f84784.txt>
</file>

<file path=ppt/media/f84785.txt>
</file>

<file path=ppt/media/f84786.txt>
</file>

<file path=ppt/media/f84787.txt>
</file>

<file path=ppt/media/f84788.txt>
</file>

<file path=ppt/media/f84789.txt>
</file>

<file path=ppt/media/f84790.txt>
</file>

<file path=ppt/media/f84791.txt>
</file>

<file path=ppt/media/f84792.txt>
</file>

<file path=ppt/media/f84793.txt>
</file>

<file path=ppt/media/f84794.txt>
</file>

<file path=ppt/media/f84795.txt>
</file>

<file path=ppt/media/f84796.txt>
</file>

<file path=ppt/media/f84797.txt>
</file>

<file path=ppt/media/f84798.txt>
</file>

<file path=ppt/media/f84799.txt>
</file>

<file path=ppt/media/f84800.txt>
</file>

<file path=ppt/media/f84801.txt>
</file>

<file path=ppt/media/f84802.txt>
</file>

<file path=ppt/media/f84803.txt>
</file>

<file path=ppt/media/f84804.txt>
</file>

<file path=ppt/media/f84805.txt>
</file>

<file path=ppt/media/f84806.txt>
</file>

<file path=ppt/media/f84807.txt>
</file>

<file path=ppt/media/f84808.txt>
</file>

<file path=ppt/media/f84809.txt>
</file>

<file path=ppt/media/f84810.txt>
</file>

<file path=ppt/media/f84811.txt>
</file>

<file path=ppt/media/f84812.txt>
</file>

<file path=ppt/media/f84813.txt>
</file>

<file path=ppt/media/f84814.txt>
</file>

<file path=ppt/media/f84815.txt>
</file>

<file path=ppt/media/f84816.txt>
</file>

<file path=ppt/media/f84817.txt>
</file>

<file path=ppt/media/f84818.txt>
</file>

<file path=ppt/media/f84819.txt>
</file>

<file path=ppt/media/f84820.txt>
</file>

<file path=ppt/media/f84821.txt>
</file>

<file path=ppt/media/f84822.txt>
</file>

<file path=ppt/media/f84823.txt>
</file>

<file path=ppt/media/f84824.txt>
</file>

<file path=ppt/media/f84825.txt>
</file>

<file path=ppt/media/f84826.txt>
</file>

<file path=ppt/media/f84827.txt>
</file>

<file path=ppt/media/f84828.txt>
</file>

<file path=ppt/media/f84829.txt>
</file>

<file path=ppt/media/f84830.txt>
</file>

<file path=ppt/media/f84831.txt>
</file>

<file path=ppt/media/f84832.txt>
</file>

<file path=ppt/media/f84833.txt>
</file>

<file path=ppt/media/f84834.txt>
</file>

<file path=ppt/media/f84835.txt>
</file>

<file path=ppt/media/f84836.txt>
</file>

<file path=ppt/media/f84837.txt>
</file>

<file path=ppt/media/f84838.txt>
</file>

<file path=ppt/media/f84839.txt>
</file>

<file path=ppt/media/f84840.txt>
</file>

<file path=ppt/media/f84841.txt>
</file>

<file path=ppt/media/f84842.txt>
</file>

<file path=ppt/media/f84843.txt>
</file>

<file path=ppt/media/f84844.txt>
</file>

<file path=ppt/media/f84845.txt>
</file>

<file path=ppt/media/f84846.txt>
</file>

<file path=ppt/media/f84847.txt>
</file>

<file path=ppt/media/f84848.txt>
</file>

<file path=ppt/media/f84849.txt>
</file>

<file path=ppt/media/f84850.txt>
</file>

<file path=ppt/media/f84851.txt>
</file>

<file path=ppt/media/f84852.txt>
</file>

<file path=ppt/media/f84853.txt>
</file>

<file path=ppt/media/f84854.txt>
</file>

<file path=ppt/media/f84855.txt>
</file>

<file path=ppt/media/f84856.txt>
</file>

<file path=ppt/media/f84857.txt>
</file>

<file path=ppt/media/f84858.txt>
</file>

<file path=ppt/media/f84859.txt>
</file>

<file path=ppt/media/f84860.txt>
</file>

<file path=ppt/media/f84861.txt>
</file>

<file path=ppt/media/f84862.txt>
</file>

<file path=ppt/media/f84863.txt>
</file>

<file path=ppt/media/f84864.txt>
</file>

<file path=ppt/media/f84865.txt>
</file>

<file path=ppt/media/f84866.txt>
</file>

<file path=ppt/media/f84867.txt>
</file>

<file path=ppt/media/f84868.txt>
</file>

<file path=ppt/media/f84869.txt>
</file>

<file path=ppt/media/f84870.txt>
</file>

<file path=ppt/media/f84871.txt>
</file>

<file path=ppt/media/f84872.txt>
</file>

<file path=ppt/media/f84873.txt>
</file>

<file path=ppt/media/f84874.txt>
</file>

<file path=ppt/media/f84875.txt>
</file>

<file path=ppt/media/f84876.txt>
</file>

<file path=ppt/media/f84877.txt>
</file>

<file path=ppt/media/f84878.txt>
</file>

<file path=ppt/media/f84879.txt>
</file>

<file path=ppt/media/f84880.txt>
</file>

<file path=ppt/media/f84881.txt>
</file>

<file path=ppt/media/f84882.txt>
</file>

<file path=ppt/media/f84883.txt>
</file>

<file path=ppt/media/f84884.txt>
</file>

<file path=ppt/media/f84885.txt>
</file>

<file path=ppt/media/f84886.txt>
</file>

<file path=ppt/media/f84887.txt>
</file>

<file path=ppt/media/f84888.txt>
</file>

<file path=ppt/media/f84889.txt>
</file>

<file path=ppt/media/f84890.txt>
</file>

<file path=ppt/media/f84891.txt>
</file>

<file path=ppt/media/f84892.txt>
</file>

<file path=ppt/media/f84893.txt>
</file>

<file path=ppt/media/f84894.txt>
</file>

<file path=ppt/media/f84895.txt>
</file>

<file path=ppt/media/f84896.txt>
</file>

<file path=ppt/media/f84897.txt>
</file>

<file path=ppt/media/f84898.txt>
</file>

<file path=ppt/media/f84899.txt>
</file>

<file path=ppt/media/f84900.txt>
</file>

<file path=ppt/media/f84901.txt>
</file>

<file path=ppt/media/f84902.txt>
</file>

<file path=ppt/media/f84903.txt>
</file>

<file path=ppt/media/f84904.txt>
</file>

<file path=ppt/media/f84905.txt>
</file>

<file path=ppt/media/f84906.txt>
</file>

<file path=ppt/media/f84907.txt>
</file>

<file path=ppt/media/f84908.txt>
</file>

<file path=ppt/media/f84909.txt>
</file>

<file path=ppt/media/f84910.txt>
</file>

<file path=ppt/media/f84911.txt>
</file>

<file path=ppt/media/f84912.txt>
</file>

<file path=ppt/media/f84913.txt>
</file>

<file path=ppt/media/f84914.txt>
</file>

<file path=ppt/media/f84915.txt>
</file>

<file path=ppt/media/f84916.txt>
</file>

<file path=ppt/media/f84917.txt>
</file>

<file path=ppt/media/f84918.txt>
</file>

<file path=ppt/media/f84919.txt>
</file>

<file path=ppt/media/f84920.txt>
</file>

<file path=ppt/media/f84921.txt>
</file>

<file path=ppt/media/f84922.txt>
</file>

<file path=ppt/media/f84923.txt>
</file>

<file path=ppt/media/f84924.txt>
</file>

<file path=ppt/media/f84925.txt>
</file>

<file path=ppt/media/f84926.txt>
</file>

<file path=ppt/media/f84927.txt>
</file>

<file path=ppt/media/f84928.txt>
</file>

<file path=ppt/media/f84929.txt>
</file>

<file path=ppt/media/f84930.txt>
</file>

<file path=ppt/media/f84931.txt>
</file>

<file path=ppt/media/f84932.txt>
</file>

<file path=ppt/media/f84933.txt>
</file>

<file path=ppt/media/f84934.txt>
</file>

<file path=ppt/media/f84935.txt>
</file>

<file path=ppt/media/f84936.txt>
</file>

<file path=ppt/media/f84937.txt>
</file>

<file path=ppt/media/f84938.txt>
</file>

<file path=ppt/media/f84939.txt>
</file>

<file path=ppt/media/f84940.txt>
</file>

<file path=ppt/media/f84941.txt>
</file>

<file path=ppt/media/f84942.txt>
</file>

<file path=ppt/media/f84943.txt>
</file>

<file path=ppt/media/f84944.txt>
</file>

<file path=ppt/media/f84945.txt>
</file>

<file path=ppt/media/f84946.txt>
</file>

<file path=ppt/media/f84947.txt>
</file>

<file path=ppt/media/f84948.txt>
</file>

<file path=ppt/media/f84949.txt>
</file>

<file path=ppt/media/f84950.txt>
</file>

<file path=ppt/media/f84951.txt>
</file>

<file path=ppt/media/f84952.txt>
</file>

<file path=ppt/media/f84953.txt>
</file>

<file path=ppt/media/f84954.txt>
</file>

<file path=ppt/media/f84955.txt>
</file>

<file path=ppt/media/f84956.txt>
</file>

<file path=ppt/media/f84957.txt>
</file>

<file path=ppt/media/f84958.txt>
</file>

<file path=ppt/media/f84959.txt>
</file>

<file path=ppt/media/f84960.txt>
</file>

<file path=ppt/media/f84961.txt>
</file>

<file path=ppt/media/f84962.txt>
</file>

<file path=ppt/media/f84963.txt>
</file>

<file path=ppt/media/f84964.txt>
</file>

<file path=ppt/media/f84965.txt>
</file>

<file path=ppt/media/f84966.txt>
</file>

<file path=ppt/media/f84967.txt>
</file>

<file path=ppt/media/f84968.txt>
</file>

<file path=ppt/media/f84969.txt>
</file>

<file path=ppt/media/f84970.txt>
</file>

<file path=ppt/media/f84971.txt>
</file>

<file path=ppt/media/f84972.txt>
</file>

<file path=ppt/media/f84973.txt>
</file>

<file path=ppt/media/f84974.txt>
</file>

<file path=ppt/media/f84975.txt>
</file>

<file path=ppt/media/f84976.txt>
</file>

<file path=ppt/media/f84977.txt>
</file>

<file path=ppt/media/f84978.txt>
</file>

<file path=ppt/media/f84979.txt>
</file>

<file path=ppt/media/f84980.txt>
</file>

<file path=ppt/media/f84981.txt>
</file>

<file path=ppt/media/f84982.txt>
</file>

<file path=ppt/media/f84983.txt>
</file>

<file path=ppt/media/f84984.txt>
</file>

<file path=ppt/media/f84985.txt>
</file>

<file path=ppt/media/f84986.txt>
</file>

<file path=ppt/media/f84987.txt>
</file>

<file path=ppt/media/f84988.txt>
</file>

<file path=ppt/media/f84989.txt>
</file>

<file path=ppt/media/f84990.txt>
</file>

<file path=ppt/media/f84991.txt>
</file>

<file path=ppt/media/f84992.txt>
</file>

<file path=ppt/media/f84993.txt>
</file>

<file path=ppt/media/f84994.txt>
</file>

<file path=ppt/media/f84995.txt>
</file>

<file path=ppt/media/f84996.txt>
</file>

<file path=ppt/media/f84997.txt>
</file>

<file path=ppt/media/f84998.txt>
</file>

<file path=ppt/media/f84999.txt>
</file>

<file path=ppt/media/f85000.txt>
</file>

<file path=ppt/media/f85001.txt>
</file>

<file path=ppt/media/f85002.txt>
</file>

<file path=ppt/media/f85003.txt>
</file>

<file path=ppt/media/f85004.txt>
</file>

<file path=ppt/media/f85005.txt>
</file>

<file path=ppt/media/f85006.txt>
</file>

<file path=ppt/media/f85007.txt>
</file>

<file path=ppt/media/f85008.txt>
</file>

<file path=ppt/media/f85009.txt>
</file>

<file path=ppt/media/f85010.txt>
</file>

<file path=ppt/media/f85011.txt>
</file>

<file path=ppt/media/f85012.txt>
</file>

<file path=ppt/media/f85013.txt>
</file>

<file path=ppt/media/f85014.txt>
</file>

<file path=ppt/media/f85015.txt>
</file>

<file path=ppt/media/f85016.txt>
</file>

<file path=ppt/media/f85017.txt>
</file>

<file path=ppt/media/f85018.txt>
</file>

<file path=ppt/media/f85019.txt>
</file>

<file path=ppt/media/f85020.txt>
</file>

<file path=ppt/media/f85021.txt>
</file>

<file path=ppt/media/f85022.txt>
</file>

<file path=ppt/media/f85023.txt>
</file>

<file path=ppt/media/f85024.txt>
</file>

<file path=ppt/media/f85025.txt>
</file>

<file path=ppt/media/f85026.txt>
</file>

<file path=ppt/media/f85027.txt>
</file>

<file path=ppt/media/f85028.txt>
</file>

<file path=ppt/media/f85029.txt>
</file>

<file path=ppt/media/f85030.txt>
</file>

<file path=ppt/media/f85031.txt>
</file>

<file path=ppt/media/f85032.txt>
</file>

<file path=ppt/media/f85033.txt>
</file>

<file path=ppt/media/f85034.txt>
</file>

<file path=ppt/media/f85035.txt>
</file>

<file path=ppt/media/f85036.txt>
</file>

<file path=ppt/media/f85037.txt>
</file>

<file path=ppt/media/f85038.txt>
</file>

<file path=ppt/media/f85039.txt>
</file>

<file path=ppt/media/f85040.txt>
</file>

<file path=ppt/media/f85041.txt>
</file>

<file path=ppt/media/f85042.txt>
</file>

<file path=ppt/media/f85043.txt>
</file>

<file path=ppt/media/f85044.txt>
</file>

<file path=ppt/media/f85045.txt>
</file>

<file path=ppt/media/f85046.txt>
</file>

<file path=ppt/media/f85047.txt>
</file>

<file path=ppt/media/f85048.txt>
</file>

<file path=ppt/media/f85049.txt>
</file>

<file path=ppt/media/f85050.txt>
</file>

<file path=ppt/media/f85051.txt>
</file>

<file path=ppt/media/f85052.txt>
</file>

<file path=ppt/media/f85053.txt>
</file>

<file path=ppt/media/f85054.txt>
</file>

<file path=ppt/media/f85055.txt>
</file>

<file path=ppt/media/f85056.txt>
</file>

<file path=ppt/media/f85057.txt>
</file>

<file path=ppt/media/f85058.txt>
</file>

<file path=ppt/media/f85059.txt>
</file>

<file path=ppt/media/f85060.txt>
</file>

<file path=ppt/media/f85061.txt>
</file>

<file path=ppt/media/f85062.txt>
</file>

<file path=ppt/media/f85063.txt>
</file>

<file path=ppt/media/f85064.txt>
</file>

<file path=ppt/media/f85065.txt>
</file>

<file path=ppt/media/f85066.txt>
</file>

<file path=ppt/media/f85067.txt>
</file>

<file path=ppt/media/f85068.txt>
</file>

<file path=ppt/media/f85069.txt>
</file>

<file path=ppt/media/f85070.txt>
</file>

<file path=ppt/media/f85071.txt>
</file>

<file path=ppt/media/f85072.txt>
</file>

<file path=ppt/media/f85073.txt>
</file>

<file path=ppt/media/f85074.txt>
</file>

<file path=ppt/media/f85075.txt>
</file>

<file path=ppt/media/f85076.txt>
</file>

<file path=ppt/media/f85077.txt>
</file>

<file path=ppt/media/f85078.txt>
</file>

<file path=ppt/media/f85079.txt>
</file>

<file path=ppt/media/f85080.txt>
</file>

<file path=ppt/media/f85081.txt>
</file>

<file path=ppt/media/f85082.txt>
</file>

<file path=ppt/media/f85083.txt>
</file>

<file path=ppt/media/f85084.txt>
</file>

<file path=ppt/media/f85085.txt>
</file>

<file path=ppt/media/f85086.txt>
</file>

<file path=ppt/media/f85087.txt>
</file>

<file path=ppt/media/f85088.txt>
</file>

<file path=ppt/media/f85089.txt>
</file>

<file path=ppt/media/f85090.txt>
</file>

<file path=ppt/media/f85091.txt>
</file>

<file path=ppt/media/f85092.txt>
</file>

<file path=ppt/media/f85093.txt>
</file>

<file path=ppt/media/f85094.txt>
</file>

<file path=ppt/media/f85095.txt>
</file>

<file path=ppt/media/f85096.txt>
</file>

<file path=ppt/media/f85097.txt>
</file>

<file path=ppt/media/f85098.txt>
</file>

<file path=ppt/media/f85099.txt>
</file>

<file path=ppt/media/f85100.txt>
</file>

<file path=ppt/media/f85101.txt>
</file>

<file path=ppt/media/f85102.txt>
</file>

<file path=ppt/media/f85103.txt>
</file>

<file path=ppt/media/f85104.txt>
</file>

<file path=ppt/media/f85105.txt>
</file>

<file path=ppt/media/f85106.txt>
</file>

<file path=ppt/media/f85107.txt>
</file>

<file path=ppt/media/f85108.txt>
</file>

<file path=ppt/media/f85109.txt>
</file>

<file path=ppt/media/f85110.txt>
</file>

<file path=ppt/media/f85111.txt>
</file>

<file path=ppt/media/f85112.txt>
</file>

<file path=ppt/media/f85113.txt>
</file>

<file path=ppt/media/f85114.txt>
</file>

<file path=ppt/media/f85115.txt>
</file>

<file path=ppt/media/f85116.txt>
</file>

<file path=ppt/media/f85117.txt>
</file>

<file path=ppt/media/f85118.txt>
</file>

<file path=ppt/media/f85119.txt>
</file>

<file path=ppt/media/f85120.txt>
</file>

<file path=ppt/media/f85121.txt>
</file>

<file path=ppt/media/f85122.txt>
</file>

<file path=ppt/media/f85123.txt>
</file>

<file path=ppt/media/f85124.txt>
</file>

<file path=ppt/media/f85125.txt>
</file>

<file path=ppt/media/f85126.txt>
</file>

<file path=ppt/media/f85127.txt>
</file>

<file path=ppt/media/f85128.txt>
</file>

<file path=ppt/media/f85129.txt>
</file>

<file path=ppt/media/f85130.txt>
</file>

<file path=ppt/media/f85131.txt>
</file>

<file path=ppt/media/f85132.txt>
</file>

<file path=ppt/media/f85133.txt>
</file>

<file path=ppt/media/f85134.txt>
</file>

<file path=ppt/media/f85135.txt>
</file>

<file path=ppt/media/f85136.txt>
</file>

<file path=ppt/media/f85137.txt>
</file>

<file path=ppt/media/f85138.txt>
</file>

<file path=ppt/media/f85139.txt>
</file>

<file path=ppt/media/f85140.txt>
</file>

<file path=ppt/media/f85141.txt>
</file>

<file path=ppt/media/f85142.txt>
</file>

<file path=ppt/media/f85143.txt>
</file>

<file path=ppt/media/f85144.txt>
</file>

<file path=ppt/media/f85145.txt>
</file>

<file path=ppt/media/f85146.txt>
</file>

<file path=ppt/media/f85147.txt>
</file>

<file path=ppt/media/f85148.txt>
</file>

<file path=ppt/media/f85149.txt>
</file>

<file path=ppt/media/f85150.txt>
</file>

<file path=ppt/media/f85151.txt>
</file>

<file path=ppt/media/f85152.txt>
</file>

<file path=ppt/media/f85153.txt>
</file>

<file path=ppt/media/f85154.txt>
</file>

<file path=ppt/media/f85155.txt>
</file>

<file path=ppt/media/f85156.txt>
</file>

<file path=ppt/media/f85157.txt>
</file>

<file path=ppt/media/f85158.txt>
</file>

<file path=ppt/media/f85159.txt>
</file>

<file path=ppt/media/f85160.txt>
</file>

<file path=ppt/media/f85161.txt>
</file>

<file path=ppt/media/f85162.txt>
</file>

<file path=ppt/media/f85163.txt>
</file>

<file path=ppt/media/f85164.txt>
</file>

<file path=ppt/media/f85165.txt>
</file>

<file path=ppt/media/f85166.txt>
</file>

<file path=ppt/media/f85167.txt>
</file>

<file path=ppt/media/f85168.txt>
</file>

<file path=ppt/media/f85169.txt>
</file>

<file path=ppt/media/f85170.txt>
</file>

<file path=ppt/media/f85171.txt>
</file>

<file path=ppt/media/f85172.txt>
</file>

<file path=ppt/media/f85173.txt>
</file>

<file path=ppt/media/f85174.txt>
</file>

<file path=ppt/media/f85175.txt>
</file>

<file path=ppt/media/f85176.txt>
</file>

<file path=ppt/media/f85177.txt>
</file>

<file path=ppt/media/f85178.txt>
</file>

<file path=ppt/media/f85179.txt>
</file>

<file path=ppt/media/f85180.txt>
</file>

<file path=ppt/media/f85181.txt>
</file>

<file path=ppt/media/f85182.txt>
</file>

<file path=ppt/media/f85183.txt>
</file>

<file path=ppt/media/f85184.txt>
</file>

<file path=ppt/media/f85185.txt>
</file>

<file path=ppt/media/f85186.txt>
</file>

<file path=ppt/media/f85187.txt>
</file>

<file path=ppt/media/f85188.txt>
</file>

<file path=ppt/media/f85189.txt>
</file>

<file path=ppt/media/f85190.txt>
</file>

<file path=ppt/media/f85191.txt>
</file>

<file path=ppt/media/f85192.txt>
</file>

<file path=ppt/media/f85193.txt>
</file>

<file path=ppt/media/f85194.txt>
</file>

<file path=ppt/media/f85195.txt>
</file>

<file path=ppt/media/f85196.txt>
</file>

<file path=ppt/media/f85197.txt>
</file>

<file path=ppt/media/f85198.txt>
</file>

<file path=ppt/media/f85199.txt>
</file>

<file path=ppt/media/f85200.txt>
</file>

<file path=ppt/media/f85201.txt>
</file>

<file path=ppt/media/f85202.txt>
</file>

<file path=ppt/media/f85203.txt>
</file>

<file path=ppt/media/f85204.txt>
</file>

<file path=ppt/media/f85205.txt>
</file>

<file path=ppt/media/f85206.txt>
</file>

<file path=ppt/media/f85207.txt>
</file>

<file path=ppt/media/f85208.txt>
</file>

<file path=ppt/media/f85209.txt>
</file>

<file path=ppt/media/f85210.txt>
</file>

<file path=ppt/media/f85211.txt>
</file>

<file path=ppt/media/f85212.txt>
</file>

<file path=ppt/media/f85213.txt>
</file>

<file path=ppt/media/f85214.txt>
</file>

<file path=ppt/media/f85215.txt>
</file>

<file path=ppt/media/f85216.txt>
</file>

<file path=ppt/media/f85217.txt>
</file>

<file path=ppt/media/f85218.txt>
</file>

<file path=ppt/media/f85219.txt>
</file>

<file path=ppt/media/f85220.txt>
</file>

<file path=ppt/media/f85221.txt>
</file>

<file path=ppt/media/f85222.txt>
</file>

<file path=ppt/media/f85223.txt>
</file>

<file path=ppt/media/f85224.txt>
</file>

<file path=ppt/media/f85225.txt>
</file>

<file path=ppt/media/f85226.txt>
</file>

<file path=ppt/media/f85227.txt>
</file>

<file path=ppt/media/f85228.txt>
</file>

<file path=ppt/media/f85229.txt>
</file>

<file path=ppt/media/f85230.txt>
</file>

<file path=ppt/media/f85231.txt>
</file>

<file path=ppt/media/f85232.txt>
</file>

<file path=ppt/media/f85233.txt>
</file>

<file path=ppt/media/f85234.txt>
</file>

<file path=ppt/media/f85235.txt>
</file>

<file path=ppt/media/f85236.txt>
</file>

<file path=ppt/media/f85237.txt>
</file>

<file path=ppt/media/f85238.txt>
</file>

<file path=ppt/media/f85239.txt>
</file>

<file path=ppt/media/f85240.txt>
</file>

<file path=ppt/media/f85241.txt>
</file>

<file path=ppt/media/f85242.txt>
</file>

<file path=ppt/media/f85243.txt>
</file>

<file path=ppt/media/f85244.txt>
</file>

<file path=ppt/media/f85245.txt>
</file>

<file path=ppt/media/f85246.txt>
</file>

<file path=ppt/media/f85247.txt>
</file>

<file path=ppt/media/f85248.txt>
</file>

<file path=ppt/media/f85249.txt>
</file>

<file path=ppt/media/f85250.txt>
</file>

<file path=ppt/media/f85251.txt>
</file>

<file path=ppt/media/f85252.txt>
</file>

<file path=ppt/media/f85253.txt>
</file>

<file path=ppt/media/f85254.txt>
</file>

<file path=ppt/media/f85255.txt>
</file>

<file path=ppt/media/f85256.txt>
</file>

<file path=ppt/media/f85257.txt>
</file>

<file path=ppt/media/f85258.txt>
</file>

<file path=ppt/media/f85259.txt>
</file>

<file path=ppt/media/f85260.txt>
</file>

<file path=ppt/media/f85261.txt>
</file>

<file path=ppt/media/f85262.txt>
</file>

<file path=ppt/media/f85263.txt>
</file>

<file path=ppt/media/f85264.txt>
</file>

<file path=ppt/media/f85265.txt>
</file>

<file path=ppt/media/f85266.txt>
</file>

<file path=ppt/media/f85267.txt>
</file>

<file path=ppt/media/f85268.txt>
</file>

<file path=ppt/media/f85269.txt>
</file>

<file path=ppt/media/f85270.txt>
</file>

<file path=ppt/media/f85271.txt>
</file>

<file path=ppt/media/f85272.txt>
</file>

<file path=ppt/media/f85273.txt>
</file>

<file path=ppt/media/f85274.txt>
</file>

<file path=ppt/media/f85275.txt>
</file>

<file path=ppt/media/f85276.txt>
</file>

<file path=ppt/media/f85277.txt>
</file>

<file path=ppt/media/f85278.txt>
</file>

<file path=ppt/media/f85279.txt>
</file>

<file path=ppt/media/f85280.txt>
</file>

<file path=ppt/media/f85281.txt>
</file>

<file path=ppt/media/f85282.txt>
</file>

<file path=ppt/media/f85283.txt>
</file>

<file path=ppt/media/f85284.txt>
</file>

<file path=ppt/media/f85285.txt>
</file>

<file path=ppt/media/f85286.txt>
</file>

<file path=ppt/media/f85287.txt>
</file>

<file path=ppt/media/f85288.txt>
</file>

<file path=ppt/media/f85289.txt>
</file>

<file path=ppt/media/f85290.txt>
</file>

<file path=ppt/media/f85291.txt>
</file>

<file path=ppt/media/f85292.txt>
</file>

<file path=ppt/media/f85293.txt>
</file>

<file path=ppt/media/f85294.txt>
</file>

<file path=ppt/media/f85295.txt>
</file>

<file path=ppt/media/f85296.txt>
</file>

<file path=ppt/media/f85297.txt>
</file>

<file path=ppt/media/f85298.txt>
</file>

<file path=ppt/media/f85299.txt>
</file>

<file path=ppt/media/f85300.txt>
</file>

<file path=ppt/media/f85301.txt>
</file>

<file path=ppt/media/f85302.txt>
</file>

<file path=ppt/media/f85303.txt>
</file>

<file path=ppt/media/f85304.txt>
</file>

<file path=ppt/media/f85305.txt>
</file>

<file path=ppt/media/f85306.txt>
</file>

<file path=ppt/media/f85307.txt>
</file>

<file path=ppt/media/f85308.txt>
</file>

<file path=ppt/media/f85309.txt>
</file>

<file path=ppt/media/f85310.txt>
</file>

<file path=ppt/media/f85311.txt>
</file>

<file path=ppt/media/f85312.txt>
</file>

<file path=ppt/media/f85313.txt>
</file>

<file path=ppt/media/f85314.txt>
</file>

<file path=ppt/media/f85315.txt>
</file>

<file path=ppt/media/f85316.txt>
</file>

<file path=ppt/media/f85317.txt>
</file>

<file path=ppt/media/f85318.txt>
</file>

<file path=ppt/media/f85319.txt>
</file>

<file path=ppt/media/f85320.txt>
</file>

<file path=ppt/media/f85321.txt>
</file>

<file path=ppt/media/f85322.txt>
</file>

<file path=ppt/media/f85323.txt>
</file>

<file path=ppt/media/f85324.txt>
</file>

<file path=ppt/media/f85325.txt>
</file>

<file path=ppt/media/f85326.txt>
</file>

<file path=ppt/media/f85327.txt>
</file>

<file path=ppt/media/f85328.txt>
</file>

<file path=ppt/media/f85329.txt>
</file>

<file path=ppt/media/f85330.txt>
</file>

<file path=ppt/media/f85331.txt>
</file>

<file path=ppt/media/f85332.txt>
</file>

<file path=ppt/media/f85333.txt>
</file>

<file path=ppt/media/f85334.txt>
</file>

<file path=ppt/media/f85335.txt>
</file>

<file path=ppt/media/f85336.txt>
</file>

<file path=ppt/media/f85337.txt>
</file>

<file path=ppt/media/f85338.txt>
</file>

<file path=ppt/media/f85339.txt>
</file>

<file path=ppt/media/f85340.txt>
</file>

<file path=ppt/media/f85341.txt>
</file>

<file path=ppt/media/f85342.txt>
</file>

<file path=ppt/media/f85343.txt>
</file>

<file path=ppt/media/f85344.txt>
</file>

<file path=ppt/media/f85345.txt>
</file>

<file path=ppt/media/f85346.txt>
</file>

<file path=ppt/media/f85347.txt>
</file>

<file path=ppt/media/f85348.txt>
</file>

<file path=ppt/media/f85349.txt>
</file>

<file path=ppt/media/f85350.txt>
</file>

<file path=ppt/media/f85351.txt>
</file>

<file path=ppt/media/f85352.txt>
</file>

<file path=ppt/media/f85353.txt>
</file>

<file path=ppt/media/f85354.txt>
</file>

<file path=ppt/media/f85355.txt>
</file>

<file path=ppt/media/f85356.txt>
</file>

<file path=ppt/media/f85357.txt>
</file>

<file path=ppt/media/f85358.txt>
</file>

<file path=ppt/media/f85359.txt>
</file>

<file path=ppt/media/f85360.txt>
</file>

<file path=ppt/media/f85361.txt>
</file>

<file path=ppt/media/f85362.txt>
</file>

<file path=ppt/media/f85363.txt>
</file>

<file path=ppt/media/f85364.txt>
</file>

<file path=ppt/media/f85365.txt>
</file>

<file path=ppt/media/f85366.txt>
</file>

<file path=ppt/media/f85367.txt>
</file>

<file path=ppt/media/f85368.txt>
</file>

<file path=ppt/media/f85369.txt>
</file>

<file path=ppt/media/f85370.txt>
</file>

<file path=ppt/media/f85371.txt>
</file>

<file path=ppt/media/f85372.txt>
</file>

<file path=ppt/media/f85373.txt>
</file>

<file path=ppt/media/f85374.txt>
</file>

<file path=ppt/media/f85375.txt>
</file>

<file path=ppt/media/f85376.txt>
</file>

<file path=ppt/media/f85377.txt>
</file>

<file path=ppt/media/f85378.txt>
</file>

<file path=ppt/media/f85379.txt>
</file>

<file path=ppt/media/f85380.txt>
</file>

<file path=ppt/media/f85381.txt>
</file>

<file path=ppt/media/f85382.txt>
</file>

<file path=ppt/media/f85383.txt>
</file>

<file path=ppt/media/f85384.txt>
</file>

<file path=ppt/media/f85385.txt>
</file>

<file path=ppt/media/f85386.txt>
</file>

<file path=ppt/media/f85387.txt>
</file>

<file path=ppt/media/f85388.txt>
</file>

<file path=ppt/media/f85389.txt>
</file>

<file path=ppt/media/f85390.txt>
</file>

<file path=ppt/media/f85391.txt>
</file>

<file path=ppt/media/f85392.txt>
</file>

<file path=ppt/media/f85393.txt>
</file>

<file path=ppt/media/f85394.txt>
</file>

<file path=ppt/media/f85395.txt>
</file>

<file path=ppt/media/f85396.txt>
</file>

<file path=ppt/media/f85397.txt>
</file>

<file path=ppt/media/f85398.txt>
</file>

<file path=ppt/media/f85399.txt>
</file>

<file path=ppt/media/f85400.txt>
</file>

<file path=ppt/media/f85401.txt>
</file>

<file path=ppt/media/f85402.txt>
</file>

<file path=ppt/media/f85403.txt>
</file>

<file path=ppt/media/f85404.txt>
</file>

<file path=ppt/media/f85405.txt>
</file>

<file path=ppt/media/f85406.txt>
</file>

<file path=ppt/media/f85407.txt>
</file>

<file path=ppt/media/f85408.txt>
</file>

<file path=ppt/media/f85409.txt>
</file>

<file path=ppt/media/f85410.txt>
</file>

<file path=ppt/media/f85411.txt>
</file>

<file path=ppt/media/f85412.txt>
</file>

<file path=ppt/media/f85413.txt>
</file>

<file path=ppt/media/f85414.txt>
</file>

<file path=ppt/media/f85415.txt>
</file>

<file path=ppt/media/f85416.txt>
</file>

<file path=ppt/media/f85417.txt>
</file>

<file path=ppt/media/f85418.txt>
</file>

<file path=ppt/media/f85419.txt>
</file>

<file path=ppt/media/f85420.txt>
</file>

<file path=ppt/media/f85421.txt>
</file>

<file path=ppt/media/f85422.txt>
</file>

<file path=ppt/media/f85423.txt>
</file>

<file path=ppt/media/f85424.txt>
</file>

<file path=ppt/media/f85425.txt>
</file>

<file path=ppt/media/f85426.txt>
</file>

<file path=ppt/media/f85427.txt>
</file>

<file path=ppt/media/f85428.txt>
</file>

<file path=ppt/media/f85429.txt>
</file>

<file path=ppt/media/f85430.txt>
</file>

<file path=ppt/media/f85431.txt>
</file>

<file path=ppt/media/f85432.txt>
</file>

<file path=ppt/media/f85433.txt>
</file>

<file path=ppt/media/f85434.txt>
</file>

<file path=ppt/media/f85435.txt>
</file>

<file path=ppt/media/f85436.txt>
</file>

<file path=ppt/media/f85437.txt>
</file>

<file path=ppt/media/f85438.txt>
</file>

<file path=ppt/media/f85439.txt>
</file>

<file path=ppt/media/f85440.txt>
</file>

<file path=ppt/media/f85441.txt>
</file>

<file path=ppt/media/f85442.txt>
</file>

<file path=ppt/media/f85443.txt>
</file>

<file path=ppt/media/f85444.txt>
</file>

<file path=ppt/media/f85445.txt>
</file>

<file path=ppt/media/f85446.txt>
</file>

<file path=ppt/media/f85447.txt>
</file>

<file path=ppt/media/f85448.txt>
</file>

<file path=ppt/media/f85449.txt>
</file>

<file path=ppt/media/f85450.txt>
</file>

<file path=ppt/media/f85451.txt>
</file>

<file path=ppt/media/f85452.txt>
</file>

<file path=ppt/media/f85453.txt>
</file>

<file path=ppt/media/f85454.txt>
</file>

<file path=ppt/media/f85455.txt>
</file>

<file path=ppt/media/f85456.txt>
</file>

<file path=ppt/media/f85457.txt>
</file>

<file path=ppt/media/f85458.txt>
</file>

<file path=ppt/media/f85459.txt>
</file>

<file path=ppt/media/f85460.txt>
</file>

<file path=ppt/media/f85461.txt>
</file>

<file path=ppt/media/f85462.txt>
</file>

<file path=ppt/media/f85463.txt>
</file>

<file path=ppt/media/f85464.txt>
</file>

<file path=ppt/media/f85465.txt>
</file>

<file path=ppt/media/f85466.txt>
</file>

<file path=ppt/media/f85467.txt>
</file>

<file path=ppt/media/f85468.txt>
</file>

<file path=ppt/media/f85469.txt>
</file>

<file path=ppt/media/f85470.txt>
</file>

<file path=ppt/media/f85471.txt>
</file>

<file path=ppt/media/f85472.txt>
</file>

<file path=ppt/media/f85473.txt>
</file>

<file path=ppt/media/f85474.txt>
</file>

<file path=ppt/media/f85475.txt>
</file>

<file path=ppt/media/f85476.txt>
</file>

<file path=ppt/media/f85477.txt>
</file>

<file path=ppt/media/f85478.txt>
</file>

<file path=ppt/media/f85479.txt>
</file>

<file path=ppt/media/f85480.txt>
</file>

<file path=ppt/media/f85481.txt>
</file>

<file path=ppt/media/f85482.txt>
</file>

<file path=ppt/media/f85483.txt>
</file>

<file path=ppt/media/f85484.txt>
</file>

<file path=ppt/media/f85485.txt>
</file>

<file path=ppt/media/f85486.txt>
</file>

<file path=ppt/media/f85487.txt>
</file>

<file path=ppt/media/f85488.txt>
</file>

<file path=ppt/media/f85489.txt>
</file>

<file path=ppt/media/f85490.txt>
</file>

<file path=ppt/media/f85491.txt>
</file>

<file path=ppt/media/f85492.txt>
</file>

<file path=ppt/media/f85493.txt>
</file>

<file path=ppt/media/f85494.txt>
</file>

<file path=ppt/media/f85495.txt>
</file>

<file path=ppt/media/f85496.txt>
</file>

<file path=ppt/media/f85497.txt>
</file>

<file path=ppt/media/f85498.txt>
</file>

<file path=ppt/media/f85499.txt>
</file>

<file path=ppt/media/f85500.txt>
</file>

<file path=ppt/media/f85501.txt>
</file>

<file path=ppt/media/f85502.txt>
</file>

<file path=ppt/media/f85503.txt>
</file>

<file path=ppt/media/f85504.txt>
</file>

<file path=ppt/media/f85505.txt>
</file>

<file path=ppt/media/f85506.txt>
</file>

<file path=ppt/media/f85507.txt>
</file>

<file path=ppt/media/f85508.txt>
</file>

<file path=ppt/media/f85509.txt>
</file>

<file path=ppt/media/f85510.txt>
</file>

<file path=ppt/media/f85511.txt>
</file>

<file path=ppt/media/f85512.txt>
</file>

<file path=ppt/media/f85513.txt>
</file>

<file path=ppt/media/f85514.txt>
</file>

<file path=ppt/media/f85515.txt>
</file>

<file path=ppt/media/f85516.txt>
</file>

<file path=ppt/media/f85517.txt>
</file>

<file path=ppt/media/f85518.txt>
</file>

<file path=ppt/media/f85519.txt>
</file>

<file path=ppt/media/f85520.txt>
</file>

<file path=ppt/media/f85521.txt>
</file>

<file path=ppt/media/f85522.txt>
</file>

<file path=ppt/media/f85523.txt>
</file>

<file path=ppt/media/f85524.txt>
</file>

<file path=ppt/media/f85525.txt>
</file>

<file path=ppt/media/f85526.txt>
</file>

<file path=ppt/media/f85527.txt>
</file>

<file path=ppt/media/f85528.txt>
</file>

<file path=ppt/media/f85529.txt>
</file>

<file path=ppt/media/f85530.txt>
</file>

<file path=ppt/media/f85531.txt>
</file>

<file path=ppt/media/f85532.txt>
</file>

<file path=ppt/media/f85533.txt>
</file>

<file path=ppt/media/f85534.txt>
</file>

<file path=ppt/media/f85535.txt>
</file>

<file path=ppt/media/f85536.txt>
</file>

<file path=ppt/media/f85537.txt>
</file>

<file path=ppt/media/f85538.txt>
</file>

<file path=ppt/media/f85539.txt>
</file>

<file path=ppt/media/f85540.txt>
</file>

<file path=ppt/media/f85541.txt>
</file>

<file path=ppt/media/f85542.txt>
</file>

<file path=ppt/media/f85543.txt>
</file>

<file path=ppt/media/f85544.txt>
</file>

<file path=ppt/media/f85545.txt>
</file>

<file path=ppt/media/f85546.txt>
</file>

<file path=ppt/media/f85547.txt>
</file>

<file path=ppt/media/f85548.txt>
</file>

<file path=ppt/media/f85549.txt>
</file>

<file path=ppt/media/f85550.txt>
</file>

<file path=ppt/media/f85551.txt>
</file>

<file path=ppt/media/f85552.txt>
</file>

<file path=ppt/media/f85553.txt>
</file>

<file path=ppt/media/f85554.txt>
</file>

<file path=ppt/media/f85555.txt>
</file>

<file path=ppt/media/f85556.txt>
</file>

<file path=ppt/media/f85557.txt>
</file>

<file path=ppt/media/f85558.txt>
</file>

<file path=ppt/media/f85559.txt>
</file>

<file path=ppt/media/f85560.txt>
</file>

<file path=ppt/media/f85561.txt>
</file>

<file path=ppt/media/f85562.txt>
</file>

<file path=ppt/media/f85563.txt>
</file>

<file path=ppt/media/f85564.txt>
</file>

<file path=ppt/media/f85565.txt>
</file>

<file path=ppt/media/f85566.txt>
</file>

<file path=ppt/media/f85567.txt>
</file>

<file path=ppt/media/f85568.txt>
</file>

<file path=ppt/media/f85569.txt>
</file>

<file path=ppt/media/f85570.txt>
</file>

<file path=ppt/media/f85571.txt>
</file>

<file path=ppt/media/f85572.txt>
</file>

<file path=ppt/media/f85573.txt>
</file>

<file path=ppt/media/f85574.txt>
</file>

<file path=ppt/media/f85575.txt>
</file>

<file path=ppt/media/f85576.txt>
</file>

<file path=ppt/media/f85577.txt>
</file>

<file path=ppt/media/f85578.txt>
</file>

<file path=ppt/media/f85579.txt>
</file>

<file path=ppt/media/f85580.txt>
</file>

<file path=ppt/media/f85581.txt>
</file>

<file path=ppt/media/f85582.txt>
</file>

<file path=ppt/media/f85583.txt>
</file>

<file path=ppt/media/f85584.txt>
</file>

<file path=ppt/media/f85585.txt>
</file>

<file path=ppt/media/f85586.txt>
</file>

<file path=ppt/media/f85587.txt>
</file>

<file path=ppt/media/f85588.txt>
</file>

<file path=ppt/media/f85589.txt>
</file>

<file path=ppt/media/f85590.txt>
</file>

<file path=ppt/media/f85591.txt>
</file>

<file path=ppt/media/f85592.txt>
</file>

<file path=ppt/media/f85593.txt>
</file>

<file path=ppt/media/f85594.txt>
</file>

<file path=ppt/media/f85595.txt>
</file>

<file path=ppt/media/f85596.txt>
</file>

<file path=ppt/media/f85597.txt>
</file>

<file path=ppt/media/f85598.txt>
</file>

<file path=ppt/media/f85599.txt>
</file>

<file path=ppt/media/f85600.txt>
</file>

<file path=ppt/media/f85601.txt>
</file>

<file path=ppt/media/f85602.txt>
</file>

<file path=ppt/media/f85603.txt>
</file>

<file path=ppt/media/f85604.txt>
</file>

<file path=ppt/media/f85605.txt>
</file>

<file path=ppt/media/f85606.txt>
</file>

<file path=ppt/media/f85607.txt>
</file>

<file path=ppt/media/f85608.txt>
</file>

<file path=ppt/media/f85609.txt>
</file>

<file path=ppt/media/f85610.txt>
</file>

<file path=ppt/media/f85611.txt>
</file>

<file path=ppt/media/f85612.txt>
</file>

<file path=ppt/media/f85613.txt>
</file>

<file path=ppt/media/f85614.txt>
</file>

<file path=ppt/media/f85615.txt>
</file>

<file path=ppt/media/f85616.txt>
</file>

<file path=ppt/media/f85617.txt>
</file>

<file path=ppt/media/f85618.txt>
</file>

<file path=ppt/media/f85619.txt>
</file>

<file path=ppt/media/f85620.txt>
</file>

<file path=ppt/media/f85621.txt>
</file>

<file path=ppt/media/f85622.txt>
</file>

<file path=ppt/media/f85623.txt>
</file>

<file path=ppt/media/f85624.txt>
</file>

<file path=ppt/media/f85625.txt>
</file>

<file path=ppt/media/f85626.txt>
</file>

<file path=ppt/media/f85627.txt>
</file>

<file path=ppt/media/f85628.txt>
</file>

<file path=ppt/media/f85629.txt>
</file>

<file path=ppt/media/f85630.txt>
</file>

<file path=ppt/media/f85631.txt>
</file>

<file path=ppt/media/f85632.txt>
</file>

<file path=ppt/media/f85633.txt>
</file>

<file path=ppt/media/f85634.txt>
</file>

<file path=ppt/media/f85635.txt>
</file>

<file path=ppt/media/f85636.txt>
</file>

<file path=ppt/media/f85637.txt>
</file>

<file path=ppt/media/f85638.txt>
</file>

<file path=ppt/media/f85639.txt>
</file>

<file path=ppt/media/f85640.txt>
</file>

<file path=ppt/media/f85641.txt>
</file>

<file path=ppt/media/f85642.txt>
</file>

<file path=ppt/media/f85643.txt>
</file>

<file path=ppt/media/f85644.txt>
</file>

<file path=ppt/media/f85645.txt>
</file>

<file path=ppt/media/f85646.txt>
</file>

<file path=ppt/media/f85647.txt>
</file>

<file path=ppt/media/f85648.txt>
</file>

<file path=ppt/media/f85649.txt>
</file>

<file path=ppt/media/f85650.txt>
</file>

<file path=ppt/media/f85651.txt>
</file>

<file path=ppt/media/f85652.txt>
</file>

<file path=ppt/media/f85653.txt>
</file>

<file path=ppt/media/f85654.txt>
</file>

<file path=ppt/media/f85655.txt>
</file>

<file path=ppt/media/f85656.txt>
</file>

<file path=ppt/media/f85657.txt>
</file>

<file path=ppt/media/f85658.txt>
</file>

<file path=ppt/media/f85659.txt>
</file>

<file path=ppt/media/f85660.txt>
</file>

<file path=ppt/media/f85661.txt>
</file>

<file path=ppt/media/f85662.txt>
</file>

<file path=ppt/media/f85663.txt>
</file>

<file path=ppt/media/f85664.txt>
</file>

<file path=ppt/media/f85665.txt>
</file>

<file path=ppt/media/f85666.txt>
</file>

<file path=ppt/media/f85667.txt>
</file>

<file path=ppt/media/f85668.txt>
</file>

<file path=ppt/media/f85669.txt>
</file>

<file path=ppt/media/f85670.txt>
</file>

<file path=ppt/media/f85671.txt>
</file>

<file path=ppt/media/f85672.txt>
</file>

<file path=ppt/media/f85673.txt>
</file>

<file path=ppt/media/f85674.txt>
</file>

<file path=ppt/media/f85675.txt>
</file>

<file path=ppt/media/f85676.txt>
</file>

<file path=ppt/media/f85677.txt>
</file>

<file path=ppt/media/f85678.txt>
</file>

<file path=ppt/media/f85679.txt>
</file>

<file path=ppt/media/f85680.txt>
</file>

<file path=ppt/media/f85681.txt>
</file>

<file path=ppt/media/f85682.txt>
</file>

<file path=ppt/media/f85683.txt>
</file>

<file path=ppt/media/f85684.txt>
</file>

<file path=ppt/media/f85685.txt>
</file>

<file path=ppt/media/f85686.txt>
</file>

<file path=ppt/media/f85687.txt>
</file>

<file path=ppt/media/f85688.txt>
</file>

<file path=ppt/media/f85689.txt>
</file>

<file path=ppt/media/f85690.txt>
</file>

<file path=ppt/media/f85691.txt>
</file>

<file path=ppt/media/f85692.txt>
</file>

<file path=ppt/media/f85693.txt>
</file>

<file path=ppt/media/f85694.txt>
</file>

<file path=ppt/media/f85695.txt>
</file>

<file path=ppt/media/f85696.txt>
</file>

<file path=ppt/media/f85697.txt>
</file>

<file path=ppt/media/f85698.txt>
</file>

<file path=ppt/media/f85699.txt>
</file>

<file path=ppt/media/f85700.txt>
</file>

<file path=ppt/media/f85701.txt>
</file>

<file path=ppt/media/f85702.txt>
</file>

<file path=ppt/media/f85703.txt>
</file>

<file path=ppt/media/f85704.txt>
</file>

<file path=ppt/media/f85705.txt>
</file>

<file path=ppt/media/f85706.txt>
</file>

<file path=ppt/media/f85707.txt>
</file>

<file path=ppt/media/f85708.txt>
</file>

<file path=ppt/media/f85709.txt>
</file>

<file path=ppt/media/f85710.txt>
</file>

<file path=ppt/media/f85711.txt>
</file>

<file path=ppt/media/f85712.txt>
</file>

<file path=ppt/media/f85713.txt>
</file>

<file path=ppt/media/f85714.txt>
</file>

<file path=ppt/media/f85715.txt>
</file>

<file path=ppt/media/f85716.txt>
</file>

<file path=ppt/media/f85717.txt>
</file>

<file path=ppt/media/f85718.txt>
</file>

<file path=ppt/media/f85719.txt>
</file>

<file path=ppt/media/f85720.txt>
</file>

<file path=ppt/media/f85721.txt>
</file>

<file path=ppt/media/f85722.txt>
</file>

<file path=ppt/media/f85723.txt>
</file>

<file path=ppt/media/f85724.txt>
</file>

<file path=ppt/media/f85725.txt>
</file>

<file path=ppt/media/f85726.txt>
</file>

<file path=ppt/media/f85727.txt>
</file>

<file path=ppt/media/f85728.txt>
</file>

<file path=ppt/media/f85729.txt>
</file>

<file path=ppt/media/f85730.txt>
</file>

<file path=ppt/media/f85731.txt>
</file>

<file path=ppt/media/f85732.txt>
</file>

<file path=ppt/media/f85733.txt>
</file>

<file path=ppt/media/f85734.txt>
</file>

<file path=ppt/media/f85735.txt>
</file>

<file path=ppt/media/f85736.txt>
</file>

<file path=ppt/media/f85737.txt>
</file>

<file path=ppt/media/f85738.txt>
</file>

<file path=ppt/media/f85739.txt>
</file>

<file path=ppt/media/f85740.txt>
</file>

<file path=ppt/media/f85741.txt>
</file>

<file path=ppt/media/f85742.txt>
</file>

<file path=ppt/media/f85743.txt>
</file>

<file path=ppt/media/f85744.txt>
</file>

<file path=ppt/media/f85745.txt>
</file>

<file path=ppt/media/f85746.txt>
</file>

<file path=ppt/media/f85747.txt>
</file>

<file path=ppt/media/f85748.txt>
</file>

<file path=ppt/media/f85749.txt>
</file>

<file path=ppt/media/f85750.txt>
</file>

<file path=ppt/media/f85751.txt>
</file>

<file path=ppt/media/f85752.txt>
</file>

<file path=ppt/media/f85753.txt>
</file>

<file path=ppt/media/f85754.txt>
</file>

<file path=ppt/media/f85755.txt>
</file>

<file path=ppt/media/f85756.txt>
</file>

<file path=ppt/media/f85757.txt>
</file>

<file path=ppt/media/f85758.txt>
</file>

<file path=ppt/media/f85759.txt>
</file>

<file path=ppt/media/f85760.txt>
</file>

<file path=ppt/media/f85761.txt>
</file>

<file path=ppt/media/f85762.txt>
</file>

<file path=ppt/media/f85763.txt>
</file>

<file path=ppt/media/f85764.txt>
</file>

<file path=ppt/media/f85765.txt>
</file>

<file path=ppt/media/f85766.txt>
</file>

<file path=ppt/media/f85767.txt>
</file>

<file path=ppt/media/f85768.txt>
</file>

<file path=ppt/media/f85769.txt>
</file>

<file path=ppt/media/f85770.txt>
</file>

<file path=ppt/media/f85771.txt>
</file>

<file path=ppt/media/f85772.txt>
</file>

<file path=ppt/media/f85773.txt>
</file>

<file path=ppt/media/f85774.txt>
</file>

<file path=ppt/media/f85775.txt>
</file>

<file path=ppt/media/f85776.txt>
</file>

<file path=ppt/media/f85777.txt>
</file>

<file path=ppt/media/f85778.txt>
</file>

<file path=ppt/media/f85779.txt>
</file>

<file path=ppt/media/f85780.txt>
</file>

<file path=ppt/media/f85781.txt>
</file>

<file path=ppt/media/f85782.txt>
</file>

<file path=ppt/media/f85783.txt>
</file>

<file path=ppt/media/f85784.txt>
</file>

<file path=ppt/media/f85785.txt>
</file>

<file path=ppt/media/f85786.txt>
</file>

<file path=ppt/media/f85787.txt>
</file>

<file path=ppt/media/f85788.txt>
</file>

<file path=ppt/media/f85789.txt>
</file>

<file path=ppt/media/f85790.txt>
</file>

<file path=ppt/media/f85791.txt>
</file>

<file path=ppt/media/f85792.txt>
</file>

<file path=ppt/media/f85793.txt>
</file>

<file path=ppt/media/f85794.txt>
</file>

<file path=ppt/media/f85795.txt>
</file>

<file path=ppt/media/f85796.txt>
</file>

<file path=ppt/media/f85797.txt>
</file>

<file path=ppt/media/f85798.txt>
</file>

<file path=ppt/media/f85799.txt>
</file>

<file path=ppt/media/f85800.txt>
</file>

<file path=ppt/media/f85801.txt>
</file>

<file path=ppt/media/f85802.txt>
</file>

<file path=ppt/media/f85803.txt>
</file>

<file path=ppt/media/f85804.txt>
</file>

<file path=ppt/media/f85805.txt>
</file>

<file path=ppt/media/f85806.txt>
</file>

<file path=ppt/media/f85807.txt>
</file>

<file path=ppt/media/f85808.txt>
</file>

<file path=ppt/media/f85809.txt>
</file>

<file path=ppt/media/f85810.txt>
</file>

<file path=ppt/media/f85811.txt>
</file>

<file path=ppt/media/f85812.txt>
</file>

<file path=ppt/media/f85813.txt>
</file>

<file path=ppt/media/f85814.txt>
</file>

<file path=ppt/media/f85815.txt>
</file>

<file path=ppt/media/f85816.txt>
</file>

<file path=ppt/media/f85817.txt>
</file>

<file path=ppt/media/f85818.txt>
</file>

<file path=ppt/media/f85819.txt>
</file>

<file path=ppt/media/f85820.txt>
</file>

<file path=ppt/media/f85821.txt>
</file>

<file path=ppt/media/f85822.txt>
</file>

<file path=ppt/media/f85823.txt>
</file>

<file path=ppt/media/f85824.txt>
</file>

<file path=ppt/media/f85825.txt>
</file>

<file path=ppt/media/f85826.txt>
</file>

<file path=ppt/media/f85827.txt>
</file>

<file path=ppt/media/f85828.txt>
</file>

<file path=ppt/media/f85829.txt>
</file>

<file path=ppt/media/f85830.txt>
</file>

<file path=ppt/media/f85831.txt>
</file>

<file path=ppt/media/f85832.txt>
</file>

<file path=ppt/media/f85833.txt>
</file>

<file path=ppt/media/f85834.txt>
</file>

<file path=ppt/media/f85835.txt>
</file>

<file path=ppt/media/f85836.txt>
</file>

<file path=ppt/media/f85837.txt>
</file>

<file path=ppt/media/f85838.txt>
</file>

<file path=ppt/media/f85839.txt>
</file>

<file path=ppt/media/f85840.txt>
</file>

<file path=ppt/media/f85841.txt>
</file>

<file path=ppt/media/f85842.txt>
</file>

<file path=ppt/media/f85843.txt>
</file>

<file path=ppt/media/f85844.txt>
</file>

<file path=ppt/media/f85845.txt>
</file>

<file path=ppt/media/f85846.txt>
</file>

<file path=ppt/media/f85847.txt>
</file>

<file path=ppt/media/f85848.txt>
</file>

<file path=ppt/media/f85849.txt>
</file>

<file path=ppt/media/f85850.txt>
</file>

<file path=ppt/media/f85851.txt>
</file>

<file path=ppt/media/f85852.txt>
</file>

<file path=ppt/media/f85853.txt>
</file>

<file path=ppt/media/f85854.txt>
</file>

<file path=ppt/media/f85855.txt>
</file>

<file path=ppt/media/f85856.txt>
</file>

<file path=ppt/media/f85857.txt>
</file>

<file path=ppt/media/f85858.txt>
</file>

<file path=ppt/media/f85859.txt>
</file>

<file path=ppt/media/f85860.txt>
</file>

<file path=ppt/media/f85861.txt>
</file>

<file path=ppt/media/f85862.txt>
</file>

<file path=ppt/media/f85863.txt>
</file>

<file path=ppt/media/f85864.txt>
</file>

<file path=ppt/media/f85865.txt>
</file>

<file path=ppt/media/f85866.txt>
</file>

<file path=ppt/media/f85867.txt>
</file>

<file path=ppt/media/f85868.txt>
</file>

<file path=ppt/media/f85869.txt>
</file>

<file path=ppt/media/f85870.txt>
</file>

<file path=ppt/media/f85871.txt>
</file>

<file path=ppt/media/f85872.txt>
</file>

<file path=ppt/media/f85873.txt>
</file>

<file path=ppt/media/f85874.txt>
</file>

<file path=ppt/media/f85875.txt>
</file>

<file path=ppt/media/f85876.txt>
</file>

<file path=ppt/media/f85877.txt>
</file>

<file path=ppt/media/f85878.txt>
</file>

<file path=ppt/media/f85879.txt>
</file>

<file path=ppt/media/f85880.txt>
</file>

<file path=ppt/media/f85881.txt>
</file>

<file path=ppt/media/f85882.txt>
</file>

<file path=ppt/media/f85883.txt>
</file>

<file path=ppt/media/f85884.txt>
</file>

<file path=ppt/media/f85885.txt>
</file>

<file path=ppt/media/f85886.txt>
</file>

<file path=ppt/media/f85887.txt>
</file>

<file path=ppt/media/f85888.txt>
</file>

<file path=ppt/media/f85889.txt>
</file>

<file path=ppt/media/f85890.txt>
</file>

<file path=ppt/media/f85891.txt>
</file>

<file path=ppt/media/f85892.txt>
</file>

<file path=ppt/media/f85893.txt>
</file>

<file path=ppt/media/f85894.txt>
</file>

<file path=ppt/media/f85895.txt>
</file>

<file path=ppt/media/f85896.txt>
</file>

<file path=ppt/media/f85897.txt>
</file>

<file path=ppt/media/f85898.txt>
</file>

<file path=ppt/media/f85899.txt>
</file>

<file path=ppt/media/f85900.txt>
</file>

<file path=ppt/media/f85901.txt>
</file>

<file path=ppt/media/f85902.txt>
</file>

<file path=ppt/media/f85903.txt>
</file>

<file path=ppt/media/f85904.txt>
</file>

<file path=ppt/media/f85905.txt>
</file>

<file path=ppt/media/f85906.txt>
</file>

<file path=ppt/media/f85907.txt>
</file>

<file path=ppt/media/f85908.txt>
</file>

<file path=ppt/media/f85909.txt>
</file>

<file path=ppt/media/f85910.txt>
</file>

<file path=ppt/media/f85911.txt>
</file>

<file path=ppt/media/f85912.txt>
</file>

<file path=ppt/media/f85913.txt>
</file>

<file path=ppt/media/f85914.txt>
</file>

<file path=ppt/media/f85915.txt>
</file>

<file path=ppt/media/f85916.txt>
</file>

<file path=ppt/media/f85917.txt>
</file>

<file path=ppt/media/f85918.txt>
</file>

<file path=ppt/media/f85919.txt>
</file>

<file path=ppt/media/f85920.txt>
</file>

<file path=ppt/media/f85921.txt>
</file>

<file path=ppt/media/f85922.txt>
</file>

<file path=ppt/media/f85923.txt>
</file>

<file path=ppt/media/f85924.txt>
</file>

<file path=ppt/media/f85925.txt>
</file>

<file path=ppt/media/f85926.txt>
</file>

<file path=ppt/media/f85927.txt>
</file>

<file path=ppt/media/f85928.txt>
</file>

<file path=ppt/media/f85929.txt>
</file>

<file path=ppt/media/f85930.txt>
</file>

<file path=ppt/media/f85931.txt>
</file>

<file path=ppt/media/f85932.txt>
</file>

<file path=ppt/media/f85933.txt>
</file>

<file path=ppt/media/f85934.txt>
</file>

<file path=ppt/media/f85935.txt>
</file>

<file path=ppt/media/f85936.txt>
</file>

<file path=ppt/media/f85937.txt>
</file>

<file path=ppt/media/f85938.txt>
</file>

<file path=ppt/media/f85939.txt>
</file>

<file path=ppt/media/f85940.txt>
</file>

<file path=ppt/media/f85941.txt>
</file>

<file path=ppt/media/f85942.txt>
</file>

<file path=ppt/media/f85943.txt>
</file>

<file path=ppt/media/f85944.txt>
</file>

<file path=ppt/media/f85945.txt>
</file>

<file path=ppt/media/f85946.txt>
</file>

<file path=ppt/media/f85947.txt>
</file>

<file path=ppt/media/f85948.txt>
</file>

<file path=ppt/media/f85949.txt>
</file>

<file path=ppt/media/f85950.txt>
</file>

<file path=ppt/media/f85951.txt>
</file>

<file path=ppt/media/f85952.txt>
</file>

<file path=ppt/media/f85953.txt>
</file>

<file path=ppt/media/f85954.txt>
</file>

<file path=ppt/media/f85955.txt>
</file>

<file path=ppt/media/f85956.txt>
</file>

<file path=ppt/media/f85957.txt>
</file>

<file path=ppt/media/f85958.txt>
</file>

<file path=ppt/media/f85959.txt>
</file>

<file path=ppt/media/f85960.txt>
</file>

<file path=ppt/media/f85961.txt>
</file>

<file path=ppt/media/f85962.txt>
</file>

<file path=ppt/media/f85963.txt>
</file>

<file path=ppt/media/f85964.txt>
</file>

<file path=ppt/media/f85965.txt>
</file>

<file path=ppt/media/f85966.txt>
</file>

<file path=ppt/media/f85967.txt>
</file>

<file path=ppt/media/f85968.txt>
</file>

<file path=ppt/media/f85969.txt>
</file>

<file path=ppt/media/f85970.txt>
</file>

<file path=ppt/media/f85971.txt>
</file>

<file path=ppt/media/f85972.txt>
</file>

<file path=ppt/media/f85973.txt>
</file>

<file path=ppt/media/f85974.txt>
</file>

<file path=ppt/media/f85975.txt>
</file>

<file path=ppt/media/f85976.txt>
</file>

<file path=ppt/media/f85977.txt>
</file>

<file path=ppt/media/f85978.txt>
</file>

<file path=ppt/media/f85979.txt>
</file>

<file path=ppt/media/f85980.txt>
</file>

<file path=ppt/media/f85981.txt>
</file>

<file path=ppt/media/f85982.txt>
</file>

<file path=ppt/media/f85983.txt>
</file>

<file path=ppt/media/f85984.txt>
</file>

<file path=ppt/media/f85985.txt>
</file>

<file path=ppt/media/f85986.txt>
</file>

<file path=ppt/media/f85987.txt>
</file>

<file path=ppt/media/f85988.txt>
</file>

<file path=ppt/media/f85989.txt>
</file>

<file path=ppt/media/f85990.txt>
</file>

<file path=ppt/media/f85991.txt>
</file>

<file path=ppt/media/f85992.txt>
</file>

<file path=ppt/media/f85993.txt>
</file>

<file path=ppt/media/f85994.txt>
</file>

<file path=ppt/media/f85995.txt>
</file>

<file path=ppt/media/f85996.txt>
</file>

<file path=ppt/media/f85997.txt>
</file>

<file path=ppt/media/f85998.txt>
</file>

<file path=ppt/media/f85999.txt>
</file>

<file path=ppt/media/f86000.txt>
</file>

<file path=ppt/media/f86001.txt>
</file>

<file path=ppt/media/f86002.txt>
</file>

<file path=ppt/media/f86003.txt>
</file>

<file path=ppt/media/f86004.txt>
</file>

<file path=ppt/media/f86005.txt>
</file>

<file path=ppt/media/f86006.txt>
</file>

<file path=ppt/media/f86007.txt>
</file>

<file path=ppt/media/f86008.txt>
</file>

<file path=ppt/media/f86009.txt>
</file>

<file path=ppt/media/f86010.txt>
</file>

<file path=ppt/media/f86011.txt>
</file>

<file path=ppt/media/f86012.txt>
</file>

<file path=ppt/media/f86013.txt>
</file>

<file path=ppt/media/f86014.txt>
</file>

<file path=ppt/media/f86015.txt>
</file>

<file path=ppt/media/f86016.txt>
</file>

<file path=ppt/media/f86017.txt>
</file>

<file path=ppt/media/f86018.txt>
</file>

<file path=ppt/media/f86019.txt>
</file>

<file path=ppt/media/f86020.txt>
</file>

<file path=ppt/media/f86021.txt>
</file>

<file path=ppt/media/f86022.txt>
</file>

<file path=ppt/media/f86023.txt>
</file>

<file path=ppt/media/f86024.txt>
</file>

<file path=ppt/media/f86025.txt>
</file>

<file path=ppt/media/f86026.txt>
</file>

<file path=ppt/media/f86027.txt>
</file>

<file path=ppt/media/f86028.txt>
</file>

<file path=ppt/media/f86029.txt>
</file>

<file path=ppt/media/f86030.txt>
</file>

<file path=ppt/media/f86031.txt>
</file>

<file path=ppt/media/f86032.txt>
</file>

<file path=ppt/media/f86033.txt>
</file>

<file path=ppt/media/f86034.txt>
</file>

<file path=ppt/media/f86035.txt>
</file>

<file path=ppt/media/f86036.txt>
</file>

<file path=ppt/media/f86037.txt>
</file>

<file path=ppt/media/f86038.txt>
</file>

<file path=ppt/media/f86039.txt>
</file>

<file path=ppt/media/f86040.txt>
</file>

<file path=ppt/media/f86041.txt>
</file>

<file path=ppt/media/f86042.txt>
</file>

<file path=ppt/media/f86043.txt>
</file>

<file path=ppt/media/f86044.txt>
</file>

<file path=ppt/media/f86045.txt>
</file>

<file path=ppt/media/f86046.txt>
</file>

<file path=ppt/media/f86047.txt>
</file>

<file path=ppt/media/f86048.txt>
</file>

<file path=ppt/media/f86049.txt>
</file>

<file path=ppt/media/f86050.txt>
</file>

<file path=ppt/media/f86051.txt>
</file>

<file path=ppt/media/f86052.txt>
</file>

<file path=ppt/media/f86053.txt>
</file>

<file path=ppt/media/f86054.txt>
</file>

<file path=ppt/media/f86055.txt>
</file>

<file path=ppt/media/f86056.txt>
</file>

<file path=ppt/media/f86057.txt>
</file>

<file path=ppt/media/f86058.txt>
</file>

<file path=ppt/media/f86059.txt>
</file>

<file path=ppt/media/f86060.txt>
</file>

<file path=ppt/media/f86061.txt>
</file>

<file path=ppt/media/f86062.txt>
</file>

<file path=ppt/media/f86063.txt>
</file>

<file path=ppt/media/f86064.txt>
</file>

<file path=ppt/media/f86065.txt>
</file>

<file path=ppt/media/f86066.txt>
</file>

<file path=ppt/media/f86067.txt>
</file>

<file path=ppt/media/f86068.txt>
</file>

<file path=ppt/media/f86069.txt>
</file>

<file path=ppt/media/f86070.txt>
</file>

<file path=ppt/media/f86071.txt>
</file>

<file path=ppt/media/f86072.txt>
</file>

<file path=ppt/media/f86073.txt>
</file>

<file path=ppt/media/f86074.txt>
</file>

<file path=ppt/media/f86075.txt>
</file>

<file path=ppt/media/f86076.txt>
</file>

<file path=ppt/media/f86077.txt>
</file>

<file path=ppt/media/f86078.txt>
</file>

<file path=ppt/media/f86079.txt>
</file>

<file path=ppt/media/f86080.txt>
</file>

<file path=ppt/media/f86081.txt>
</file>

<file path=ppt/media/f86082.txt>
</file>

<file path=ppt/media/f86083.txt>
</file>

<file path=ppt/media/f86084.txt>
</file>

<file path=ppt/media/f86085.txt>
</file>

<file path=ppt/media/f86086.txt>
</file>

<file path=ppt/media/f86087.txt>
</file>

<file path=ppt/media/f86088.txt>
</file>

<file path=ppt/media/f86089.txt>
</file>

<file path=ppt/media/f86090.txt>
</file>

<file path=ppt/media/f86091.txt>
</file>

<file path=ppt/media/f86092.txt>
</file>

<file path=ppt/media/f86093.txt>
</file>

<file path=ppt/media/f86094.txt>
</file>

<file path=ppt/media/f86095.txt>
</file>

<file path=ppt/media/f86096.txt>
</file>

<file path=ppt/media/f86097.txt>
</file>

<file path=ppt/media/f86098.txt>
</file>

<file path=ppt/media/f86099.txt>
</file>

<file path=ppt/media/f86100.txt>
</file>

<file path=ppt/media/f86101.txt>
</file>

<file path=ppt/media/f86102.txt>
</file>

<file path=ppt/media/f86103.txt>
</file>

<file path=ppt/media/f86104.txt>
</file>

<file path=ppt/media/f86105.txt>
</file>

<file path=ppt/media/f86106.txt>
</file>

<file path=ppt/media/f86107.txt>
</file>

<file path=ppt/media/f86108.txt>
</file>

<file path=ppt/media/f86109.txt>
</file>

<file path=ppt/media/f86110.txt>
</file>

<file path=ppt/media/f86111.txt>
</file>

<file path=ppt/media/f86112.txt>
</file>

<file path=ppt/media/f86113.txt>
</file>

<file path=ppt/media/f86114.txt>
</file>

<file path=ppt/media/f86115.txt>
</file>

<file path=ppt/media/f86116.txt>
</file>

<file path=ppt/media/f86117.txt>
</file>

<file path=ppt/media/f86118.txt>
</file>

<file path=ppt/media/f86119.txt>
</file>

<file path=ppt/media/f86120.txt>
</file>

<file path=ppt/media/f86121.txt>
</file>

<file path=ppt/media/f86122.txt>
</file>

<file path=ppt/media/f86123.txt>
</file>

<file path=ppt/media/f86124.txt>
</file>

<file path=ppt/media/f86125.txt>
</file>

<file path=ppt/media/f86126.txt>
</file>

<file path=ppt/media/f86127.txt>
</file>

<file path=ppt/media/f86128.txt>
</file>

<file path=ppt/media/f86129.txt>
</file>

<file path=ppt/media/f86130.txt>
</file>

<file path=ppt/media/f86131.txt>
</file>

<file path=ppt/media/f86132.txt>
</file>

<file path=ppt/media/f86133.txt>
</file>

<file path=ppt/media/f86134.txt>
</file>

<file path=ppt/media/f86135.txt>
</file>

<file path=ppt/media/f86136.txt>
</file>

<file path=ppt/media/f86137.txt>
</file>

<file path=ppt/media/f86138.txt>
</file>

<file path=ppt/media/f86139.txt>
</file>

<file path=ppt/media/f86140.txt>
</file>

<file path=ppt/media/f86141.txt>
</file>

<file path=ppt/media/f86142.txt>
</file>

<file path=ppt/media/f86143.txt>
</file>

<file path=ppt/media/f86144.txt>
</file>

<file path=ppt/media/f86145.txt>
</file>

<file path=ppt/media/f86146.txt>
</file>

<file path=ppt/media/f86147.txt>
</file>

<file path=ppt/media/f86148.txt>
</file>

<file path=ppt/media/f86149.txt>
</file>

<file path=ppt/media/f86150.txt>
</file>

<file path=ppt/media/f86151.txt>
</file>

<file path=ppt/media/f86152.txt>
</file>

<file path=ppt/media/f86153.txt>
</file>

<file path=ppt/media/f86154.txt>
</file>

<file path=ppt/media/f86155.txt>
</file>

<file path=ppt/media/f86156.txt>
</file>

<file path=ppt/media/f86157.txt>
</file>

<file path=ppt/media/f86158.txt>
</file>

<file path=ppt/media/f86159.txt>
</file>

<file path=ppt/media/f86160.txt>
</file>

<file path=ppt/media/f86161.txt>
</file>

<file path=ppt/media/f86162.txt>
</file>

<file path=ppt/media/f86163.txt>
</file>

<file path=ppt/media/f86164.txt>
</file>

<file path=ppt/media/f86165.txt>
</file>

<file path=ppt/media/f86166.txt>
</file>

<file path=ppt/media/f86167.txt>
</file>

<file path=ppt/media/f86168.txt>
</file>

<file path=ppt/media/f86169.txt>
</file>

<file path=ppt/media/f86170.txt>
</file>

<file path=ppt/media/f86171.txt>
</file>

<file path=ppt/media/f86172.txt>
</file>

<file path=ppt/media/f86173.txt>
</file>

<file path=ppt/media/f86174.txt>
</file>

<file path=ppt/media/f86175.txt>
</file>

<file path=ppt/media/f86176.txt>
</file>

<file path=ppt/media/f86177.txt>
</file>

<file path=ppt/media/f86178.txt>
</file>

<file path=ppt/media/f86179.txt>
</file>

<file path=ppt/media/f86180.txt>
</file>

<file path=ppt/media/f86181.txt>
</file>

<file path=ppt/media/f86182.txt>
</file>

<file path=ppt/media/f86183.txt>
</file>

<file path=ppt/media/f86184.txt>
</file>

<file path=ppt/media/f86185.txt>
</file>

<file path=ppt/media/f86186.txt>
</file>

<file path=ppt/media/f86187.txt>
</file>

<file path=ppt/media/f86188.txt>
</file>

<file path=ppt/media/f86189.txt>
</file>

<file path=ppt/media/f86190.txt>
</file>

<file path=ppt/media/f86191.txt>
</file>

<file path=ppt/media/f86192.txt>
</file>

<file path=ppt/media/f86193.txt>
</file>

<file path=ppt/media/f86194.txt>
</file>

<file path=ppt/media/f86195.txt>
</file>

<file path=ppt/media/f86196.txt>
</file>

<file path=ppt/media/f86197.txt>
</file>

<file path=ppt/media/f86198.txt>
</file>

<file path=ppt/media/f86199.txt>
</file>

<file path=ppt/media/f86200.txt>
</file>

<file path=ppt/media/f86201.txt>
</file>

<file path=ppt/media/f86202.txt>
</file>

<file path=ppt/media/f86203.txt>
</file>

<file path=ppt/media/f86204.txt>
</file>

<file path=ppt/media/f86205.txt>
</file>

<file path=ppt/media/f86206.txt>
</file>

<file path=ppt/media/f86207.txt>
</file>

<file path=ppt/media/f86208.txt>
</file>

<file path=ppt/media/f86209.txt>
</file>

<file path=ppt/media/f86210.txt>
</file>

<file path=ppt/media/f86211.txt>
</file>

<file path=ppt/media/f86212.txt>
</file>

<file path=ppt/media/f86213.txt>
</file>

<file path=ppt/media/f86214.txt>
</file>

<file path=ppt/media/f86215.txt>
</file>

<file path=ppt/media/f86216.txt>
</file>

<file path=ppt/media/f86217.txt>
</file>

<file path=ppt/media/f86218.txt>
</file>

<file path=ppt/media/f86219.txt>
</file>

<file path=ppt/media/f86220.txt>
</file>

<file path=ppt/media/f86221.txt>
</file>

<file path=ppt/media/f86222.txt>
</file>

<file path=ppt/media/f86223.txt>
</file>

<file path=ppt/media/f86224.txt>
</file>

<file path=ppt/media/f86225.txt>
</file>

<file path=ppt/media/f86226.txt>
</file>

<file path=ppt/media/f86227.txt>
</file>

<file path=ppt/media/f86228.txt>
</file>

<file path=ppt/media/f86229.txt>
</file>

<file path=ppt/media/f86230.txt>
</file>

<file path=ppt/media/f86231.txt>
</file>

<file path=ppt/media/f86232.txt>
</file>

<file path=ppt/media/f86233.txt>
</file>

<file path=ppt/media/f86234.txt>
</file>

<file path=ppt/media/f86235.txt>
</file>

<file path=ppt/media/f86236.txt>
</file>

<file path=ppt/media/f86237.txt>
</file>

<file path=ppt/media/f86238.txt>
</file>

<file path=ppt/media/f86239.txt>
</file>

<file path=ppt/media/f86240.txt>
</file>

<file path=ppt/media/f86241.txt>
</file>

<file path=ppt/media/f86242.txt>
</file>

<file path=ppt/media/f86243.txt>
</file>

<file path=ppt/media/f86244.txt>
</file>

<file path=ppt/media/f86245.txt>
</file>

<file path=ppt/media/f86246.txt>
</file>

<file path=ppt/media/f86247.txt>
</file>

<file path=ppt/media/f86248.txt>
</file>

<file path=ppt/media/f86249.txt>
</file>

<file path=ppt/media/f86250.txt>
</file>

<file path=ppt/media/f86251.txt>
</file>

<file path=ppt/media/f86252.txt>
</file>

<file path=ppt/media/f86253.txt>
</file>

<file path=ppt/media/f86254.txt>
</file>

<file path=ppt/media/f86255.txt>
</file>

<file path=ppt/media/f86256.txt>
</file>

<file path=ppt/media/f86257.txt>
</file>

<file path=ppt/media/f86258.txt>
</file>

<file path=ppt/media/f86259.txt>
</file>

<file path=ppt/media/f86260.txt>
</file>

<file path=ppt/media/f86261.txt>
</file>

<file path=ppt/media/f86262.txt>
</file>

<file path=ppt/media/f86263.txt>
</file>

<file path=ppt/media/f86264.txt>
</file>

<file path=ppt/media/f86265.txt>
</file>

<file path=ppt/media/f86266.txt>
</file>

<file path=ppt/media/f86267.txt>
</file>

<file path=ppt/media/f86268.txt>
</file>

<file path=ppt/media/f86269.txt>
</file>

<file path=ppt/media/f86270.txt>
</file>

<file path=ppt/media/f86271.txt>
</file>

<file path=ppt/media/f86272.txt>
</file>

<file path=ppt/media/f86273.txt>
</file>

<file path=ppt/media/f86274.txt>
</file>

<file path=ppt/media/f86275.txt>
</file>

<file path=ppt/media/f86276.txt>
</file>

<file path=ppt/media/f86277.txt>
</file>

<file path=ppt/media/f86278.txt>
</file>

<file path=ppt/media/f86279.txt>
</file>

<file path=ppt/media/f86280.txt>
</file>

<file path=ppt/media/f86281.txt>
</file>

<file path=ppt/media/f86282.txt>
</file>

<file path=ppt/media/f86283.txt>
</file>

<file path=ppt/media/f86284.txt>
</file>

<file path=ppt/media/f86285.txt>
</file>

<file path=ppt/media/f86286.txt>
</file>

<file path=ppt/media/f86287.txt>
</file>

<file path=ppt/media/f86288.txt>
</file>

<file path=ppt/media/f86289.txt>
</file>

<file path=ppt/media/f86290.txt>
</file>

<file path=ppt/media/f86291.txt>
</file>

<file path=ppt/media/f86292.txt>
</file>

<file path=ppt/media/f86293.txt>
</file>

<file path=ppt/media/f86294.txt>
</file>

<file path=ppt/media/f86295.txt>
</file>

<file path=ppt/media/f86296.txt>
</file>

<file path=ppt/media/f86297.txt>
</file>

<file path=ppt/media/f86298.txt>
</file>

<file path=ppt/media/f86299.txt>
</file>

<file path=ppt/media/f86300.txt>
</file>

<file path=ppt/media/f86301.txt>
</file>

<file path=ppt/media/f86302.txt>
</file>

<file path=ppt/media/f86303.txt>
</file>

<file path=ppt/media/f86304.txt>
</file>

<file path=ppt/media/f86305.txt>
</file>

<file path=ppt/media/f86306.txt>
</file>

<file path=ppt/media/f86307.txt>
</file>

<file path=ppt/media/f86308.txt>
</file>

<file path=ppt/media/f86309.txt>
</file>

<file path=ppt/media/f86310.txt>
</file>

<file path=ppt/media/f86311.txt>
</file>

<file path=ppt/media/f86312.txt>
</file>

<file path=ppt/media/f86313.txt>
</file>

<file path=ppt/media/f86314.txt>
</file>

<file path=ppt/media/f86315.txt>
</file>

<file path=ppt/media/f86316.txt>
</file>

<file path=ppt/media/f86317.txt>
</file>

<file path=ppt/media/f86318.txt>
</file>

<file path=ppt/media/f86319.txt>
</file>

<file path=ppt/media/f86320.txt>
</file>

<file path=ppt/media/f86321.txt>
</file>

<file path=ppt/media/f86322.txt>
</file>

<file path=ppt/media/f86323.txt>
</file>

<file path=ppt/media/f86324.txt>
</file>

<file path=ppt/media/f86325.txt>
</file>

<file path=ppt/media/f86326.txt>
</file>

<file path=ppt/media/f86327.txt>
</file>

<file path=ppt/media/f86328.txt>
</file>

<file path=ppt/media/f86329.txt>
</file>

<file path=ppt/media/f86330.txt>
</file>

<file path=ppt/media/f86331.txt>
</file>

<file path=ppt/media/f86332.txt>
</file>

<file path=ppt/media/f86333.txt>
</file>

<file path=ppt/media/f86334.txt>
</file>

<file path=ppt/media/f86335.txt>
</file>

<file path=ppt/media/f86336.txt>
</file>

<file path=ppt/media/f86337.txt>
</file>

<file path=ppt/media/f86338.txt>
</file>

<file path=ppt/media/f86339.txt>
</file>

<file path=ppt/media/f86340.txt>
</file>

<file path=ppt/media/f86341.txt>
</file>

<file path=ppt/media/f86342.txt>
</file>

<file path=ppt/media/f86343.txt>
</file>

<file path=ppt/media/f86344.txt>
</file>

<file path=ppt/media/f86345.txt>
</file>

<file path=ppt/media/f86346.txt>
</file>

<file path=ppt/media/f86347.txt>
</file>

<file path=ppt/media/f86348.txt>
</file>

<file path=ppt/media/f86349.txt>
</file>

<file path=ppt/media/f86350.txt>
</file>

<file path=ppt/media/f86351.txt>
</file>

<file path=ppt/media/f86352.txt>
</file>

<file path=ppt/media/f86353.txt>
</file>

<file path=ppt/media/f86354.txt>
</file>

<file path=ppt/media/f86355.txt>
</file>

<file path=ppt/media/f86356.txt>
</file>

<file path=ppt/media/f86357.txt>
</file>

<file path=ppt/media/f86358.txt>
</file>

<file path=ppt/media/f86359.txt>
</file>

<file path=ppt/media/f86360.txt>
</file>

<file path=ppt/media/f86361.txt>
</file>

<file path=ppt/media/f86362.txt>
</file>

<file path=ppt/media/f86363.txt>
</file>

<file path=ppt/media/f86364.txt>
</file>

<file path=ppt/media/f86365.txt>
</file>

<file path=ppt/media/f86366.txt>
</file>

<file path=ppt/media/f86367.txt>
</file>

<file path=ppt/media/f86368.txt>
</file>

<file path=ppt/media/f86369.txt>
</file>

<file path=ppt/media/f86370.txt>
</file>

<file path=ppt/media/f86371.txt>
</file>

<file path=ppt/media/f86372.txt>
</file>

<file path=ppt/media/f86373.txt>
</file>

<file path=ppt/media/f86374.txt>
</file>

<file path=ppt/media/f86375.txt>
</file>

<file path=ppt/media/f86376.txt>
</file>

<file path=ppt/media/f86377.txt>
</file>

<file path=ppt/media/f86378.txt>
</file>

<file path=ppt/media/f86379.txt>
</file>

<file path=ppt/media/f86380.txt>
</file>

<file path=ppt/media/f86381.txt>
</file>

<file path=ppt/media/f86382.txt>
</file>

<file path=ppt/media/f86383.txt>
</file>

<file path=ppt/media/f86384.txt>
</file>

<file path=ppt/media/f86385.txt>
</file>

<file path=ppt/media/f86386.txt>
</file>

<file path=ppt/media/f86387.txt>
</file>

<file path=ppt/media/f86388.txt>
</file>

<file path=ppt/media/f86389.txt>
</file>

<file path=ppt/media/f86390.txt>
</file>

<file path=ppt/media/f86391.txt>
</file>

<file path=ppt/media/f86392.txt>
</file>

<file path=ppt/media/f86393.txt>
</file>

<file path=ppt/media/f86394.txt>
</file>

<file path=ppt/media/f86395.txt>
</file>

<file path=ppt/media/f86396.txt>
</file>

<file path=ppt/media/f86397.txt>
</file>

<file path=ppt/media/f86398.txt>
</file>

<file path=ppt/media/f86399.txt>
</file>

<file path=ppt/media/f86400.txt>
</file>

<file path=ppt/media/f86401.txt>
</file>

<file path=ppt/media/f86402.txt>
</file>

<file path=ppt/media/f86403.txt>
</file>

<file path=ppt/media/f86404.txt>
</file>

<file path=ppt/media/f86405.txt>
</file>

<file path=ppt/media/f86406.txt>
</file>

<file path=ppt/media/f86407.txt>
</file>

<file path=ppt/media/f86408.txt>
</file>

<file path=ppt/media/f86409.txt>
</file>

<file path=ppt/media/f86410.txt>
</file>

<file path=ppt/media/f86411.txt>
</file>

<file path=ppt/media/f86412.txt>
</file>

<file path=ppt/media/f86413.txt>
</file>

<file path=ppt/media/f86414.txt>
</file>

<file path=ppt/media/f86415.txt>
</file>

<file path=ppt/media/f86416.txt>
</file>

<file path=ppt/media/f86417.txt>
</file>

<file path=ppt/media/f86418.txt>
</file>

<file path=ppt/media/f86419.txt>
</file>

<file path=ppt/media/f86420.txt>
</file>

<file path=ppt/media/f86421.txt>
</file>

<file path=ppt/media/f86422.txt>
</file>

<file path=ppt/media/f86423.txt>
</file>

<file path=ppt/media/f86424.txt>
</file>

<file path=ppt/media/f86425.txt>
</file>

<file path=ppt/media/f86426.txt>
</file>

<file path=ppt/media/f86427.txt>
</file>

<file path=ppt/media/f86428.txt>
</file>

<file path=ppt/media/f86429.txt>
</file>

<file path=ppt/media/f86430.txt>
</file>

<file path=ppt/media/f86431.txt>
</file>

<file path=ppt/media/f86432.txt>
</file>

<file path=ppt/media/f86433.txt>
</file>

<file path=ppt/media/f86434.txt>
</file>

<file path=ppt/media/f86435.txt>
</file>

<file path=ppt/media/f86436.txt>
</file>

<file path=ppt/media/f86437.txt>
</file>

<file path=ppt/media/f86438.txt>
</file>

<file path=ppt/media/f86439.txt>
</file>

<file path=ppt/media/f86440.txt>
</file>

<file path=ppt/media/f86441.txt>
</file>

<file path=ppt/media/f86442.txt>
</file>

<file path=ppt/media/f86443.txt>
</file>

<file path=ppt/media/f86444.txt>
</file>

<file path=ppt/media/f86445.txt>
</file>

<file path=ppt/media/f86446.txt>
</file>

<file path=ppt/media/f86447.txt>
</file>

<file path=ppt/media/f86448.txt>
</file>

<file path=ppt/media/f86449.txt>
</file>

<file path=ppt/media/f86450.txt>
</file>

<file path=ppt/media/f86451.txt>
</file>

<file path=ppt/media/f86452.txt>
</file>

<file path=ppt/media/f86453.txt>
</file>

<file path=ppt/media/f86454.txt>
</file>

<file path=ppt/media/f86455.txt>
</file>

<file path=ppt/media/f86456.txt>
</file>

<file path=ppt/media/f86457.txt>
</file>

<file path=ppt/media/f86458.txt>
</file>

<file path=ppt/media/f86459.txt>
</file>

<file path=ppt/media/f86460.txt>
</file>

<file path=ppt/media/f86461.txt>
</file>

<file path=ppt/media/f86462.txt>
</file>

<file path=ppt/media/f86463.txt>
</file>

<file path=ppt/media/f86464.txt>
</file>

<file path=ppt/media/f86465.txt>
</file>

<file path=ppt/media/f86466.txt>
</file>

<file path=ppt/media/f86467.txt>
</file>

<file path=ppt/media/f86468.txt>
</file>

<file path=ppt/media/f86469.txt>
</file>

<file path=ppt/media/f86470.txt>
</file>

<file path=ppt/media/f86471.txt>
</file>

<file path=ppt/media/f86472.txt>
</file>

<file path=ppt/media/f86473.txt>
</file>

<file path=ppt/media/f86474.txt>
</file>

<file path=ppt/media/f86475.txt>
</file>

<file path=ppt/media/f86476.txt>
</file>

<file path=ppt/media/f86477.txt>
</file>

<file path=ppt/media/f86478.txt>
</file>

<file path=ppt/media/f86479.txt>
</file>

<file path=ppt/media/f86480.txt>
</file>

<file path=ppt/media/f86481.txt>
</file>

<file path=ppt/media/f86482.txt>
</file>

<file path=ppt/media/f86483.txt>
</file>

<file path=ppt/media/f86484.txt>
</file>

<file path=ppt/media/f86485.txt>
</file>

<file path=ppt/media/f86486.txt>
</file>

<file path=ppt/media/f86487.txt>
</file>

<file path=ppt/media/f86488.txt>
</file>

<file path=ppt/media/f86489.txt>
</file>

<file path=ppt/media/f86490.txt>
</file>

<file path=ppt/media/f86491.txt>
</file>

<file path=ppt/media/f86492.txt>
</file>

<file path=ppt/media/f86493.txt>
</file>

<file path=ppt/media/f86494.txt>
</file>

<file path=ppt/media/f86495.txt>
</file>

<file path=ppt/media/f86496.txt>
</file>

<file path=ppt/media/f86497.txt>
</file>

<file path=ppt/media/f86498.txt>
</file>

<file path=ppt/media/f86499.txt>
</file>

<file path=ppt/media/f86500.txt>
</file>

<file path=ppt/media/f86501.txt>
</file>

<file path=ppt/media/f86502.txt>
</file>

<file path=ppt/media/f86503.txt>
</file>

<file path=ppt/media/f86504.txt>
</file>

<file path=ppt/media/f86505.txt>
</file>

<file path=ppt/media/f86506.txt>
</file>

<file path=ppt/media/f86507.txt>
</file>

<file path=ppt/media/f86508.txt>
</file>

<file path=ppt/media/f86509.txt>
</file>

<file path=ppt/media/f86510.txt>
</file>

<file path=ppt/media/f86511.txt>
</file>

<file path=ppt/media/f86512.txt>
</file>

<file path=ppt/media/f86513.txt>
</file>

<file path=ppt/media/f86514.txt>
</file>

<file path=ppt/media/f86515.txt>
</file>

<file path=ppt/media/f86516.txt>
</file>

<file path=ppt/media/f86517.txt>
</file>

<file path=ppt/media/f86518.txt>
</file>

<file path=ppt/media/f86519.txt>
</file>

<file path=ppt/media/f86520.txt>
</file>

<file path=ppt/media/f86521.txt>
</file>

<file path=ppt/media/f86522.txt>
</file>

<file path=ppt/media/f86523.txt>
</file>

<file path=ppt/media/f86524.txt>
</file>

<file path=ppt/media/f86525.txt>
</file>

<file path=ppt/media/f86526.txt>
</file>

<file path=ppt/media/f86527.txt>
</file>

<file path=ppt/media/f86528.txt>
</file>

<file path=ppt/media/f86529.txt>
</file>

<file path=ppt/media/f86530.txt>
</file>

<file path=ppt/media/f86531.txt>
</file>

<file path=ppt/media/f86532.txt>
</file>

<file path=ppt/media/f86533.txt>
</file>

<file path=ppt/media/f86534.txt>
</file>

<file path=ppt/media/f86535.txt>
</file>

<file path=ppt/media/f86536.txt>
</file>

<file path=ppt/media/f86537.txt>
</file>

<file path=ppt/media/f86538.txt>
</file>

<file path=ppt/media/f86539.txt>
</file>

<file path=ppt/media/f86540.txt>
</file>

<file path=ppt/media/f86541.txt>
</file>

<file path=ppt/media/f86542.txt>
</file>

<file path=ppt/media/f86543.txt>
</file>

<file path=ppt/media/f86544.txt>
</file>

<file path=ppt/media/f86545.txt>
</file>

<file path=ppt/media/f86546.txt>
</file>

<file path=ppt/media/f86547.txt>
</file>

<file path=ppt/media/f86548.txt>
</file>

<file path=ppt/media/f86549.txt>
</file>

<file path=ppt/media/f86550.txt>
</file>

<file path=ppt/media/f86551.txt>
</file>

<file path=ppt/media/f86552.txt>
</file>

<file path=ppt/media/f86553.txt>
</file>

<file path=ppt/media/f86554.txt>
</file>

<file path=ppt/media/f86555.txt>
</file>

<file path=ppt/media/f86556.txt>
</file>

<file path=ppt/media/f86557.txt>
</file>

<file path=ppt/media/f86558.txt>
</file>

<file path=ppt/media/f86559.txt>
</file>

<file path=ppt/media/f86560.txt>
</file>

<file path=ppt/media/f86561.txt>
</file>

<file path=ppt/media/f86562.txt>
</file>

<file path=ppt/media/f86563.txt>
</file>

<file path=ppt/media/f86564.txt>
</file>

<file path=ppt/media/f86565.txt>
</file>

<file path=ppt/media/f86566.txt>
</file>

<file path=ppt/media/f86567.txt>
</file>

<file path=ppt/media/f86568.txt>
</file>

<file path=ppt/media/f86569.txt>
</file>

<file path=ppt/media/f86570.txt>
</file>

<file path=ppt/media/f86571.txt>
</file>

<file path=ppt/media/f86572.txt>
</file>

<file path=ppt/media/f86573.txt>
</file>

<file path=ppt/media/f86574.txt>
</file>

<file path=ppt/media/f86575.txt>
</file>

<file path=ppt/media/f86576.txt>
</file>

<file path=ppt/media/f86577.txt>
</file>

<file path=ppt/media/f86578.txt>
</file>

<file path=ppt/media/f86579.txt>
</file>

<file path=ppt/media/f86580.txt>
</file>

<file path=ppt/media/f86581.txt>
</file>

<file path=ppt/media/f86582.txt>
</file>

<file path=ppt/media/f86583.txt>
</file>

<file path=ppt/media/f86584.txt>
</file>

<file path=ppt/media/f86585.txt>
</file>

<file path=ppt/media/f86586.txt>
</file>

<file path=ppt/media/f86587.txt>
</file>

<file path=ppt/media/f86588.txt>
</file>

<file path=ppt/media/f86589.txt>
</file>

<file path=ppt/media/f86590.txt>
</file>

<file path=ppt/media/f86591.txt>
</file>

<file path=ppt/media/f86592.txt>
</file>

<file path=ppt/media/f86593.txt>
</file>

<file path=ppt/media/f86594.txt>
</file>

<file path=ppt/media/f86595.txt>
</file>

<file path=ppt/media/f86596.txt>
</file>

<file path=ppt/media/f86597.txt>
</file>

<file path=ppt/media/f86598.txt>
</file>

<file path=ppt/media/f86599.txt>
</file>

<file path=ppt/media/f86600.txt>
</file>

<file path=ppt/media/f86601.txt>
</file>

<file path=ppt/media/f86602.txt>
</file>

<file path=ppt/media/f86603.txt>
</file>

<file path=ppt/media/f86604.txt>
</file>

<file path=ppt/media/f86605.txt>
</file>

<file path=ppt/media/f86606.txt>
</file>

<file path=ppt/media/f86607.txt>
</file>

<file path=ppt/media/f86608.txt>
</file>

<file path=ppt/media/f86609.txt>
</file>

<file path=ppt/media/f86610.txt>
</file>

<file path=ppt/media/f86611.txt>
</file>

<file path=ppt/media/f86612.txt>
</file>

<file path=ppt/media/f86613.txt>
</file>

<file path=ppt/media/f86614.txt>
</file>

<file path=ppt/media/f86615.txt>
</file>

<file path=ppt/media/f86616.txt>
</file>

<file path=ppt/media/f86617.txt>
</file>

<file path=ppt/media/f86618.txt>
</file>

<file path=ppt/media/f86619.txt>
</file>

<file path=ppt/media/f86620.txt>
</file>

<file path=ppt/media/f86621.txt>
</file>

<file path=ppt/media/f86622.txt>
</file>

<file path=ppt/media/f86623.txt>
</file>

<file path=ppt/media/f86624.txt>
</file>

<file path=ppt/media/f86625.txt>
</file>

<file path=ppt/media/f86626.txt>
</file>

<file path=ppt/media/f86627.txt>
</file>

<file path=ppt/media/f86628.txt>
</file>

<file path=ppt/media/f86629.txt>
</file>

<file path=ppt/media/f86630.txt>
</file>

<file path=ppt/media/f86631.txt>
</file>

<file path=ppt/media/f86632.txt>
</file>

<file path=ppt/media/f86633.txt>
</file>

<file path=ppt/media/f86634.txt>
</file>

<file path=ppt/media/f86635.txt>
</file>

<file path=ppt/media/f86636.txt>
</file>

<file path=ppt/media/f86637.txt>
</file>

<file path=ppt/media/f86638.txt>
</file>

<file path=ppt/media/f86639.txt>
</file>

<file path=ppt/media/f86640.txt>
</file>

<file path=ppt/media/f86641.txt>
</file>

<file path=ppt/media/f86642.txt>
</file>

<file path=ppt/media/f86643.txt>
</file>

<file path=ppt/media/f86644.txt>
</file>

<file path=ppt/media/f86645.txt>
</file>

<file path=ppt/media/f86646.txt>
</file>

<file path=ppt/media/f86647.txt>
</file>

<file path=ppt/media/f86648.txt>
</file>

<file path=ppt/media/f86649.txt>
</file>

<file path=ppt/media/f86650.txt>
</file>

<file path=ppt/media/f86651.txt>
</file>

<file path=ppt/media/f86652.txt>
</file>

<file path=ppt/media/f86653.txt>
</file>

<file path=ppt/media/f86654.txt>
</file>

<file path=ppt/media/f86655.txt>
</file>

<file path=ppt/media/f86656.txt>
</file>

<file path=ppt/media/f86657.txt>
</file>

<file path=ppt/media/f86658.txt>
</file>

<file path=ppt/media/f86659.txt>
</file>

<file path=ppt/media/f86660.txt>
</file>

<file path=ppt/media/f86661.txt>
</file>

<file path=ppt/media/f86662.txt>
</file>

<file path=ppt/media/f86663.txt>
</file>

<file path=ppt/media/f86664.txt>
</file>

<file path=ppt/media/f86665.txt>
</file>

<file path=ppt/media/f86666.txt>
</file>

<file path=ppt/media/f86667.txt>
</file>

<file path=ppt/media/f86668.txt>
</file>

<file path=ppt/media/f86669.txt>
</file>

<file path=ppt/media/f86670.txt>
</file>

<file path=ppt/media/f86671.txt>
</file>

<file path=ppt/media/f86672.txt>
</file>

<file path=ppt/media/f86673.txt>
</file>

<file path=ppt/media/f86674.txt>
</file>

<file path=ppt/media/f86675.txt>
</file>

<file path=ppt/media/f86676.txt>
</file>

<file path=ppt/media/f86677.txt>
</file>

<file path=ppt/media/f86678.txt>
</file>

<file path=ppt/media/f86679.txt>
</file>

<file path=ppt/media/f86680.txt>
</file>

<file path=ppt/media/f86681.txt>
</file>

<file path=ppt/media/f86682.txt>
</file>

<file path=ppt/media/f86683.txt>
</file>

<file path=ppt/media/f86684.txt>
</file>

<file path=ppt/media/f86685.txt>
</file>

<file path=ppt/media/f86686.txt>
</file>

<file path=ppt/media/f86687.txt>
</file>

<file path=ppt/media/f86688.txt>
</file>

<file path=ppt/media/f86689.txt>
</file>

<file path=ppt/media/f86690.txt>
</file>

<file path=ppt/media/f86691.txt>
</file>

<file path=ppt/media/f86692.txt>
</file>

<file path=ppt/media/f86693.txt>
</file>

<file path=ppt/media/f86694.txt>
</file>

<file path=ppt/media/f86695.txt>
</file>

<file path=ppt/media/f86696.txt>
</file>

<file path=ppt/media/f86697.txt>
</file>

<file path=ppt/media/f86698.txt>
</file>

<file path=ppt/media/f86699.txt>
</file>

<file path=ppt/media/f86700.txt>
</file>

<file path=ppt/media/f86701.txt>
</file>

<file path=ppt/media/f86702.txt>
</file>

<file path=ppt/media/f86703.txt>
</file>

<file path=ppt/media/f86704.txt>
</file>

<file path=ppt/media/f86705.txt>
</file>

<file path=ppt/media/f86706.txt>
</file>

<file path=ppt/media/f86707.txt>
</file>

<file path=ppt/media/f86708.txt>
</file>

<file path=ppt/media/f86709.txt>
</file>

<file path=ppt/media/f86710.txt>
</file>

<file path=ppt/media/f86711.txt>
</file>

<file path=ppt/media/f86712.txt>
</file>

<file path=ppt/media/f86713.txt>
</file>

<file path=ppt/media/f86714.txt>
</file>

<file path=ppt/media/f86715.txt>
</file>

<file path=ppt/media/f86716.txt>
</file>

<file path=ppt/media/f86717.txt>
</file>

<file path=ppt/media/f86718.txt>
</file>

<file path=ppt/media/f86719.txt>
</file>

<file path=ppt/media/f86720.txt>
</file>

<file path=ppt/media/f86721.txt>
</file>

<file path=ppt/media/f86722.txt>
</file>

<file path=ppt/media/f86723.txt>
</file>

<file path=ppt/media/f86724.txt>
</file>

<file path=ppt/media/f86725.txt>
</file>

<file path=ppt/media/f86726.txt>
</file>

<file path=ppt/media/f86727.txt>
</file>

<file path=ppt/media/f86728.txt>
</file>

<file path=ppt/media/f86729.txt>
</file>

<file path=ppt/media/f86730.txt>
</file>

<file path=ppt/media/f86731.txt>
</file>

<file path=ppt/media/f86732.txt>
</file>

<file path=ppt/media/f86733.txt>
</file>

<file path=ppt/media/f86734.txt>
</file>

<file path=ppt/media/f86735.txt>
</file>

<file path=ppt/media/f86736.txt>
</file>

<file path=ppt/media/f86737.txt>
</file>

<file path=ppt/media/f86738.txt>
</file>

<file path=ppt/media/f86739.txt>
</file>

<file path=ppt/media/f86740.txt>
</file>

<file path=ppt/media/f86741.txt>
</file>

<file path=ppt/media/f86742.txt>
</file>

<file path=ppt/media/f86743.txt>
</file>

<file path=ppt/media/f86744.txt>
</file>

<file path=ppt/media/f86745.txt>
</file>

<file path=ppt/media/f86746.txt>
</file>

<file path=ppt/media/f86747.txt>
</file>

<file path=ppt/media/f86748.txt>
</file>

<file path=ppt/media/f86749.txt>
</file>

<file path=ppt/media/f86750.txt>
</file>

<file path=ppt/media/f86751.txt>
</file>

<file path=ppt/media/f86752.txt>
</file>

<file path=ppt/media/f86753.txt>
</file>

<file path=ppt/media/f86754.txt>
</file>

<file path=ppt/media/f86755.txt>
</file>

<file path=ppt/media/f86756.txt>
</file>

<file path=ppt/media/f86757.txt>
</file>

<file path=ppt/media/f86758.txt>
</file>

<file path=ppt/media/f86759.txt>
</file>

<file path=ppt/media/f86760.txt>
</file>

<file path=ppt/media/f86761.txt>
</file>

<file path=ppt/media/f86762.txt>
</file>

<file path=ppt/media/f86763.txt>
</file>

<file path=ppt/media/f86764.txt>
</file>

<file path=ppt/media/f86765.txt>
</file>

<file path=ppt/media/f86766.txt>
</file>

<file path=ppt/media/f86767.txt>
</file>

<file path=ppt/media/f86768.txt>
</file>

<file path=ppt/media/f86769.txt>
</file>

<file path=ppt/media/f86770.txt>
</file>

<file path=ppt/media/f86771.txt>
</file>

<file path=ppt/media/f86772.txt>
</file>

<file path=ppt/media/f86773.txt>
</file>

<file path=ppt/media/f86774.txt>
</file>

<file path=ppt/media/f86775.txt>
</file>

<file path=ppt/media/f86776.txt>
</file>

<file path=ppt/media/f86777.txt>
</file>

<file path=ppt/media/f86778.txt>
</file>

<file path=ppt/media/f86779.txt>
</file>

<file path=ppt/media/f86780.txt>
</file>

<file path=ppt/media/f86781.txt>
</file>

<file path=ppt/media/f86782.txt>
</file>

<file path=ppt/media/f86783.txt>
</file>

<file path=ppt/media/f86784.txt>
</file>

<file path=ppt/media/f86785.txt>
</file>

<file path=ppt/media/f86786.txt>
</file>

<file path=ppt/media/f86787.txt>
</file>

<file path=ppt/media/f86788.txt>
</file>

<file path=ppt/media/f86789.txt>
</file>

<file path=ppt/media/f86790.txt>
</file>

<file path=ppt/media/f86791.txt>
</file>

<file path=ppt/media/f86792.txt>
</file>

<file path=ppt/media/f86793.txt>
</file>

<file path=ppt/media/f86794.txt>
</file>

<file path=ppt/media/f86795.txt>
</file>

<file path=ppt/media/f86796.txt>
</file>

<file path=ppt/media/f86797.txt>
</file>

<file path=ppt/media/f86798.txt>
</file>

<file path=ppt/media/f86799.txt>
</file>

<file path=ppt/media/f86800.txt>
</file>

<file path=ppt/media/f86801.txt>
</file>

<file path=ppt/media/f86802.txt>
</file>

<file path=ppt/media/f86803.txt>
</file>

<file path=ppt/media/f86804.txt>
</file>

<file path=ppt/media/f86805.txt>
</file>

<file path=ppt/media/f86806.txt>
</file>

<file path=ppt/media/f86807.txt>
</file>

<file path=ppt/media/f86808.txt>
</file>

<file path=ppt/media/f86809.txt>
</file>

<file path=ppt/media/f86810.txt>
</file>

<file path=ppt/media/f86811.txt>
</file>

<file path=ppt/media/f86812.txt>
</file>

<file path=ppt/media/f86813.txt>
</file>

<file path=ppt/media/f86814.txt>
</file>

<file path=ppt/media/f86815.txt>
</file>

<file path=ppt/media/f86816.txt>
</file>

<file path=ppt/media/f86817.txt>
</file>

<file path=ppt/media/f86818.txt>
</file>

<file path=ppt/media/f86819.txt>
</file>

<file path=ppt/media/f86820.txt>
</file>

<file path=ppt/media/f86821.txt>
</file>

<file path=ppt/media/f86822.txt>
</file>

<file path=ppt/media/f86823.txt>
</file>

<file path=ppt/media/f86824.txt>
</file>

<file path=ppt/media/f86825.txt>
</file>

<file path=ppt/media/f86826.txt>
</file>

<file path=ppt/media/f86827.txt>
</file>

<file path=ppt/media/f86828.txt>
</file>

<file path=ppt/media/f86829.txt>
</file>

<file path=ppt/media/f86830.txt>
</file>

<file path=ppt/media/f86831.txt>
</file>

<file path=ppt/media/f86832.txt>
</file>

<file path=ppt/media/f86833.txt>
</file>

<file path=ppt/media/f86834.txt>
</file>

<file path=ppt/media/f86835.txt>
</file>

<file path=ppt/media/f86836.txt>
</file>

<file path=ppt/media/f86837.txt>
</file>

<file path=ppt/media/f86838.txt>
</file>

<file path=ppt/media/f86839.txt>
</file>

<file path=ppt/media/f86840.txt>
</file>

<file path=ppt/media/f86841.txt>
</file>

<file path=ppt/media/f86842.txt>
</file>

<file path=ppt/media/f86843.txt>
</file>

<file path=ppt/media/f86844.txt>
</file>

<file path=ppt/media/f86845.txt>
</file>

<file path=ppt/media/f86846.txt>
</file>

<file path=ppt/media/f86847.txt>
</file>

<file path=ppt/media/f86848.txt>
</file>

<file path=ppt/media/f86849.txt>
</file>

<file path=ppt/media/f86850.txt>
</file>

<file path=ppt/media/f86851.txt>
</file>

<file path=ppt/media/f86852.txt>
</file>

<file path=ppt/media/f86853.txt>
</file>

<file path=ppt/media/f86854.txt>
</file>

<file path=ppt/media/f86855.txt>
</file>

<file path=ppt/media/f86856.txt>
</file>

<file path=ppt/media/f86857.txt>
</file>

<file path=ppt/media/f86858.txt>
</file>

<file path=ppt/media/f86859.txt>
</file>

<file path=ppt/media/f86860.txt>
</file>

<file path=ppt/media/f86861.txt>
</file>

<file path=ppt/media/f86862.txt>
</file>

<file path=ppt/media/f86863.txt>
</file>

<file path=ppt/media/f86864.txt>
</file>

<file path=ppt/media/f86865.txt>
</file>

<file path=ppt/media/f86866.txt>
</file>

<file path=ppt/media/f86867.txt>
</file>

<file path=ppt/media/f86868.txt>
</file>

<file path=ppt/media/f86869.txt>
</file>

<file path=ppt/media/f86870.txt>
</file>

<file path=ppt/media/f86871.txt>
</file>

<file path=ppt/media/f86872.txt>
</file>

<file path=ppt/media/f86873.txt>
</file>

<file path=ppt/media/f86874.txt>
</file>

<file path=ppt/media/f86875.txt>
</file>

<file path=ppt/media/f86876.txt>
</file>

<file path=ppt/media/f86877.txt>
</file>

<file path=ppt/media/f86878.txt>
</file>

<file path=ppt/media/f86879.txt>
</file>

<file path=ppt/media/f86880.txt>
</file>

<file path=ppt/media/f86881.txt>
</file>

<file path=ppt/media/f86882.txt>
</file>

<file path=ppt/media/f86883.txt>
</file>

<file path=ppt/media/f86884.txt>
</file>

<file path=ppt/media/f86885.txt>
</file>

<file path=ppt/media/f86886.txt>
</file>

<file path=ppt/media/f86887.txt>
</file>

<file path=ppt/media/f86888.txt>
</file>

<file path=ppt/media/f86889.txt>
</file>

<file path=ppt/media/f86890.txt>
</file>

<file path=ppt/media/f86891.txt>
</file>

<file path=ppt/media/f86892.txt>
</file>

<file path=ppt/media/f86893.txt>
</file>

<file path=ppt/media/f86894.txt>
</file>

<file path=ppt/media/f86895.txt>
</file>

<file path=ppt/media/f86896.txt>
</file>

<file path=ppt/media/f86897.txt>
</file>

<file path=ppt/media/f86898.txt>
</file>

<file path=ppt/media/f86899.txt>
</file>

<file path=ppt/media/f86900.txt>
</file>

<file path=ppt/media/f86901.txt>
</file>

<file path=ppt/media/f86902.txt>
</file>

<file path=ppt/media/f86903.txt>
</file>

<file path=ppt/media/f86904.txt>
</file>

<file path=ppt/media/f86905.txt>
</file>

<file path=ppt/media/f86906.txt>
</file>

<file path=ppt/media/f86907.txt>
</file>

<file path=ppt/media/f86908.txt>
</file>

<file path=ppt/media/f86909.txt>
</file>

<file path=ppt/media/f86910.txt>
</file>

<file path=ppt/media/f86911.txt>
</file>

<file path=ppt/media/f86912.txt>
</file>

<file path=ppt/media/f86913.txt>
</file>

<file path=ppt/media/f86914.txt>
</file>

<file path=ppt/media/f86915.txt>
</file>

<file path=ppt/media/f86916.txt>
</file>

<file path=ppt/media/f86917.txt>
</file>

<file path=ppt/media/f86918.txt>
</file>

<file path=ppt/media/f86919.txt>
</file>

<file path=ppt/media/f86920.txt>
</file>

<file path=ppt/media/f86921.txt>
</file>

<file path=ppt/media/f86922.txt>
</file>

<file path=ppt/media/f86923.txt>
</file>

<file path=ppt/media/f86924.txt>
</file>

<file path=ppt/media/f86925.txt>
</file>

<file path=ppt/media/f86926.txt>
</file>

<file path=ppt/media/f86927.txt>
</file>

<file path=ppt/media/f86928.txt>
</file>

<file path=ppt/media/f86929.txt>
</file>

<file path=ppt/media/f86930.txt>
</file>

<file path=ppt/media/f86931.txt>
</file>

<file path=ppt/media/f86932.txt>
</file>

<file path=ppt/media/f86933.txt>
</file>

<file path=ppt/media/f86934.txt>
</file>

<file path=ppt/media/f86935.txt>
</file>

<file path=ppt/media/f86936.txt>
</file>

<file path=ppt/media/f86937.txt>
</file>

<file path=ppt/media/f86938.txt>
</file>

<file path=ppt/media/f86939.txt>
</file>

<file path=ppt/media/f86940.txt>
</file>

<file path=ppt/media/f86941.txt>
</file>

<file path=ppt/media/f86942.txt>
</file>

<file path=ppt/media/f86943.txt>
</file>

<file path=ppt/media/f86944.txt>
</file>

<file path=ppt/media/f86945.txt>
</file>

<file path=ppt/media/f86946.txt>
</file>

<file path=ppt/media/f86947.txt>
</file>

<file path=ppt/media/f86948.txt>
</file>

<file path=ppt/media/f86949.txt>
</file>

<file path=ppt/media/f86950.txt>
</file>

<file path=ppt/media/f86951.txt>
</file>

<file path=ppt/media/f86952.txt>
</file>

<file path=ppt/media/f86953.txt>
</file>

<file path=ppt/media/f86954.txt>
</file>

<file path=ppt/media/f86955.txt>
</file>

<file path=ppt/media/f86956.txt>
</file>

<file path=ppt/media/f86957.txt>
</file>

<file path=ppt/media/f86958.txt>
</file>

<file path=ppt/media/f86959.txt>
</file>

<file path=ppt/media/f86960.txt>
</file>

<file path=ppt/media/f86961.txt>
</file>

<file path=ppt/media/f86962.txt>
</file>

<file path=ppt/media/f86963.txt>
</file>

<file path=ppt/media/f86964.txt>
</file>

<file path=ppt/media/f86965.txt>
</file>

<file path=ppt/media/f86966.txt>
</file>

<file path=ppt/media/f86967.txt>
</file>

<file path=ppt/media/f86968.txt>
</file>

<file path=ppt/media/f86969.txt>
</file>

<file path=ppt/media/f86970.txt>
</file>

<file path=ppt/media/f86971.txt>
</file>

<file path=ppt/media/f86972.txt>
</file>

<file path=ppt/media/f86973.txt>
</file>

<file path=ppt/media/f86974.txt>
</file>

<file path=ppt/media/f86975.txt>
</file>

<file path=ppt/media/f86976.txt>
</file>

<file path=ppt/media/f86977.txt>
</file>

<file path=ppt/media/f86978.txt>
</file>

<file path=ppt/media/f86979.txt>
</file>

<file path=ppt/media/f86980.txt>
</file>

<file path=ppt/media/f86981.txt>
</file>

<file path=ppt/media/f86982.txt>
</file>

<file path=ppt/media/f86983.txt>
</file>

<file path=ppt/media/f86984.txt>
</file>

<file path=ppt/media/f86985.txt>
</file>

<file path=ppt/media/f86986.txt>
</file>

<file path=ppt/media/f86987.txt>
</file>

<file path=ppt/media/f86988.txt>
</file>

<file path=ppt/media/f86989.txt>
</file>

<file path=ppt/media/f86990.txt>
</file>

<file path=ppt/media/f86991.txt>
</file>

<file path=ppt/media/f86992.txt>
</file>

<file path=ppt/media/f86993.txt>
</file>

<file path=ppt/media/f86994.txt>
</file>

<file path=ppt/media/f86995.txt>
</file>

<file path=ppt/media/f86996.txt>
</file>

<file path=ppt/media/f86997.txt>
</file>

<file path=ppt/media/f86998.txt>
</file>

<file path=ppt/media/f86999.txt>
</file>

<file path=ppt/media/f87000.txt>
</file>

<file path=ppt/media/f87001.txt>
</file>

<file path=ppt/media/f87002.txt>
</file>

<file path=ppt/media/f87003.txt>
</file>

<file path=ppt/media/f87004.txt>
</file>

<file path=ppt/media/f87005.txt>
</file>

<file path=ppt/media/f87006.txt>
</file>

<file path=ppt/media/f87007.txt>
</file>

<file path=ppt/media/f87008.txt>
</file>

<file path=ppt/media/f87009.txt>
</file>

<file path=ppt/media/f87010.txt>
</file>

<file path=ppt/media/f87011.txt>
</file>

<file path=ppt/media/f87012.txt>
</file>

<file path=ppt/media/f87013.txt>
</file>

<file path=ppt/media/f87014.txt>
</file>

<file path=ppt/media/f87015.txt>
</file>

<file path=ppt/media/f87016.txt>
</file>

<file path=ppt/media/f87017.txt>
</file>

<file path=ppt/media/f87018.txt>
</file>

<file path=ppt/media/f87019.txt>
</file>

<file path=ppt/media/f87020.txt>
</file>

<file path=ppt/media/f87021.txt>
</file>

<file path=ppt/media/f87022.txt>
</file>

<file path=ppt/media/f87023.txt>
</file>

<file path=ppt/media/f87024.txt>
</file>

<file path=ppt/media/f87025.txt>
</file>

<file path=ppt/media/f87026.txt>
</file>

<file path=ppt/media/f87027.txt>
</file>

<file path=ppt/media/f87028.txt>
</file>

<file path=ppt/media/f87029.txt>
</file>

<file path=ppt/media/f87030.txt>
</file>

<file path=ppt/media/f87031.txt>
</file>

<file path=ppt/media/f87032.txt>
</file>

<file path=ppt/media/f87033.txt>
</file>

<file path=ppt/media/f87034.txt>
</file>

<file path=ppt/media/f87035.txt>
</file>

<file path=ppt/media/f87036.txt>
</file>

<file path=ppt/media/f87037.txt>
</file>

<file path=ppt/media/f87038.txt>
</file>

<file path=ppt/media/f87039.txt>
</file>

<file path=ppt/media/f87040.txt>
</file>

<file path=ppt/media/f87041.txt>
</file>

<file path=ppt/media/f87042.txt>
</file>

<file path=ppt/media/f87043.txt>
</file>

<file path=ppt/media/f87044.txt>
</file>

<file path=ppt/media/f87045.txt>
</file>

<file path=ppt/media/f87046.txt>
</file>

<file path=ppt/media/f87047.txt>
</file>

<file path=ppt/media/f87048.txt>
</file>

<file path=ppt/media/f87049.txt>
</file>

<file path=ppt/media/f87050.txt>
</file>

<file path=ppt/media/f87051.txt>
</file>

<file path=ppt/media/f87052.txt>
</file>

<file path=ppt/media/f87053.txt>
</file>

<file path=ppt/media/f87054.txt>
</file>

<file path=ppt/media/f87055.txt>
</file>

<file path=ppt/media/f87056.txt>
</file>

<file path=ppt/media/f87057.txt>
</file>

<file path=ppt/media/f87058.txt>
</file>

<file path=ppt/media/f87059.txt>
</file>

<file path=ppt/media/f87060.txt>
</file>

<file path=ppt/media/f87061.txt>
</file>

<file path=ppt/media/f87062.txt>
</file>

<file path=ppt/media/f87063.txt>
</file>

<file path=ppt/media/f87064.txt>
</file>

<file path=ppt/media/f87065.txt>
</file>

<file path=ppt/media/f87066.txt>
</file>

<file path=ppt/media/f87067.txt>
</file>

<file path=ppt/media/f87068.txt>
</file>

<file path=ppt/media/f87069.txt>
</file>

<file path=ppt/media/f87070.txt>
</file>

<file path=ppt/media/f87071.txt>
</file>

<file path=ppt/media/f87072.txt>
</file>

<file path=ppt/media/f87073.txt>
</file>

<file path=ppt/media/f87074.txt>
</file>

<file path=ppt/media/f87075.txt>
</file>

<file path=ppt/media/f87076.txt>
</file>

<file path=ppt/media/f87077.txt>
</file>

<file path=ppt/media/f87078.txt>
</file>

<file path=ppt/media/f87079.txt>
</file>

<file path=ppt/media/f87080.txt>
</file>

<file path=ppt/media/f87081.txt>
</file>

<file path=ppt/media/f87082.txt>
</file>

<file path=ppt/media/f87083.txt>
</file>

<file path=ppt/media/f87084.txt>
</file>

<file path=ppt/media/f87085.txt>
</file>

<file path=ppt/media/f87086.txt>
</file>

<file path=ppt/media/f87087.txt>
</file>

<file path=ppt/media/f87088.txt>
</file>

<file path=ppt/media/f87089.txt>
</file>

<file path=ppt/media/f87090.txt>
</file>

<file path=ppt/media/f87091.txt>
</file>

<file path=ppt/media/f87092.txt>
</file>

<file path=ppt/media/f87093.txt>
</file>

<file path=ppt/media/f87094.txt>
</file>

<file path=ppt/media/f87095.txt>
</file>

<file path=ppt/media/f87096.txt>
</file>

<file path=ppt/media/f87097.txt>
</file>

<file path=ppt/media/f87098.txt>
</file>

<file path=ppt/media/f87099.txt>
</file>

<file path=ppt/media/f87100.txt>
</file>

<file path=ppt/media/f87101.txt>
</file>

<file path=ppt/media/f87102.txt>
</file>

<file path=ppt/media/f87103.txt>
</file>

<file path=ppt/media/f87104.txt>
</file>

<file path=ppt/media/f87105.txt>
</file>

<file path=ppt/media/f87106.txt>
</file>

<file path=ppt/media/f87107.txt>
</file>

<file path=ppt/media/f87108.txt>
</file>

<file path=ppt/media/f87109.txt>
</file>

<file path=ppt/media/f87110.txt>
</file>

<file path=ppt/media/f87111.txt>
</file>

<file path=ppt/media/f87112.txt>
</file>

<file path=ppt/media/f87113.txt>
</file>

<file path=ppt/media/f87114.txt>
</file>

<file path=ppt/media/f87115.txt>
</file>

<file path=ppt/media/f87116.txt>
</file>

<file path=ppt/media/f87117.txt>
</file>

<file path=ppt/media/f87118.txt>
</file>

<file path=ppt/media/f87119.txt>
</file>

<file path=ppt/media/f87120.txt>
</file>

<file path=ppt/media/f87121.txt>
</file>

<file path=ppt/media/f87122.txt>
</file>

<file path=ppt/media/f87123.txt>
</file>

<file path=ppt/media/f87124.txt>
</file>

<file path=ppt/media/f87125.txt>
</file>

<file path=ppt/media/f87126.txt>
</file>

<file path=ppt/media/f87127.txt>
</file>

<file path=ppt/media/f87128.txt>
</file>

<file path=ppt/media/f87129.txt>
</file>

<file path=ppt/media/f87130.txt>
</file>

<file path=ppt/media/f87131.txt>
</file>

<file path=ppt/media/f87132.txt>
</file>

<file path=ppt/media/f87133.txt>
</file>

<file path=ppt/media/f87134.txt>
</file>

<file path=ppt/media/f87135.txt>
</file>

<file path=ppt/media/f87136.txt>
</file>

<file path=ppt/media/f87137.txt>
</file>

<file path=ppt/media/f87138.txt>
</file>

<file path=ppt/media/f87139.txt>
</file>

<file path=ppt/media/f87140.txt>
</file>

<file path=ppt/media/f87141.txt>
</file>

<file path=ppt/media/f87142.txt>
</file>

<file path=ppt/media/f87143.txt>
</file>

<file path=ppt/media/f87144.txt>
</file>

<file path=ppt/media/f87145.txt>
</file>

<file path=ppt/media/f87146.txt>
</file>

<file path=ppt/media/f87147.txt>
</file>

<file path=ppt/media/f87148.txt>
</file>

<file path=ppt/media/f87149.txt>
</file>

<file path=ppt/media/f87150.txt>
</file>

<file path=ppt/media/f87151.txt>
</file>

<file path=ppt/media/f87152.txt>
</file>

<file path=ppt/media/f87153.txt>
</file>

<file path=ppt/media/f87154.txt>
</file>

<file path=ppt/media/f87155.txt>
</file>

<file path=ppt/media/f87156.txt>
</file>

<file path=ppt/media/f87157.txt>
</file>

<file path=ppt/media/f87158.txt>
</file>

<file path=ppt/media/f87159.txt>
</file>

<file path=ppt/media/f87160.txt>
</file>

<file path=ppt/media/f87161.txt>
</file>

<file path=ppt/media/f87162.txt>
</file>

<file path=ppt/media/f87163.txt>
</file>

<file path=ppt/media/f87164.txt>
</file>

<file path=ppt/media/f87165.txt>
</file>

<file path=ppt/media/f87166.txt>
</file>

<file path=ppt/media/f87167.txt>
</file>

<file path=ppt/media/f87168.txt>
</file>

<file path=ppt/media/f87169.txt>
</file>

<file path=ppt/media/f87170.txt>
</file>

<file path=ppt/media/f87171.txt>
</file>

<file path=ppt/media/f87172.txt>
</file>

<file path=ppt/media/f87173.txt>
</file>

<file path=ppt/media/f87174.txt>
</file>

<file path=ppt/media/f87175.txt>
</file>

<file path=ppt/media/f87176.txt>
</file>

<file path=ppt/media/f87177.txt>
</file>

<file path=ppt/media/f87178.txt>
</file>

<file path=ppt/media/f87179.txt>
</file>

<file path=ppt/media/f87180.txt>
</file>

<file path=ppt/media/f87181.txt>
</file>

<file path=ppt/media/f87182.txt>
</file>

<file path=ppt/media/f87183.txt>
</file>

<file path=ppt/media/f87184.txt>
</file>

<file path=ppt/media/f87185.txt>
</file>

<file path=ppt/media/f87186.txt>
</file>

<file path=ppt/media/f87187.txt>
</file>

<file path=ppt/media/f87188.txt>
</file>

<file path=ppt/media/f87189.txt>
</file>

<file path=ppt/media/f87190.txt>
</file>

<file path=ppt/media/f87191.txt>
</file>

<file path=ppt/media/f87192.txt>
</file>

<file path=ppt/media/f87193.txt>
</file>

<file path=ppt/media/f87194.txt>
</file>

<file path=ppt/media/f87195.txt>
</file>

<file path=ppt/media/f87196.txt>
</file>

<file path=ppt/media/f87197.txt>
</file>

<file path=ppt/media/f87198.txt>
</file>

<file path=ppt/media/f87199.txt>
</file>

<file path=ppt/media/f87200.txt>
</file>

<file path=ppt/media/f87201.txt>
</file>

<file path=ppt/media/f87202.txt>
</file>

<file path=ppt/media/f87203.txt>
</file>

<file path=ppt/media/f87204.txt>
</file>

<file path=ppt/media/f87205.txt>
</file>

<file path=ppt/media/f87206.txt>
</file>

<file path=ppt/media/f87207.txt>
</file>

<file path=ppt/media/f87208.txt>
</file>

<file path=ppt/media/f87209.txt>
</file>

<file path=ppt/media/f87210.txt>
</file>

<file path=ppt/media/f87211.txt>
</file>

<file path=ppt/media/f87212.txt>
</file>

<file path=ppt/media/f87213.txt>
</file>

<file path=ppt/media/f87214.txt>
</file>

<file path=ppt/media/f87215.txt>
</file>

<file path=ppt/media/f87216.txt>
</file>

<file path=ppt/media/f87217.txt>
</file>

<file path=ppt/media/f87218.txt>
</file>

<file path=ppt/media/f87219.txt>
</file>

<file path=ppt/media/f87220.txt>
</file>

<file path=ppt/media/f87221.txt>
</file>

<file path=ppt/media/f87222.txt>
</file>

<file path=ppt/media/f87223.txt>
</file>

<file path=ppt/media/f87224.txt>
</file>

<file path=ppt/media/f87225.txt>
</file>

<file path=ppt/media/f87226.txt>
</file>

<file path=ppt/media/f87227.txt>
</file>

<file path=ppt/media/f87228.txt>
</file>

<file path=ppt/media/f87229.txt>
</file>

<file path=ppt/media/f87230.txt>
</file>

<file path=ppt/media/f87231.txt>
</file>

<file path=ppt/media/f87232.txt>
</file>

<file path=ppt/media/f87233.txt>
</file>

<file path=ppt/media/f87234.txt>
</file>

<file path=ppt/media/f87235.txt>
</file>

<file path=ppt/media/f87236.txt>
</file>

<file path=ppt/media/f87237.txt>
</file>

<file path=ppt/media/f87238.txt>
</file>

<file path=ppt/media/f87239.txt>
</file>

<file path=ppt/media/f87240.txt>
</file>

<file path=ppt/media/f87241.txt>
</file>

<file path=ppt/media/f87242.txt>
</file>

<file path=ppt/media/f87243.txt>
</file>

<file path=ppt/media/f87244.txt>
</file>

<file path=ppt/media/f87245.txt>
</file>

<file path=ppt/media/f87246.txt>
</file>

<file path=ppt/media/f87247.txt>
</file>

<file path=ppt/media/f87248.txt>
</file>

<file path=ppt/media/f87249.txt>
</file>

<file path=ppt/media/f87250.txt>
</file>

<file path=ppt/media/f87251.txt>
</file>

<file path=ppt/media/f87252.txt>
</file>

<file path=ppt/media/f87253.txt>
</file>

<file path=ppt/media/f87254.txt>
</file>

<file path=ppt/media/f87255.txt>
</file>

<file path=ppt/media/f87256.txt>
</file>

<file path=ppt/media/f87257.txt>
</file>

<file path=ppt/media/f87258.txt>
</file>

<file path=ppt/media/f87259.txt>
</file>

<file path=ppt/media/f87260.txt>
</file>

<file path=ppt/media/f87261.txt>
</file>

<file path=ppt/media/f87262.txt>
</file>

<file path=ppt/media/f87263.txt>
</file>

<file path=ppt/media/f87264.txt>
</file>

<file path=ppt/media/f87265.txt>
</file>

<file path=ppt/media/f87266.txt>
</file>

<file path=ppt/media/f87267.txt>
</file>

<file path=ppt/media/f87268.txt>
</file>

<file path=ppt/media/f87269.txt>
</file>

<file path=ppt/media/f87270.txt>
</file>

<file path=ppt/media/f87271.txt>
</file>

<file path=ppt/media/f87272.txt>
</file>

<file path=ppt/media/f87273.txt>
</file>

<file path=ppt/media/f87274.txt>
</file>

<file path=ppt/media/f87275.txt>
</file>

<file path=ppt/media/f87276.txt>
</file>

<file path=ppt/media/f87277.txt>
</file>

<file path=ppt/media/f87278.txt>
</file>

<file path=ppt/media/f87279.txt>
</file>

<file path=ppt/media/f87280.txt>
</file>

<file path=ppt/media/f87281.txt>
</file>

<file path=ppt/media/f87282.txt>
</file>

<file path=ppt/media/f87283.txt>
</file>

<file path=ppt/media/f87284.txt>
</file>

<file path=ppt/media/f87285.txt>
</file>

<file path=ppt/media/f87286.txt>
</file>

<file path=ppt/media/f87287.txt>
</file>

<file path=ppt/media/f87288.txt>
</file>

<file path=ppt/media/f87289.txt>
</file>

<file path=ppt/media/f87290.txt>
</file>

<file path=ppt/media/f87291.txt>
</file>

<file path=ppt/media/f87292.txt>
</file>

<file path=ppt/media/f87293.txt>
</file>

<file path=ppt/media/f87294.txt>
</file>

<file path=ppt/media/f87295.txt>
</file>

<file path=ppt/media/f87296.txt>
</file>

<file path=ppt/media/f87297.txt>
</file>

<file path=ppt/media/f87298.txt>
</file>

<file path=ppt/media/f87299.txt>
</file>

<file path=ppt/media/f87300.txt>
</file>

<file path=ppt/media/f87301.txt>
</file>

<file path=ppt/media/f87302.txt>
</file>

<file path=ppt/media/f87303.txt>
</file>

<file path=ppt/media/f87304.txt>
</file>

<file path=ppt/media/f87305.txt>
</file>

<file path=ppt/media/f87306.txt>
</file>

<file path=ppt/media/f87307.txt>
</file>

<file path=ppt/media/f87308.txt>
</file>

<file path=ppt/media/f87309.txt>
</file>

<file path=ppt/media/f87310.txt>
</file>

<file path=ppt/media/f87311.txt>
</file>

<file path=ppt/media/f87312.txt>
</file>

<file path=ppt/media/f87313.txt>
</file>

<file path=ppt/media/f87314.txt>
</file>

<file path=ppt/media/f87315.txt>
</file>

<file path=ppt/media/f87316.txt>
</file>

<file path=ppt/media/f87317.txt>
</file>

<file path=ppt/media/f87318.txt>
</file>

<file path=ppt/media/f87319.txt>
</file>

<file path=ppt/media/f87320.txt>
</file>

<file path=ppt/media/f87321.txt>
</file>

<file path=ppt/media/f87322.txt>
</file>

<file path=ppt/media/f87323.txt>
</file>

<file path=ppt/media/f87324.txt>
</file>

<file path=ppt/media/f87325.txt>
</file>

<file path=ppt/media/f87326.txt>
</file>

<file path=ppt/media/f87327.txt>
</file>

<file path=ppt/media/f87328.txt>
</file>

<file path=ppt/media/f87329.txt>
</file>

<file path=ppt/media/f87330.txt>
</file>

<file path=ppt/media/f87331.txt>
</file>

<file path=ppt/media/f87332.txt>
</file>

<file path=ppt/media/f87333.txt>
</file>

<file path=ppt/media/f87334.txt>
</file>

<file path=ppt/media/f87335.txt>
</file>

<file path=ppt/media/f87336.txt>
</file>

<file path=ppt/media/f87337.txt>
</file>

<file path=ppt/media/f87338.txt>
</file>

<file path=ppt/media/f87339.txt>
</file>

<file path=ppt/media/f87340.txt>
</file>

<file path=ppt/media/f87341.txt>
</file>

<file path=ppt/media/f87342.txt>
</file>

<file path=ppt/media/f87343.txt>
</file>

<file path=ppt/media/f87344.txt>
</file>

<file path=ppt/media/f87345.txt>
</file>

<file path=ppt/media/f87346.txt>
</file>

<file path=ppt/media/f87347.txt>
</file>

<file path=ppt/media/f87348.txt>
</file>

<file path=ppt/media/f87349.txt>
</file>

<file path=ppt/media/f87350.txt>
</file>

<file path=ppt/media/f87351.txt>
</file>

<file path=ppt/media/f87352.txt>
</file>

<file path=ppt/media/f87353.txt>
</file>

<file path=ppt/media/f87354.txt>
</file>

<file path=ppt/media/f87355.txt>
</file>

<file path=ppt/media/f87356.txt>
</file>

<file path=ppt/media/f87357.txt>
</file>

<file path=ppt/media/f87358.txt>
</file>

<file path=ppt/media/f87359.txt>
</file>

<file path=ppt/media/f87360.txt>
</file>

<file path=ppt/media/f87361.txt>
</file>

<file path=ppt/media/f87362.txt>
</file>

<file path=ppt/media/f87363.txt>
</file>

<file path=ppt/media/f87364.txt>
</file>

<file path=ppt/media/f87365.txt>
</file>

<file path=ppt/media/f87366.txt>
</file>

<file path=ppt/media/f87367.txt>
</file>

<file path=ppt/media/f87368.txt>
</file>

<file path=ppt/media/f87369.txt>
</file>

<file path=ppt/media/f87370.txt>
</file>

<file path=ppt/media/f87371.txt>
</file>

<file path=ppt/media/f87372.txt>
</file>

<file path=ppt/media/f87373.txt>
</file>

<file path=ppt/media/f87374.txt>
</file>

<file path=ppt/media/f87375.txt>
</file>

<file path=ppt/media/f87376.txt>
</file>

<file path=ppt/media/f87377.txt>
</file>

<file path=ppt/media/f87378.txt>
</file>

<file path=ppt/media/f87379.txt>
</file>

<file path=ppt/media/f87380.txt>
</file>

<file path=ppt/media/f87381.txt>
</file>

<file path=ppt/media/f87382.txt>
</file>

<file path=ppt/media/f87383.txt>
</file>

<file path=ppt/media/f87384.txt>
</file>

<file path=ppt/media/f87385.txt>
</file>

<file path=ppt/media/f87386.txt>
</file>

<file path=ppt/media/f87387.txt>
</file>

<file path=ppt/media/f87388.txt>
</file>

<file path=ppt/media/f87389.txt>
</file>

<file path=ppt/media/f87390.txt>
</file>

<file path=ppt/media/f87391.txt>
</file>

<file path=ppt/media/f87392.txt>
</file>

<file path=ppt/media/f87393.txt>
</file>

<file path=ppt/media/f87394.txt>
</file>

<file path=ppt/media/f87395.txt>
</file>

<file path=ppt/media/f87396.txt>
</file>

<file path=ppt/media/f87397.txt>
</file>

<file path=ppt/media/f87398.txt>
</file>

<file path=ppt/media/f87399.txt>
</file>

<file path=ppt/media/f87400.txt>
</file>

<file path=ppt/media/f87401.txt>
</file>

<file path=ppt/media/f87402.txt>
</file>

<file path=ppt/media/f87403.txt>
</file>

<file path=ppt/media/f87404.txt>
</file>

<file path=ppt/media/f87405.txt>
</file>

<file path=ppt/media/f87406.txt>
</file>

<file path=ppt/media/f87407.txt>
</file>

<file path=ppt/media/f87408.txt>
</file>

<file path=ppt/media/f87409.txt>
</file>

<file path=ppt/media/f87410.txt>
</file>

<file path=ppt/media/f87411.txt>
</file>

<file path=ppt/media/f87412.txt>
</file>

<file path=ppt/media/f87413.txt>
</file>

<file path=ppt/media/f87414.txt>
</file>

<file path=ppt/media/f87415.txt>
</file>

<file path=ppt/media/f87416.txt>
</file>

<file path=ppt/media/f87417.txt>
</file>

<file path=ppt/media/f87418.txt>
</file>

<file path=ppt/media/f87419.txt>
</file>

<file path=ppt/media/f87420.txt>
</file>

<file path=ppt/media/f87421.txt>
</file>

<file path=ppt/media/f87422.txt>
</file>

<file path=ppt/media/f87423.txt>
</file>

<file path=ppt/media/f87424.txt>
</file>

<file path=ppt/media/f87425.txt>
</file>

<file path=ppt/media/f87426.txt>
</file>

<file path=ppt/media/f87427.txt>
</file>

<file path=ppt/media/f87428.txt>
</file>

<file path=ppt/media/f87429.txt>
</file>

<file path=ppt/media/f87430.txt>
</file>

<file path=ppt/media/f87431.txt>
</file>

<file path=ppt/media/f87432.txt>
</file>

<file path=ppt/media/f87433.txt>
</file>

<file path=ppt/media/f87434.txt>
</file>

<file path=ppt/media/f87435.txt>
</file>

<file path=ppt/media/f87436.txt>
</file>

<file path=ppt/media/f87437.txt>
</file>

<file path=ppt/media/f87438.txt>
</file>

<file path=ppt/media/f87439.txt>
</file>

<file path=ppt/media/f87440.txt>
</file>

<file path=ppt/media/f87441.txt>
</file>

<file path=ppt/media/f87442.txt>
</file>

<file path=ppt/media/f87443.txt>
</file>

<file path=ppt/media/f87444.txt>
</file>

<file path=ppt/media/f87445.txt>
</file>

<file path=ppt/media/f87446.txt>
</file>

<file path=ppt/media/f87447.txt>
</file>

<file path=ppt/media/f87448.txt>
</file>

<file path=ppt/media/f87449.txt>
</file>

<file path=ppt/media/f87450.txt>
</file>

<file path=ppt/media/f87451.txt>
</file>

<file path=ppt/media/f87452.txt>
</file>

<file path=ppt/media/f87453.txt>
</file>

<file path=ppt/media/f87454.txt>
</file>

<file path=ppt/media/f87455.txt>
</file>

<file path=ppt/media/f87456.txt>
</file>

<file path=ppt/media/f87457.txt>
</file>

<file path=ppt/media/f87458.txt>
</file>

<file path=ppt/media/f87459.txt>
</file>

<file path=ppt/media/f87460.txt>
</file>

<file path=ppt/media/f87461.txt>
</file>

<file path=ppt/media/f87462.txt>
</file>

<file path=ppt/media/f87463.txt>
</file>

<file path=ppt/media/f87464.txt>
</file>

<file path=ppt/media/f87465.txt>
</file>

<file path=ppt/media/f87466.txt>
</file>

<file path=ppt/media/f87467.txt>
</file>

<file path=ppt/media/f87468.txt>
</file>

<file path=ppt/media/f87469.txt>
</file>

<file path=ppt/media/f87470.txt>
</file>

<file path=ppt/media/f87471.txt>
</file>

<file path=ppt/media/f87472.txt>
</file>

<file path=ppt/media/f87473.txt>
</file>

<file path=ppt/media/f87474.txt>
</file>

<file path=ppt/media/f87475.txt>
</file>

<file path=ppt/media/f87476.txt>
</file>

<file path=ppt/media/f87477.txt>
</file>

<file path=ppt/media/f87478.txt>
</file>

<file path=ppt/media/f87479.txt>
</file>

<file path=ppt/media/f87480.txt>
</file>

<file path=ppt/media/f87481.txt>
</file>

<file path=ppt/media/f87482.txt>
</file>

<file path=ppt/media/f87483.txt>
</file>

<file path=ppt/media/f87484.txt>
</file>

<file path=ppt/media/f87485.txt>
</file>

<file path=ppt/media/f87486.txt>
</file>

<file path=ppt/media/f87487.txt>
</file>

<file path=ppt/media/f87488.txt>
</file>

<file path=ppt/media/f87489.txt>
</file>

<file path=ppt/media/f87490.txt>
</file>

<file path=ppt/media/f87491.txt>
</file>

<file path=ppt/media/f87492.txt>
</file>

<file path=ppt/media/f87493.txt>
</file>

<file path=ppt/media/f87494.txt>
</file>

<file path=ppt/media/f87495.txt>
</file>

<file path=ppt/media/f87496.txt>
</file>

<file path=ppt/media/f87497.txt>
</file>

<file path=ppt/media/f87498.txt>
</file>

<file path=ppt/media/f87499.txt>
</file>

<file path=ppt/media/f87500.txt>
</file>

<file path=ppt/media/f87501.txt>
</file>

<file path=ppt/media/f87502.txt>
</file>

<file path=ppt/media/f87503.txt>
</file>

<file path=ppt/media/f87504.txt>
</file>

<file path=ppt/media/f87505.txt>
</file>

<file path=ppt/media/f87506.txt>
</file>

<file path=ppt/media/f87507.txt>
</file>

<file path=ppt/media/f87508.txt>
</file>

<file path=ppt/media/f87509.txt>
</file>

<file path=ppt/media/f87510.txt>
</file>

<file path=ppt/media/f87511.txt>
</file>

<file path=ppt/media/f87512.txt>
</file>

<file path=ppt/media/f87513.txt>
</file>

<file path=ppt/media/f87514.txt>
</file>

<file path=ppt/media/f87515.txt>
</file>

<file path=ppt/media/f87516.txt>
</file>

<file path=ppt/media/f87517.txt>
</file>

<file path=ppt/media/f87518.txt>
</file>

<file path=ppt/media/f87519.txt>
</file>

<file path=ppt/media/f87520.txt>
</file>

<file path=ppt/media/f87521.txt>
</file>

<file path=ppt/media/f87522.txt>
</file>

<file path=ppt/media/f87523.txt>
</file>

<file path=ppt/media/f87524.txt>
</file>

<file path=ppt/media/f87525.txt>
</file>

<file path=ppt/media/f87526.txt>
</file>

<file path=ppt/media/f87527.txt>
</file>

<file path=ppt/media/f87528.txt>
</file>

<file path=ppt/media/f87529.txt>
</file>

<file path=ppt/media/f87530.txt>
</file>

<file path=ppt/media/f87531.txt>
</file>

<file path=ppt/media/f87532.txt>
</file>

<file path=ppt/media/f87533.txt>
</file>

<file path=ppt/media/f87534.txt>
</file>

<file path=ppt/media/f87535.txt>
</file>

<file path=ppt/media/f87536.txt>
</file>

<file path=ppt/media/f87537.txt>
</file>

<file path=ppt/media/f87538.txt>
</file>

<file path=ppt/media/f87539.txt>
</file>

<file path=ppt/media/f87540.txt>
</file>

<file path=ppt/media/f87541.txt>
</file>

<file path=ppt/media/f87542.txt>
</file>

<file path=ppt/media/f87543.txt>
</file>

<file path=ppt/media/f87544.txt>
</file>

<file path=ppt/media/f87545.txt>
</file>

<file path=ppt/media/f87546.txt>
</file>

<file path=ppt/media/f87547.txt>
</file>

<file path=ppt/media/f87548.txt>
</file>

<file path=ppt/media/f87549.txt>
</file>

<file path=ppt/media/f87550.txt>
</file>

<file path=ppt/media/f87551.txt>
</file>

<file path=ppt/media/f87552.txt>
</file>

<file path=ppt/media/f87553.txt>
</file>

<file path=ppt/media/f87554.txt>
</file>

<file path=ppt/media/f87555.txt>
</file>

<file path=ppt/media/f87556.txt>
</file>

<file path=ppt/media/f87557.txt>
</file>

<file path=ppt/media/f87558.txt>
</file>

<file path=ppt/media/f87559.txt>
</file>

<file path=ppt/media/f87560.txt>
</file>

<file path=ppt/media/f87561.txt>
</file>

<file path=ppt/media/f87562.txt>
</file>

<file path=ppt/media/f87563.txt>
</file>

<file path=ppt/media/f87564.txt>
</file>

<file path=ppt/media/f87565.txt>
</file>

<file path=ppt/media/f87566.txt>
</file>

<file path=ppt/media/f87567.txt>
</file>

<file path=ppt/media/f87568.txt>
</file>

<file path=ppt/media/f87569.txt>
</file>

<file path=ppt/media/f87570.txt>
</file>

<file path=ppt/media/f87571.txt>
</file>

<file path=ppt/media/f87572.txt>
</file>

<file path=ppt/media/f87573.txt>
</file>

<file path=ppt/media/f87574.txt>
</file>

<file path=ppt/media/f87575.txt>
</file>

<file path=ppt/media/f87576.txt>
</file>

<file path=ppt/media/f87577.txt>
</file>

<file path=ppt/media/f87578.txt>
</file>

<file path=ppt/media/f87579.txt>
</file>

<file path=ppt/media/f87580.txt>
</file>

<file path=ppt/media/f87581.txt>
</file>

<file path=ppt/media/f87582.txt>
</file>

<file path=ppt/media/f87583.txt>
</file>

<file path=ppt/media/f87584.txt>
</file>

<file path=ppt/media/f87585.txt>
</file>

<file path=ppt/media/f87586.txt>
</file>

<file path=ppt/media/f87587.txt>
</file>

<file path=ppt/media/f87588.txt>
</file>

<file path=ppt/media/f87589.txt>
</file>

<file path=ppt/media/f87590.txt>
</file>

<file path=ppt/media/f87591.txt>
</file>

<file path=ppt/media/f87592.txt>
</file>

<file path=ppt/media/f87593.txt>
</file>

<file path=ppt/media/f87594.txt>
</file>

<file path=ppt/media/f87595.txt>
</file>

<file path=ppt/media/f87596.txt>
</file>

<file path=ppt/media/f87597.txt>
</file>

<file path=ppt/media/f87598.txt>
</file>

<file path=ppt/media/f87599.txt>
</file>

<file path=ppt/media/f87600.txt>
</file>

<file path=ppt/media/f87601.txt>
</file>

<file path=ppt/media/f87602.txt>
</file>

<file path=ppt/media/f87603.txt>
</file>

<file path=ppt/media/f87604.txt>
</file>

<file path=ppt/media/f87605.txt>
</file>

<file path=ppt/media/f87606.txt>
</file>

<file path=ppt/media/f87607.txt>
</file>

<file path=ppt/media/f87608.txt>
</file>

<file path=ppt/media/f87609.txt>
</file>

<file path=ppt/media/f87610.txt>
</file>

<file path=ppt/media/f87611.txt>
</file>

<file path=ppt/media/f87612.txt>
</file>

<file path=ppt/media/f87613.txt>
</file>

<file path=ppt/media/f87614.txt>
</file>

<file path=ppt/media/f87615.txt>
</file>

<file path=ppt/media/f87616.txt>
</file>

<file path=ppt/media/f87617.txt>
</file>

<file path=ppt/media/f87618.txt>
</file>

<file path=ppt/media/f87619.txt>
</file>

<file path=ppt/media/f87620.txt>
</file>

<file path=ppt/media/f87621.txt>
</file>

<file path=ppt/media/f87622.txt>
</file>

<file path=ppt/media/f87623.txt>
</file>

<file path=ppt/media/f87624.txt>
</file>

<file path=ppt/media/f87625.txt>
</file>

<file path=ppt/media/f87626.txt>
</file>

<file path=ppt/media/f87627.txt>
</file>

<file path=ppt/media/f87628.txt>
</file>

<file path=ppt/media/f87629.txt>
</file>

<file path=ppt/media/f87630.txt>
</file>

<file path=ppt/media/f87631.txt>
</file>

<file path=ppt/media/f87632.txt>
</file>

<file path=ppt/media/f87633.txt>
</file>

<file path=ppt/media/f87634.txt>
</file>

<file path=ppt/media/f87635.txt>
</file>

<file path=ppt/media/f87636.txt>
</file>

<file path=ppt/media/f87637.txt>
</file>

<file path=ppt/media/f87638.txt>
</file>

<file path=ppt/media/f87639.txt>
</file>

<file path=ppt/media/f87640.txt>
</file>

<file path=ppt/media/f87641.txt>
</file>

<file path=ppt/media/f87642.txt>
</file>

<file path=ppt/media/f87643.txt>
</file>

<file path=ppt/media/f87644.txt>
</file>

<file path=ppt/media/f87645.txt>
</file>

<file path=ppt/media/f87646.txt>
</file>

<file path=ppt/media/f87647.txt>
</file>

<file path=ppt/media/f87648.txt>
</file>

<file path=ppt/media/f87649.txt>
</file>

<file path=ppt/media/f87650.txt>
</file>

<file path=ppt/media/f87651.txt>
</file>

<file path=ppt/media/f87652.txt>
</file>

<file path=ppt/media/f87653.txt>
</file>

<file path=ppt/media/f87654.txt>
</file>

<file path=ppt/media/f87655.txt>
</file>

<file path=ppt/media/f87656.txt>
</file>

<file path=ppt/media/f87657.txt>
</file>

<file path=ppt/media/f87658.txt>
</file>

<file path=ppt/media/f87659.txt>
</file>

<file path=ppt/media/f87660.txt>
</file>

<file path=ppt/media/f87661.txt>
</file>

<file path=ppt/media/f87662.txt>
</file>

<file path=ppt/media/f87663.txt>
</file>

<file path=ppt/media/f87664.txt>
</file>

<file path=ppt/media/f87665.txt>
</file>

<file path=ppt/media/f87666.txt>
</file>

<file path=ppt/media/f87667.txt>
</file>

<file path=ppt/media/f87668.txt>
</file>

<file path=ppt/media/f87669.txt>
</file>

<file path=ppt/media/f87670.txt>
</file>

<file path=ppt/media/f87671.txt>
</file>

<file path=ppt/media/f87672.txt>
</file>

<file path=ppt/media/f87673.txt>
</file>

<file path=ppt/media/f87674.txt>
</file>

<file path=ppt/media/f87675.txt>
</file>

<file path=ppt/media/f87676.txt>
</file>

<file path=ppt/media/f87677.txt>
</file>

<file path=ppt/media/f87678.txt>
</file>

<file path=ppt/media/f87679.txt>
</file>

<file path=ppt/media/f87680.txt>
</file>

<file path=ppt/media/f87681.txt>
</file>

<file path=ppt/media/f87682.txt>
</file>

<file path=ppt/media/f87683.txt>
</file>

<file path=ppt/media/f87684.txt>
</file>

<file path=ppt/media/f87685.txt>
</file>

<file path=ppt/media/f87686.txt>
</file>

<file path=ppt/media/f87687.txt>
</file>

<file path=ppt/media/f87688.txt>
</file>

<file path=ppt/media/f87689.txt>
</file>

<file path=ppt/media/f87690.txt>
</file>

<file path=ppt/media/f87691.txt>
</file>

<file path=ppt/media/f87692.txt>
</file>

<file path=ppt/media/f87693.txt>
</file>

<file path=ppt/media/f87694.txt>
</file>

<file path=ppt/media/f87695.txt>
</file>

<file path=ppt/media/f87696.txt>
</file>

<file path=ppt/media/f87697.txt>
</file>

<file path=ppt/media/f87698.txt>
</file>

<file path=ppt/media/f87699.txt>
</file>

<file path=ppt/media/f87700.txt>
</file>

<file path=ppt/media/f87701.txt>
</file>

<file path=ppt/media/f87702.txt>
</file>

<file path=ppt/media/f87703.txt>
</file>

<file path=ppt/media/f87704.txt>
</file>

<file path=ppt/media/f87705.txt>
</file>

<file path=ppt/media/f87706.txt>
</file>

<file path=ppt/media/f87707.txt>
</file>

<file path=ppt/media/f87708.txt>
</file>

<file path=ppt/media/f87709.txt>
</file>

<file path=ppt/media/f87710.txt>
</file>

<file path=ppt/media/f87711.txt>
</file>

<file path=ppt/media/f87712.txt>
</file>

<file path=ppt/media/f87713.txt>
</file>

<file path=ppt/media/f87714.txt>
</file>

<file path=ppt/media/f87715.txt>
</file>

<file path=ppt/media/f87716.txt>
</file>

<file path=ppt/media/f87717.txt>
</file>

<file path=ppt/media/f87718.txt>
</file>

<file path=ppt/media/f87719.txt>
</file>

<file path=ppt/media/f87720.txt>
</file>

<file path=ppt/media/f87721.txt>
</file>

<file path=ppt/media/f87722.txt>
</file>

<file path=ppt/media/f87723.txt>
</file>

<file path=ppt/media/f87724.txt>
</file>

<file path=ppt/media/f87725.txt>
</file>

<file path=ppt/media/f87726.txt>
</file>

<file path=ppt/media/f87727.txt>
</file>

<file path=ppt/media/f87728.txt>
</file>

<file path=ppt/media/f87729.txt>
</file>

<file path=ppt/media/f87730.txt>
</file>

<file path=ppt/media/f87731.txt>
</file>

<file path=ppt/media/f87732.txt>
</file>

<file path=ppt/media/f87733.txt>
</file>

<file path=ppt/media/f87734.txt>
</file>

<file path=ppt/media/f87735.txt>
</file>

<file path=ppt/media/f87736.txt>
</file>

<file path=ppt/media/f87737.txt>
</file>

<file path=ppt/media/f87738.txt>
</file>

<file path=ppt/media/f87739.txt>
</file>

<file path=ppt/media/f87740.txt>
</file>

<file path=ppt/media/f87741.txt>
</file>

<file path=ppt/media/f87742.txt>
</file>

<file path=ppt/media/f87743.txt>
</file>

<file path=ppt/media/f87744.txt>
</file>

<file path=ppt/media/f87745.txt>
</file>

<file path=ppt/media/f87746.txt>
</file>

<file path=ppt/media/f87747.txt>
</file>

<file path=ppt/media/f87748.txt>
</file>

<file path=ppt/media/f87749.txt>
</file>

<file path=ppt/media/f87750.txt>
</file>

<file path=ppt/media/f87751.txt>
</file>

<file path=ppt/media/f87752.txt>
</file>

<file path=ppt/media/f87753.txt>
</file>

<file path=ppt/media/f87754.txt>
</file>

<file path=ppt/media/f87755.txt>
</file>

<file path=ppt/media/f87756.txt>
</file>

<file path=ppt/media/f87757.txt>
</file>

<file path=ppt/media/f87758.txt>
</file>

<file path=ppt/media/f87759.txt>
</file>

<file path=ppt/media/f87760.txt>
</file>

<file path=ppt/media/f87761.txt>
</file>

<file path=ppt/media/f87762.txt>
</file>

<file path=ppt/media/f87763.txt>
</file>

<file path=ppt/media/f87764.txt>
</file>

<file path=ppt/media/f87765.txt>
</file>

<file path=ppt/media/f87766.txt>
</file>

<file path=ppt/media/f87767.txt>
</file>

<file path=ppt/media/f87768.txt>
</file>

<file path=ppt/media/f87769.txt>
</file>

<file path=ppt/media/f87770.txt>
</file>

<file path=ppt/media/f87771.txt>
</file>

<file path=ppt/media/f87772.txt>
</file>

<file path=ppt/media/f87773.txt>
</file>

<file path=ppt/media/f87774.txt>
</file>

<file path=ppt/media/f87775.txt>
</file>

<file path=ppt/media/f87776.txt>
</file>

<file path=ppt/media/f87777.txt>
</file>

<file path=ppt/media/f87778.txt>
</file>

<file path=ppt/media/f87779.txt>
</file>

<file path=ppt/media/f87780.txt>
</file>

<file path=ppt/media/f87781.txt>
</file>

<file path=ppt/media/f87782.txt>
</file>

<file path=ppt/media/f87783.txt>
</file>

<file path=ppt/media/f87784.txt>
</file>

<file path=ppt/media/f87785.txt>
</file>

<file path=ppt/media/f87786.txt>
</file>

<file path=ppt/media/f87787.txt>
</file>

<file path=ppt/media/f87788.txt>
</file>

<file path=ppt/media/f87789.txt>
</file>

<file path=ppt/media/f87790.txt>
</file>

<file path=ppt/media/f87791.txt>
</file>

<file path=ppt/media/f87792.txt>
</file>

<file path=ppt/media/f87793.txt>
</file>

<file path=ppt/media/f87794.txt>
</file>

<file path=ppt/media/f87795.txt>
</file>

<file path=ppt/media/f87796.txt>
</file>

<file path=ppt/media/f87797.txt>
</file>

<file path=ppt/media/f87798.txt>
</file>

<file path=ppt/media/f87799.txt>
</file>

<file path=ppt/media/f87800.txt>
</file>

<file path=ppt/media/f87801.txt>
</file>

<file path=ppt/media/f87802.txt>
</file>

<file path=ppt/media/f87803.txt>
</file>

<file path=ppt/media/f87804.txt>
</file>

<file path=ppt/media/f87805.txt>
</file>

<file path=ppt/media/f87806.txt>
</file>

<file path=ppt/media/f87807.txt>
</file>

<file path=ppt/media/f87808.txt>
</file>

<file path=ppt/media/f87809.txt>
</file>

<file path=ppt/media/f87810.txt>
</file>

<file path=ppt/media/f87811.txt>
</file>

<file path=ppt/media/f87812.txt>
</file>

<file path=ppt/media/f87813.txt>
</file>

<file path=ppt/media/f87814.txt>
</file>

<file path=ppt/media/f87815.txt>
</file>

<file path=ppt/media/f87816.txt>
</file>

<file path=ppt/media/f87817.txt>
</file>

<file path=ppt/media/f87818.txt>
</file>

<file path=ppt/media/f87819.txt>
</file>

<file path=ppt/media/f87820.txt>
</file>

<file path=ppt/media/f87821.txt>
</file>

<file path=ppt/media/f87822.txt>
</file>

<file path=ppt/media/f87823.txt>
</file>

<file path=ppt/media/f87824.txt>
</file>

<file path=ppt/media/f87825.txt>
</file>

<file path=ppt/media/f87826.txt>
</file>

<file path=ppt/media/f87827.txt>
</file>

<file path=ppt/media/f87828.txt>
</file>

<file path=ppt/media/f87829.txt>
</file>

<file path=ppt/media/f87830.txt>
</file>

<file path=ppt/media/f87831.txt>
</file>

<file path=ppt/media/f87832.txt>
</file>

<file path=ppt/media/f87833.txt>
</file>

<file path=ppt/media/f87834.txt>
</file>

<file path=ppt/media/f87835.txt>
</file>

<file path=ppt/media/f87836.txt>
</file>

<file path=ppt/media/f87837.txt>
</file>

<file path=ppt/media/f87838.txt>
</file>

<file path=ppt/media/f87839.txt>
</file>

<file path=ppt/media/f87840.txt>
</file>

<file path=ppt/media/f87841.txt>
</file>

<file path=ppt/media/f87842.txt>
</file>

<file path=ppt/media/f87843.txt>
</file>

<file path=ppt/media/f87844.txt>
</file>

<file path=ppt/media/f87845.txt>
</file>

<file path=ppt/media/f87846.txt>
</file>

<file path=ppt/media/f87847.txt>
</file>

<file path=ppt/media/f87848.txt>
</file>

<file path=ppt/media/f87849.txt>
</file>

<file path=ppt/media/f87850.txt>
</file>

<file path=ppt/media/f87851.txt>
</file>

<file path=ppt/media/f87852.txt>
</file>

<file path=ppt/media/f87853.txt>
</file>

<file path=ppt/media/f87854.txt>
</file>

<file path=ppt/media/f87855.txt>
</file>

<file path=ppt/media/f87856.txt>
</file>

<file path=ppt/media/f87857.txt>
</file>

<file path=ppt/media/f87858.txt>
</file>

<file path=ppt/media/f87859.txt>
</file>

<file path=ppt/media/f87860.txt>
</file>

<file path=ppt/media/f87861.txt>
</file>

<file path=ppt/media/f87862.txt>
</file>

<file path=ppt/media/f87863.txt>
</file>

<file path=ppt/media/f87864.txt>
</file>

<file path=ppt/media/f87865.txt>
</file>

<file path=ppt/media/f87866.txt>
</file>

<file path=ppt/media/f87867.txt>
</file>

<file path=ppt/media/f87868.txt>
</file>

<file path=ppt/media/f87869.txt>
</file>

<file path=ppt/media/f87870.txt>
</file>

<file path=ppt/media/f87871.txt>
</file>

<file path=ppt/media/f87872.txt>
</file>

<file path=ppt/media/f87873.txt>
</file>

<file path=ppt/media/f87874.txt>
</file>

<file path=ppt/media/f87875.txt>
</file>

<file path=ppt/media/f87876.txt>
</file>

<file path=ppt/media/f87877.txt>
</file>

<file path=ppt/media/f87878.txt>
</file>

<file path=ppt/media/f87879.txt>
</file>

<file path=ppt/media/f87880.txt>
</file>

<file path=ppt/media/f87881.txt>
</file>

<file path=ppt/media/f87882.txt>
</file>

<file path=ppt/media/f87883.txt>
</file>

<file path=ppt/media/f87884.txt>
</file>

<file path=ppt/media/f87885.txt>
</file>

<file path=ppt/media/f87886.txt>
</file>

<file path=ppt/media/f87887.txt>
</file>

<file path=ppt/media/f87888.txt>
</file>

<file path=ppt/media/f87889.txt>
</file>

<file path=ppt/media/f87890.txt>
</file>

<file path=ppt/media/f87891.txt>
</file>

<file path=ppt/media/f87892.txt>
</file>

<file path=ppt/media/f87893.txt>
</file>

<file path=ppt/media/f87894.txt>
</file>

<file path=ppt/media/f87895.txt>
</file>

<file path=ppt/media/f87896.txt>
</file>

<file path=ppt/media/f87897.txt>
</file>

<file path=ppt/media/f87898.txt>
</file>

<file path=ppt/media/f87899.txt>
</file>

<file path=ppt/media/f87900.txt>
</file>

<file path=ppt/media/f87901.txt>
</file>

<file path=ppt/media/f87902.txt>
</file>

<file path=ppt/media/f87903.txt>
</file>

<file path=ppt/media/f87904.txt>
</file>

<file path=ppt/media/f87905.txt>
</file>

<file path=ppt/media/f87906.txt>
</file>

<file path=ppt/media/f87907.txt>
</file>

<file path=ppt/media/f87908.txt>
</file>

<file path=ppt/media/f87909.txt>
</file>

<file path=ppt/media/f87910.txt>
</file>

<file path=ppt/media/f87911.txt>
</file>

<file path=ppt/media/f87912.txt>
</file>

<file path=ppt/media/f87913.txt>
</file>

<file path=ppt/media/f87914.txt>
</file>

<file path=ppt/media/f87915.txt>
</file>

<file path=ppt/media/f87916.txt>
</file>

<file path=ppt/media/f87917.txt>
</file>

<file path=ppt/media/f87918.txt>
</file>

<file path=ppt/media/f87919.txt>
</file>

<file path=ppt/media/f87920.txt>
</file>

<file path=ppt/media/f87921.txt>
</file>

<file path=ppt/media/f87922.txt>
</file>

<file path=ppt/media/f87923.txt>
</file>

<file path=ppt/media/f87924.txt>
</file>

<file path=ppt/media/f87925.txt>
</file>

<file path=ppt/media/f87926.txt>
</file>

<file path=ppt/media/f87927.txt>
</file>

<file path=ppt/media/f87928.txt>
</file>

<file path=ppt/media/f87929.txt>
</file>

<file path=ppt/media/f87930.txt>
</file>

<file path=ppt/media/f87931.txt>
</file>

<file path=ppt/media/f87932.txt>
</file>

<file path=ppt/media/f87933.txt>
</file>

<file path=ppt/media/f87934.txt>
</file>

<file path=ppt/media/f87935.txt>
</file>

<file path=ppt/media/f87936.txt>
</file>

<file path=ppt/media/f87937.txt>
</file>

<file path=ppt/media/f87938.txt>
</file>

<file path=ppt/media/f87939.txt>
</file>

<file path=ppt/media/f87940.txt>
</file>

<file path=ppt/media/f87941.txt>
</file>

<file path=ppt/media/f87942.txt>
</file>

<file path=ppt/media/f87943.txt>
</file>

<file path=ppt/media/f87944.txt>
</file>

<file path=ppt/media/f87945.txt>
</file>

<file path=ppt/media/f87946.txt>
</file>

<file path=ppt/media/f87947.txt>
</file>

<file path=ppt/media/f87948.txt>
</file>

<file path=ppt/media/f87949.txt>
</file>

<file path=ppt/media/f87950.txt>
</file>

<file path=ppt/media/f87951.txt>
</file>

<file path=ppt/media/f87952.txt>
</file>

<file path=ppt/media/f87953.txt>
</file>

<file path=ppt/media/f87954.txt>
</file>

<file path=ppt/media/f87955.txt>
</file>

<file path=ppt/media/f87956.txt>
</file>

<file path=ppt/media/f87957.txt>
</file>

<file path=ppt/media/f87958.txt>
</file>

<file path=ppt/media/f87959.txt>
</file>

<file path=ppt/media/f87960.txt>
</file>

<file path=ppt/media/f87961.txt>
</file>

<file path=ppt/media/f87962.txt>
</file>

<file path=ppt/media/f87963.txt>
</file>

<file path=ppt/media/f87964.txt>
</file>

<file path=ppt/media/f87965.txt>
</file>

<file path=ppt/media/f87966.txt>
</file>

<file path=ppt/media/f87967.txt>
</file>

<file path=ppt/media/f87968.txt>
</file>

<file path=ppt/media/f87969.txt>
</file>

<file path=ppt/media/f87970.txt>
</file>

<file path=ppt/media/f87971.txt>
</file>

<file path=ppt/media/f87972.txt>
</file>

<file path=ppt/media/f87973.txt>
</file>

<file path=ppt/media/f87974.txt>
</file>

<file path=ppt/media/f87975.txt>
</file>

<file path=ppt/media/f87976.txt>
</file>

<file path=ppt/media/f87977.txt>
</file>

<file path=ppt/media/f87978.txt>
</file>

<file path=ppt/media/f87979.txt>
</file>

<file path=ppt/media/f87980.txt>
</file>

<file path=ppt/media/f87981.txt>
</file>

<file path=ppt/media/f87982.txt>
</file>

<file path=ppt/media/f87983.txt>
</file>

<file path=ppt/media/f87984.txt>
</file>

<file path=ppt/media/f87985.txt>
</file>

<file path=ppt/media/f87986.txt>
</file>

<file path=ppt/media/f87987.txt>
</file>

<file path=ppt/media/f87988.txt>
</file>

<file path=ppt/media/f87989.txt>
</file>

<file path=ppt/media/f87990.txt>
</file>

<file path=ppt/media/f87991.txt>
</file>

<file path=ppt/media/f87992.txt>
</file>

<file path=ppt/media/f87993.txt>
</file>

<file path=ppt/media/f87994.txt>
</file>

<file path=ppt/media/f87995.txt>
</file>

<file path=ppt/media/f87996.txt>
</file>

<file path=ppt/media/f87997.txt>
</file>

<file path=ppt/media/f87998.txt>
</file>

<file path=ppt/media/f87999.txt>
</file>

<file path=ppt/media/f88000.txt>
</file>

<file path=ppt/media/f88001.txt>
</file>

<file path=ppt/media/f88002.txt>
</file>

<file path=ppt/media/f88003.txt>
</file>

<file path=ppt/media/f88004.txt>
</file>

<file path=ppt/media/f88005.txt>
</file>

<file path=ppt/media/f88006.txt>
</file>

<file path=ppt/media/f88007.txt>
</file>

<file path=ppt/media/f88008.txt>
</file>

<file path=ppt/media/f88009.txt>
</file>

<file path=ppt/media/f88010.txt>
</file>

<file path=ppt/media/f88011.txt>
</file>

<file path=ppt/media/f88012.txt>
</file>

<file path=ppt/media/f88013.txt>
</file>

<file path=ppt/media/f88014.txt>
</file>

<file path=ppt/media/f88015.txt>
</file>

<file path=ppt/media/f88016.txt>
</file>

<file path=ppt/media/f88017.txt>
</file>

<file path=ppt/media/f88018.txt>
</file>

<file path=ppt/media/f88019.txt>
</file>

<file path=ppt/media/f88020.txt>
</file>

<file path=ppt/media/f88021.txt>
</file>

<file path=ppt/media/f88022.txt>
</file>

<file path=ppt/media/f88023.txt>
</file>

<file path=ppt/media/f88024.txt>
</file>

<file path=ppt/media/f88025.txt>
</file>

<file path=ppt/media/f88026.txt>
</file>

<file path=ppt/media/f88027.txt>
</file>

<file path=ppt/media/f88028.txt>
</file>

<file path=ppt/media/f88029.txt>
</file>

<file path=ppt/media/f88030.txt>
</file>

<file path=ppt/media/f88031.txt>
</file>

<file path=ppt/media/f88032.txt>
</file>

<file path=ppt/media/f88033.txt>
</file>

<file path=ppt/media/f88034.txt>
</file>

<file path=ppt/media/f88035.txt>
</file>

<file path=ppt/media/f88036.txt>
</file>

<file path=ppt/media/f88037.txt>
</file>

<file path=ppt/media/f88038.txt>
</file>

<file path=ppt/media/f88039.txt>
</file>

<file path=ppt/media/f88040.txt>
</file>

<file path=ppt/media/f88041.txt>
</file>

<file path=ppt/media/f88042.txt>
</file>

<file path=ppt/media/f88043.txt>
</file>

<file path=ppt/media/f88044.txt>
</file>

<file path=ppt/media/f88045.txt>
</file>

<file path=ppt/media/f88046.txt>
</file>

<file path=ppt/media/f88047.txt>
</file>

<file path=ppt/media/f88048.txt>
</file>

<file path=ppt/media/f88049.txt>
</file>

<file path=ppt/media/f88050.txt>
</file>

<file path=ppt/media/f88051.txt>
</file>

<file path=ppt/media/f88052.txt>
</file>

<file path=ppt/media/f88053.txt>
</file>

<file path=ppt/media/f88054.txt>
</file>

<file path=ppt/media/f88055.txt>
</file>

<file path=ppt/media/f88056.txt>
</file>

<file path=ppt/media/f88057.txt>
</file>

<file path=ppt/media/f88058.txt>
</file>

<file path=ppt/media/f88059.txt>
</file>

<file path=ppt/media/f88060.txt>
</file>

<file path=ppt/media/f88061.txt>
</file>

<file path=ppt/media/f88062.txt>
</file>

<file path=ppt/media/f88063.txt>
</file>

<file path=ppt/media/f88064.txt>
</file>

<file path=ppt/media/f88065.txt>
</file>

<file path=ppt/media/f88066.txt>
</file>

<file path=ppt/media/f88067.txt>
</file>

<file path=ppt/media/f88068.txt>
</file>

<file path=ppt/media/f88069.txt>
</file>

<file path=ppt/media/f88070.txt>
</file>

<file path=ppt/media/f88071.txt>
</file>

<file path=ppt/media/f88072.txt>
</file>

<file path=ppt/media/f88073.txt>
</file>

<file path=ppt/media/f88074.txt>
</file>

<file path=ppt/media/f88075.txt>
</file>

<file path=ppt/media/f88076.txt>
</file>

<file path=ppt/media/f88077.txt>
</file>

<file path=ppt/media/f88078.txt>
</file>

<file path=ppt/media/f88079.txt>
</file>

<file path=ppt/media/f88080.txt>
</file>

<file path=ppt/media/f88081.txt>
</file>

<file path=ppt/media/f88082.txt>
</file>

<file path=ppt/media/f88083.txt>
</file>

<file path=ppt/media/f88084.txt>
</file>

<file path=ppt/media/f88085.txt>
</file>

<file path=ppt/media/f88086.txt>
</file>

<file path=ppt/media/f88087.txt>
</file>

<file path=ppt/media/f88088.txt>
</file>

<file path=ppt/media/f88089.txt>
</file>

<file path=ppt/media/f88090.txt>
</file>

<file path=ppt/media/f88091.txt>
</file>

<file path=ppt/media/f88092.txt>
</file>

<file path=ppt/media/f88093.txt>
</file>

<file path=ppt/media/f88094.txt>
</file>

<file path=ppt/media/f88095.txt>
</file>

<file path=ppt/media/f88096.txt>
</file>

<file path=ppt/media/f88097.txt>
</file>

<file path=ppt/media/f88098.txt>
</file>

<file path=ppt/media/f88099.txt>
</file>

<file path=ppt/media/f88100.txt>
</file>

<file path=ppt/media/f88101.txt>
</file>

<file path=ppt/media/f88102.txt>
</file>

<file path=ppt/media/f88103.txt>
</file>

<file path=ppt/media/f88104.txt>
</file>

<file path=ppt/media/f88105.txt>
</file>

<file path=ppt/media/f88106.txt>
</file>

<file path=ppt/media/f88107.txt>
</file>

<file path=ppt/media/f88108.txt>
</file>

<file path=ppt/media/f88109.txt>
</file>

<file path=ppt/media/f88110.txt>
</file>

<file path=ppt/media/f88111.txt>
</file>

<file path=ppt/media/f88112.txt>
</file>

<file path=ppt/media/f88113.txt>
</file>

<file path=ppt/media/f88114.txt>
</file>

<file path=ppt/media/f88115.txt>
</file>

<file path=ppt/media/f88116.txt>
</file>

<file path=ppt/media/f88117.txt>
</file>

<file path=ppt/media/f88118.txt>
</file>

<file path=ppt/media/f88119.txt>
</file>

<file path=ppt/media/f88120.txt>
</file>

<file path=ppt/media/f88121.txt>
</file>

<file path=ppt/media/f88122.txt>
</file>

<file path=ppt/media/f88123.txt>
</file>

<file path=ppt/media/f88124.txt>
</file>

<file path=ppt/media/f88125.txt>
</file>

<file path=ppt/media/f88126.txt>
</file>

<file path=ppt/media/f88127.txt>
</file>

<file path=ppt/media/f88128.txt>
</file>

<file path=ppt/media/f88129.txt>
</file>

<file path=ppt/media/f88130.txt>
</file>

<file path=ppt/media/f88131.txt>
</file>

<file path=ppt/media/f88132.txt>
</file>

<file path=ppt/media/f88133.txt>
</file>

<file path=ppt/media/f88134.txt>
</file>

<file path=ppt/media/f88135.txt>
</file>

<file path=ppt/media/f88136.txt>
</file>

<file path=ppt/media/f88137.txt>
</file>

<file path=ppt/media/f88138.txt>
</file>

<file path=ppt/media/f88139.txt>
</file>

<file path=ppt/media/f88140.txt>
</file>

<file path=ppt/media/f88141.txt>
</file>

<file path=ppt/media/f88142.txt>
</file>

<file path=ppt/media/f88143.txt>
</file>

<file path=ppt/media/f88144.txt>
</file>

<file path=ppt/media/f88145.txt>
</file>

<file path=ppt/media/f88146.txt>
</file>

<file path=ppt/media/f88147.txt>
</file>

<file path=ppt/media/f88148.txt>
</file>

<file path=ppt/media/f88149.txt>
</file>

<file path=ppt/media/f88150.txt>
</file>

<file path=ppt/media/f88151.txt>
</file>

<file path=ppt/media/f88152.txt>
</file>

<file path=ppt/media/f88153.txt>
</file>

<file path=ppt/media/f88154.txt>
</file>

<file path=ppt/media/f88155.txt>
</file>

<file path=ppt/media/f88156.txt>
</file>

<file path=ppt/media/f88157.txt>
</file>

<file path=ppt/media/f88158.txt>
</file>

<file path=ppt/media/f88159.txt>
</file>

<file path=ppt/media/f88160.txt>
</file>

<file path=ppt/media/f88161.txt>
</file>

<file path=ppt/media/f88162.txt>
</file>

<file path=ppt/media/f88163.txt>
</file>

<file path=ppt/media/f88164.txt>
</file>

<file path=ppt/media/f88165.txt>
</file>

<file path=ppt/media/f88166.txt>
</file>

<file path=ppt/media/f88167.txt>
</file>

<file path=ppt/media/f88168.txt>
</file>

<file path=ppt/media/f88169.txt>
</file>

<file path=ppt/media/f88170.txt>
</file>

<file path=ppt/media/f88171.txt>
</file>

<file path=ppt/media/f88172.txt>
</file>

<file path=ppt/media/f88173.txt>
</file>

<file path=ppt/media/f88174.txt>
</file>

<file path=ppt/media/f88175.txt>
</file>

<file path=ppt/media/f88176.txt>
</file>

<file path=ppt/media/f88177.txt>
</file>

<file path=ppt/media/f88178.txt>
</file>

<file path=ppt/media/f88179.txt>
</file>

<file path=ppt/media/f88180.txt>
</file>

<file path=ppt/media/f88181.txt>
</file>

<file path=ppt/media/f88182.txt>
</file>

<file path=ppt/media/f88183.txt>
</file>

<file path=ppt/media/f88184.txt>
</file>

<file path=ppt/media/f88185.txt>
</file>

<file path=ppt/media/f88186.txt>
</file>

<file path=ppt/media/f88187.txt>
</file>

<file path=ppt/media/f88188.txt>
</file>

<file path=ppt/media/f88189.txt>
</file>

<file path=ppt/media/f88190.txt>
</file>

<file path=ppt/media/f88191.txt>
</file>

<file path=ppt/media/f88192.txt>
</file>

<file path=ppt/media/f88193.txt>
</file>

<file path=ppt/media/f88194.txt>
</file>

<file path=ppt/media/f88195.txt>
</file>

<file path=ppt/media/f88196.txt>
</file>

<file path=ppt/media/f88197.txt>
</file>

<file path=ppt/media/f88198.txt>
</file>

<file path=ppt/media/f88199.txt>
</file>

<file path=ppt/media/f88200.txt>
</file>

<file path=ppt/media/f88201.txt>
</file>

<file path=ppt/media/f88202.txt>
</file>

<file path=ppt/media/f88203.txt>
</file>

<file path=ppt/media/f88204.txt>
</file>

<file path=ppt/media/f88205.txt>
</file>

<file path=ppt/media/f88206.txt>
</file>

<file path=ppt/media/f88207.txt>
</file>

<file path=ppt/media/f88208.txt>
</file>

<file path=ppt/media/f88209.txt>
</file>

<file path=ppt/media/f88210.txt>
</file>

<file path=ppt/media/f88211.txt>
</file>

<file path=ppt/media/f88212.txt>
</file>

<file path=ppt/media/f88213.txt>
</file>

<file path=ppt/media/f88214.txt>
</file>

<file path=ppt/media/f88215.txt>
</file>

<file path=ppt/media/f88216.txt>
</file>

<file path=ppt/media/f88217.txt>
</file>

<file path=ppt/media/f88218.txt>
</file>

<file path=ppt/media/f88219.txt>
</file>

<file path=ppt/media/f88220.txt>
</file>

<file path=ppt/media/f88221.txt>
</file>

<file path=ppt/media/f88222.txt>
</file>

<file path=ppt/media/f88223.txt>
</file>

<file path=ppt/media/f88224.txt>
</file>

<file path=ppt/media/f88225.txt>
</file>

<file path=ppt/media/f88226.txt>
</file>

<file path=ppt/media/f88227.txt>
</file>

<file path=ppt/media/f88228.txt>
</file>

<file path=ppt/media/f88229.txt>
</file>

<file path=ppt/media/f88230.txt>
</file>

<file path=ppt/media/f88231.txt>
</file>

<file path=ppt/media/f88232.txt>
</file>

<file path=ppt/media/f88233.txt>
</file>

<file path=ppt/media/f88234.txt>
</file>

<file path=ppt/media/f88235.txt>
</file>

<file path=ppt/media/f88236.txt>
</file>

<file path=ppt/media/f88237.txt>
</file>

<file path=ppt/media/f88238.txt>
</file>

<file path=ppt/media/f88239.txt>
</file>

<file path=ppt/media/f88240.txt>
</file>

<file path=ppt/media/f88241.txt>
</file>

<file path=ppt/media/f88242.txt>
</file>

<file path=ppt/media/f88243.txt>
</file>

<file path=ppt/media/f88244.txt>
</file>

<file path=ppt/media/f88245.txt>
</file>

<file path=ppt/media/f88246.txt>
</file>

<file path=ppt/media/f88247.txt>
</file>

<file path=ppt/media/f88248.txt>
</file>

<file path=ppt/media/f88249.txt>
</file>

<file path=ppt/media/f88250.txt>
</file>

<file path=ppt/media/f88251.txt>
</file>

<file path=ppt/media/f88252.txt>
</file>

<file path=ppt/media/f88253.txt>
</file>

<file path=ppt/media/f88254.txt>
</file>

<file path=ppt/media/f88255.txt>
</file>

<file path=ppt/media/f88256.txt>
</file>

<file path=ppt/media/f88257.txt>
</file>

<file path=ppt/media/f88258.txt>
</file>

<file path=ppt/media/f88259.txt>
</file>

<file path=ppt/media/f88260.txt>
</file>

<file path=ppt/media/f88261.txt>
</file>

<file path=ppt/media/f88262.txt>
</file>

<file path=ppt/media/f88263.txt>
</file>

<file path=ppt/media/f88264.txt>
</file>

<file path=ppt/media/f88265.txt>
</file>

<file path=ppt/media/f88266.txt>
</file>

<file path=ppt/media/f88267.txt>
</file>

<file path=ppt/media/f88268.txt>
</file>

<file path=ppt/media/f88269.txt>
</file>

<file path=ppt/media/f88270.txt>
</file>

<file path=ppt/media/f88271.txt>
</file>

<file path=ppt/media/f88272.txt>
</file>

<file path=ppt/media/f88273.txt>
</file>

<file path=ppt/media/f88274.txt>
</file>

<file path=ppt/media/f88275.txt>
</file>

<file path=ppt/media/f88276.txt>
</file>

<file path=ppt/media/f88277.txt>
</file>

<file path=ppt/media/f88278.txt>
</file>

<file path=ppt/media/f88279.txt>
</file>

<file path=ppt/media/f88280.txt>
</file>

<file path=ppt/media/f88281.txt>
</file>

<file path=ppt/media/f88282.txt>
</file>

<file path=ppt/media/f88283.txt>
</file>

<file path=ppt/media/f88284.txt>
</file>

<file path=ppt/media/f88285.txt>
</file>

<file path=ppt/media/f88286.txt>
</file>

<file path=ppt/media/f88287.txt>
</file>

<file path=ppt/media/f88288.txt>
</file>

<file path=ppt/media/f88289.txt>
</file>

<file path=ppt/media/f88290.txt>
</file>

<file path=ppt/media/f88291.txt>
</file>

<file path=ppt/media/f88292.txt>
</file>

<file path=ppt/media/f88293.txt>
</file>

<file path=ppt/media/f88294.txt>
</file>

<file path=ppt/media/f88295.txt>
</file>

<file path=ppt/media/f88296.txt>
</file>

<file path=ppt/media/f88297.txt>
</file>

<file path=ppt/media/f88298.txt>
</file>

<file path=ppt/media/f88299.txt>
</file>

<file path=ppt/media/f88300.txt>
</file>

<file path=ppt/media/f88301.txt>
</file>

<file path=ppt/media/f88302.txt>
</file>

<file path=ppt/media/f88303.txt>
</file>

<file path=ppt/media/f88304.txt>
</file>

<file path=ppt/media/f88305.txt>
</file>

<file path=ppt/media/f88306.txt>
</file>

<file path=ppt/media/f88307.txt>
</file>

<file path=ppt/media/f88308.txt>
</file>

<file path=ppt/media/f88309.txt>
</file>

<file path=ppt/media/f88310.txt>
</file>

<file path=ppt/media/f88311.txt>
</file>

<file path=ppt/media/f88312.txt>
</file>

<file path=ppt/media/f88313.txt>
</file>

<file path=ppt/media/f88314.txt>
</file>

<file path=ppt/media/f88315.txt>
</file>

<file path=ppt/media/f88316.txt>
</file>

<file path=ppt/media/f88317.txt>
</file>

<file path=ppt/media/f88318.txt>
</file>

<file path=ppt/media/f88319.txt>
</file>

<file path=ppt/media/f88320.txt>
</file>

<file path=ppt/media/f88321.txt>
</file>

<file path=ppt/media/f88322.txt>
</file>

<file path=ppt/media/f88323.txt>
</file>

<file path=ppt/media/f88324.txt>
</file>

<file path=ppt/media/f88325.txt>
</file>

<file path=ppt/media/f88326.txt>
</file>

<file path=ppt/media/f88327.txt>
</file>

<file path=ppt/media/f88328.txt>
</file>

<file path=ppt/media/f88329.txt>
</file>

<file path=ppt/media/f88330.txt>
</file>

<file path=ppt/media/f88331.txt>
</file>

<file path=ppt/media/f88332.txt>
</file>

<file path=ppt/media/f88333.txt>
</file>

<file path=ppt/media/f88334.txt>
</file>

<file path=ppt/media/f88335.txt>
</file>

<file path=ppt/media/f88336.txt>
</file>

<file path=ppt/media/f88337.txt>
</file>

<file path=ppt/media/f88338.txt>
</file>

<file path=ppt/media/f88339.txt>
</file>

<file path=ppt/media/f88340.txt>
</file>

<file path=ppt/media/f88341.txt>
</file>

<file path=ppt/media/f88342.txt>
</file>

<file path=ppt/media/f88343.txt>
</file>

<file path=ppt/media/f88344.txt>
</file>

<file path=ppt/media/f88345.txt>
</file>

<file path=ppt/media/f88346.txt>
</file>

<file path=ppt/media/f88347.txt>
</file>

<file path=ppt/media/f88348.txt>
</file>

<file path=ppt/media/f88349.txt>
</file>

<file path=ppt/media/f88350.txt>
</file>

<file path=ppt/media/f88351.txt>
</file>

<file path=ppt/media/f88352.txt>
</file>

<file path=ppt/media/f88353.txt>
</file>

<file path=ppt/media/f88354.txt>
</file>

<file path=ppt/media/f88355.txt>
</file>

<file path=ppt/media/f88356.txt>
</file>

<file path=ppt/media/f88357.txt>
</file>

<file path=ppt/media/f88358.txt>
</file>

<file path=ppt/media/f88359.txt>
</file>

<file path=ppt/media/f88360.txt>
</file>

<file path=ppt/media/f88361.txt>
</file>

<file path=ppt/media/f88362.txt>
</file>

<file path=ppt/media/f88363.txt>
</file>

<file path=ppt/media/f88364.txt>
</file>

<file path=ppt/media/f88365.txt>
</file>

<file path=ppt/media/f88366.txt>
</file>

<file path=ppt/media/f88367.txt>
</file>

<file path=ppt/media/f88368.txt>
</file>

<file path=ppt/media/f88369.txt>
</file>

<file path=ppt/media/f88370.txt>
</file>

<file path=ppt/media/f88371.txt>
</file>

<file path=ppt/media/f88372.txt>
</file>

<file path=ppt/media/f88373.txt>
</file>

<file path=ppt/media/f88374.txt>
</file>

<file path=ppt/media/f88375.txt>
</file>

<file path=ppt/media/f88376.txt>
</file>

<file path=ppt/media/f88377.txt>
</file>

<file path=ppt/media/f88378.txt>
</file>

<file path=ppt/media/f88379.txt>
</file>

<file path=ppt/media/f88380.txt>
</file>

<file path=ppt/media/f88381.txt>
</file>

<file path=ppt/media/f88382.txt>
</file>

<file path=ppt/media/f88383.txt>
</file>

<file path=ppt/media/f88384.txt>
</file>

<file path=ppt/media/f88385.txt>
</file>

<file path=ppt/media/f88386.txt>
</file>

<file path=ppt/media/f88387.txt>
</file>

<file path=ppt/media/f88388.txt>
</file>

<file path=ppt/media/f88389.txt>
</file>

<file path=ppt/media/f88390.txt>
</file>

<file path=ppt/media/f88391.txt>
</file>

<file path=ppt/media/f88392.txt>
</file>

<file path=ppt/media/f88393.txt>
</file>

<file path=ppt/media/f88394.txt>
</file>

<file path=ppt/media/f88395.txt>
</file>

<file path=ppt/media/f88396.txt>
</file>

<file path=ppt/media/f88397.txt>
</file>

<file path=ppt/media/f88398.txt>
</file>

<file path=ppt/media/f88399.txt>
</file>

<file path=ppt/media/f88400.txt>
</file>

<file path=ppt/media/f88401.txt>
</file>

<file path=ppt/media/f88402.txt>
</file>

<file path=ppt/media/f88403.txt>
</file>

<file path=ppt/media/f88404.txt>
</file>

<file path=ppt/media/f88405.txt>
</file>

<file path=ppt/media/f88406.txt>
</file>

<file path=ppt/media/f88407.txt>
</file>

<file path=ppt/media/f88408.txt>
</file>

<file path=ppt/media/f88409.txt>
</file>

<file path=ppt/media/f88410.txt>
</file>

<file path=ppt/media/f88411.txt>
</file>

<file path=ppt/media/f88412.txt>
</file>

<file path=ppt/media/f88413.txt>
</file>

<file path=ppt/media/f88414.txt>
</file>

<file path=ppt/media/f88415.txt>
</file>

<file path=ppt/media/f88416.txt>
</file>

<file path=ppt/media/f88417.txt>
</file>

<file path=ppt/media/f88418.txt>
</file>

<file path=ppt/media/f88419.txt>
</file>

<file path=ppt/media/f88420.txt>
</file>

<file path=ppt/media/f88421.txt>
</file>

<file path=ppt/media/f88422.txt>
</file>

<file path=ppt/media/f88423.txt>
</file>

<file path=ppt/media/f88424.txt>
</file>

<file path=ppt/media/f88425.txt>
</file>

<file path=ppt/media/f88426.txt>
</file>

<file path=ppt/media/f88427.txt>
</file>

<file path=ppt/media/f88428.txt>
</file>

<file path=ppt/media/f88429.txt>
</file>

<file path=ppt/media/f88430.txt>
</file>

<file path=ppt/media/f88431.txt>
</file>

<file path=ppt/media/f88432.txt>
</file>

<file path=ppt/media/f88433.txt>
</file>

<file path=ppt/media/f88434.txt>
</file>

<file path=ppt/media/f88435.txt>
</file>

<file path=ppt/media/f88436.txt>
</file>

<file path=ppt/media/f88437.txt>
</file>

<file path=ppt/media/f88438.txt>
</file>

<file path=ppt/media/f88439.txt>
</file>

<file path=ppt/media/f88440.txt>
</file>

<file path=ppt/media/f88441.txt>
</file>

<file path=ppt/media/f88442.txt>
</file>

<file path=ppt/media/f88443.txt>
</file>

<file path=ppt/media/f88444.txt>
</file>

<file path=ppt/media/f88445.txt>
</file>

<file path=ppt/media/f88446.txt>
</file>

<file path=ppt/media/f88447.txt>
</file>

<file path=ppt/media/f88448.txt>
</file>

<file path=ppt/media/f88449.txt>
</file>

<file path=ppt/media/f88450.txt>
</file>

<file path=ppt/media/f88451.txt>
</file>

<file path=ppt/media/f88452.txt>
</file>

<file path=ppt/media/f88453.txt>
</file>

<file path=ppt/media/f88454.txt>
</file>

<file path=ppt/media/f88455.txt>
</file>

<file path=ppt/media/f88456.txt>
</file>

<file path=ppt/media/f88457.txt>
</file>

<file path=ppt/media/f88458.txt>
</file>

<file path=ppt/media/f88459.txt>
</file>

<file path=ppt/media/f88460.txt>
</file>

<file path=ppt/media/f88461.txt>
</file>

<file path=ppt/media/f88462.txt>
</file>

<file path=ppt/media/f88463.txt>
</file>

<file path=ppt/media/f88464.txt>
</file>

<file path=ppt/media/f88465.txt>
</file>

<file path=ppt/media/f88466.txt>
</file>

<file path=ppt/media/f88467.txt>
</file>

<file path=ppt/media/f88468.txt>
</file>

<file path=ppt/media/f88469.txt>
</file>

<file path=ppt/media/f88470.txt>
</file>

<file path=ppt/media/f88471.txt>
</file>

<file path=ppt/media/f88472.txt>
</file>

<file path=ppt/media/f88473.txt>
</file>

<file path=ppt/media/f88474.txt>
</file>

<file path=ppt/media/f88475.txt>
</file>

<file path=ppt/media/f88476.txt>
</file>

<file path=ppt/media/f88477.txt>
</file>

<file path=ppt/media/f88478.txt>
</file>

<file path=ppt/media/f88479.txt>
</file>

<file path=ppt/media/f88480.txt>
</file>

<file path=ppt/media/f88481.txt>
</file>

<file path=ppt/media/f88482.txt>
</file>

<file path=ppt/media/f88483.txt>
</file>

<file path=ppt/media/f88484.txt>
</file>

<file path=ppt/media/f88485.txt>
</file>

<file path=ppt/media/f88486.txt>
</file>

<file path=ppt/media/f88487.txt>
</file>

<file path=ppt/media/f88488.txt>
</file>

<file path=ppt/media/f88489.txt>
</file>

<file path=ppt/media/f88490.txt>
</file>

<file path=ppt/media/f88491.txt>
</file>

<file path=ppt/media/f88492.txt>
</file>

<file path=ppt/media/f88493.txt>
</file>

<file path=ppt/media/f88494.txt>
</file>

<file path=ppt/media/f88495.txt>
</file>

<file path=ppt/media/f88496.txt>
</file>

<file path=ppt/media/f88497.txt>
</file>

<file path=ppt/media/f88498.txt>
</file>

<file path=ppt/media/f88499.txt>
</file>

<file path=ppt/media/f88500.txt>
</file>

<file path=ppt/media/f88501.txt>
</file>

<file path=ppt/media/f88502.txt>
</file>

<file path=ppt/media/f88503.txt>
</file>

<file path=ppt/media/f88504.txt>
</file>

<file path=ppt/media/f88505.txt>
</file>

<file path=ppt/media/f88506.txt>
</file>

<file path=ppt/media/f88507.txt>
</file>

<file path=ppt/media/f88508.txt>
</file>

<file path=ppt/media/f88509.txt>
</file>

<file path=ppt/media/f88510.txt>
</file>

<file path=ppt/media/f88511.txt>
</file>

<file path=ppt/media/f88512.txt>
</file>

<file path=ppt/media/f88513.txt>
</file>

<file path=ppt/media/f88514.txt>
</file>

<file path=ppt/media/f88515.txt>
</file>

<file path=ppt/media/f88516.txt>
</file>

<file path=ppt/media/f88517.txt>
</file>

<file path=ppt/media/f88518.txt>
</file>

<file path=ppt/media/f88519.txt>
</file>

<file path=ppt/media/f88520.txt>
</file>

<file path=ppt/media/f88521.txt>
</file>

<file path=ppt/media/f88522.txt>
</file>

<file path=ppt/media/f88523.txt>
</file>

<file path=ppt/media/f88524.txt>
</file>

<file path=ppt/media/f88525.txt>
</file>

<file path=ppt/media/f88526.txt>
</file>

<file path=ppt/media/f88527.txt>
</file>

<file path=ppt/media/f88528.txt>
</file>

<file path=ppt/media/f88529.txt>
</file>

<file path=ppt/media/f88530.txt>
</file>

<file path=ppt/media/f88531.txt>
</file>

<file path=ppt/media/f88532.txt>
</file>

<file path=ppt/media/f88533.txt>
</file>

<file path=ppt/media/f88534.txt>
</file>

<file path=ppt/media/f88535.txt>
</file>

<file path=ppt/media/f88536.txt>
</file>

<file path=ppt/media/f88537.txt>
</file>

<file path=ppt/media/f88538.txt>
</file>

<file path=ppt/media/f88539.txt>
</file>

<file path=ppt/media/f88540.txt>
</file>

<file path=ppt/media/f88541.txt>
</file>

<file path=ppt/media/f88542.txt>
</file>

<file path=ppt/media/f88543.txt>
</file>

<file path=ppt/media/f88544.txt>
</file>

<file path=ppt/media/f88545.txt>
</file>

<file path=ppt/media/f88546.txt>
</file>

<file path=ppt/media/f88547.txt>
</file>

<file path=ppt/media/f88548.txt>
</file>

<file path=ppt/media/f88549.txt>
</file>

<file path=ppt/media/f88550.txt>
</file>

<file path=ppt/media/f88551.txt>
</file>

<file path=ppt/media/f88552.txt>
</file>

<file path=ppt/media/f88553.txt>
</file>

<file path=ppt/media/f88554.txt>
</file>

<file path=ppt/media/f88555.txt>
</file>

<file path=ppt/media/f88556.txt>
</file>

<file path=ppt/media/f88557.txt>
</file>

<file path=ppt/media/f88558.txt>
</file>

<file path=ppt/media/f88559.txt>
</file>

<file path=ppt/media/f88560.txt>
</file>

<file path=ppt/media/f88561.txt>
</file>

<file path=ppt/media/f88562.txt>
</file>

<file path=ppt/media/f88563.txt>
</file>

<file path=ppt/media/f88564.txt>
</file>

<file path=ppt/media/f88565.txt>
</file>

<file path=ppt/media/f88566.txt>
</file>

<file path=ppt/media/f88567.txt>
</file>

<file path=ppt/media/f88568.txt>
</file>

<file path=ppt/media/f88569.txt>
</file>

<file path=ppt/media/f88570.txt>
</file>

<file path=ppt/media/f88571.txt>
</file>

<file path=ppt/media/f88572.txt>
</file>

<file path=ppt/media/f88573.txt>
</file>

<file path=ppt/media/f88574.txt>
</file>

<file path=ppt/media/f88575.txt>
</file>

<file path=ppt/media/f88576.txt>
</file>

<file path=ppt/media/f88577.txt>
</file>

<file path=ppt/media/f88578.txt>
</file>

<file path=ppt/media/f88579.txt>
</file>

<file path=ppt/media/f88580.txt>
</file>

<file path=ppt/media/f88581.txt>
</file>

<file path=ppt/media/f88582.txt>
</file>

<file path=ppt/media/f88583.txt>
</file>

<file path=ppt/media/f88584.txt>
</file>

<file path=ppt/media/f88585.txt>
</file>

<file path=ppt/media/f88586.txt>
</file>

<file path=ppt/media/f88587.txt>
</file>

<file path=ppt/media/f88588.txt>
</file>

<file path=ppt/media/f88589.txt>
</file>

<file path=ppt/media/f88590.txt>
</file>

<file path=ppt/media/f88591.txt>
</file>

<file path=ppt/media/f88592.txt>
</file>

<file path=ppt/media/f88593.txt>
</file>

<file path=ppt/media/f88594.txt>
</file>

<file path=ppt/media/f88595.txt>
</file>

<file path=ppt/media/f88596.txt>
</file>

<file path=ppt/media/f88597.txt>
</file>

<file path=ppt/media/f88598.txt>
</file>

<file path=ppt/media/f88599.txt>
</file>

<file path=ppt/media/f88600.txt>
</file>

<file path=ppt/media/f88601.txt>
</file>

<file path=ppt/media/f88602.txt>
</file>

<file path=ppt/media/f88603.txt>
</file>

<file path=ppt/media/f88604.txt>
</file>

<file path=ppt/media/f88605.txt>
</file>

<file path=ppt/media/f88606.txt>
</file>

<file path=ppt/media/f88607.txt>
</file>

<file path=ppt/media/f88608.txt>
</file>

<file path=ppt/media/f88609.txt>
</file>

<file path=ppt/media/f88610.txt>
</file>

<file path=ppt/media/f88611.txt>
</file>

<file path=ppt/media/f88612.txt>
</file>

<file path=ppt/media/f88613.txt>
</file>

<file path=ppt/media/f88614.txt>
</file>

<file path=ppt/media/f88615.txt>
</file>

<file path=ppt/media/f88616.txt>
</file>

<file path=ppt/media/f88617.txt>
</file>

<file path=ppt/media/f88618.txt>
</file>

<file path=ppt/media/f88619.txt>
</file>

<file path=ppt/media/f88620.txt>
</file>

<file path=ppt/media/f88621.txt>
</file>

<file path=ppt/media/f88622.txt>
</file>

<file path=ppt/media/f88623.txt>
</file>

<file path=ppt/media/f88624.txt>
</file>

<file path=ppt/media/f88625.txt>
</file>

<file path=ppt/media/f88626.txt>
</file>

<file path=ppt/media/f88627.txt>
</file>

<file path=ppt/media/f88628.txt>
</file>

<file path=ppt/media/f88629.txt>
</file>

<file path=ppt/media/f88630.txt>
</file>

<file path=ppt/media/f88631.txt>
</file>

<file path=ppt/media/f88632.txt>
</file>

<file path=ppt/media/f88633.txt>
</file>

<file path=ppt/media/f88634.txt>
</file>

<file path=ppt/media/f88635.txt>
</file>

<file path=ppt/media/f88636.txt>
</file>

<file path=ppt/media/f88637.txt>
</file>

<file path=ppt/media/f88638.txt>
</file>

<file path=ppt/media/f88639.txt>
</file>

<file path=ppt/media/f88640.txt>
</file>

<file path=ppt/media/f88641.txt>
</file>

<file path=ppt/media/f88642.txt>
</file>

<file path=ppt/media/f88643.txt>
</file>

<file path=ppt/media/f88644.txt>
</file>

<file path=ppt/media/f88645.txt>
</file>

<file path=ppt/media/f88646.txt>
</file>

<file path=ppt/media/f88647.txt>
</file>

<file path=ppt/media/f88648.txt>
</file>

<file path=ppt/media/f88649.txt>
</file>

<file path=ppt/media/f88650.txt>
</file>

<file path=ppt/media/f88651.txt>
</file>

<file path=ppt/media/f88652.txt>
</file>

<file path=ppt/media/f88653.txt>
</file>

<file path=ppt/media/f88654.txt>
</file>

<file path=ppt/media/f88655.txt>
</file>

<file path=ppt/media/f88656.txt>
</file>

<file path=ppt/media/f88657.txt>
</file>

<file path=ppt/media/f88658.txt>
</file>

<file path=ppt/media/f88659.txt>
</file>

<file path=ppt/media/f88660.txt>
</file>

<file path=ppt/media/f88661.txt>
</file>

<file path=ppt/media/f88662.txt>
</file>

<file path=ppt/media/f88663.txt>
</file>

<file path=ppt/media/f88664.txt>
</file>

<file path=ppt/media/f88665.txt>
</file>

<file path=ppt/media/f88666.txt>
</file>

<file path=ppt/media/f88667.txt>
</file>

<file path=ppt/media/f88668.txt>
</file>

<file path=ppt/media/f88669.txt>
</file>

<file path=ppt/media/f88670.txt>
</file>

<file path=ppt/media/f88671.txt>
</file>

<file path=ppt/media/f88672.txt>
</file>

<file path=ppt/media/f88673.txt>
</file>

<file path=ppt/media/f88674.txt>
</file>

<file path=ppt/media/f88675.txt>
</file>

<file path=ppt/media/f88676.txt>
</file>

<file path=ppt/media/f88677.txt>
</file>

<file path=ppt/media/f88678.txt>
</file>

<file path=ppt/media/f88679.txt>
</file>

<file path=ppt/media/f88680.txt>
</file>

<file path=ppt/media/f88681.txt>
</file>

<file path=ppt/media/f88682.txt>
</file>

<file path=ppt/media/f88683.txt>
</file>

<file path=ppt/media/f88684.txt>
</file>

<file path=ppt/media/f88685.txt>
</file>

<file path=ppt/media/f88686.txt>
</file>

<file path=ppt/media/f88687.txt>
</file>

<file path=ppt/media/f88688.txt>
</file>

<file path=ppt/media/f88689.txt>
</file>

<file path=ppt/media/f88690.txt>
</file>

<file path=ppt/media/f88691.txt>
</file>

<file path=ppt/media/f88692.txt>
</file>

<file path=ppt/media/f88693.txt>
</file>

<file path=ppt/media/f88694.txt>
</file>

<file path=ppt/media/f88695.txt>
</file>

<file path=ppt/media/f88696.txt>
</file>

<file path=ppt/media/f88697.txt>
</file>

<file path=ppt/media/f88698.txt>
</file>

<file path=ppt/media/f88699.txt>
</file>

<file path=ppt/media/f88700.txt>
</file>

<file path=ppt/media/f88701.txt>
</file>

<file path=ppt/media/f88702.txt>
</file>

<file path=ppt/media/f88703.txt>
</file>

<file path=ppt/media/f88704.txt>
</file>

<file path=ppt/media/f88705.txt>
</file>

<file path=ppt/media/f88706.txt>
</file>

<file path=ppt/media/f88707.txt>
</file>

<file path=ppt/media/f88708.txt>
</file>

<file path=ppt/media/f88709.txt>
</file>

<file path=ppt/media/f88710.txt>
</file>

<file path=ppt/media/f88711.txt>
</file>

<file path=ppt/media/f88712.txt>
</file>

<file path=ppt/media/f88713.txt>
</file>

<file path=ppt/media/f88714.txt>
</file>

<file path=ppt/media/f88715.txt>
</file>

<file path=ppt/media/f88716.txt>
</file>

<file path=ppt/media/f88717.txt>
</file>

<file path=ppt/media/f88718.txt>
</file>

<file path=ppt/media/f88719.txt>
</file>

<file path=ppt/media/f88720.txt>
</file>

<file path=ppt/media/f88721.txt>
</file>

<file path=ppt/media/f88722.txt>
</file>

<file path=ppt/media/f88723.txt>
</file>

<file path=ppt/media/f88724.txt>
</file>

<file path=ppt/media/f88725.txt>
</file>

<file path=ppt/media/f88726.txt>
</file>

<file path=ppt/media/f88727.txt>
</file>

<file path=ppt/media/f88728.txt>
</file>

<file path=ppt/media/f88729.txt>
</file>

<file path=ppt/media/f88730.txt>
</file>

<file path=ppt/media/f88731.txt>
</file>

<file path=ppt/media/f88732.txt>
</file>

<file path=ppt/media/f88733.txt>
</file>

<file path=ppt/media/f88734.txt>
</file>

<file path=ppt/media/f88735.txt>
</file>

<file path=ppt/media/f88736.txt>
</file>

<file path=ppt/media/f88737.txt>
</file>

<file path=ppt/media/f88738.txt>
</file>

<file path=ppt/media/f88739.txt>
</file>

<file path=ppt/media/f88740.txt>
</file>

<file path=ppt/media/f88741.txt>
</file>

<file path=ppt/media/f88742.txt>
</file>

<file path=ppt/media/f88743.txt>
</file>

<file path=ppt/media/f88744.txt>
</file>

<file path=ppt/media/f88745.txt>
</file>

<file path=ppt/media/f88746.txt>
</file>

<file path=ppt/media/f88747.txt>
</file>

<file path=ppt/media/f88748.txt>
</file>

<file path=ppt/media/f88749.txt>
</file>

<file path=ppt/media/f88750.txt>
</file>

<file path=ppt/media/f88751.txt>
</file>

<file path=ppt/media/f88752.txt>
</file>

<file path=ppt/media/f88753.txt>
</file>

<file path=ppt/media/f88754.txt>
</file>

<file path=ppt/media/f88755.txt>
</file>

<file path=ppt/media/f88756.txt>
</file>

<file path=ppt/media/f88757.txt>
</file>

<file path=ppt/media/f88758.txt>
</file>

<file path=ppt/media/f88759.txt>
</file>

<file path=ppt/media/f88760.txt>
</file>

<file path=ppt/media/f88761.txt>
</file>

<file path=ppt/media/f88762.txt>
</file>

<file path=ppt/media/f88763.txt>
</file>

<file path=ppt/media/f88764.txt>
</file>

<file path=ppt/media/f88765.txt>
</file>

<file path=ppt/media/f88766.txt>
</file>

<file path=ppt/media/f88767.txt>
</file>

<file path=ppt/media/f88768.txt>
</file>

<file path=ppt/media/f88769.txt>
</file>

<file path=ppt/media/f88770.txt>
</file>

<file path=ppt/media/f88771.txt>
</file>

<file path=ppt/media/f88772.txt>
</file>

<file path=ppt/media/f88773.txt>
</file>

<file path=ppt/media/f88774.txt>
</file>

<file path=ppt/media/f88775.txt>
</file>

<file path=ppt/media/f88776.txt>
</file>

<file path=ppt/media/f88777.txt>
</file>

<file path=ppt/media/f88778.txt>
</file>

<file path=ppt/media/f88779.txt>
</file>

<file path=ppt/media/f88780.txt>
</file>

<file path=ppt/media/f88781.txt>
</file>

<file path=ppt/media/f88782.txt>
</file>

<file path=ppt/media/f88783.txt>
</file>

<file path=ppt/media/f88784.txt>
</file>

<file path=ppt/media/f88785.txt>
</file>

<file path=ppt/media/f88786.txt>
</file>

<file path=ppt/media/f88787.txt>
</file>

<file path=ppt/media/f88788.txt>
</file>

<file path=ppt/media/f88789.txt>
</file>

<file path=ppt/media/f88790.txt>
</file>

<file path=ppt/media/f88791.txt>
</file>

<file path=ppt/media/f88792.txt>
</file>

<file path=ppt/media/f88793.txt>
</file>

<file path=ppt/media/f88794.txt>
</file>

<file path=ppt/media/f88795.txt>
</file>

<file path=ppt/media/f88796.txt>
</file>

<file path=ppt/media/f88797.txt>
</file>

<file path=ppt/media/f88798.txt>
</file>

<file path=ppt/media/f88799.txt>
</file>

<file path=ppt/media/f88800.txt>
</file>

<file path=ppt/media/f88801.txt>
</file>

<file path=ppt/media/f88802.txt>
</file>

<file path=ppt/media/f88803.txt>
</file>

<file path=ppt/media/f88804.txt>
</file>

<file path=ppt/media/f88805.txt>
</file>

<file path=ppt/media/f88806.txt>
</file>

<file path=ppt/media/f88807.txt>
</file>

<file path=ppt/media/f88808.txt>
</file>

<file path=ppt/media/f88809.txt>
</file>

<file path=ppt/media/f88810.txt>
</file>

<file path=ppt/media/f88811.txt>
</file>

<file path=ppt/media/f88812.txt>
</file>

<file path=ppt/media/f88813.txt>
</file>

<file path=ppt/media/f88814.txt>
</file>

<file path=ppt/media/f88815.txt>
</file>

<file path=ppt/media/f88816.txt>
</file>

<file path=ppt/media/f88817.txt>
</file>

<file path=ppt/media/f88818.txt>
</file>

<file path=ppt/media/f88819.txt>
</file>

<file path=ppt/media/f88820.txt>
</file>

<file path=ppt/media/f88821.txt>
</file>

<file path=ppt/media/f88822.txt>
</file>

<file path=ppt/media/f88823.txt>
</file>

<file path=ppt/media/f88824.txt>
</file>

<file path=ppt/media/f88825.txt>
</file>

<file path=ppt/media/f88826.txt>
</file>

<file path=ppt/media/f88827.txt>
</file>

<file path=ppt/media/f88828.txt>
</file>

<file path=ppt/media/f88829.txt>
</file>

<file path=ppt/media/f88830.txt>
</file>

<file path=ppt/media/f88831.txt>
</file>

<file path=ppt/media/f88832.txt>
</file>

<file path=ppt/media/f88833.txt>
</file>

<file path=ppt/media/f88834.txt>
</file>

<file path=ppt/media/f88835.txt>
</file>

<file path=ppt/media/f88836.txt>
</file>

<file path=ppt/media/f88837.txt>
</file>

<file path=ppt/media/f88838.txt>
</file>

<file path=ppt/media/f88839.txt>
</file>

<file path=ppt/media/f88840.txt>
</file>

<file path=ppt/media/f88841.txt>
</file>

<file path=ppt/media/f88842.txt>
</file>

<file path=ppt/media/f88843.txt>
</file>

<file path=ppt/media/f88844.txt>
</file>

<file path=ppt/media/f88845.txt>
</file>

<file path=ppt/media/f88846.txt>
</file>

<file path=ppt/media/f88847.txt>
</file>

<file path=ppt/media/f88848.txt>
</file>

<file path=ppt/media/f88849.txt>
</file>

<file path=ppt/media/f88850.txt>
</file>

<file path=ppt/media/f88851.txt>
</file>

<file path=ppt/media/f88852.txt>
</file>

<file path=ppt/media/f88853.txt>
</file>

<file path=ppt/media/f88854.txt>
</file>

<file path=ppt/media/f88855.txt>
</file>

<file path=ppt/media/f88856.txt>
</file>

<file path=ppt/media/f88857.txt>
</file>

<file path=ppt/media/f88858.txt>
</file>

<file path=ppt/media/f88859.txt>
</file>

<file path=ppt/media/f88860.txt>
</file>

<file path=ppt/media/f88861.txt>
</file>

<file path=ppt/media/f88862.txt>
</file>

<file path=ppt/media/f88863.txt>
</file>

<file path=ppt/media/f88864.txt>
</file>

<file path=ppt/media/f88865.txt>
</file>

<file path=ppt/media/f88866.txt>
</file>

<file path=ppt/media/f88867.txt>
</file>

<file path=ppt/media/f88868.txt>
</file>

<file path=ppt/media/f88869.txt>
</file>

<file path=ppt/media/f88870.txt>
</file>

<file path=ppt/media/f88871.txt>
</file>

<file path=ppt/media/f88872.txt>
</file>

<file path=ppt/media/f88873.txt>
</file>

<file path=ppt/media/f88874.txt>
</file>

<file path=ppt/media/f88875.txt>
</file>

<file path=ppt/media/f88876.txt>
</file>

<file path=ppt/media/f88877.txt>
</file>

<file path=ppt/media/f88878.txt>
</file>

<file path=ppt/media/f88879.txt>
</file>

<file path=ppt/media/f88880.txt>
</file>

<file path=ppt/media/f88881.txt>
</file>

<file path=ppt/media/f88882.txt>
</file>

<file path=ppt/media/f88883.txt>
</file>

<file path=ppt/media/f88884.txt>
</file>

<file path=ppt/media/f88885.txt>
</file>

<file path=ppt/media/f88886.txt>
</file>

<file path=ppt/media/f88887.txt>
</file>

<file path=ppt/media/f88888.txt>
</file>

<file path=ppt/media/f88889.txt>
</file>

<file path=ppt/media/f88890.txt>
</file>

<file path=ppt/media/f88891.txt>
</file>

<file path=ppt/media/f88892.txt>
</file>

<file path=ppt/media/f88893.txt>
</file>

<file path=ppt/media/f88894.txt>
</file>

<file path=ppt/media/f88895.txt>
</file>

<file path=ppt/media/f88896.txt>
</file>

<file path=ppt/media/f88897.txt>
</file>

<file path=ppt/media/f88898.txt>
</file>

<file path=ppt/media/f88899.txt>
</file>

<file path=ppt/media/f88900.txt>
</file>

<file path=ppt/media/f88901.txt>
</file>

<file path=ppt/media/f88902.txt>
</file>

<file path=ppt/media/f88903.txt>
</file>

<file path=ppt/media/f88904.txt>
</file>

<file path=ppt/media/f88905.txt>
</file>

<file path=ppt/media/f88906.txt>
</file>

<file path=ppt/media/f88907.txt>
</file>

<file path=ppt/media/f88908.txt>
</file>

<file path=ppt/media/f88909.txt>
</file>

<file path=ppt/media/f88910.txt>
</file>

<file path=ppt/media/f88911.txt>
</file>

<file path=ppt/media/f88912.txt>
</file>

<file path=ppt/media/f88913.txt>
</file>

<file path=ppt/media/f88914.txt>
</file>

<file path=ppt/media/f88915.txt>
</file>

<file path=ppt/media/f88916.txt>
</file>

<file path=ppt/media/f88917.txt>
</file>

<file path=ppt/media/f88918.txt>
</file>

<file path=ppt/media/f88919.txt>
</file>

<file path=ppt/media/f88920.txt>
</file>

<file path=ppt/media/f88921.txt>
</file>

<file path=ppt/media/f88922.txt>
</file>

<file path=ppt/media/f88923.txt>
</file>

<file path=ppt/media/f88924.txt>
</file>

<file path=ppt/media/f88925.txt>
</file>

<file path=ppt/media/f88926.txt>
</file>

<file path=ppt/media/f88927.txt>
</file>

<file path=ppt/media/f88928.txt>
</file>

<file path=ppt/media/f88929.txt>
</file>

<file path=ppt/media/f88930.txt>
</file>

<file path=ppt/media/f88931.txt>
</file>

<file path=ppt/media/f88932.txt>
</file>

<file path=ppt/media/f88933.txt>
</file>

<file path=ppt/media/f88934.txt>
</file>

<file path=ppt/media/f88935.txt>
</file>

<file path=ppt/media/f88936.txt>
</file>

<file path=ppt/media/f88937.txt>
</file>

<file path=ppt/media/f88938.txt>
</file>

<file path=ppt/media/f88939.txt>
</file>

<file path=ppt/media/f88940.txt>
</file>

<file path=ppt/media/f88941.txt>
</file>

<file path=ppt/media/f88942.txt>
</file>

<file path=ppt/media/f88943.txt>
</file>

<file path=ppt/media/f88944.txt>
</file>

<file path=ppt/media/f88945.txt>
</file>

<file path=ppt/media/f88946.txt>
</file>

<file path=ppt/media/f88947.txt>
</file>

<file path=ppt/media/f88948.txt>
</file>

<file path=ppt/media/f88949.txt>
</file>

<file path=ppt/media/f88950.txt>
</file>

<file path=ppt/media/f88951.txt>
</file>

<file path=ppt/media/f88952.txt>
</file>

<file path=ppt/media/f88953.txt>
</file>

<file path=ppt/media/f88954.txt>
</file>

<file path=ppt/media/f88955.txt>
</file>

<file path=ppt/media/f88956.txt>
</file>

<file path=ppt/media/f88957.txt>
</file>

<file path=ppt/media/f88958.txt>
</file>

<file path=ppt/media/f88959.txt>
</file>

<file path=ppt/media/f88960.txt>
</file>

<file path=ppt/media/f88961.txt>
</file>

<file path=ppt/media/f88962.txt>
</file>

<file path=ppt/media/f88963.txt>
</file>

<file path=ppt/media/f88964.txt>
</file>

<file path=ppt/media/f88965.txt>
</file>

<file path=ppt/media/f88966.txt>
</file>

<file path=ppt/media/f88967.txt>
</file>

<file path=ppt/media/f88968.txt>
</file>

<file path=ppt/media/f88969.txt>
</file>

<file path=ppt/media/f88970.txt>
</file>

<file path=ppt/media/f88971.txt>
</file>

<file path=ppt/media/f88972.txt>
</file>

<file path=ppt/media/f88973.txt>
</file>

<file path=ppt/media/f88974.txt>
</file>

<file path=ppt/media/f88975.txt>
</file>

<file path=ppt/media/f88976.txt>
</file>

<file path=ppt/media/f88977.txt>
</file>

<file path=ppt/media/f88978.txt>
</file>

<file path=ppt/media/f88979.txt>
</file>

<file path=ppt/media/f88980.txt>
</file>

<file path=ppt/media/f88981.txt>
</file>

<file path=ppt/media/f88982.txt>
</file>

<file path=ppt/media/f88983.txt>
</file>

<file path=ppt/media/f88984.txt>
</file>

<file path=ppt/media/f88985.txt>
</file>

<file path=ppt/media/f88986.txt>
</file>

<file path=ppt/media/f88987.txt>
</file>

<file path=ppt/media/f88988.txt>
</file>

<file path=ppt/media/f88989.txt>
</file>

<file path=ppt/media/f88990.txt>
</file>

<file path=ppt/media/f88991.txt>
</file>

<file path=ppt/media/f88992.txt>
</file>

<file path=ppt/media/f88993.txt>
</file>

<file path=ppt/media/f88994.txt>
</file>

<file path=ppt/media/f88995.txt>
</file>

<file path=ppt/media/f88996.txt>
</file>

<file path=ppt/media/f88997.txt>
</file>

<file path=ppt/media/f88998.txt>
</file>

<file path=ppt/media/f88999.txt>
</file>

<file path=ppt/media/f89000.txt>
</file>

<file path=ppt/media/f89001.txt>
</file>

<file path=ppt/media/f89002.txt>
</file>

<file path=ppt/media/f89003.txt>
</file>

<file path=ppt/media/f89004.txt>
</file>

<file path=ppt/media/f89005.txt>
</file>

<file path=ppt/media/f89006.txt>
</file>

<file path=ppt/media/f89007.txt>
</file>

<file path=ppt/media/f89008.txt>
</file>

<file path=ppt/media/f89009.txt>
</file>

<file path=ppt/media/f89010.txt>
</file>

<file path=ppt/media/f89011.txt>
</file>

<file path=ppt/media/f89012.txt>
</file>

<file path=ppt/media/f89013.txt>
</file>

<file path=ppt/media/f89014.txt>
</file>

<file path=ppt/media/f89015.txt>
</file>

<file path=ppt/media/f89016.txt>
</file>

<file path=ppt/media/f89017.txt>
</file>

<file path=ppt/media/f89018.txt>
</file>

<file path=ppt/media/f89019.txt>
</file>

<file path=ppt/media/f89020.txt>
</file>

<file path=ppt/media/f89021.txt>
</file>

<file path=ppt/media/f89022.txt>
</file>

<file path=ppt/media/f89023.txt>
</file>

<file path=ppt/media/f89024.txt>
</file>

<file path=ppt/media/f89025.txt>
</file>

<file path=ppt/media/f89026.txt>
</file>

<file path=ppt/media/f89027.txt>
</file>

<file path=ppt/media/f89028.txt>
</file>

<file path=ppt/media/f89029.txt>
</file>

<file path=ppt/media/f89030.txt>
</file>

<file path=ppt/media/f89031.txt>
</file>

<file path=ppt/media/f89032.txt>
</file>

<file path=ppt/media/f89033.txt>
</file>

<file path=ppt/media/f89034.txt>
</file>

<file path=ppt/media/f89035.txt>
</file>

<file path=ppt/media/f89036.txt>
</file>

<file path=ppt/media/f89037.txt>
</file>

<file path=ppt/media/f89038.txt>
</file>

<file path=ppt/media/f89039.txt>
</file>

<file path=ppt/media/f89040.txt>
</file>

<file path=ppt/media/f89041.txt>
</file>

<file path=ppt/media/f89042.txt>
</file>

<file path=ppt/media/f89043.txt>
</file>

<file path=ppt/media/f89044.txt>
</file>

<file path=ppt/media/f89045.txt>
</file>

<file path=ppt/media/f89046.txt>
</file>

<file path=ppt/media/f89047.txt>
</file>

<file path=ppt/media/f89048.txt>
</file>

<file path=ppt/media/f89049.txt>
</file>

<file path=ppt/media/f89050.txt>
</file>

<file path=ppt/media/f89051.txt>
</file>

<file path=ppt/media/f89052.txt>
</file>

<file path=ppt/media/f89053.txt>
</file>

<file path=ppt/media/f89054.txt>
</file>

<file path=ppt/media/f89055.txt>
</file>

<file path=ppt/media/f89056.txt>
</file>

<file path=ppt/media/f89057.txt>
</file>

<file path=ppt/media/f89058.txt>
</file>

<file path=ppt/media/f89059.txt>
</file>

<file path=ppt/media/f89060.txt>
</file>

<file path=ppt/media/f89061.txt>
</file>

<file path=ppt/media/f89062.txt>
</file>

<file path=ppt/media/f89063.txt>
</file>

<file path=ppt/media/f89064.txt>
</file>

<file path=ppt/media/f89065.txt>
</file>

<file path=ppt/media/f89066.txt>
</file>

<file path=ppt/media/f89067.txt>
</file>

<file path=ppt/media/f89068.txt>
</file>

<file path=ppt/media/f89069.txt>
</file>

<file path=ppt/media/f89070.txt>
</file>

<file path=ppt/media/f89071.txt>
</file>

<file path=ppt/media/f89072.txt>
</file>

<file path=ppt/media/f89073.txt>
</file>

<file path=ppt/media/f89074.txt>
</file>

<file path=ppt/media/f89075.txt>
</file>

<file path=ppt/media/f89076.txt>
</file>

<file path=ppt/media/f89077.txt>
</file>

<file path=ppt/media/f89078.txt>
</file>

<file path=ppt/media/f89079.txt>
</file>

<file path=ppt/media/f89080.txt>
</file>

<file path=ppt/media/f89081.txt>
</file>

<file path=ppt/media/f89082.txt>
</file>

<file path=ppt/media/f89083.txt>
</file>

<file path=ppt/media/f89084.txt>
</file>

<file path=ppt/media/f89085.txt>
</file>

<file path=ppt/media/f89086.txt>
</file>

<file path=ppt/media/f89087.txt>
</file>

<file path=ppt/media/f89088.txt>
</file>

<file path=ppt/media/f89089.txt>
</file>

<file path=ppt/media/f89090.txt>
</file>

<file path=ppt/media/f89091.txt>
</file>

<file path=ppt/media/f89092.txt>
</file>

<file path=ppt/media/f89093.txt>
</file>

<file path=ppt/media/f89094.txt>
</file>

<file path=ppt/media/f89095.txt>
</file>

<file path=ppt/media/f89096.txt>
</file>

<file path=ppt/media/f89097.txt>
</file>

<file path=ppt/media/f89098.txt>
</file>

<file path=ppt/media/f89099.txt>
</file>

<file path=ppt/media/f89100.txt>
</file>

<file path=ppt/media/f89101.txt>
</file>

<file path=ppt/media/f89102.txt>
</file>

<file path=ppt/media/f89103.txt>
</file>

<file path=ppt/media/f89104.txt>
</file>

<file path=ppt/media/f89105.txt>
</file>

<file path=ppt/media/f89106.txt>
</file>

<file path=ppt/media/f89107.txt>
</file>

<file path=ppt/media/f89108.txt>
</file>

<file path=ppt/media/f89109.txt>
</file>

<file path=ppt/media/f89110.txt>
</file>

<file path=ppt/media/f89111.txt>
</file>

<file path=ppt/media/f89112.txt>
</file>

<file path=ppt/media/f89113.txt>
</file>

<file path=ppt/media/f89114.txt>
</file>

<file path=ppt/media/f89115.txt>
</file>

<file path=ppt/media/f89116.txt>
</file>

<file path=ppt/media/f89117.txt>
</file>

<file path=ppt/media/f89118.txt>
</file>

<file path=ppt/media/f89119.txt>
</file>

<file path=ppt/media/f89120.txt>
</file>

<file path=ppt/media/f89121.txt>
</file>

<file path=ppt/media/f89122.txt>
</file>

<file path=ppt/media/f89123.txt>
</file>

<file path=ppt/media/f89124.txt>
</file>

<file path=ppt/media/f89125.txt>
</file>

<file path=ppt/media/f89126.txt>
</file>

<file path=ppt/media/f89127.txt>
</file>

<file path=ppt/media/f89128.txt>
</file>

<file path=ppt/media/f89129.txt>
</file>

<file path=ppt/media/f89130.txt>
</file>

<file path=ppt/media/f89131.txt>
</file>

<file path=ppt/media/f89132.txt>
</file>

<file path=ppt/media/f89133.txt>
</file>

<file path=ppt/media/f89134.txt>
</file>

<file path=ppt/media/f89135.txt>
</file>

<file path=ppt/media/f89136.txt>
</file>

<file path=ppt/media/f89137.txt>
</file>

<file path=ppt/media/f89138.txt>
</file>

<file path=ppt/media/f89139.txt>
</file>

<file path=ppt/media/f89140.txt>
</file>

<file path=ppt/media/f89141.txt>
</file>

<file path=ppt/media/f89142.txt>
</file>

<file path=ppt/media/f89143.txt>
</file>

<file path=ppt/media/f89144.txt>
</file>

<file path=ppt/media/f89145.txt>
</file>

<file path=ppt/media/f89146.txt>
</file>

<file path=ppt/media/f89147.txt>
</file>

<file path=ppt/media/f89148.txt>
</file>

<file path=ppt/media/f89149.txt>
</file>

<file path=ppt/media/f89150.txt>
</file>

<file path=ppt/media/f89151.txt>
</file>

<file path=ppt/media/f89152.txt>
</file>

<file path=ppt/media/f89153.txt>
</file>

<file path=ppt/media/f89154.txt>
</file>

<file path=ppt/media/f89155.txt>
</file>

<file path=ppt/media/f89156.txt>
</file>

<file path=ppt/media/f89157.txt>
</file>

<file path=ppt/media/f89158.txt>
</file>

<file path=ppt/media/f89159.txt>
</file>

<file path=ppt/media/f89160.txt>
</file>

<file path=ppt/media/f89161.txt>
</file>

<file path=ppt/media/f89162.txt>
</file>

<file path=ppt/media/f89163.txt>
</file>

<file path=ppt/media/f89164.txt>
</file>

<file path=ppt/media/f89165.txt>
</file>

<file path=ppt/media/f89166.txt>
</file>

<file path=ppt/media/f89167.txt>
</file>

<file path=ppt/media/f89168.txt>
</file>

<file path=ppt/media/f89169.txt>
</file>

<file path=ppt/media/f89170.txt>
</file>

<file path=ppt/media/f89171.txt>
</file>

<file path=ppt/media/f89172.txt>
</file>

<file path=ppt/media/f89173.txt>
</file>

<file path=ppt/media/f89174.txt>
</file>

<file path=ppt/media/f89175.txt>
</file>

<file path=ppt/media/f89176.txt>
</file>

<file path=ppt/media/f89177.txt>
</file>

<file path=ppt/media/f89178.txt>
</file>

<file path=ppt/media/f89179.txt>
</file>

<file path=ppt/media/f89180.txt>
</file>

<file path=ppt/media/f89181.txt>
</file>

<file path=ppt/media/f89182.txt>
</file>

<file path=ppt/media/f89183.txt>
</file>

<file path=ppt/media/f89184.txt>
</file>

<file path=ppt/media/f89185.txt>
</file>

<file path=ppt/media/f89186.txt>
</file>

<file path=ppt/media/f89187.txt>
</file>

<file path=ppt/media/f89188.txt>
</file>

<file path=ppt/media/f89189.txt>
</file>

<file path=ppt/media/f89190.txt>
</file>

<file path=ppt/media/f89191.txt>
</file>

<file path=ppt/media/f89192.txt>
</file>

<file path=ppt/media/f89193.txt>
</file>

<file path=ppt/media/f89194.txt>
</file>

<file path=ppt/media/f89195.txt>
</file>

<file path=ppt/media/f89196.txt>
</file>

<file path=ppt/media/f89197.txt>
</file>

<file path=ppt/media/f89198.txt>
</file>

<file path=ppt/media/f89199.txt>
</file>

<file path=ppt/media/f89200.txt>
</file>

<file path=ppt/media/f89201.txt>
</file>

<file path=ppt/media/f89202.txt>
</file>

<file path=ppt/media/f89203.txt>
</file>

<file path=ppt/media/f89204.txt>
</file>

<file path=ppt/media/f89205.txt>
</file>

<file path=ppt/media/f89206.txt>
</file>

<file path=ppt/media/f89207.txt>
</file>

<file path=ppt/media/f89208.txt>
</file>

<file path=ppt/media/f89209.txt>
</file>

<file path=ppt/media/f89210.txt>
</file>

<file path=ppt/media/f89211.txt>
</file>

<file path=ppt/media/f89212.txt>
</file>

<file path=ppt/media/f89213.txt>
</file>

<file path=ppt/media/f89214.txt>
</file>

<file path=ppt/media/f89215.txt>
</file>

<file path=ppt/media/f89216.txt>
</file>

<file path=ppt/media/f89217.txt>
</file>

<file path=ppt/media/f89218.txt>
</file>

<file path=ppt/media/f89219.txt>
</file>

<file path=ppt/media/f89220.txt>
</file>

<file path=ppt/media/f89221.txt>
</file>

<file path=ppt/media/f89222.txt>
</file>

<file path=ppt/media/f89223.txt>
</file>

<file path=ppt/media/f89224.txt>
</file>

<file path=ppt/media/f89225.txt>
</file>

<file path=ppt/media/f89226.txt>
</file>

<file path=ppt/media/f89227.txt>
</file>

<file path=ppt/media/f89228.txt>
</file>

<file path=ppt/media/f89229.txt>
</file>

<file path=ppt/media/f89230.txt>
</file>

<file path=ppt/media/f89231.txt>
</file>

<file path=ppt/media/f89232.txt>
</file>

<file path=ppt/media/f89233.txt>
</file>

<file path=ppt/media/f89234.txt>
</file>

<file path=ppt/media/f89235.txt>
</file>

<file path=ppt/media/f89236.txt>
</file>

<file path=ppt/media/f89237.txt>
</file>

<file path=ppt/media/f89238.txt>
</file>

<file path=ppt/media/f89239.txt>
</file>

<file path=ppt/media/f89240.txt>
</file>

<file path=ppt/media/f89241.txt>
</file>

<file path=ppt/media/f89242.txt>
</file>

<file path=ppt/media/f89243.txt>
</file>

<file path=ppt/media/f89244.txt>
</file>

<file path=ppt/media/f89245.txt>
</file>

<file path=ppt/media/f89246.txt>
</file>

<file path=ppt/media/f89247.txt>
</file>

<file path=ppt/media/f89248.txt>
</file>

<file path=ppt/media/f89249.txt>
</file>

<file path=ppt/media/f89250.txt>
</file>

<file path=ppt/media/f89251.txt>
</file>

<file path=ppt/media/f89252.txt>
</file>

<file path=ppt/media/f89253.txt>
</file>

<file path=ppt/media/f89254.txt>
</file>

<file path=ppt/media/f89255.txt>
</file>

<file path=ppt/media/f89256.txt>
</file>

<file path=ppt/media/f89257.txt>
</file>

<file path=ppt/media/f89258.txt>
</file>

<file path=ppt/media/f89259.txt>
</file>

<file path=ppt/media/f89260.txt>
</file>

<file path=ppt/media/f89261.txt>
</file>

<file path=ppt/media/f89262.txt>
</file>

<file path=ppt/media/f89263.txt>
</file>

<file path=ppt/media/f89264.txt>
</file>

<file path=ppt/media/f89265.txt>
</file>

<file path=ppt/media/f89266.txt>
</file>

<file path=ppt/media/f89267.txt>
</file>

<file path=ppt/media/f89268.txt>
</file>

<file path=ppt/media/f89269.txt>
</file>

<file path=ppt/media/f89270.txt>
</file>

<file path=ppt/media/f89271.txt>
</file>

<file path=ppt/media/f89272.txt>
</file>

<file path=ppt/media/f89273.txt>
</file>

<file path=ppt/media/f89274.txt>
</file>

<file path=ppt/media/f89275.txt>
</file>

<file path=ppt/media/f89276.txt>
</file>

<file path=ppt/media/f89277.txt>
</file>

<file path=ppt/media/f89278.txt>
</file>

<file path=ppt/media/f89279.txt>
</file>

<file path=ppt/media/f89280.txt>
</file>

<file path=ppt/media/f89281.txt>
</file>

<file path=ppt/media/f89282.txt>
</file>

<file path=ppt/media/f89283.txt>
</file>

<file path=ppt/media/f89284.txt>
</file>

<file path=ppt/media/f89285.txt>
</file>

<file path=ppt/media/f89286.txt>
</file>

<file path=ppt/media/f89287.txt>
</file>

<file path=ppt/media/f89288.txt>
</file>

<file path=ppt/media/f89289.txt>
</file>

<file path=ppt/media/f89290.txt>
</file>

<file path=ppt/media/f89291.txt>
</file>

<file path=ppt/media/f89292.txt>
</file>

<file path=ppt/media/f89293.txt>
</file>

<file path=ppt/media/f89294.txt>
</file>

<file path=ppt/media/f89295.txt>
</file>

<file path=ppt/media/f89296.txt>
</file>

<file path=ppt/media/f89297.txt>
</file>

<file path=ppt/media/f89298.txt>
</file>

<file path=ppt/media/f89299.txt>
</file>

<file path=ppt/media/f89300.txt>
</file>

<file path=ppt/media/f89301.txt>
</file>

<file path=ppt/media/f89302.txt>
</file>

<file path=ppt/media/f89303.txt>
</file>

<file path=ppt/media/f89304.txt>
</file>

<file path=ppt/media/f89305.txt>
</file>

<file path=ppt/media/f89306.txt>
</file>

<file path=ppt/media/f89307.txt>
</file>

<file path=ppt/media/f89308.txt>
</file>

<file path=ppt/media/f89309.txt>
</file>

<file path=ppt/media/f89310.txt>
</file>

<file path=ppt/media/f89311.txt>
</file>

<file path=ppt/media/f89312.txt>
</file>

<file path=ppt/media/f89313.txt>
</file>

<file path=ppt/media/f89314.txt>
</file>

<file path=ppt/media/f89315.txt>
</file>

<file path=ppt/media/f89316.txt>
</file>

<file path=ppt/media/f89317.txt>
</file>

<file path=ppt/media/f89318.txt>
</file>

<file path=ppt/media/f89319.txt>
</file>

<file path=ppt/media/f89320.txt>
</file>

<file path=ppt/media/f89321.txt>
</file>

<file path=ppt/media/f89322.txt>
</file>

<file path=ppt/media/f89323.txt>
</file>

<file path=ppt/media/f89324.txt>
</file>

<file path=ppt/media/f89325.txt>
</file>

<file path=ppt/media/f89326.txt>
</file>

<file path=ppt/media/f89327.txt>
</file>

<file path=ppt/media/f89328.txt>
</file>

<file path=ppt/media/f89329.txt>
</file>

<file path=ppt/media/f89330.txt>
</file>

<file path=ppt/media/f89331.txt>
</file>

<file path=ppt/media/f89332.txt>
</file>

<file path=ppt/media/f89333.txt>
</file>

<file path=ppt/media/f89334.txt>
</file>

<file path=ppt/media/f89335.txt>
</file>

<file path=ppt/media/f89336.txt>
</file>

<file path=ppt/media/f89337.txt>
</file>

<file path=ppt/media/f89338.txt>
</file>

<file path=ppt/media/f89339.txt>
</file>

<file path=ppt/media/f89340.txt>
</file>

<file path=ppt/media/f89341.txt>
</file>

<file path=ppt/media/f89342.txt>
</file>

<file path=ppt/media/f89343.txt>
</file>

<file path=ppt/media/f89344.txt>
</file>

<file path=ppt/media/f89345.txt>
</file>

<file path=ppt/media/f89346.txt>
</file>

<file path=ppt/media/f89347.txt>
</file>

<file path=ppt/media/f89348.txt>
</file>

<file path=ppt/media/f89349.txt>
</file>

<file path=ppt/media/f89350.txt>
</file>

<file path=ppt/media/f89351.txt>
</file>

<file path=ppt/media/f89352.txt>
</file>

<file path=ppt/media/f89353.txt>
</file>

<file path=ppt/media/f89354.txt>
</file>

<file path=ppt/media/f89355.txt>
</file>

<file path=ppt/media/f89356.txt>
</file>

<file path=ppt/media/f89357.txt>
</file>

<file path=ppt/media/f89358.txt>
</file>

<file path=ppt/media/f89359.txt>
</file>

<file path=ppt/media/f89360.txt>
</file>

<file path=ppt/media/f89361.txt>
</file>

<file path=ppt/media/f89362.txt>
</file>

<file path=ppt/media/f89363.txt>
</file>

<file path=ppt/media/f89364.txt>
</file>

<file path=ppt/media/f89365.txt>
</file>

<file path=ppt/media/f89366.txt>
</file>

<file path=ppt/media/f89367.txt>
</file>

<file path=ppt/media/f89368.txt>
</file>

<file path=ppt/media/f89369.txt>
</file>

<file path=ppt/media/f89370.txt>
</file>

<file path=ppt/media/f89371.txt>
</file>

<file path=ppt/media/f89372.txt>
</file>

<file path=ppt/media/f89373.txt>
</file>

<file path=ppt/media/f89374.txt>
</file>

<file path=ppt/media/f89375.txt>
</file>

<file path=ppt/media/f89376.txt>
</file>

<file path=ppt/media/f89377.txt>
</file>

<file path=ppt/media/f89378.txt>
</file>

<file path=ppt/media/f89379.txt>
</file>

<file path=ppt/media/f89380.txt>
</file>

<file path=ppt/media/f89381.txt>
</file>

<file path=ppt/media/f89382.txt>
</file>

<file path=ppt/media/f89383.txt>
</file>

<file path=ppt/media/f89384.txt>
</file>

<file path=ppt/media/f89385.txt>
</file>

<file path=ppt/media/f89386.txt>
</file>

<file path=ppt/media/f89387.txt>
</file>

<file path=ppt/media/f89388.txt>
</file>

<file path=ppt/media/f89389.txt>
</file>

<file path=ppt/media/f89390.txt>
</file>

<file path=ppt/media/f89391.txt>
</file>

<file path=ppt/media/f89392.txt>
</file>

<file path=ppt/media/f89393.txt>
</file>

<file path=ppt/media/f89394.txt>
</file>

<file path=ppt/media/f89395.txt>
</file>

<file path=ppt/media/f89396.txt>
</file>

<file path=ppt/media/f89397.txt>
</file>

<file path=ppt/media/f89398.txt>
</file>

<file path=ppt/media/f89399.txt>
</file>

<file path=ppt/media/f89400.txt>
</file>

<file path=ppt/media/f89401.txt>
</file>

<file path=ppt/media/f89402.txt>
</file>

<file path=ppt/media/f89403.txt>
</file>

<file path=ppt/media/f89404.txt>
</file>

<file path=ppt/media/f89405.txt>
</file>

<file path=ppt/media/f89406.txt>
</file>

<file path=ppt/media/f89407.txt>
</file>

<file path=ppt/media/f89408.txt>
</file>

<file path=ppt/media/f89409.txt>
</file>

<file path=ppt/media/f89410.txt>
</file>

<file path=ppt/media/f89411.txt>
</file>

<file path=ppt/media/f89412.txt>
</file>

<file path=ppt/media/f89413.txt>
</file>

<file path=ppt/media/f89414.txt>
</file>

<file path=ppt/media/f89415.txt>
</file>

<file path=ppt/media/f89416.txt>
</file>

<file path=ppt/media/f89417.txt>
</file>

<file path=ppt/media/f89418.txt>
</file>

<file path=ppt/media/f89419.txt>
</file>

<file path=ppt/media/f89420.txt>
</file>

<file path=ppt/media/f89421.txt>
</file>

<file path=ppt/media/f89422.txt>
</file>

<file path=ppt/media/f89423.txt>
</file>

<file path=ppt/media/f89424.txt>
</file>

<file path=ppt/media/f89425.txt>
</file>

<file path=ppt/media/f89426.txt>
</file>

<file path=ppt/media/f89427.txt>
</file>

<file path=ppt/media/f89428.txt>
</file>

<file path=ppt/media/f89429.txt>
</file>

<file path=ppt/media/f89430.txt>
</file>

<file path=ppt/media/f89431.txt>
</file>

<file path=ppt/media/f89432.txt>
</file>

<file path=ppt/media/f89433.txt>
</file>

<file path=ppt/media/f89434.txt>
</file>

<file path=ppt/media/f89435.txt>
</file>

<file path=ppt/media/f89436.txt>
</file>

<file path=ppt/media/f89437.txt>
</file>

<file path=ppt/media/f89438.txt>
</file>

<file path=ppt/media/f89439.txt>
</file>

<file path=ppt/media/f89440.txt>
</file>

<file path=ppt/media/f89441.txt>
</file>

<file path=ppt/media/f89442.txt>
</file>

<file path=ppt/media/f89443.txt>
</file>

<file path=ppt/media/f89444.txt>
</file>

<file path=ppt/media/f89445.txt>
</file>

<file path=ppt/media/f89446.txt>
</file>

<file path=ppt/media/f89447.txt>
</file>

<file path=ppt/media/f89448.txt>
</file>

<file path=ppt/media/f89449.txt>
</file>

<file path=ppt/media/f89450.txt>
</file>

<file path=ppt/media/f89451.txt>
</file>

<file path=ppt/media/f89452.txt>
</file>

<file path=ppt/media/f89453.txt>
</file>

<file path=ppt/media/f89454.txt>
</file>

<file path=ppt/media/f89455.txt>
</file>

<file path=ppt/media/f89456.txt>
</file>

<file path=ppt/media/f89457.txt>
</file>

<file path=ppt/media/f89458.txt>
</file>

<file path=ppt/media/f89459.txt>
</file>

<file path=ppt/media/f89460.txt>
</file>

<file path=ppt/media/f89461.txt>
</file>

<file path=ppt/media/f89462.txt>
</file>

<file path=ppt/media/f89463.txt>
</file>

<file path=ppt/media/f89464.txt>
</file>

<file path=ppt/media/f89465.txt>
</file>

<file path=ppt/media/f89466.txt>
</file>

<file path=ppt/media/f89467.txt>
</file>

<file path=ppt/media/f89468.txt>
</file>

<file path=ppt/media/f89469.txt>
</file>

<file path=ppt/media/f89470.txt>
</file>

<file path=ppt/media/f89471.txt>
</file>

<file path=ppt/media/f89472.txt>
</file>

<file path=ppt/media/f89473.txt>
</file>

<file path=ppt/media/f89474.txt>
</file>

<file path=ppt/media/f89475.txt>
</file>

<file path=ppt/media/f89476.txt>
</file>

<file path=ppt/media/f89477.txt>
</file>

<file path=ppt/media/f89478.txt>
</file>

<file path=ppt/media/f89479.txt>
</file>

<file path=ppt/media/f89480.txt>
</file>

<file path=ppt/media/f89481.txt>
</file>

<file path=ppt/media/f89482.txt>
</file>

<file path=ppt/media/f89483.txt>
</file>

<file path=ppt/media/f89484.txt>
</file>

<file path=ppt/media/f89485.txt>
</file>

<file path=ppt/media/f89486.txt>
</file>

<file path=ppt/media/f89487.txt>
</file>

<file path=ppt/media/f89488.txt>
</file>

<file path=ppt/media/f89489.txt>
</file>

<file path=ppt/media/f89490.txt>
</file>

<file path=ppt/media/f89491.txt>
</file>

<file path=ppt/media/f89492.txt>
</file>

<file path=ppt/media/f89493.txt>
</file>

<file path=ppt/media/f89494.txt>
</file>

<file path=ppt/media/f89495.txt>
</file>

<file path=ppt/media/f89496.txt>
</file>

<file path=ppt/media/f89497.txt>
</file>

<file path=ppt/media/f89498.txt>
</file>

<file path=ppt/media/f89499.txt>
</file>

<file path=ppt/media/f89500.txt>
</file>

<file path=ppt/media/f89501.txt>
</file>

<file path=ppt/media/f89502.txt>
</file>

<file path=ppt/media/f89503.txt>
</file>

<file path=ppt/media/f89504.txt>
</file>

<file path=ppt/media/f89505.txt>
</file>

<file path=ppt/media/f89506.txt>
</file>

<file path=ppt/media/f89507.txt>
</file>

<file path=ppt/media/f89508.txt>
</file>

<file path=ppt/media/f89509.txt>
</file>

<file path=ppt/media/f89510.txt>
</file>

<file path=ppt/media/f89511.txt>
</file>

<file path=ppt/media/f89512.txt>
</file>

<file path=ppt/media/f89513.txt>
</file>

<file path=ppt/media/f89514.txt>
</file>

<file path=ppt/media/f89515.txt>
</file>

<file path=ppt/media/f89516.txt>
</file>

<file path=ppt/media/f89517.txt>
</file>

<file path=ppt/media/f89518.txt>
</file>

<file path=ppt/media/f89519.txt>
</file>

<file path=ppt/media/f89520.txt>
</file>

<file path=ppt/media/f89521.txt>
</file>

<file path=ppt/media/f89522.txt>
</file>

<file path=ppt/media/f89523.txt>
</file>

<file path=ppt/media/f89524.txt>
</file>

<file path=ppt/media/f89525.txt>
</file>

<file path=ppt/media/f89526.txt>
</file>

<file path=ppt/media/f89527.txt>
</file>

<file path=ppt/media/f89528.txt>
</file>

<file path=ppt/media/f89529.txt>
</file>

<file path=ppt/media/f89530.txt>
</file>

<file path=ppt/media/f89531.txt>
</file>

<file path=ppt/media/f89532.txt>
</file>

<file path=ppt/media/f89533.txt>
</file>

<file path=ppt/media/f89534.txt>
</file>

<file path=ppt/media/f89535.txt>
</file>

<file path=ppt/media/f89536.txt>
</file>

<file path=ppt/media/f89537.txt>
</file>

<file path=ppt/media/f89538.txt>
</file>

<file path=ppt/media/f89539.txt>
</file>

<file path=ppt/media/f89540.txt>
</file>

<file path=ppt/media/f89541.txt>
</file>

<file path=ppt/media/f89542.txt>
</file>

<file path=ppt/media/f89543.txt>
</file>

<file path=ppt/media/f89544.txt>
</file>

<file path=ppt/media/f89545.txt>
</file>

<file path=ppt/media/f89546.txt>
</file>

<file path=ppt/media/f89547.txt>
</file>

<file path=ppt/media/f89548.txt>
</file>

<file path=ppt/media/f89549.txt>
</file>

<file path=ppt/media/f89550.txt>
</file>

<file path=ppt/media/f89551.txt>
</file>

<file path=ppt/media/f89552.txt>
</file>

<file path=ppt/media/f89553.txt>
</file>

<file path=ppt/media/f89554.txt>
</file>

<file path=ppt/media/f89555.txt>
</file>

<file path=ppt/media/f89556.txt>
</file>

<file path=ppt/media/f89557.txt>
</file>

<file path=ppt/media/f89558.txt>
</file>

<file path=ppt/media/f89559.txt>
</file>

<file path=ppt/media/f89560.txt>
</file>

<file path=ppt/media/f89561.txt>
</file>

<file path=ppt/media/f89562.txt>
</file>

<file path=ppt/media/f89563.txt>
</file>

<file path=ppt/media/f89564.txt>
</file>

<file path=ppt/media/f89565.txt>
</file>

<file path=ppt/media/f89566.txt>
</file>

<file path=ppt/media/f89567.txt>
</file>

<file path=ppt/media/f89568.txt>
</file>

<file path=ppt/media/f89569.txt>
</file>

<file path=ppt/media/f89570.txt>
</file>

<file path=ppt/media/f89571.txt>
</file>

<file path=ppt/media/f89572.txt>
</file>

<file path=ppt/media/f89573.txt>
</file>

<file path=ppt/media/f89574.txt>
</file>

<file path=ppt/media/f89575.txt>
</file>

<file path=ppt/media/f89576.txt>
</file>

<file path=ppt/media/f89577.txt>
</file>

<file path=ppt/media/f89578.txt>
</file>

<file path=ppt/media/f89579.txt>
</file>

<file path=ppt/media/f89580.txt>
</file>

<file path=ppt/media/f89581.txt>
</file>

<file path=ppt/media/f89582.txt>
</file>

<file path=ppt/media/f89583.txt>
</file>

<file path=ppt/media/f89584.txt>
</file>

<file path=ppt/media/f89585.txt>
</file>

<file path=ppt/media/f89586.txt>
</file>

<file path=ppt/media/f89587.txt>
</file>

<file path=ppt/media/f89588.txt>
</file>

<file path=ppt/media/f89589.txt>
</file>

<file path=ppt/media/f89590.txt>
</file>

<file path=ppt/media/f89591.txt>
</file>

<file path=ppt/media/f89592.txt>
</file>

<file path=ppt/media/f89593.txt>
</file>

<file path=ppt/media/f89594.txt>
</file>

<file path=ppt/media/f89595.txt>
</file>

<file path=ppt/media/f89596.txt>
</file>

<file path=ppt/media/f89597.txt>
</file>

<file path=ppt/media/f89598.txt>
</file>

<file path=ppt/media/f89599.txt>
</file>

<file path=ppt/media/f89600.txt>
</file>

<file path=ppt/media/f89601.txt>
</file>

<file path=ppt/media/f89602.txt>
</file>

<file path=ppt/media/f89603.txt>
</file>

<file path=ppt/media/f89604.txt>
</file>

<file path=ppt/media/f89605.txt>
</file>

<file path=ppt/media/f89606.txt>
</file>

<file path=ppt/media/f89607.txt>
</file>

<file path=ppt/media/f89608.txt>
</file>

<file path=ppt/media/f89609.txt>
</file>

<file path=ppt/media/f89610.txt>
</file>

<file path=ppt/media/f89611.txt>
</file>

<file path=ppt/media/f89612.txt>
</file>

<file path=ppt/media/f89613.txt>
</file>

<file path=ppt/media/f89614.txt>
</file>

<file path=ppt/media/f89615.txt>
</file>

<file path=ppt/media/f89616.txt>
</file>

<file path=ppt/media/f89617.txt>
</file>

<file path=ppt/media/f89618.txt>
</file>

<file path=ppt/media/f89619.txt>
</file>

<file path=ppt/media/f89620.txt>
</file>

<file path=ppt/media/f89621.txt>
</file>

<file path=ppt/media/f89622.txt>
</file>

<file path=ppt/media/f89623.txt>
</file>

<file path=ppt/media/f89624.txt>
</file>

<file path=ppt/media/f89625.txt>
</file>

<file path=ppt/media/f89626.txt>
</file>

<file path=ppt/media/f89627.txt>
</file>

<file path=ppt/media/f89628.txt>
</file>

<file path=ppt/media/f89629.txt>
</file>

<file path=ppt/media/f89630.txt>
</file>

<file path=ppt/media/f89631.txt>
</file>

<file path=ppt/media/f89632.txt>
</file>

<file path=ppt/media/f89633.txt>
</file>

<file path=ppt/media/f89634.txt>
</file>

<file path=ppt/media/f89635.txt>
</file>

<file path=ppt/media/f89636.txt>
</file>

<file path=ppt/media/f89637.txt>
</file>

<file path=ppt/media/f89638.txt>
</file>

<file path=ppt/media/f89639.txt>
</file>

<file path=ppt/media/f89640.txt>
</file>

<file path=ppt/media/f89641.txt>
</file>

<file path=ppt/media/f89642.txt>
</file>

<file path=ppt/media/f89643.txt>
</file>

<file path=ppt/media/f89644.txt>
</file>

<file path=ppt/media/f89645.txt>
</file>

<file path=ppt/media/f89646.txt>
</file>

<file path=ppt/media/f89647.txt>
</file>

<file path=ppt/media/f89648.txt>
</file>

<file path=ppt/media/f89649.txt>
</file>

<file path=ppt/media/f89650.txt>
</file>

<file path=ppt/media/f89651.txt>
</file>

<file path=ppt/media/f89652.txt>
</file>

<file path=ppt/media/f89653.txt>
</file>

<file path=ppt/media/f89654.txt>
</file>

<file path=ppt/media/f89655.txt>
</file>

<file path=ppt/media/f89656.txt>
</file>

<file path=ppt/media/f89657.txt>
</file>

<file path=ppt/media/f89658.txt>
</file>

<file path=ppt/media/f89659.txt>
</file>

<file path=ppt/media/f89660.txt>
</file>

<file path=ppt/media/f89661.txt>
</file>

<file path=ppt/media/f89662.txt>
</file>

<file path=ppt/media/f89663.txt>
</file>

<file path=ppt/media/f89664.txt>
</file>

<file path=ppt/media/f89665.txt>
</file>

<file path=ppt/media/f89666.txt>
</file>

<file path=ppt/media/f89667.txt>
</file>

<file path=ppt/media/f89668.txt>
</file>

<file path=ppt/media/f89669.txt>
</file>

<file path=ppt/media/f89670.txt>
</file>

<file path=ppt/media/f89671.txt>
</file>

<file path=ppt/media/f89672.txt>
</file>

<file path=ppt/media/f89673.txt>
</file>

<file path=ppt/media/f89674.txt>
</file>

<file path=ppt/media/f89675.txt>
</file>

<file path=ppt/media/f89676.txt>
</file>

<file path=ppt/media/f89677.txt>
</file>

<file path=ppt/media/f89678.txt>
</file>

<file path=ppt/media/f89679.txt>
</file>

<file path=ppt/media/f89680.txt>
</file>

<file path=ppt/media/f89681.txt>
</file>

<file path=ppt/media/f89682.txt>
</file>

<file path=ppt/media/f89683.txt>
</file>

<file path=ppt/media/f89684.txt>
</file>

<file path=ppt/media/f89685.txt>
</file>

<file path=ppt/media/f89686.txt>
</file>

<file path=ppt/media/f89687.txt>
</file>

<file path=ppt/media/f89688.txt>
</file>

<file path=ppt/media/f89689.txt>
</file>

<file path=ppt/media/f89690.txt>
</file>

<file path=ppt/media/f89691.txt>
</file>

<file path=ppt/media/f89692.txt>
</file>

<file path=ppt/media/f89693.txt>
</file>

<file path=ppt/media/f89694.txt>
</file>

<file path=ppt/media/f89695.txt>
</file>

<file path=ppt/media/f89696.txt>
</file>

<file path=ppt/media/f89697.txt>
</file>

<file path=ppt/media/f89698.txt>
</file>

<file path=ppt/media/f89699.txt>
</file>

<file path=ppt/media/f89700.txt>
</file>

<file path=ppt/media/f89701.txt>
</file>

<file path=ppt/media/f89702.txt>
</file>

<file path=ppt/media/f89703.txt>
</file>

<file path=ppt/media/f89704.txt>
</file>

<file path=ppt/media/f89705.txt>
</file>

<file path=ppt/media/f89706.txt>
</file>

<file path=ppt/media/f89707.txt>
</file>

<file path=ppt/media/f89708.txt>
</file>

<file path=ppt/media/f89709.txt>
</file>

<file path=ppt/media/f89710.txt>
</file>

<file path=ppt/media/f89711.txt>
</file>

<file path=ppt/media/f89712.txt>
</file>

<file path=ppt/media/f89713.txt>
</file>

<file path=ppt/media/f89714.txt>
</file>

<file path=ppt/media/f89715.txt>
</file>

<file path=ppt/media/f89716.txt>
</file>

<file path=ppt/media/f89717.txt>
</file>

<file path=ppt/media/f89718.txt>
</file>

<file path=ppt/media/f89719.txt>
</file>

<file path=ppt/media/f89720.txt>
</file>

<file path=ppt/media/f89721.txt>
</file>

<file path=ppt/media/f89722.txt>
</file>

<file path=ppt/media/f89723.txt>
</file>

<file path=ppt/media/f89724.txt>
</file>

<file path=ppt/media/f89725.txt>
</file>

<file path=ppt/media/f89726.txt>
</file>

<file path=ppt/media/f89727.txt>
</file>

<file path=ppt/media/f89728.txt>
</file>

<file path=ppt/media/f89729.txt>
</file>

<file path=ppt/media/f89730.txt>
</file>

<file path=ppt/media/f89731.txt>
</file>

<file path=ppt/media/f89732.txt>
</file>

<file path=ppt/media/f89733.txt>
</file>

<file path=ppt/media/f89734.txt>
</file>

<file path=ppt/media/f89735.txt>
</file>

<file path=ppt/media/f89736.txt>
</file>

<file path=ppt/media/f89737.txt>
</file>

<file path=ppt/media/f89738.txt>
</file>

<file path=ppt/media/f89739.txt>
</file>

<file path=ppt/media/f89740.txt>
</file>

<file path=ppt/media/f89741.txt>
</file>

<file path=ppt/media/f89742.txt>
</file>

<file path=ppt/media/f89743.txt>
</file>

<file path=ppt/media/f89744.txt>
</file>

<file path=ppt/media/f89745.txt>
</file>

<file path=ppt/media/f89746.txt>
</file>

<file path=ppt/media/f89747.txt>
</file>

<file path=ppt/media/f89748.txt>
</file>

<file path=ppt/media/f89749.txt>
</file>

<file path=ppt/media/f89750.txt>
</file>

<file path=ppt/media/f89751.txt>
</file>

<file path=ppt/media/f89752.txt>
</file>

<file path=ppt/media/f89753.txt>
</file>

<file path=ppt/media/f89754.txt>
</file>

<file path=ppt/media/f89755.txt>
</file>

<file path=ppt/media/f89756.txt>
</file>

<file path=ppt/media/f89757.txt>
</file>

<file path=ppt/media/f89758.txt>
</file>

<file path=ppt/media/f89759.txt>
</file>

<file path=ppt/media/f89760.txt>
</file>

<file path=ppt/media/f89761.txt>
</file>

<file path=ppt/media/f89762.txt>
</file>

<file path=ppt/media/f89763.txt>
</file>

<file path=ppt/media/f89764.txt>
</file>

<file path=ppt/media/f89765.txt>
</file>

<file path=ppt/media/f89766.txt>
</file>

<file path=ppt/media/f89767.txt>
</file>

<file path=ppt/media/f89768.txt>
</file>

<file path=ppt/media/f89769.txt>
</file>

<file path=ppt/media/f89770.txt>
</file>

<file path=ppt/media/f89771.txt>
</file>

<file path=ppt/media/f89772.txt>
</file>

<file path=ppt/media/f89773.txt>
</file>

<file path=ppt/media/f89774.txt>
</file>

<file path=ppt/media/f89775.txt>
</file>

<file path=ppt/media/f89776.txt>
</file>

<file path=ppt/media/f89777.txt>
</file>

<file path=ppt/media/f89778.txt>
</file>

<file path=ppt/media/f89779.txt>
</file>

<file path=ppt/media/f89780.txt>
</file>

<file path=ppt/media/f89781.txt>
</file>

<file path=ppt/media/f89782.txt>
</file>

<file path=ppt/media/f89783.txt>
</file>

<file path=ppt/media/f89784.txt>
</file>

<file path=ppt/media/f89785.txt>
</file>

<file path=ppt/media/f89786.txt>
</file>

<file path=ppt/media/f89787.txt>
</file>

<file path=ppt/media/f89788.txt>
</file>

<file path=ppt/media/f89789.txt>
</file>

<file path=ppt/media/f89790.txt>
</file>

<file path=ppt/media/f89791.txt>
</file>

<file path=ppt/media/f89792.txt>
</file>

<file path=ppt/media/f89793.txt>
</file>

<file path=ppt/media/f89794.txt>
</file>

<file path=ppt/media/f89795.txt>
</file>

<file path=ppt/media/f89796.txt>
</file>

<file path=ppt/media/f89797.txt>
</file>

<file path=ppt/media/f89798.txt>
</file>

<file path=ppt/media/f89799.txt>
</file>

<file path=ppt/media/f89800.txt>
</file>

<file path=ppt/media/f89801.txt>
</file>

<file path=ppt/media/f89802.txt>
</file>

<file path=ppt/media/f89803.txt>
</file>

<file path=ppt/media/f89804.txt>
</file>

<file path=ppt/media/f89805.txt>
</file>

<file path=ppt/media/f89806.txt>
</file>

<file path=ppt/media/f89807.txt>
</file>

<file path=ppt/media/f89808.txt>
</file>

<file path=ppt/media/f89809.txt>
</file>

<file path=ppt/media/f89810.txt>
</file>

<file path=ppt/media/f89811.txt>
</file>

<file path=ppt/media/f89812.txt>
</file>

<file path=ppt/media/f89813.txt>
</file>

<file path=ppt/media/f89814.txt>
</file>

<file path=ppt/media/f89815.txt>
</file>

<file path=ppt/media/f89816.txt>
</file>

<file path=ppt/media/f89817.txt>
</file>

<file path=ppt/media/f89818.txt>
</file>

<file path=ppt/media/f89819.txt>
</file>

<file path=ppt/media/f89820.txt>
</file>

<file path=ppt/media/f89821.txt>
</file>

<file path=ppt/media/f89822.txt>
</file>

<file path=ppt/media/f89823.txt>
</file>

<file path=ppt/media/f89824.txt>
</file>

<file path=ppt/media/f89825.txt>
</file>

<file path=ppt/media/f89826.txt>
</file>

<file path=ppt/media/f89827.txt>
</file>

<file path=ppt/media/f89828.txt>
</file>

<file path=ppt/media/f89829.txt>
</file>

<file path=ppt/media/f89830.txt>
</file>

<file path=ppt/media/f89831.txt>
</file>

<file path=ppt/media/f89832.txt>
</file>

<file path=ppt/media/f89833.txt>
</file>

<file path=ppt/media/f89834.txt>
</file>

<file path=ppt/media/f89835.txt>
</file>

<file path=ppt/media/f89836.txt>
</file>

<file path=ppt/media/f89837.txt>
</file>

<file path=ppt/media/f89838.txt>
</file>

<file path=ppt/media/f89839.txt>
</file>

<file path=ppt/media/f89840.txt>
</file>

<file path=ppt/media/f89841.txt>
</file>

<file path=ppt/media/f89842.txt>
</file>

<file path=ppt/media/f89843.txt>
</file>

<file path=ppt/media/f89844.txt>
</file>

<file path=ppt/media/f89845.txt>
</file>

<file path=ppt/media/f89846.txt>
</file>

<file path=ppt/media/f89847.txt>
</file>

<file path=ppt/media/f89848.txt>
</file>

<file path=ppt/media/f89849.txt>
</file>

<file path=ppt/media/f89850.txt>
</file>

<file path=ppt/media/f89851.txt>
</file>

<file path=ppt/media/f89852.txt>
</file>

<file path=ppt/media/f89853.txt>
</file>

<file path=ppt/media/f89854.txt>
</file>

<file path=ppt/media/f89855.txt>
</file>

<file path=ppt/media/f89856.txt>
</file>

<file path=ppt/media/f89857.txt>
</file>

<file path=ppt/media/f89858.txt>
</file>

<file path=ppt/media/f89859.txt>
</file>

<file path=ppt/media/f89860.txt>
</file>

<file path=ppt/media/f89861.txt>
</file>

<file path=ppt/media/f89862.txt>
</file>

<file path=ppt/media/f89863.txt>
</file>

<file path=ppt/media/f89864.txt>
</file>

<file path=ppt/media/f89865.txt>
</file>

<file path=ppt/media/f89866.txt>
</file>

<file path=ppt/media/f89867.txt>
</file>

<file path=ppt/media/f89868.txt>
</file>

<file path=ppt/media/f89869.txt>
</file>

<file path=ppt/media/f89870.txt>
</file>

<file path=ppt/media/f89871.txt>
</file>

<file path=ppt/media/f89872.txt>
</file>

<file path=ppt/media/f89873.txt>
</file>

<file path=ppt/media/f89874.txt>
</file>

<file path=ppt/media/f89875.txt>
</file>

<file path=ppt/media/f89876.txt>
</file>

<file path=ppt/media/f89877.txt>
</file>

<file path=ppt/media/f89878.txt>
</file>

<file path=ppt/media/f89879.txt>
</file>

<file path=ppt/media/f89880.txt>
</file>

<file path=ppt/media/f89881.txt>
</file>

<file path=ppt/media/f89882.txt>
</file>

<file path=ppt/media/f89883.txt>
</file>

<file path=ppt/media/f89884.txt>
</file>

<file path=ppt/media/f89885.txt>
</file>

<file path=ppt/media/f89886.txt>
</file>

<file path=ppt/media/f89887.txt>
</file>

<file path=ppt/media/f89888.txt>
</file>

<file path=ppt/media/f89889.txt>
</file>

<file path=ppt/media/f89890.txt>
</file>

<file path=ppt/media/f89891.txt>
</file>

<file path=ppt/media/f89892.txt>
</file>

<file path=ppt/media/f89893.txt>
</file>

<file path=ppt/media/f89894.txt>
</file>

<file path=ppt/media/f89895.txt>
</file>

<file path=ppt/media/f89896.txt>
</file>

<file path=ppt/media/f89897.txt>
</file>

<file path=ppt/media/f89898.txt>
</file>

<file path=ppt/media/f89899.txt>
</file>

<file path=ppt/media/f89900.txt>
</file>

<file path=ppt/media/f89901.txt>
</file>

<file path=ppt/media/f89902.txt>
</file>

<file path=ppt/media/f89903.txt>
</file>

<file path=ppt/media/f89904.txt>
</file>

<file path=ppt/media/f89905.txt>
</file>

<file path=ppt/media/f89906.txt>
</file>

<file path=ppt/media/f89907.txt>
</file>

<file path=ppt/media/f89908.txt>
</file>

<file path=ppt/media/f89909.txt>
</file>

<file path=ppt/media/f89910.txt>
</file>

<file path=ppt/media/f89911.txt>
</file>

<file path=ppt/media/f89912.txt>
</file>

<file path=ppt/media/f89913.txt>
</file>

<file path=ppt/media/f89914.txt>
</file>

<file path=ppt/media/f89915.txt>
</file>

<file path=ppt/media/f89916.txt>
</file>

<file path=ppt/media/f89917.txt>
</file>

<file path=ppt/media/f89918.txt>
</file>

<file path=ppt/media/f89919.txt>
</file>

<file path=ppt/media/f89920.txt>
</file>

<file path=ppt/media/f89921.txt>
</file>

<file path=ppt/media/f89922.txt>
</file>

<file path=ppt/media/f89923.txt>
</file>

<file path=ppt/media/f89924.txt>
</file>

<file path=ppt/media/f89925.txt>
</file>

<file path=ppt/media/f89926.txt>
</file>

<file path=ppt/media/f89927.txt>
</file>

<file path=ppt/media/f89928.txt>
</file>

<file path=ppt/media/f89929.txt>
</file>

<file path=ppt/media/f89930.txt>
</file>

<file path=ppt/media/f89931.txt>
</file>

<file path=ppt/media/f89932.txt>
</file>

<file path=ppt/media/f89933.txt>
</file>

<file path=ppt/media/f89934.txt>
</file>

<file path=ppt/media/f89935.txt>
</file>

<file path=ppt/media/f89936.txt>
</file>

<file path=ppt/media/f89937.txt>
</file>

<file path=ppt/media/f89938.txt>
</file>

<file path=ppt/media/f89939.txt>
</file>

<file path=ppt/media/f89940.txt>
</file>

<file path=ppt/media/f89941.txt>
</file>

<file path=ppt/media/f89942.txt>
</file>

<file path=ppt/media/f89943.txt>
</file>

<file path=ppt/media/f89944.txt>
</file>

<file path=ppt/media/f89945.txt>
</file>

<file path=ppt/media/f89946.txt>
</file>

<file path=ppt/media/f89947.txt>
</file>

<file path=ppt/media/f89948.txt>
</file>

<file path=ppt/media/f89949.txt>
</file>

<file path=ppt/media/f89950.txt>
</file>

<file path=ppt/media/f89951.txt>
</file>

<file path=ppt/media/f89952.txt>
</file>

<file path=ppt/media/f89953.txt>
</file>

<file path=ppt/media/f89954.txt>
</file>

<file path=ppt/media/f89955.txt>
</file>

<file path=ppt/media/f89956.txt>
</file>

<file path=ppt/media/f89957.txt>
</file>

<file path=ppt/media/f89958.txt>
</file>

<file path=ppt/media/f89959.txt>
</file>

<file path=ppt/media/f89960.txt>
</file>

<file path=ppt/media/f89961.txt>
</file>

<file path=ppt/media/f89962.txt>
</file>

<file path=ppt/media/f89963.txt>
</file>

<file path=ppt/media/f89964.txt>
</file>

<file path=ppt/media/f89965.txt>
</file>

<file path=ppt/media/f89966.txt>
</file>

<file path=ppt/media/f89967.txt>
</file>

<file path=ppt/media/f89968.txt>
</file>

<file path=ppt/media/f89969.txt>
</file>

<file path=ppt/media/f89970.txt>
</file>

<file path=ppt/media/f89971.txt>
</file>

<file path=ppt/media/f89972.txt>
</file>

<file path=ppt/media/f89973.txt>
</file>

<file path=ppt/media/f89974.txt>
</file>

<file path=ppt/media/f89975.txt>
</file>

<file path=ppt/media/f89976.txt>
</file>

<file path=ppt/media/f89977.txt>
</file>

<file path=ppt/media/f89978.txt>
</file>

<file path=ppt/media/f89979.txt>
</file>

<file path=ppt/media/f89980.txt>
</file>

<file path=ppt/media/f89981.txt>
</file>

<file path=ppt/media/f89982.txt>
</file>

<file path=ppt/media/f89983.txt>
</file>

<file path=ppt/media/f89984.txt>
</file>

<file path=ppt/media/f89985.txt>
</file>

<file path=ppt/media/f89986.txt>
</file>

<file path=ppt/media/f89987.txt>
</file>

<file path=ppt/media/f89988.txt>
</file>

<file path=ppt/media/f89989.txt>
</file>

<file path=ppt/media/f89990.txt>
</file>

<file path=ppt/media/f89991.txt>
</file>

<file path=ppt/media/f89992.txt>
</file>

<file path=ppt/media/f89993.txt>
</file>

<file path=ppt/media/f89994.txt>
</file>

<file path=ppt/media/f89995.txt>
</file>

<file path=ppt/media/f89996.txt>
</file>

<file path=ppt/media/f89997.txt>
</file>

<file path=ppt/media/f89998.txt>
</file>

<file path=ppt/media/f89999.txt>
</file>

<file path=ppt/media/f90000.txt>
</file>

<file path=ppt/media/f90001.txt>
</file>

<file path=ppt/media/f90002.txt>
</file>

<file path=ppt/media/f90003.txt>
</file>

<file path=ppt/media/f90004.txt>
</file>

<file path=ppt/media/f90005.txt>
</file>

<file path=ppt/media/f90006.txt>
</file>

<file path=ppt/media/f90007.txt>
</file>

<file path=ppt/media/f90008.txt>
</file>

<file path=ppt/media/f90009.txt>
</file>

<file path=ppt/media/f90010.txt>
</file>

<file path=ppt/media/f90011.txt>
</file>

<file path=ppt/media/f90012.txt>
</file>

<file path=ppt/media/f90013.txt>
</file>

<file path=ppt/media/f90014.txt>
</file>

<file path=ppt/media/f90015.txt>
</file>

<file path=ppt/media/f90016.txt>
</file>

<file path=ppt/media/f90017.txt>
</file>

<file path=ppt/media/f90018.txt>
</file>

<file path=ppt/media/f90019.txt>
</file>

<file path=ppt/media/f90020.txt>
</file>

<file path=ppt/media/f90021.txt>
</file>

<file path=ppt/media/f90022.txt>
</file>

<file path=ppt/media/f90023.txt>
</file>

<file path=ppt/media/f90024.txt>
</file>

<file path=ppt/media/f90025.txt>
</file>

<file path=ppt/media/f90026.txt>
</file>

<file path=ppt/media/f90027.txt>
</file>

<file path=ppt/media/f90028.txt>
</file>

<file path=ppt/media/f90029.txt>
</file>

<file path=ppt/media/f90030.txt>
</file>

<file path=ppt/media/f90031.txt>
</file>

<file path=ppt/media/f90032.txt>
</file>

<file path=ppt/media/f90033.txt>
</file>

<file path=ppt/media/f90034.txt>
</file>

<file path=ppt/media/f90035.txt>
</file>

<file path=ppt/media/f90036.txt>
</file>

<file path=ppt/media/f90037.txt>
</file>

<file path=ppt/media/f90038.txt>
</file>

<file path=ppt/media/f90039.txt>
</file>

<file path=ppt/media/f90040.txt>
</file>

<file path=ppt/media/f90041.txt>
</file>

<file path=ppt/media/f90042.txt>
</file>

<file path=ppt/media/f90043.txt>
</file>

<file path=ppt/media/f90044.txt>
</file>

<file path=ppt/media/f90045.txt>
</file>

<file path=ppt/media/f90046.txt>
</file>

<file path=ppt/media/f90047.txt>
</file>

<file path=ppt/media/f90048.txt>
</file>

<file path=ppt/media/f90049.txt>
</file>

<file path=ppt/media/f90050.txt>
</file>

<file path=ppt/media/f90051.txt>
</file>

<file path=ppt/media/f90052.txt>
</file>

<file path=ppt/media/f90053.txt>
</file>

<file path=ppt/media/f90054.txt>
</file>

<file path=ppt/media/f90055.txt>
</file>

<file path=ppt/media/f90056.txt>
</file>

<file path=ppt/media/f90057.txt>
</file>

<file path=ppt/media/f90058.txt>
</file>

<file path=ppt/media/f90059.txt>
</file>

<file path=ppt/media/f90060.txt>
</file>

<file path=ppt/media/f90061.txt>
</file>

<file path=ppt/media/f90062.txt>
</file>

<file path=ppt/media/f90063.txt>
</file>

<file path=ppt/media/f90064.txt>
</file>

<file path=ppt/media/f90065.txt>
</file>

<file path=ppt/media/f90066.txt>
</file>

<file path=ppt/media/f90067.txt>
</file>

<file path=ppt/media/f90068.txt>
</file>

<file path=ppt/media/f90069.txt>
</file>

<file path=ppt/media/f90070.txt>
</file>

<file path=ppt/media/f90071.txt>
</file>

<file path=ppt/media/f90072.txt>
</file>

<file path=ppt/media/f90073.txt>
</file>

<file path=ppt/media/f90074.txt>
</file>

<file path=ppt/media/f90075.txt>
</file>

<file path=ppt/media/f90076.txt>
</file>

<file path=ppt/media/f90077.txt>
</file>

<file path=ppt/media/f90078.txt>
</file>

<file path=ppt/media/f90079.txt>
</file>

<file path=ppt/media/f90080.txt>
</file>

<file path=ppt/media/f90081.txt>
</file>

<file path=ppt/media/f90082.txt>
</file>

<file path=ppt/media/f90083.txt>
</file>

<file path=ppt/media/f90084.txt>
</file>

<file path=ppt/media/f90085.txt>
</file>

<file path=ppt/media/f90086.txt>
</file>

<file path=ppt/media/f90087.txt>
</file>

<file path=ppt/media/f90088.txt>
</file>

<file path=ppt/media/f90089.txt>
</file>

<file path=ppt/media/f90090.txt>
</file>

<file path=ppt/media/f90091.txt>
</file>

<file path=ppt/media/f90092.txt>
</file>

<file path=ppt/media/f90093.txt>
</file>

<file path=ppt/media/f90094.txt>
</file>

<file path=ppt/media/f90095.txt>
</file>

<file path=ppt/media/f90096.txt>
</file>

<file path=ppt/media/f90097.txt>
</file>

<file path=ppt/media/f90098.txt>
</file>

<file path=ppt/media/f90099.txt>
</file>

<file path=ppt/media/f90100.txt>
</file>

<file path=ppt/media/f90101.txt>
</file>

<file path=ppt/media/f90102.txt>
</file>

<file path=ppt/media/f90103.txt>
</file>

<file path=ppt/media/f90104.txt>
</file>

<file path=ppt/media/f90105.txt>
</file>

<file path=ppt/media/f90106.txt>
</file>

<file path=ppt/media/f90107.txt>
</file>

<file path=ppt/media/f90108.txt>
</file>

<file path=ppt/media/f90109.txt>
</file>

<file path=ppt/media/f90110.txt>
</file>

<file path=ppt/media/f90111.txt>
</file>

<file path=ppt/media/f90112.txt>
</file>

<file path=ppt/media/f90113.txt>
</file>

<file path=ppt/media/f90114.txt>
</file>

<file path=ppt/media/f90115.txt>
</file>

<file path=ppt/media/f90116.txt>
</file>

<file path=ppt/media/f90117.txt>
</file>

<file path=ppt/media/f90118.txt>
</file>

<file path=ppt/media/f90119.txt>
</file>

<file path=ppt/media/f90120.txt>
</file>

<file path=ppt/media/f90121.txt>
</file>

<file path=ppt/media/f90122.txt>
</file>

<file path=ppt/media/f90123.txt>
</file>

<file path=ppt/media/f90124.txt>
</file>

<file path=ppt/media/f90125.txt>
</file>

<file path=ppt/media/f90126.txt>
</file>

<file path=ppt/media/f90127.txt>
</file>

<file path=ppt/media/f90128.txt>
</file>

<file path=ppt/media/f90129.txt>
</file>

<file path=ppt/media/f90130.txt>
</file>

<file path=ppt/media/f90131.txt>
</file>

<file path=ppt/media/f90132.txt>
</file>

<file path=ppt/media/f90133.txt>
</file>

<file path=ppt/media/f90134.txt>
</file>

<file path=ppt/media/f90135.txt>
</file>

<file path=ppt/media/f90136.txt>
</file>

<file path=ppt/media/f90137.txt>
</file>

<file path=ppt/media/f90138.txt>
</file>

<file path=ppt/media/f90139.txt>
</file>

<file path=ppt/media/f90140.txt>
</file>

<file path=ppt/media/f90141.txt>
</file>

<file path=ppt/media/f90142.txt>
</file>

<file path=ppt/media/f90143.txt>
</file>

<file path=ppt/media/f90144.txt>
</file>

<file path=ppt/media/f90145.txt>
</file>

<file path=ppt/media/f90146.txt>
</file>

<file path=ppt/media/f90147.txt>
</file>

<file path=ppt/media/f90148.txt>
</file>

<file path=ppt/media/f90149.txt>
</file>

<file path=ppt/media/f90150.txt>
</file>

<file path=ppt/media/f90151.txt>
</file>

<file path=ppt/media/f90152.txt>
</file>

<file path=ppt/media/f90153.txt>
</file>

<file path=ppt/media/f90154.txt>
</file>

<file path=ppt/media/f90155.txt>
</file>

<file path=ppt/media/f90156.txt>
</file>

<file path=ppt/media/f90157.txt>
</file>

<file path=ppt/media/f90158.txt>
</file>

<file path=ppt/media/f90159.txt>
</file>

<file path=ppt/media/f90160.txt>
</file>

<file path=ppt/media/f90161.txt>
</file>

<file path=ppt/media/f90162.txt>
</file>

<file path=ppt/media/f90163.txt>
</file>

<file path=ppt/media/f90164.txt>
</file>

<file path=ppt/media/f90165.txt>
</file>

<file path=ppt/media/f90166.txt>
</file>

<file path=ppt/media/f90167.txt>
</file>

<file path=ppt/media/f90168.txt>
</file>

<file path=ppt/media/f90169.txt>
</file>

<file path=ppt/media/f90170.txt>
</file>

<file path=ppt/media/f90171.txt>
</file>

<file path=ppt/media/f90172.txt>
</file>

<file path=ppt/media/f90173.txt>
</file>

<file path=ppt/media/f90174.txt>
</file>

<file path=ppt/media/f90175.txt>
</file>

<file path=ppt/media/f90176.txt>
</file>

<file path=ppt/media/f90177.txt>
</file>

<file path=ppt/media/f90178.txt>
</file>

<file path=ppt/media/f90179.txt>
</file>

<file path=ppt/media/f90180.txt>
</file>

<file path=ppt/media/f90181.txt>
</file>

<file path=ppt/media/f90182.txt>
</file>

<file path=ppt/media/f90183.txt>
</file>

<file path=ppt/media/f90184.txt>
</file>

<file path=ppt/media/f90185.txt>
</file>

<file path=ppt/media/f90186.txt>
</file>

<file path=ppt/media/f90187.txt>
</file>

<file path=ppt/media/f90188.txt>
</file>

<file path=ppt/media/f90189.txt>
</file>

<file path=ppt/media/f90190.txt>
</file>

<file path=ppt/media/f90191.txt>
</file>

<file path=ppt/media/f90192.txt>
</file>

<file path=ppt/media/f90193.txt>
</file>

<file path=ppt/media/f90194.txt>
</file>

<file path=ppt/media/f90195.txt>
</file>

<file path=ppt/media/f90196.txt>
</file>

<file path=ppt/media/f90197.txt>
</file>

<file path=ppt/media/f90198.txt>
</file>

<file path=ppt/media/f90199.txt>
</file>

<file path=ppt/media/f90200.txt>
</file>

<file path=ppt/media/f90201.txt>
</file>

<file path=ppt/media/f90202.txt>
</file>

<file path=ppt/media/f90203.txt>
</file>

<file path=ppt/media/f90204.txt>
</file>

<file path=ppt/media/f90205.txt>
</file>

<file path=ppt/media/f90206.txt>
</file>

<file path=ppt/media/f90207.txt>
</file>

<file path=ppt/media/f90208.txt>
</file>

<file path=ppt/media/f90209.txt>
</file>

<file path=ppt/media/f90210.txt>
</file>

<file path=ppt/media/f90211.txt>
</file>

<file path=ppt/media/f90212.txt>
</file>

<file path=ppt/media/f90213.txt>
</file>

<file path=ppt/media/f90214.txt>
</file>

<file path=ppt/media/f90215.txt>
</file>

<file path=ppt/media/f90216.txt>
</file>

<file path=ppt/media/f90217.txt>
</file>

<file path=ppt/media/f90218.txt>
</file>

<file path=ppt/media/f90219.txt>
</file>

<file path=ppt/media/f90220.txt>
</file>

<file path=ppt/media/f90221.txt>
</file>

<file path=ppt/media/f90222.txt>
</file>

<file path=ppt/media/f90223.txt>
</file>

<file path=ppt/media/f90224.txt>
</file>

<file path=ppt/media/f90225.txt>
</file>

<file path=ppt/media/f90226.txt>
</file>

<file path=ppt/media/f90227.txt>
</file>

<file path=ppt/media/f90228.txt>
</file>

<file path=ppt/media/f90229.txt>
</file>

<file path=ppt/media/f90230.txt>
</file>

<file path=ppt/media/f90231.txt>
</file>

<file path=ppt/media/f90232.txt>
</file>

<file path=ppt/media/f90233.txt>
</file>

<file path=ppt/media/f90234.txt>
</file>

<file path=ppt/media/f90235.txt>
</file>

<file path=ppt/media/f90236.txt>
</file>

<file path=ppt/media/f90237.txt>
</file>

<file path=ppt/media/f90238.txt>
</file>

<file path=ppt/media/f90239.txt>
</file>

<file path=ppt/media/f90240.txt>
</file>

<file path=ppt/media/f90241.txt>
</file>

<file path=ppt/media/f90242.txt>
</file>

<file path=ppt/media/f90243.txt>
</file>

<file path=ppt/media/f90244.txt>
</file>

<file path=ppt/media/f90245.txt>
</file>

<file path=ppt/media/f90246.txt>
</file>

<file path=ppt/media/f90247.txt>
</file>

<file path=ppt/media/f90248.txt>
</file>

<file path=ppt/media/f90249.txt>
</file>

<file path=ppt/media/f90250.txt>
</file>

<file path=ppt/media/f90251.txt>
</file>

<file path=ppt/media/f90252.txt>
</file>

<file path=ppt/media/f90253.txt>
</file>

<file path=ppt/media/f90254.txt>
</file>

<file path=ppt/media/f90255.txt>
</file>

<file path=ppt/media/f90256.txt>
</file>

<file path=ppt/media/f90257.txt>
</file>

<file path=ppt/media/f90258.txt>
</file>

<file path=ppt/media/f90259.txt>
</file>

<file path=ppt/media/f90260.txt>
</file>

<file path=ppt/media/f90261.txt>
</file>

<file path=ppt/media/f90262.txt>
</file>

<file path=ppt/media/f90263.txt>
</file>

<file path=ppt/media/f90264.txt>
</file>

<file path=ppt/media/f90265.txt>
</file>

<file path=ppt/media/f90266.txt>
</file>

<file path=ppt/media/f90267.txt>
</file>

<file path=ppt/media/f90268.txt>
</file>

<file path=ppt/media/f90269.txt>
</file>

<file path=ppt/media/f90270.txt>
</file>

<file path=ppt/media/f90271.txt>
</file>

<file path=ppt/media/f90272.txt>
</file>

<file path=ppt/media/f90273.txt>
</file>

<file path=ppt/media/f90274.txt>
</file>

<file path=ppt/media/f90275.txt>
</file>

<file path=ppt/media/f90276.txt>
</file>

<file path=ppt/media/f90277.txt>
</file>

<file path=ppt/media/f90278.txt>
</file>

<file path=ppt/media/f90279.txt>
</file>

<file path=ppt/media/f90280.txt>
</file>

<file path=ppt/media/f90281.txt>
</file>

<file path=ppt/media/f90282.txt>
</file>

<file path=ppt/media/f90283.txt>
</file>

<file path=ppt/media/f90284.txt>
</file>

<file path=ppt/media/f90285.txt>
</file>

<file path=ppt/media/f90286.txt>
</file>

<file path=ppt/media/f90287.txt>
</file>

<file path=ppt/media/f90288.txt>
</file>

<file path=ppt/media/f90289.txt>
</file>

<file path=ppt/media/f90290.txt>
</file>

<file path=ppt/media/f90291.txt>
</file>

<file path=ppt/media/f90292.txt>
</file>

<file path=ppt/media/f90293.txt>
</file>

<file path=ppt/media/f90294.txt>
</file>

<file path=ppt/media/f90295.txt>
</file>

<file path=ppt/media/f90296.txt>
</file>

<file path=ppt/media/f90297.txt>
</file>

<file path=ppt/media/f90298.txt>
</file>

<file path=ppt/media/f90299.txt>
</file>

<file path=ppt/media/f90300.txt>
</file>

<file path=ppt/media/f90301.txt>
</file>

<file path=ppt/media/f90302.txt>
</file>

<file path=ppt/media/f90303.txt>
</file>

<file path=ppt/media/f90304.txt>
</file>

<file path=ppt/media/f90305.txt>
</file>

<file path=ppt/media/f90306.txt>
</file>

<file path=ppt/media/f90307.txt>
</file>

<file path=ppt/media/f90308.txt>
</file>

<file path=ppt/media/f90309.txt>
</file>

<file path=ppt/media/f90310.txt>
</file>

<file path=ppt/media/f90311.txt>
</file>

<file path=ppt/media/f90312.txt>
</file>

<file path=ppt/media/f90313.txt>
</file>

<file path=ppt/media/f90314.txt>
</file>

<file path=ppt/media/f90315.txt>
</file>

<file path=ppt/media/f90316.txt>
</file>

<file path=ppt/media/f90317.txt>
</file>

<file path=ppt/media/f90318.txt>
</file>

<file path=ppt/media/f90319.txt>
</file>

<file path=ppt/media/f90320.txt>
</file>

<file path=ppt/media/f90321.txt>
</file>

<file path=ppt/media/f90322.txt>
</file>

<file path=ppt/media/f90323.txt>
</file>

<file path=ppt/media/f90324.txt>
</file>

<file path=ppt/media/f90325.txt>
</file>

<file path=ppt/media/f90326.txt>
</file>

<file path=ppt/media/f90327.txt>
</file>

<file path=ppt/media/f90328.txt>
</file>

<file path=ppt/media/f90329.txt>
</file>

<file path=ppt/media/f90330.txt>
</file>

<file path=ppt/media/f90331.txt>
</file>

<file path=ppt/media/f90332.txt>
</file>

<file path=ppt/media/f90333.txt>
</file>

<file path=ppt/media/f90334.txt>
</file>

<file path=ppt/media/f90335.txt>
</file>

<file path=ppt/media/f90336.txt>
</file>

<file path=ppt/media/f90337.txt>
</file>

<file path=ppt/media/f90338.txt>
</file>

<file path=ppt/media/f90339.txt>
</file>

<file path=ppt/media/f90340.txt>
</file>

<file path=ppt/media/f90341.txt>
</file>

<file path=ppt/media/f90342.txt>
</file>

<file path=ppt/media/f90343.txt>
</file>

<file path=ppt/media/f90344.txt>
</file>

<file path=ppt/media/f90345.txt>
</file>

<file path=ppt/media/f90346.txt>
</file>

<file path=ppt/media/f90347.txt>
</file>

<file path=ppt/media/f90348.txt>
</file>

<file path=ppt/media/f90349.txt>
</file>

<file path=ppt/media/f90350.txt>
</file>

<file path=ppt/media/f90351.txt>
</file>

<file path=ppt/media/f90352.txt>
</file>

<file path=ppt/media/f90353.txt>
</file>

<file path=ppt/media/f90354.txt>
</file>

<file path=ppt/media/f90355.txt>
</file>

<file path=ppt/media/f90356.txt>
</file>

<file path=ppt/media/f90357.txt>
</file>

<file path=ppt/media/f90358.txt>
</file>

<file path=ppt/media/f90359.txt>
</file>

<file path=ppt/media/f90360.txt>
</file>

<file path=ppt/media/f90361.txt>
</file>

<file path=ppt/media/f90362.txt>
</file>

<file path=ppt/media/f90363.txt>
</file>

<file path=ppt/media/f90364.txt>
</file>

<file path=ppt/media/f90365.txt>
</file>

<file path=ppt/media/f90366.txt>
</file>

<file path=ppt/media/f90367.txt>
</file>

<file path=ppt/media/f90368.txt>
</file>

<file path=ppt/media/f90369.txt>
</file>

<file path=ppt/media/f90370.txt>
</file>

<file path=ppt/media/f90371.txt>
</file>

<file path=ppt/media/f90372.txt>
</file>

<file path=ppt/media/f90373.txt>
</file>

<file path=ppt/media/f90374.txt>
</file>

<file path=ppt/media/f90375.txt>
</file>

<file path=ppt/media/f90376.txt>
</file>

<file path=ppt/media/f90377.txt>
</file>

<file path=ppt/media/f90378.txt>
</file>

<file path=ppt/media/f90379.txt>
</file>

<file path=ppt/media/f90380.txt>
</file>

<file path=ppt/media/f90381.txt>
</file>

<file path=ppt/media/f90382.txt>
</file>

<file path=ppt/media/f90383.txt>
</file>

<file path=ppt/media/f90384.txt>
</file>

<file path=ppt/media/f90385.txt>
</file>

<file path=ppt/media/f90386.txt>
</file>

<file path=ppt/media/f90387.txt>
</file>

<file path=ppt/media/f90388.txt>
</file>

<file path=ppt/media/f90389.txt>
</file>

<file path=ppt/media/f90390.txt>
</file>

<file path=ppt/media/f90391.txt>
</file>

<file path=ppt/media/f90392.txt>
</file>

<file path=ppt/media/f90393.txt>
</file>

<file path=ppt/media/f90394.txt>
</file>

<file path=ppt/media/f90395.txt>
</file>

<file path=ppt/media/f90396.txt>
</file>

<file path=ppt/media/f90397.txt>
</file>

<file path=ppt/media/f90398.txt>
</file>

<file path=ppt/media/f90399.txt>
</file>

<file path=ppt/media/f90400.txt>
</file>

<file path=ppt/media/f90401.txt>
</file>

<file path=ppt/media/f90402.txt>
</file>

<file path=ppt/media/f90403.txt>
</file>

<file path=ppt/media/f90404.txt>
</file>

<file path=ppt/media/f90405.txt>
</file>

<file path=ppt/media/f90406.txt>
</file>

<file path=ppt/media/f90407.txt>
</file>

<file path=ppt/media/f90408.txt>
</file>

<file path=ppt/media/f90409.txt>
</file>

<file path=ppt/media/f90410.txt>
</file>

<file path=ppt/media/f90411.txt>
</file>

<file path=ppt/media/f90412.txt>
</file>

<file path=ppt/media/f90413.txt>
</file>

<file path=ppt/media/f90414.txt>
</file>

<file path=ppt/media/f90415.txt>
</file>

<file path=ppt/media/f90416.txt>
</file>

<file path=ppt/media/f90417.txt>
</file>

<file path=ppt/media/f90418.txt>
</file>

<file path=ppt/media/f90419.txt>
</file>

<file path=ppt/media/f90420.txt>
</file>

<file path=ppt/media/f90421.txt>
</file>

<file path=ppt/media/f90422.txt>
</file>

<file path=ppt/media/f90423.txt>
</file>

<file path=ppt/media/f90424.txt>
</file>

<file path=ppt/media/f90425.txt>
</file>

<file path=ppt/media/f90426.txt>
</file>

<file path=ppt/media/f90427.txt>
</file>

<file path=ppt/media/f90428.txt>
</file>

<file path=ppt/media/f90429.txt>
</file>

<file path=ppt/media/f90430.txt>
</file>

<file path=ppt/media/f90431.txt>
</file>

<file path=ppt/media/f90432.txt>
</file>

<file path=ppt/media/f90433.txt>
</file>

<file path=ppt/media/f90434.txt>
</file>

<file path=ppt/media/f90435.txt>
</file>

<file path=ppt/media/f90436.txt>
</file>

<file path=ppt/media/f90437.txt>
</file>

<file path=ppt/media/f90438.txt>
</file>

<file path=ppt/media/f90439.txt>
</file>

<file path=ppt/media/f90440.txt>
</file>

<file path=ppt/media/f90441.txt>
</file>

<file path=ppt/media/f90442.txt>
</file>

<file path=ppt/media/f90443.txt>
</file>

<file path=ppt/media/f90444.txt>
</file>

<file path=ppt/media/f90445.txt>
</file>

<file path=ppt/media/f90446.txt>
</file>

<file path=ppt/media/f90447.txt>
</file>

<file path=ppt/media/f90448.txt>
</file>

<file path=ppt/media/f90449.txt>
</file>

<file path=ppt/media/f90450.txt>
</file>

<file path=ppt/media/f90451.txt>
</file>

<file path=ppt/media/f90452.txt>
</file>

<file path=ppt/media/f90453.txt>
</file>

<file path=ppt/media/f90454.txt>
</file>

<file path=ppt/media/f90455.txt>
</file>

<file path=ppt/media/f90456.txt>
</file>

<file path=ppt/media/f90457.txt>
</file>

<file path=ppt/media/f90458.txt>
</file>

<file path=ppt/media/f90459.txt>
</file>

<file path=ppt/media/f90460.txt>
</file>

<file path=ppt/media/f90461.txt>
</file>

<file path=ppt/media/f90462.txt>
</file>

<file path=ppt/media/f90463.txt>
</file>

<file path=ppt/media/f90464.txt>
</file>

<file path=ppt/media/f90465.txt>
</file>

<file path=ppt/media/f90466.txt>
</file>

<file path=ppt/media/f90467.txt>
</file>

<file path=ppt/media/f90468.txt>
</file>

<file path=ppt/media/f90469.txt>
</file>

<file path=ppt/media/f90470.txt>
</file>

<file path=ppt/media/f90471.txt>
</file>

<file path=ppt/media/f90472.txt>
</file>

<file path=ppt/media/f90473.txt>
</file>

<file path=ppt/media/f90474.txt>
</file>

<file path=ppt/media/f90475.txt>
</file>

<file path=ppt/media/f90476.txt>
</file>

<file path=ppt/media/f90477.txt>
</file>

<file path=ppt/media/f90478.txt>
</file>

<file path=ppt/media/f90479.txt>
</file>

<file path=ppt/media/f90480.txt>
</file>

<file path=ppt/media/f90481.txt>
</file>

<file path=ppt/media/f90482.txt>
</file>

<file path=ppt/media/f90483.txt>
</file>

<file path=ppt/media/f90484.txt>
</file>

<file path=ppt/media/f90485.txt>
</file>

<file path=ppt/media/f90486.txt>
</file>

<file path=ppt/media/f90487.txt>
</file>

<file path=ppt/media/f90488.txt>
</file>

<file path=ppt/media/f90489.txt>
</file>

<file path=ppt/media/f90490.txt>
</file>

<file path=ppt/media/f90491.txt>
</file>

<file path=ppt/media/f90492.txt>
</file>

<file path=ppt/media/f90493.txt>
</file>

<file path=ppt/media/f90494.txt>
</file>

<file path=ppt/media/f90495.txt>
</file>

<file path=ppt/media/f90496.txt>
</file>

<file path=ppt/media/f90497.txt>
</file>

<file path=ppt/media/f90498.txt>
</file>

<file path=ppt/media/f90499.txt>
</file>

<file path=ppt/media/f90500.txt>
</file>

<file path=ppt/media/f90501.txt>
</file>

<file path=ppt/media/f90502.txt>
</file>

<file path=ppt/media/f90503.txt>
</file>

<file path=ppt/media/f90504.txt>
</file>

<file path=ppt/media/f90505.txt>
</file>

<file path=ppt/media/f90506.txt>
</file>

<file path=ppt/media/f90507.txt>
</file>

<file path=ppt/media/f90508.txt>
</file>

<file path=ppt/media/f90509.txt>
</file>

<file path=ppt/media/f90510.txt>
</file>

<file path=ppt/media/f90511.txt>
</file>

<file path=ppt/media/f90512.txt>
</file>

<file path=ppt/media/f90513.txt>
</file>

<file path=ppt/media/f90514.txt>
</file>

<file path=ppt/media/f90515.txt>
</file>

<file path=ppt/media/f90516.txt>
</file>

<file path=ppt/media/f90517.txt>
</file>

<file path=ppt/media/f90518.txt>
</file>

<file path=ppt/media/f90519.txt>
</file>

<file path=ppt/media/f90520.txt>
</file>

<file path=ppt/media/f90521.txt>
</file>

<file path=ppt/media/f90522.txt>
</file>

<file path=ppt/media/f90523.txt>
</file>

<file path=ppt/media/f90524.txt>
</file>

<file path=ppt/media/f90525.txt>
</file>

<file path=ppt/media/f90526.txt>
</file>

<file path=ppt/media/f90527.txt>
</file>

<file path=ppt/media/f90528.txt>
</file>

<file path=ppt/media/f90529.txt>
</file>

<file path=ppt/media/f90530.txt>
</file>

<file path=ppt/media/f90531.txt>
</file>

<file path=ppt/media/f90532.txt>
</file>

<file path=ppt/media/f90533.txt>
</file>

<file path=ppt/media/f90534.txt>
</file>

<file path=ppt/media/f90535.txt>
</file>

<file path=ppt/media/f90536.txt>
</file>

<file path=ppt/media/f90537.txt>
</file>

<file path=ppt/media/f90538.txt>
</file>

<file path=ppt/media/f90539.txt>
</file>

<file path=ppt/media/f90540.txt>
</file>

<file path=ppt/media/f90541.txt>
</file>

<file path=ppt/media/f90542.txt>
</file>

<file path=ppt/media/f90543.txt>
</file>

<file path=ppt/media/f90544.txt>
</file>

<file path=ppt/media/f90545.txt>
</file>

<file path=ppt/media/f90546.txt>
</file>

<file path=ppt/media/f90547.txt>
</file>

<file path=ppt/media/f90548.txt>
</file>

<file path=ppt/media/f90549.txt>
</file>

<file path=ppt/media/f90550.txt>
</file>

<file path=ppt/media/f90551.txt>
</file>

<file path=ppt/media/f90552.txt>
</file>

<file path=ppt/media/f90553.txt>
</file>

<file path=ppt/media/f90554.txt>
</file>

<file path=ppt/media/f90555.txt>
</file>

<file path=ppt/media/f90556.txt>
</file>

<file path=ppt/media/f90557.txt>
</file>

<file path=ppt/media/f90558.txt>
</file>

<file path=ppt/media/f90559.txt>
</file>

<file path=ppt/media/f90560.txt>
</file>

<file path=ppt/media/f90561.txt>
</file>

<file path=ppt/media/f90562.txt>
</file>

<file path=ppt/media/f90563.txt>
</file>

<file path=ppt/media/f90564.txt>
</file>

<file path=ppt/media/f90565.txt>
</file>

<file path=ppt/media/f90566.txt>
</file>

<file path=ppt/media/f90567.txt>
</file>

<file path=ppt/media/f90568.txt>
</file>

<file path=ppt/media/f90569.txt>
</file>

<file path=ppt/media/f90570.txt>
</file>

<file path=ppt/media/f90571.txt>
</file>

<file path=ppt/media/f90572.txt>
</file>

<file path=ppt/media/f90573.txt>
</file>

<file path=ppt/media/f90574.txt>
</file>

<file path=ppt/media/f90575.txt>
</file>

<file path=ppt/media/f90576.txt>
</file>

<file path=ppt/media/f90577.txt>
</file>

<file path=ppt/media/f90578.txt>
</file>

<file path=ppt/media/f90579.txt>
</file>

<file path=ppt/media/f90580.txt>
</file>

<file path=ppt/media/f90581.txt>
</file>

<file path=ppt/media/f90582.txt>
</file>

<file path=ppt/media/f90583.txt>
</file>

<file path=ppt/media/f90584.txt>
</file>

<file path=ppt/media/f90585.txt>
</file>

<file path=ppt/media/f90586.txt>
</file>

<file path=ppt/media/f90587.txt>
</file>

<file path=ppt/media/f90588.txt>
</file>

<file path=ppt/media/f90589.txt>
</file>

<file path=ppt/media/f90590.txt>
</file>

<file path=ppt/media/f90591.txt>
</file>

<file path=ppt/media/f90592.txt>
</file>

<file path=ppt/media/f90593.txt>
</file>

<file path=ppt/media/f90594.txt>
</file>

<file path=ppt/media/f90595.txt>
</file>

<file path=ppt/media/f90596.txt>
</file>

<file path=ppt/media/f90597.txt>
</file>

<file path=ppt/media/f90598.txt>
</file>

<file path=ppt/media/f90599.txt>
</file>

<file path=ppt/media/f90600.txt>
</file>

<file path=ppt/media/f90601.txt>
</file>

<file path=ppt/media/f90602.txt>
</file>

<file path=ppt/media/f90603.txt>
</file>

<file path=ppt/media/f90604.txt>
</file>

<file path=ppt/media/f90605.txt>
</file>

<file path=ppt/media/f90606.txt>
</file>

<file path=ppt/media/f90607.txt>
</file>

<file path=ppt/media/f90608.txt>
</file>

<file path=ppt/media/f90609.txt>
</file>

<file path=ppt/media/f90610.txt>
</file>

<file path=ppt/media/f90611.txt>
</file>

<file path=ppt/media/f90612.txt>
</file>

<file path=ppt/media/f90613.txt>
</file>

<file path=ppt/media/f90614.txt>
</file>

<file path=ppt/media/f90615.txt>
</file>

<file path=ppt/media/f90616.txt>
</file>

<file path=ppt/media/f90617.txt>
</file>

<file path=ppt/media/f90618.txt>
</file>

<file path=ppt/media/f90619.txt>
</file>

<file path=ppt/media/f90620.txt>
</file>

<file path=ppt/media/f90621.txt>
</file>

<file path=ppt/media/f90622.txt>
</file>

<file path=ppt/media/f90623.txt>
</file>

<file path=ppt/media/f90624.txt>
</file>

<file path=ppt/media/f90625.txt>
</file>

<file path=ppt/media/f90626.txt>
</file>

<file path=ppt/media/f90627.txt>
</file>

<file path=ppt/media/f90628.txt>
</file>

<file path=ppt/media/f90629.txt>
</file>

<file path=ppt/media/f90630.txt>
</file>

<file path=ppt/media/f90631.txt>
</file>

<file path=ppt/media/f90632.txt>
</file>

<file path=ppt/media/f90633.txt>
</file>

<file path=ppt/media/f90634.txt>
</file>

<file path=ppt/media/f90635.txt>
</file>

<file path=ppt/media/f90636.txt>
</file>

<file path=ppt/media/f90637.txt>
</file>

<file path=ppt/media/f90638.txt>
</file>

<file path=ppt/media/f90639.txt>
</file>

<file path=ppt/media/f90640.txt>
</file>

<file path=ppt/media/f90641.txt>
</file>

<file path=ppt/media/f90642.txt>
</file>

<file path=ppt/media/f90643.txt>
</file>

<file path=ppt/media/f90644.txt>
</file>

<file path=ppt/media/f90645.txt>
</file>

<file path=ppt/media/f90646.txt>
</file>

<file path=ppt/media/f90647.txt>
</file>

<file path=ppt/media/f90648.txt>
</file>

<file path=ppt/media/f90649.txt>
</file>

<file path=ppt/media/f90650.txt>
</file>

<file path=ppt/media/f90651.txt>
</file>

<file path=ppt/media/f90652.txt>
</file>

<file path=ppt/media/f90653.txt>
</file>

<file path=ppt/media/f90654.txt>
</file>

<file path=ppt/media/f90655.txt>
</file>

<file path=ppt/media/f90656.txt>
</file>

<file path=ppt/media/f90657.txt>
</file>

<file path=ppt/media/f90658.txt>
</file>

<file path=ppt/media/f90659.txt>
</file>

<file path=ppt/media/f90660.txt>
</file>

<file path=ppt/media/f90661.txt>
</file>

<file path=ppt/media/f90662.txt>
</file>

<file path=ppt/media/f90663.txt>
</file>

<file path=ppt/media/f90664.txt>
</file>

<file path=ppt/media/f90665.txt>
</file>

<file path=ppt/media/f90666.txt>
</file>

<file path=ppt/media/f90667.txt>
</file>

<file path=ppt/media/f90668.txt>
</file>

<file path=ppt/media/f90669.txt>
</file>

<file path=ppt/media/f90670.txt>
</file>

<file path=ppt/media/f90671.txt>
</file>

<file path=ppt/media/f90672.txt>
</file>

<file path=ppt/media/f90673.txt>
</file>

<file path=ppt/media/f90674.txt>
</file>

<file path=ppt/media/f90675.txt>
</file>

<file path=ppt/media/f90676.txt>
</file>

<file path=ppt/media/f90677.txt>
</file>

<file path=ppt/media/f90678.txt>
</file>

<file path=ppt/media/f90679.txt>
</file>

<file path=ppt/media/f90680.txt>
</file>

<file path=ppt/media/f90681.txt>
</file>

<file path=ppt/media/f90682.txt>
</file>

<file path=ppt/media/f90683.txt>
</file>

<file path=ppt/media/f90684.txt>
</file>

<file path=ppt/media/f90685.txt>
</file>

<file path=ppt/media/f90686.txt>
</file>

<file path=ppt/media/f90687.txt>
</file>

<file path=ppt/media/f90688.txt>
</file>

<file path=ppt/media/f90689.txt>
</file>

<file path=ppt/media/f90690.txt>
</file>

<file path=ppt/media/f90691.txt>
</file>

<file path=ppt/media/f90692.txt>
</file>

<file path=ppt/media/f90693.txt>
</file>

<file path=ppt/media/f90694.txt>
</file>

<file path=ppt/media/f90695.txt>
</file>

<file path=ppt/media/f90696.txt>
</file>

<file path=ppt/media/f90697.txt>
</file>

<file path=ppt/media/f90698.txt>
</file>

<file path=ppt/media/f90699.txt>
</file>

<file path=ppt/media/f90700.txt>
</file>

<file path=ppt/media/f90701.txt>
</file>

<file path=ppt/media/f90702.txt>
</file>

<file path=ppt/media/f90703.txt>
</file>

<file path=ppt/media/f90704.txt>
</file>

<file path=ppt/media/f90705.txt>
</file>

<file path=ppt/media/f90706.txt>
</file>

<file path=ppt/media/f90707.txt>
</file>

<file path=ppt/media/f90708.txt>
</file>

<file path=ppt/media/f90709.txt>
</file>

<file path=ppt/media/f90710.txt>
</file>

<file path=ppt/media/f90711.txt>
</file>

<file path=ppt/media/f90712.txt>
</file>

<file path=ppt/media/f90713.txt>
</file>

<file path=ppt/media/f90714.txt>
</file>

<file path=ppt/media/f90715.txt>
</file>

<file path=ppt/media/f90716.txt>
</file>

<file path=ppt/media/f90717.txt>
</file>

<file path=ppt/media/f90718.txt>
</file>

<file path=ppt/media/f90719.txt>
</file>

<file path=ppt/media/f90720.txt>
</file>

<file path=ppt/media/f90721.txt>
</file>

<file path=ppt/media/f90722.txt>
</file>

<file path=ppt/media/f90723.txt>
</file>

<file path=ppt/media/f90724.txt>
</file>

<file path=ppt/media/f90725.txt>
</file>

<file path=ppt/media/f90726.txt>
</file>

<file path=ppt/media/f90727.txt>
</file>

<file path=ppt/media/f90728.txt>
</file>

<file path=ppt/media/f90729.txt>
</file>

<file path=ppt/media/f90730.txt>
</file>

<file path=ppt/media/f90731.txt>
</file>

<file path=ppt/media/f90732.txt>
</file>

<file path=ppt/media/f90733.txt>
</file>

<file path=ppt/media/f90734.txt>
</file>

<file path=ppt/media/f90735.txt>
</file>

<file path=ppt/media/f90736.txt>
</file>

<file path=ppt/media/f90737.txt>
</file>

<file path=ppt/media/f90738.txt>
</file>

<file path=ppt/media/f90739.txt>
</file>

<file path=ppt/media/f90740.txt>
</file>

<file path=ppt/media/f90741.txt>
</file>

<file path=ppt/media/f90742.txt>
</file>

<file path=ppt/media/f90743.txt>
</file>

<file path=ppt/media/f90744.txt>
</file>

<file path=ppt/media/f90745.txt>
</file>

<file path=ppt/media/f90746.txt>
</file>

<file path=ppt/media/f90747.txt>
</file>

<file path=ppt/media/f90748.txt>
</file>

<file path=ppt/media/f90749.txt>
</file>

<file path=ppt/media/f90750.txt>
</file>

<file path=ppt/media/f90751.txt>
</file>

<file path=ppt/media/f90752.txt>
</file>

<file path=ppt/media/f90753.txt>
</file>

<file path=ppt/media/f90754.txt>
</file>

<file path=ppt/media/f90755.txt>
</file>

<file path=ppt/media/f90756.txt>
</file>

<file path=ppt/media/f90757.txt>
</file>

<file path=ppt/media/f90758.txt>
</file>

<file path=ppt/media/f90759.txt>
</file>

<file path=ppt/media/f90760.txt>
</file>

<file path=ppt/media/f90761.txt>
</file>

<file path=ppt/media/f90762.txt>
</file>

<file path=ppt/media/f90763.txt>
</file>

<file path=ppt/media/f90764.txt>
</file>

<file path=ppt/media/f90765.txt>
</file>

<file path=ppt/media/f90766.txt>
</file>

<file path=ppt/media/f90767.txt>
</file>

<file path=ppt/media/f90768.txt>
</file>

<file path=ppt/media/f90769.txt>
</file>

<file path=ppt/media/f90770.txt>
</file>

<file path=ppt/media/f90771.txt>
</file>

<file path=ppt/media/f90772.txt>
</file>

<file path=ppt/media/f90773.txt>
</file>

<file path=ppt/media/f90774.txt>
</file>

<file path=ppt/media/f90775.txt>
</file>

<file path=ppt/media/f90776.txt>
</file>

<file path=ppt/media/f90777.txt>
</file>

<file path=ppt/media/f90778.txt>
</file>

<file path=ppt/media/f90779.txt>
</file>

<file path=ppt/media/f90780.txt>
</file>

<file path=ppt/media/f90781.txt>
</file>

<file path=ppt/media/f90782.txt>
</file>

<file path=ppt/media/f90783.txt>
</file>

<file path=ppt/media/f90784.txt>
</file>

<file path=ppt/media/f90785.txt>
</file>

<file path=ppt/media/f90786.txt>
</file>

<file path=ppt/media/f90787.txt>
</file>

<file path=ppt/media/f90788.txt>
</file>

<file path=ppt/media/f90789.txt>
</file>

<file path=ppt/media/f90790.txt>
</file>

<file path=ppt/media/f90791.txt>
</file>

<file path=ppt/media/f90792.txt>
</file>

<file path=ppt/media/f90793.txt>
</file>

<file path=ppt/media/f90794.txt>
</file>

<file path=ppt/media/f90795.txt>
</file>

<file path=ppt/media/f90796.txt>
</file>

<file path=ppt/media/f90797.txt>
</file>

<file path=ppt/media/f90798.txt>
</file>

<file path=ppt/media/f90799.txt>
</file>

<file path=ppt/media/f90800.txt>
</file>

<file path=ppt/media/f90801.txt>
</file>

<file path=ppt/media/f90802.txt>
</file>

<file path=ppt/media/f90803.txt>
</file>

<file path=ppt/media/f90804.txt>
</file>

<file path=ppt/media/f90805.txt>
</file>

<file path=ppt/media/f90806.txt>
</file>

<file path=ppt/media/f90807.txt>
</file>

<file path=ppt/media/f90808.txt>
</file>

<file path=ppt/media/f90809.txt>
</file>

<file path=ppt/media/f90810.txt>
</file>

<file path=ppt/media/f90811.txt>
</file>

<file path=ppt/media/f90812.txt>
</file>

<file path=ppt/media/f90813.txt>
</file>

<file path=ppt/media/f90814.txt>
</file>

<file path=ppt/media/f90815.txt>
</file>

<file path=ppt/media/f90816.txt>
</file>

<file path=ppt/media/f90817.txt>
</file>

<file path=ppt/media/f90818.txt>
</file>

<file path=ppt/media/f90819.txt>
</file>

<file path=ppt/media/f90820.txt>
</file>

<file path=ppt/media/f90821.txt>
</file>

<file path=ppt/media/f90822.txt>
</file>

<file path=ppt/media/f90823.txt>
</file>

<file path=ppt/media/f90824.txt>
</file>

<file path=ppt/media/f90825.txt>
</file>

<file path=ppt/media/f90826.txt>
</file>

<file path=ppt/media/f90827.txt>
</file>

<file path=ppt/media/f90828.txt>
</file>

<file path=ppt/media/f90829.txt>
</file>

<file path=ppt/media/f90830.txt>
</file>

<file path=ppt/media/f90831.txt>
</file>

<file path=ppt/media/f90832.txt>
</file>

<file path=ppt/media/f90833.txt>
</file>

<file path=ppt/media/f90834.txt>
</file>

<file path=ppt/media/f90835.txt>
</file>

<file path=ppt/media/f90836.txt>
</file>

<file path=ppt/media/f90837.txt>
</file>

<file path=ppt/media/f90838.txt>
</file>

<file path=ppt/media/f90839.txt>
</file>

<file path=ppt/media/f90840.txt>
</file>

<file path=ppt/media/f90841.txt>
</file>

<file path=ppt/media/f90842.txt>
</file>

<file path=ppt/media/f90843.txt>
</file>

<file path=ppt/media/f90844.txt>
</file>

<file path=ppt/media/f90845.txt>
</file>

<file path=ppt/media/f90846.txt>
</file>

<file path=ppt/media/f90847.txt>
</file>

<file path=ppt/media/f90848.txt>
</file>

<file path=ppt/media/f90849.txt>
</file>

<file path=ppt/media/f90850.txt>
</file>

<file path=ppt/media/f90851.txt>
</file>

<file path=ppt/media/f90852.txt>
</file>

<file path=ppt/media/f90853.txt>
</file>

<file path=ppt/media/f90854.txt>
</file>

<file path=ppt/media/f90855.txt>
</file>

<file path=ppt/media/f90856.txt>
</file>

<file path=ppt/media/f90857.txt>
</file>

<file path=ppt/media/f90858.txt>
</file>

<file path=ppt/media/f90859.txt>
</file>

<file path=ppt/media/f90860.txt>
</file>

<file path=ppt/media/f90861.txt>
</file>

<file path=ppt/media/f90862.txt>
</file>

<file path=ppt/media/f90863.txt>
</file>

<file path=ppt/media/f90864.txt>
</file>

<file path=ppt/media/f90865.txt>
</file>

<file path=ppt/media/f90866.txt>
</file>

<file path=ppt/media/f90867.txt>
</file>

<file path=ppt/media/f90868.txt>
</file>

<file path=ppt/media/f90869.txt>
</file>

<file path=ppt/media/f90870.txt>
</file>

<file path=ppt/media/f90871.txt>
</file>

<file path=ppt/media/f90872.txt>
</file>

<file path=ppt/media/f90873.txt>
</file>

<file path=ppt/media/f90874.txt>
</file>

<file path=ppt/media/f90875.txt>
</file>

<file path=ppt/media/f90876.txt>
</file>

<file path=ppt/media/f90877.txt>
</file>

<file path=ppt/media/f90878.txt>
</file>

<file path=ppt/media/f90879.txt>
</file>

<file path=ppt/media/f90880.txt>
</file>

<file path=ppt/media/f90881.txt>
</file>

<file path=ppt/media/f90882.txt>
</file>

<file path=ppt/media/f90883.txt>
</file>

<file path=ppt/media/f90884.txt>
</file>

<file path=ppt/media/f90885.txt>
</file>

<file path=ppt/media/f90886.txt>
</file>

<file path=ppt/media/f90887.txt>
</file>

<file path=ppt/media/f90888.txt>
</file>

<file path=ppt/media/f90889.txt>
</file>

<file path=ppt/media/f90890.txt>
</file>

<file path=ppt/media/f90891.txt>
</file>

<file path=ppt/media/f90892.txt>
</file>

<file path=ppt/media/f90893.txt>
</file>

<file path=ppt/media/f90894.txt>
</file>

<file path=ppt/media/f90895.txt>
</file>

<file path=ppt/media/f90896.txt>
</file>

<file path=ppt/media/f90897.txt>
</file>

<file path=ppt/media/f90898.txt>
</file>

<file path=ppt/media/f90899.txt>
</file>

<file path=ppt/media/f90900.txt>
</file>

<file path=ppt/media/f90901.txt>
</file>

<file path=ppt/media/f90902.txt>
</file>

<file path=ppt/media/f90903.txt>
</file>

<file path=ppt/media/f90904.txt>
</file>

<file path=ppt/media/f90905.txt>
</file>

<file path=ppt/media/f90906.txt>
</file>

<file path=ppt/media/f90907.txt>
</file>

<file path=ppt/media/f90908.txt>
</file>

<file path=ppt/media/f90909.txt>
</file>

<file path=ppt/media/f90910.txt>
</file>

<file path=ppt/media/f90911.txt>
</file>

<file path=ppt/media/f90912.txt>
</file>

<file path=ppt/media/f90913.txt>
</file>

<file path=ppt/media/f90914.txt>
</file>

<file path=ppt/media/f90915.txt>
</file>

<file path=ppt/media/f90916.txt>
</file>

<file path=ppt/media/f90917.txt>
</file>

<file path=ppt/media/f90918.txt>
</file>

<file path=ppt/media/f90919.txt>
</file>

<file path=ppt/media/f90920.txt>
</file>

<file path=ppt/media/f90921.txt>
</file>

<file path=ppt/media/f90922.txt>
</file>

<file path=ppt/media/f90923.txt>
</file>

<file path=ppt/media/f90924.txt>
</file>

<file path=ppt/media/f90925.txt>
</file>

<file path=ppt/media/f90926.txt>
</file>

<file path=ppt/media/f90927.txt>
</file>

<file path=ppt/media/f90928.txt>
</file>

<file path=ppt/media/f90929.txt>
</file>

<file path=ppt/media/f90930.txt>
</file>

<file path=ppt/media/f90931.txt>
</file>

<file path=ppt/media/f90932.txt>
</file>

<file path=ppt/media/f90933.txt>
</file>

<file path=ppt/media/f90934.txt>
</file>

<file path=ppt/media/f90935.txt>
</file>

<file path=ppt/media/f90936.txt>
</file>

<file path=ppt/media/f90937.txt>
</file>

<file path=ppt/media/f90938.txt>
</file>

<file path=ppt/media/f90939.txt>
</file>

<file path=ppt/media/f90940.txt>
</file>

<file path=ppt/media/f90941.txt>
</file>

<file path=ppt/media/f90942.txt>
</file>

<file path=ppt/media/f90943.txt>
</file>

<file path=ppt/media/f90944.txt>
</file>

<file path=ppt/media/f90945.txt>
</file>

<file path=ppt/media/f90946.txt>
</file>

<file path=ppt/media/f90947.txt>
</file>

<file path=ppt/media/f90948.txt>
</file>

<file path=ppt/media/f90949.txt>
</file>

<file path=ppt/media/f90950.txt>
</file>

<file path=ppt/media/f90951.txt>
</file>

<file path=ppt/media/f90952.txt>
</file>

<file path=ppt/media/f90953.txt>
</file>

<file path=ppt/media/f90954.txt>
</file>

<file path=ppt/media/f90955.txt>
</file>

<file path=ppt/media/f90956.txt>
</file>

<file path=ppt/media/f90957.txt>
</file>

<file path=ppt/media/f90958.txt>
</file>

<file path=ppt/media/f90959.txt>
</file>

<file path=ppt/media/f90960.txt>
</file>

<file path=ppt/media/f90961.txt>
</file>

<file path=ppt/media/f90962.txt>
</file>

<file path=ppt/media/f90963.txt>
</file>

<file path=ppt/media/f90964.txt>
</file>

<file path=ppt/media/f90965.txt>
</file>

<file path=ppt/media/f90966.txt>
</file>

<file path=ppt/media/f90967.txt>
</file>

<file path=ppt/media/f90968.txt>
</file>

<file path=ppt/media/f90969.txt>
</file>

<file path=ppt/media/f90970.txt>
</file>

<file path=ppt/media/f90971.txt>
</file>

<file path=ppt/media/f90972.txt>
</file>

<file path=ppt/media/f90973.txt>
</file>

<file path=ppt/media/f90974.txt>
</file>

<file path=ppt/media/f90975.txt>
</file>

<file path=ppt/media/f90976.txt>
</file>

<file path=ppt/media/f90977.txt>
</file>

<file path=ppt/media/f90978.txt>
</file>

<file path=ppt/media/f90979.txt>
</file>

<file path=ppt/media/f90980.txt>
</file>

<file path=ppt/media/f90981.txt>
</file>

<file path=ppt/media/f90982.txt>
</file>

<file path=ppt/media/f90983.txt>
</file>

<file path=ppt/media/f90984.txt>
</file>

<file path=ppt/media/f90985.txt>
</file>

<file path=ppt/media/f90986.txt>
</file>

<file path=ppt/media/f90987.txt>
</file>

<file path=ppt/media/f90988.txt>
</file>

<file path=ppt/media/f90989.txt>
</file>

<file path=ppt/media/f90990.txt>
</file>

<file path=ppt/media/f90991.txt>
</file>

<file path=ppt/media/f90992.txt>
</file>

<file path=ppt/media/f90993.txt>
</file>

<file path=ppt/media/f90994.txt>
</file>

<file path=ppt/media/f90995.txt>
</file>

<file path=ppt/media/f90996.txt>
</file>

<file path=ppt/media/f90997.txt>
</file>

<file path=ppt/media/f90998.txt>
</file>

<file path=ppt/media/f90999.txt>
</file>

<file path=ppt/media/f91000.txt>
</file>

<file path=ppt/media/f91001.txt>
</file>

<file path=ppt/media/f91002.txt>
</file>

<file path=ppt/media/f91003.txt>
</file>

<file path=ppt/media/f91004.txt>
</file>

<file path=ppt/media/f91005.txt>
</file>

<file path=ppt/media/f91006.txt>
</file>

<file path=ppt/media/f91007.txt>
</file>

<file path=ppt/media/f91008.txt>
</file>

<file path=ppt/media/f91009.txt>
</file>

<file path=ppt/media/f91010.txt>
</file>

<file path=ppt/media/f91011.txt>
</file>

<file path=ppt/media/f91012.txt>
</file>

<file path=ppt/media/f91013.txt>
</file>

<file path=ppt/media/f91014.txt>
</file>

<file path=ppt/media/f91015.txt>
</file>

<file path=ppt/media/f91016.txt>
</file>

<file path=ppt/media/f91017.txt>
</file>

<file path=ppt/media/f91018.txt>
</file>

<file path=ppt/media/f91019.txt>
</file>

<file path=ppt/media/f91020.txt>
</file>

<file path=ppt/media/f91021.txt>
</file>

<file path=ppt/media/f91022.txt>
</file>

<file path=ppt/media/f91023.txt>
</file>

<file path=ppt/media/f91024.txt>
</file>

<file path=ppt/media/f91025.txt>
</file>

<file path=ppt/media/f91026.txt>
</file>

<file path=ppt/media/f91027.txt>
</file>

<file path=ppt/media/f91028.txt>
</file>

<file path=ppt/media/f91029.txt>
</file>

<file path=ppt/media/f91030.txt>
</file>

<file path=ppt/media/f91031.txt>
</file>

<file path=ppt/media/f91032.txt>
</file>

<file path=ppt/media/f91033.txt>
</file>

<file path=ppt/media/f91034.txt>
</file>

<file path=ppt/media/f91035.txt>
</file>

<file path=ppt/media/f91036.txt>
</file>

<file path=ppt/media/f91037.txt>
</file>

<file path=ppt/media/f91038.txt>
</file>

<file path=ppt/media/f91039.txt>
</file>

<file path=ppt/media/f91040.txt>
</file>

<file path=ppt/media/f91041.txt>
</file>

<file path=ppt/media/f91042.txt>
</file>

<file path=ppt/media/f91043.txt>
</file>

<file path=ppt/media/f91044.txt>
</file>

<file path=ppt/media/f91045.txt>
</file>

<file path=ppt/media/f91046.txt>
</file>

<file path=ppt/media/f91047.txt>
</file>

<file path=ppt/media/f91048.txt>
</file>

<file path=ppt/media/f91049.txt>
</file>

<file path=ppt/media/f91050.txt>
</file>

<file path=ppt/media/f91051.txt>
</file>

<file path=ppt/media/f91052.txt>
</file>

<file path=ppt/media/f91053.txt>
</file>

<file path=ppt/media/f91054.txt>
</file>

<file path=ppt/media/f91055.txt>
</file>

<file path=ppt/media/f91056.txt>
</file>

<file path=ppt/media/f91057.txt>
</file>

<file path=ppt/media/f91058.txt>
</file>

<file path=ppt/media/f91059.txt>
</file>

<file path=ppt/media/f91060.txt>
</file>

<file path=ppt/media/f91061.txt>
</file>

<file path=ppt/media/f91062.txt>
</file>

<file path=ppt/media/f91063.txt>
</file>

<file path=ppt/media/f91064.txt>
</file>

<file path=ppt/media/f91065.txt>
</file>

<file path=ppt/media/f91066.txt>
</file>

<file path=ppt/media/f91067.txt>
</file>

<file path=ppt/media/f91068.txt>
</file>

<file path=ppt/media/f91069.txt>
</file>

<file path=ppt/media/f91070.txt>
</file>

<file path=ppt/media/f91071.txt>
</file>

<file path=ppt/media/f91072.txt>
</file>

<file path=ppt/media/f91073.txt>
</file>

<file path=ppt/media/f91074.txt>
</file>

<file path=ppt/media/f91075.txt>
</file>

<file path=ppt/media/f91076.txt>
</file>

<file path=ppt/media/f91077.txt>
</file>

<file path=ppt/media/f91078.txt>
</file>

<file path=ppt/media/f91079.txt>
</file>

<file path=ppt/media/f91080.txt>
</file>

<file path=ppt/media/f91081.txt>
</file>

<file path=ppt/media/f91082.txt>
</file>

<file path=ppt/media/f91083.txt>
</file>

<file path=ppt/media/f91084.txt>
</file>

<file path=ppt/media/f91085.txt>
</file>

<file path=ppt/media/f91086.txt>
</file>

<file path=ppt/media/f91087.txt>
</file>

<file path=ppt/media/f91088.txt>
</file>

<file path=ppt/media/f91089.txt>
</file>

<file path=ppt/media/f91090.txt>
</file>

<file path=ppt/media/f91091.txt>
</file>

<file path=ppt/media/f91092.txt>
</file>

<file path=ppt/media/f91093.txt>
</file>

<file path=ppt/media/f91094.txt>
</file>

<file path=ppt/media/f91095.txt>
</file>

<file path=ppt/media/f91096.txt>
</file>

<file path=ppt/media/f91097.txt>
</file>

<file path=ppt/media/f91098.txt>
</file>

<file path=ppt/media/f91099.txt>
</file>

<file path=ppt/media/f91100.txt>
</file>

<file path=ppt/media/f91101.txt>
</file>

<file path=ppt/media/f91102.txt>
</file>

<file path=ppt/media/f91103.txt>
</file>

<file path=ppt/media/f91104.txt>
</file>

<file path=ppt/media/f91105.txt>
</file>

<file path=ppt/media/f91106.txt>
</file>

<file path=ppt/media/f91107.txt>
</file>

<file path=ppt/media/f91108.txt>
</file>

<file path=ppt/media/f91109.txt>
</file>

<file path=ppt/media/f91110.txt>
</file>

<file path=ppt/media/f91111.txt>
</file>

<file path=ppt/media/f91112.txt>
</file>

<file path=ppt/media/f91113.txt>
</file>

<file path=ppt/media/f91114.txt>
</file>

<file path=ppt/media/f91115.txt>
</file>

<file path=ppt/media/f91116.txt>
</file>

<file path=ppt/media/f91117.txt>
</file>

<file path=ppt/media/f91118.txt>
</file>

<file path=ppt/media/f91119.txt>
</file>

<file path=ppt/media/f91120.txt>
</file>

<file path=ppt/media/f91121.txt>
</file>

<file path=ppt/media/f91122.txt>
</file>

<file path=ppt/media/f91123.txt>
</file>

<file path=ppt/media/f91124.txt>
</file>

<file path=ppt/media/f91125.txt>
</file>

<file path=ppt/media/f91126.txt>
</file>

<file path=ppt/media/f91127.txt>
</file>

<file path=ppt/media/f91128.txt>
</file>

<file path=ppt/media/f91129.txt>
</file>

<file path=ppt/media/f91130.txt>
</file>

<file path=ppt/media/f91131.txt>
</file>

<file path=ppt/media/f91132.txt>
</file>

<file path=ppt/media/f91133.txt>
</file>

<file path=ppt/media/f91134.txt>
</file>

<file path=ppt/media/f91135.txt>
</file>

<file path=ppt/media/f91136.txt>
</file>

<file path=ppt/media/f91137.txt>
</file>

<file path=ppt/media/f91138.txt>
</file>

<file path=ppt/media/f91139.txt>
</file>

<file path=ppt/media/f91140.txt>
</file>

<file path=ppt/media/f91141.txt>
</file>

<file path=ppt/media/f91142.txt>
</file>

<file path=ppt/media/f91143.txt>
</file>

<file path=ppt/media/f91144.txt>
</file>

<file path=ppt/media/f91145.txt>
</file>

<file path=ppt/media/f91146.txt>
</file>

<file path=ppt/media/f91147.txt>
</file>

<file path=ppt/media/f91148.txt>
</file>

<file path=ppt/media/f91149.txt>
</file>

<file path=ppt/media/f91150.txt>
</file>

<file path=ppt/media/f91151.txt>
</file>

<file path=ppt/media/f91152.txt>
</file>

<file path=ppt/media/f91153.txt>
</file>

<file path=ppt/media/f91154.txt>
</file>

<file path=ppt/media/f91155.txt>
</file>

<file path=ppt/media/f91156.txt>
</file>

<file path=ppt/media/f91157.txt>
</file>

<file path=ppt/media/f91158.txt>
</file>

<file path=ppt/media/f91159.txt>
</file>

<file path=ppt/media/f91160.txt>
</file>

<file path=ppt/media/f91161.txt>
</file>

<file path=ppt/media/f91162.txt>
</file>

<file path=ppt/media/f91163.txt>
</file>

<file path=ppt/media/f91164.txt>
</file>

<file path=ppt/media/f91165.txt>
</file>

<file path=ppt/media/f91166.txt>
</file>

<file path=ppt/media/f91167.txt>
</file>

<file path=ppt/media/f91168.txt>
</file>

<file path=ppt/media/f91169.txt>
</file>

<file path=ppt/media/f91170.txt>
</file>

<file path=ppt/media/f91171.txt>
</file>

<file path=ppt/media/f91172.txt>
</file>

<file path=ppt/media/f91173.txt>
</file>

<file path=ppt/media/f91174.txt>
</file>

<file path=ppt/media/f91175.txt>
</file>

<file path=ppt/media/f91176.txt>
</file>

<file path=ppt/media/f91177.txt>
</file>

<file path=ppt/media/f91178.txt>
</file>

<file path=ppt/media/f91179.txt>
</file>

<file path=ppt/media/f91180.txt>
</file>

<file path=ppt/media/f91181.txt>
</file>

<file path=ppt/media/f91182.txt>
</file>

<file path=ppt/media/f91183.txt>
</file>

<file path=ppt/media/f91184.txt>
</file>

<file path=ppt/media/f91185.txt>
</file>

<file path=ppt/media/f91186.txt>
</file>

<file path=ppt/media/f91187.txt>
</file>

<file path=ppt/media/f91188.txt>
</file>

<file path=ppt/media/f91189.txt>
</file>

<file path=ppt/media/f91190.txt>
</file>

<file path=ppt/media/f91191.txt>
</file>

<file path=ppt/media/f91192.txt>
</file>

<file path=ppt/media/f91193.txt>
</file>

<file path=ppt/media/f91194.txt>
</file>

<file path=ppt/media/f91195.txt>
</file>

<file path=ppt/media/f91196.txt>
</file>

<file path=ppt/media/f91197.txt>
</file>

<file path=ppt/media/f91198.txt>
</file>

<file path=ppt/media/f91199.txt>
</file>

<file path=ppt/media/f91200.txt>
</file>

<file path=ppt/media/f91201.txt>
</file>

<file path=ppt/media/f91202.txt>
</file>

<file path=ppt/media/f91203.txt>
</file>

<file path=ppt/media/f91204.txt>
</file>

<file path=ppt/media/f91205.txt>
</file>

<file path=ppt/media/f91206.txt>
</file>

<file path=ppt/media/f91207.txt>
</file>

<file path=ppt/media/f91208.txt>
</file>

<file path=ppt/media/f91209.txt>
</file>

<file path=ppt/media/f91210.txt>
</file>

<file path=ppt/media/f91211.txt>
</file>

<file path=ppt/media/f91212.txt>
</file>

<file path=ppt/media/f91213.txt>
</file>

<file path=ppt/media/f91214.txt>
</file>

<file path=ppt/media/f91215.txt>
</file>

<file path=ppt/media/f91216.txt>
</file>

<file path=ppt/media/f91217.txt>
</file>

<file path=ppt/media/f91218.txt>
</file>

<file path=ppt/media/f91219.txt>
</file>

<file path=ppt/media/f91220.txt>
</file>

<file path=ppt/media/f91221.txt>
</file>

<file path=ppt/media/f91222.txt>
</file>

<file path=ppt/media/f91223.txt>
</file>

<file path=ppt/media/f91224.txt>
</file>

<file path=ppt/media/f91225.txt>
</file>

<file path=ppt/media/f91226.txt>
</file>

<file path=ppt/media/f91227.txt>
</file>

<file path=ppt/media/f91228.txt>
</file>

<file path=ppt/media/f91229.txt>
</file>

<file path=ppt/media/f91230.txt>
</file>

<file path=ppt/media/f91231.txt>
</file>

<file path=ppt/media/f91232.txt>
</file>

<file path=ppt/media/f91233.txt>
</file>

<file path=ppt/media/f91234.txt>
</file>

<file path=ppt/media/f91235.txt>
</file>

<file path=ppt/media/f91236.txt>
</file>

<file path=ppt/media/f91237.txt>
</file>

<file path=ppt/media/f91238.txt>
</file>

<file path=ppt/media/f91239.txt>
</file>

<file path=ppt/media/f91240.txt>
</file>

<file path=ppt/media/f91241.txt>
</file>

<file path=ppt/media/f91242.txt>
</file>

<file path=ppt/media/f91243.txt>
</file>

<file path=ppt/media/f91244.txt>
</file>

<file path=ppt/media/f91245.txt>
</file>

<file path=ppt/media/f91246.txt>
</file>

<file path=ppt/media/f91247.txt>
</file>

<file path=ppt/media/f91248.txt>
</file>

<file path=ppt/media/f91249.txt>
</file>

<file path=ppt/media/f91250.txt>
</file>

<file path=ppt/media/f91251.txt>
</file>

<file path=ppt/media/f91252.txt>
</file>

<file path=ppt/media/f91253.txt>
</file>

<file path=ppt/media/f91254.txt>
</file>

<file path=ppt/media/f91255.txt>
</file>

<file path=ppt/media/f91256.txt>
</file>

<file path=ppt/media/f91257.txt>
</file>

<file path=ppt/media/f91258.txt>
</file>

<file path=ppt/media/f91259.txt>
</file>

<file path=ppt/media/f91260.txt>
</file>

<file path=ppt/media/f91261.txt>
</file>

<file path=ppt/media/f91262.txt>
</file>

<file path=ppt/media/f91263.txt>
</file>

<file path=ppt/media/f91264.txt>
</file>

<file path=ppt/media/f91265.txt>
</file>

<file path=ppt/media/f91266.txt>
</file>

<file path=ppt/media/f91267.txt>
</file>

<file path=ppt/media/f91268.txt>
</file>

<file path=ppt/media/f91269.txt>
</file>

<file path=ppt/media/f91270.txt>
</file>

<file path=ppt/media/f91271.txt>
</file>

<file path=ppt/media/f91272.txt>
</file>

<file path=ppt/media/f91273.txt>
</file>

<file path=ppt/media/f91274.txt>
</file>

<file path=ppt/media/f91275.txt>
</file>

<file path=ppt/media/f91276.txt>
</file>

<file path=ppt/media/f91277.txt>
</file>

<file path=ppt/media/f91278.txt>
</file>

<file path=ppt/media/f91279.txt>
</file>

<file path=ppt/media/f91280.txt>
</file>

<file path=ppt/media/f91281.txt>
</file>

<file path=ppt/media/f91282.txt>
</file>

<file path=ppt/media/f91283.txt>
</file>

<file path=ppt/media/f91284.txt>
</file>

<file path=ppt/media/f91285.txt>
</file>

<file path=ppt/media/f91286.txt>
</file>

<file path=ppt/media/f91287.txt>
</file>

<file path=ppt/media/f91288.txt>
</file>

<file path=ppt/media/f91289.txt>
</file>

<file path=ppt/media/f91290.txt>
</file>

<file path=ppt/media/f91291.txt>
</file>

<file path=ppt/media/f91292.txt>
</file>

<file path=ppt/media/f91293.txt>
</file>

<file path=ppt/media/f91294.txt>
</file>

<file path=ppt/media/f91295.txt>
</file>

<file path=ppt/media/f91296.txt>
</file>

<file path=ppt/media/f91297.txt>
</file>

<file path=ppt/media/f91298.txt>
</file>

<file path=ppt/media/f91299.txt>
</file>

<file path=ppt/media/f91300.txt>
</file>

<file path=ppt/media/f91301.txt>
</file>

<file path=ppt/media/f91302.txt>
</file>

<file path=ppt/media/f91303.txt>
</file>

<file path=ppt/media/f91304.txt>
</file>

<file path=ppt/media/f91305.txt>
</file>

<file path=ppt/media/f91306.txt>
</file>

<file path=ppt/media/f91307.txt>
</file>

<file path=ppt/media/f91308.txt>
</file>

<file path=ppt/media/f91309.txt>
</file>

<file path=ppt/media/f91310.txt>
</file>

<file path=ppt/media/f91311.txt>
</file>

<file path=ppt/media/f91312.txt>
</file>

<file path=ppt/media/f91313.txt>
</file>

<file path=ppt/media/f91314.txt>
</file>

<file path=ppt/media/f91315.txt>
</file>

<file path=ppt/media/f91316.txt>
</file>

<file path=ppt/media/f91317.txt>
</file>

<file path=ppt/media/f91318.txt>
</file>

<file path=ppt/media/f91319.txt>
</file>

<file path=ppt/media/f91320.txt>
</file>

<file path=ppt/media/f91321.txt>
</file>

<file path=ppt/media/f91322.txt>
</file>

<file path=ppt/media/f91323.txt>
</file>

<file path=ppt/media/f91324.txt>
</file>

<file path=ppt/media/f91325.txt>
</file>

<file path=ppt/media/f91326.txt>
</file>

<file path=ppt/media/f91327.txt>
</file>

<file path=ppt/media/f91328.txt>
</file>

<file path=ppt/media/f91329.txt>
</file>

<file path=ppt/media/f91330.txt>
</file>

<file path=ppt/media/f91331.txt>
</file>

<file path=ppt/media/f91332.txt>
</file>

<file path=ppt/media/f91333.txt>
</file>

<file path=ppt/media/f91334.txt>
</file>

<file path=ppt/media/f91335.txt>
</file>

<file path=ppt/media/f91336.txt>
</file>

<file path=ppt/media/f91337.txt>
</file>

<file path=ppt/media/f91338.txt>
</file>

<file path=ppt/media/f91339.txt>
</file>

<file path=ppt/media/f91340.txt>
</file>

<file path=ppt/media/f91341.txt>
</file>

<file path=ppt/media/f91342.txt>
</file>

<file path=ppt/media/f91343.txt>
</file>

<file path=ppt/media/f91344.txt>
</file>

<file path=ppt/media/f91345.txt>
</file>

<file path=ppt/media/f91346.txt>
</file>

<file path=ppt/media/f91347.txt>
</file>

<file path=ppt/media/f91348.txt>
</file>

<file path=ppt/media/f91349.txt>
</file>

<file path=ppt/media/f91350.txt>
</file>

<file path=ppt/media/f91351.txt>
</file>

<file path=ppt/media/f91352.txt>
</file>

<file path=ppt/media/f91353.txt>
</file>

<file path=ppt/media/f91354.txt>
</file>

<file path=ppt/media/f91355.txt>
</file>

<file path=ppt/media/f91356.txt>
</file>

<file path=ppt/media/f91357.txt>
</file>

<file path=ppt/media/f91358.txt>
</file>

<file path=ppt/media/f91359.txt>
</file>

<file path=ppt/media/f91360.txt>
</file>

<file path=ppt/media/f91361.txt>
</file>

<file path=ppt/media/f91362.txt>
</file>

<file path=ppt/media/f91363.txt>
</file>

<file path=ppt/media/f91364.txt>
</file>

<file path=ppt/media/f91365.txt>
</file>

<file path=ppt/media/f91366.txt>
</file>

<file path=ppt/media/f91367.txt>
</file>

<file path=ppt/media/f91368.txt>
</file>

<file path=ppt/media/f91369.txt>
</file>

<file path=ppt/media/f91370.txt>
</file>

<file path=ppt/media/f91371.txt>
</file>

<file path=ppt/media/f91372.txt>
</file>

<file path=ppt/media/f91373.txt>
</file>

<file path=ppt/media/f91374.txt>
</file>

<file path=ppt/media/f91375.txt>
</file>

<file path=ppt/media/f91376.txt>
</file>

<file path=ppt/media/f91377.txt>
</file>

<file path=ppt/media/f91378.txt>
</file>

<file path=ppt/media/f91379.txt>
</file>

<file path=ppt/media/f91380.txt>
</file>

<file path=ppt/media/f91381.txt>
</file>

<file path=ppt/media/f91382.txt>
</file>

<file path=ppt/media/f91383.txt>
</file>

<file path=ppt/media/f91384.txt>
</file>

<file path=ppt/media/f91385.txt>
</file>

<file path=ppt/media/f91386.txt>
</file>

<file path=ppt/media/f91387.txt>
</file>

<file path=ppt/media/f91388.txt>
</file>

<file path=ppt/media/f91389.txt>
</file>

<file path=ppt/media/f91390.txt>
</file>

<file path=ppt/media/f91391.txt>
</file>

<file path=ppt/media/f91392.txt>
</file>

<file path=ppt/media/f91393.txt>
</file>

<file path=ppt/media/f91394.txt>
</file>

<file path=ppt/media/f91395.txt>
</file>

<file path=ppt/media/f91396.txt>
</file>

<file path=ppt/media/f91397.txt>
</file>

<file path=ppt/media/f91398.txt>
</file>

<file path=ppt/media/f91399.txt>
</file>

<file path=ppt/media/f91400.txt>
</file>

<file path=ppt/media/f91401.txt>
</file>

<file path=ppt/media/f91402.txt>
</file>

<file path=ppt/media/f91403.txt>
</file>

<file path=ppt/media/f91404.txt>
</file>

<file path=ppt/media/f91405.txt>
</file>

<file path=ppt/media/f91406.txt>
</file>

<file path=ppt/media/f91407.txt>
</file>

<file path=ppt/media/f91408.txt>
</file>

<file path=ppt/media/f91409.txt>
</file>

<file path=ppt/media/f91410.txt>
</file>

<file path=ppt/media/f91411.txt>
</file>

<file path=ppt/media/f91412.txt>
</file>

<file path=ppt/media/f91413.txt>
</file>

<file path=ppt/media/f91414.txt>
</file>

<file path=ppt/media/f91415.txt>
</file>

<file path=ppt/media/f91416.txt>
</file>

<file path=ppt/media/f91417.txt>
</file>

<file path=ppt/media/f91418.txt>
</file>

<file path=ppt/media/f91419.txt>
</file>

<file path=ppt/media/f91420.txt>
</file>

<file path=ppt/media/f91421.txt>
</file>

<file path=ppt/media/f91422.txt>
</file>

<file path=ppt/media/f91423.txt>
</file>

<file path=ppt/media/f91424.txt>
</file>

<file path=ppt/media/f91425.txt>
</file>

<file path=ppt/media/f91426.txt>
</file>

<file path=ppt/media/f91427.txt>
</file>

<file path=ppt/media/f91428.txt>
</file>

<file path=ppt/media/f91429.txt>
</file>

<file path=ppt/media/f91430.txt>
</file>

<file path=ppt/media/f91431.txt>
</file>

<file path=ppt/media/f91432.txt>
</file>

<file path=ppt/media/f91433.txt>
</file>

<file path=ppt/media/f91434.txt>
</file>

<file path=ppt/media/f91435.txt>
</file>

<file path=ppt/media/f91436.txt>
</file>

<file path=ppt/media/f91437.txt>
</file>

<file path=ppt/media/f91438.txt>
</file>

<file path=ppt/media/f91439.txt>
</file>

<file path=ppt/media/f91440.txt>
</file>

<file path=ppt/media/f91441.txt>
</file>

<file path=ppt/media/f91442.txt>
</file>

<file path=ppt/media/f91443.txt>
</file>

<file path=ppt/media/f91444.txt>
</file>

<file path=ppt/media/f91445.txt>
</file>

<file path=ppt/media/f91446.txt>
</file>

<file path=ppt/media/f91447.txt>
</file>

<file path=ppt/media/f91448.txt>
</file>

<file path=ppt/media/f91449.txt>
</file>

<file path=ppt/media/f91450.txt>
</file>

<file path=ppt/media/f91451.txt>
</file>

<file path=ppt/media/f91452.txt>
</file>

<file path=ppt/media/f91453.txt>
</file>

<file path=ppt/media/f91454.txt>
</file>

<file path=ppt/media/f91455.txt>
</file>

<file path=ppt/media/f91456.txt>
</file>

<file path=ppt/media/f91457.txt>
</file>

<file path=ppt/media/f91458.txt>
</file>

<file path=ppt/media/f91459.txt>
</file>

<file path=ppt/media/f91460.txt>
</file>

<file path=ppt/media/f91461.txt>
</file>

<file path=ppt/media/f91462.txt>
</file>

<file path=ppt/media/f91463.txt>
</file>

<file path=ppt/media/f91464.txt>
</file>

<file path=ppt/media/f91465.txt>
</file>

<file path=ppt/media/f91466.txt>
</file>

<file path=ppt/media/f91467.txt>
</file>

<file path=ppt/media/f91468.txt>
</file>

<file path=ppt/media/f91469.txt>
</file>

<file path=ppt/media/f91470.txt>
</file>

<file path=ppt/media/f91471.txt>
</file>

<file path=ppt/media/f91472.txt>
</file>

<file path=ppt/media/f91473.txt>
</file>

<file path=ppt/media/f91474.txt>
</file>

<file path=ppt/media/f91475.txt>
</file>

<file path=ppt/media/f91476.txt>
</file>

<file path=ppt/media/f91477.txt>
</file>

<file path=ppt/media/f91478.txt>
</file>

<file path=ppt/media/f91479.txt>
</file>

<file path=ppt/media/f91480.txt>
</file>

<file path=ppt/media/f91481.txt>
</file>

<file path=ppt/media/f91482.txt>
</file>

<file path=ppt/media/f91483.txt>
</file>

<file path=ppt/media/f91484.txt>
</file>

<file path=ppt/media/f91485.txt>
</file>

<file path=ppt/media/f91486.txt>
</file>

<file path=ppt/media/f91487.txt>
</file>

<file path=ppt/media/f91488.txt>
</file>

<file path=ppt/media/f91489.txt>
</file>

<file path=ppt/media/f91490.txt>
</file>

<file path=ppt/media/f91491.txt>
</file>

<file path=ppt/media/f91492.txt>
</file>

<file path=ppt/media/f91493.txt>
</file>

<file path=ppt/media/f91494.txt>
</file>

<file path=ppt/media/f91495.txt>
</file>

<file path=ppt/media/f91496.txt>
</file>

<file path=ppt/media/f91497.txt>
</file>

<file path=ppt/media/f91498.txt>
</file>

<file path=ppt/media/f91499.txt>
</file>

<file path=ppt/media/f91500.txt>
</file>

<file path=ppt/media/f91501.txt>
</file>

<file path=ppt/media/f91502.txt>
</file>

<file path=ppt/media/f91503.txt>
</file>

<file path=ppt/media/f91504.txt>
</file>

<file path=ppt/media/f91505.txt>
</file>

<file path=ppt/media/f91506.txt>
</file>

<file path=ppt/media/f91507.txt>
</file>

<file path=ppt/media/f91508.txt>
</file>

<file path=ppt/media/f91509.txt>
</file>

<file path=ppt/media/f91510.txt>
</file>

<file path=ppt/media/f91511.txt>
</file>

<file path=ppt/media/f91512.txt>
</file>

<file path=ppt/media/f91513.txt>
</file>

<file path=ppt/media/f91514.txt>
</file>

<file path=ppt/media/f91515.txt>
</file>

<file path=ppt/media/f91516.txt>
</file>

<file path=ppt/media/f91517.txt>
</file>

<file path=ppt/media/f91518.txt>
</file>

<file path=ppt/media/f91519.txt>
</file>

<file path=ppt/media/f91520.txt>
</file>

<file path=ppt/media/f91521.txt>
</file>

<file path=ppt/media/f91522.txt>
</file>

<file path=ppt/media/f91523.txt>
</file>

<file path=ppt/media/f91524.txt>
</file>

<file path=ppt/media/f91525.txt>
</file>

<file path=ppt/media/f91526.txt>
</file>

<file path=ppt/media/f91527.txt>
</file>

<file path=ppt/media/f91528.txt>
</file>

<file path=ppt/media/f91529.txt>
</file>

<file path=ppt/media/f91530.txt>
</file>

<file path=ppt/media/f91531.txt>
</file>

<file path=ppt/media/f91532.txt>
</file>

<file path=ppt/media/f91533.txt>
</file>

<file path=ppt/media/f91534.txt>
</file>

<file path=ppt/media/f91535.txt>
</file>

<file path=ppt/media/f91536.txt>
</file>

<file path=ppt/media/f91537.txt>
</file>

<file path=ppt/media/f91538.txt>
</file>

<file path=ppt/media/f91539.txt>
</file>

<file path=ppt/media/f91540.txt>
</file>

<file path=ppt/media/f91541.txt>
</file>

<file path=ppt/media/f91542.txt>
</file>

<file path=ppt/media/f91543.txt>
</file>

<file path=ppt/media/f91544.txt>
</file>

<file path=ppt/media/f91545.txt>
</file>

<file path=ppt/media/f91546.txt>
</file>

<file path=ppt/media/f91547.txt>
</file>

<file path=ppt/media/f91548.txt>
</file>

<file path=ppt/media/f91549.txt>
</file>

<file path=ppt/media/f91550.txt>
</file>

<file path=ppt/media/f91551.txt>
</file>

<file path=ppt/media/f91552.txt>
</file>

<file path=ppt/media/f91553.txt>
</file>

<file path=ppt/media/f91554.txt>
</file>

<file path=ppt/media/f91555.txt>
</file>

<file path=ppt/media/f91556.txt>
</file>

<file path=ppt/media/f91557.txt>
</file>

<file path=ppt/media/f91558.txt>
</file>

<file path=ppt/media/f91559.txt>
</file>

<file path=ppt/media/f91560.txt>
</file>

<file path=ppt/media/f91561.txt>
</file>

<file path=ppt/media/f91562.txt>
</file>

<file path=ppt/media/f91563.txt>
</file>

<file path=ppt/media/f91564.txt>
</file>

<file path=ppt/media/f91565.txt>
</file>

<file path=ppt/media/f91566.txt>
</file>

<file path=ppt/media/f91567.txt>
</file>

<file path=ppt/media/f91568.txt>
</file>

<file path=ppt/media/f91569.txt>
</file>

<file path=ppt/media/f91570.txt>
</file>

<file path=ppt/media/f91571.txt>
</file>

<file path=ppt/media/f91572.txt>
</file>

<file path=ppt/media/f91573.txt>
</file>

<file path=ppt/media/f91574.txt>
</file>

<file path=ppt/media/f91575.txt>
</file>

<file path=ppt/media/f91576.txt>
</file>

<file path=ppt/media/f91577.txt>
</file>

<file path=ppt/media/f91578.txt>
</file>

<file path=ppt/media/f91579.txt>
</file>

<file path=ppt/media/f91580.txt>
</file>

<file path=ppt/media/f91581.txt>
</file>

<file path=ppt/media/f91582.txt>
</file>

<file path=ppt/media/f91583.txt>
</file>

<file path=ppt/media/f91584.txt>
</file>

<file path=ppt/media/f91585.txt>
</file>

<file path=ppt/media/f91586.txt>
</file>

<file path=ppt/media/f91587.txt>
</file>

<file path=ppt/media/f91588.txt>
</file>

<file path=ppt/media/f91589.txt>
</file>

<file path=ppt/media/f91590.txt>
</file>

<file path=ppt/media/f91591.txt>
</file>

<file path=ppt/media/f91592.txt>
</file>

<file path=ppt/media/f91593.txt>
</file>

<file path=ppt/media/f91594.txt>
</file>

<file path=ppt/media/f91595.txt>
</file>

<file path=ppt/media/f91596.txt>
</file>

<file path=ppt/media/f91597.txt>
</file>

<file path=ppt/media/f91598.txt>
</file>

<file path=ppt/media/f91599.txt>
</file>

<file path=ppt/media/f91600.txt>
</file>

<file path=ppt/media/f91601.txt>
</file>

<file path=ppt/media/f91602.txt>
</file>

<file path=ppt/media/f91603.txt>
</file>

<file path=ppt/media/f91604.txt>
</file>

<file path=ppt/media/f91605.txt>
</file>

<file path=ppt/media/f91606.txt>
</file>

<file path=ppt/media/f91607.txt>
</file>

<file path=ppt/media/f91608.txt>
</file>

<file path=ppt/media/f91609.txt>
</file>

<file path=ppt/media/f91610.txt>
</file>

<file path=ppt/media/f91611.txt>
</file>

<file path=ppt/media/f91612.txt>
</file>

<file path=ppt/media/f91613.txt>
</file>

<file path=ppt/media/f91614.txt>
</file>

<file path=ppt/media/f91615.txt>
</file>

<file path=ppt/media/f91616.txt>
</file>

<file path=ppt/media/f91617.txt>
</file>

<file path=ppt/media/f91618.txt>
</file>

<file path=ppt/media/f91619.txt>
</file>

<file path=ppt/media/f91620.txt>
</file>

<file path=ppt/media/f91621.txt>
</file>

<file path=ppt/media/f91622.txt>
</file>

<file path=ppt/media/f91623.txt>
</file>

<file path=ppt/media/f91624.txt>
</file>

<file path=ppt/media/f91625.txt>
</file>

<file path=ppt/media/f91626.txt>
</file>

<file path=ppt/media/f91627.txt>
</file>

<file path=ppt/media/f91628.txt>
</file>

<file path=ppt/media/f91629.txt>
</file>

<file path=ppt/media/f91630.txt>
</file>

<file path=ppt/media/f91631.txt>
</file>

<file path=ppt/media/f91632.txt>
</file>

<file path=ppt/media/f91633.txt>
</file>

<file path=ppt/media/f91634.txt>
</file>

<file path=ppt/media/f91635.txt>
</file>

<file path=ppt/media/f91636.txt>
</file>

<file path=ppt/media/f91637.txt>
</file>

<file path=ppt/media/f91638.txt>
</file>

<file path=ppt/media/f91639.txt>
</file>

<file path=ppt/media/f91640.txt>
</file>

<file path=ppt/media/f91641.txt>
</file>

<file path=ppt/media/f91642.txt>
</file>

<file path=ppt/media/f91643.txt>
</file>

<file path=ppt/media/f91644.txt>
</file>

<file path=ppt/media/f91645.txt>
</file>

<file path=ppt/media/f91646.txt>
</file>

<file path=ppt/media/f91647.txt>
</file>

<file path=ppt/media/f91648.txt>
</file>

<file path=ppt/media/f91649.txt>
</file>

<file path=ppt/media/f91650.txt>
</file>

<file path=ppt/media/f91651.txt>
</file>

<file path=ppt/media/f91652.txt>
</file>

<file path=ppt/media/f91653.txt>
</file>

<file path=ppt/media/f91654.txt>
</file>

<file path=ppt/media/f91655.txt>
</file>

<file path=ppt/media/f91656.txt>
</file>

<file path=ppt/media/f91657.txt>
</file>

<file path=ppt/media/f91658.txt>
</file>

<file path=ppt/media/f91659.txt>
</file>

<file path=ppt/media/f91660.txt>
</file>

<file path=ppt/media/f91661.txt>
</file>

<file path=ppt/media/f91662.txt>
</file>

<file path=ppt/media/f91663.txt>
</file>

<file path=ppt/media/f91664.txt>
</file>

<file path=ppt/media/f91665.txt>
</file>

<file path=ppt/media/f91666.txt>
</file>

<file path=ppt/media/f91667.txt>
</file>

<file path=ppt/media/f91668.txt>
</file>

<file path=ppt/media/f91669.txt>
</file>

<file path=ppt/media/f91670.txt>
</file>

<file path=ppt/media/f91671.txt>
</file>

<file path=ppt/media/f91672.txt>
</file>

<file path=ppt/media/f91673.txt>
</file>

<file path=ppt/media/f91674.txt>
</file>

<file path=ppt/media/f91675.txt>
</file>

<file path=ppt/media/f91676.txt>
</file>

<file path=ppt/media/f91677.txt>
</file>

<file path=ppt/media/f91678.txt>
</file>

<file path=ppt/media/f91679.txt>
</file>

<file path=ppt/media/f91680.txt>
</file>

<file path=ppt/media/f91681.txt>
</file>

<file path=ppt/media/f91682.txt>
</file>

<file path=ppt/media/f91683.txt>
</file>

<file path=ppt/media/f91684.txt>
</file>

<file path=ppt/media/f91685.txt>
</file>

<file path=ppt/media/f91686.txt>
</file>

<file path=ppt/media/f91687.txt>
</file>

<file path=ppt/media/f91688.txt>
</file>

<file path=ppt/media/f91689.txt>
</file>

<file path=ppt/media/f91690.txt>
</file>

<file path=ppt/media/f91691.txt>
</file>

<file path=ppt/media/f91692.txt>
</file>

<file path=ppt/media/f91693.txt>
</file>

<file path=ppt/media/f91694.txt>
</file>

<file path=ppt/media/f91695.txt>
</file>

<file path=ppt/media/f91696.txt>
</file>

<file path=ppt/media/f91697.txt>
</file>

<file path=ppt/media/f91698.txt>
</file>

<file path=ppt/media/f91699.txt>
</file>

<file path=ppt/media/f91700.txt>
</file>

<file path=ppt/media/f91701.txt>
</file>

<file path=ppt/media/f91702.txt>
</file>

<file path=ppt/media/f91703.txt>
</file>

<file path=ppt/media/f91704.txt>
</file>

<file path=ppt/media/f91705.txt>
</file>

<file path=ppt/media/f91706.txt>
</file>

<file path=ppt/media/f91707.txt>
</file>

<file path=ppt/media/f91708.txt>
</file>

<file path=ppt/media/f91709.txt>
</file>

<file path=ppt/media/f91710.txt>
</file>

<file path=ppt/media/f91711.txt>
</file>

<file path=ppt/media/f91712.txt>
</file>

<file path=ppt/media/f91713.txt>
</file>

<file path=ppt/media/f91714.txt>
</file>

<file path=ppt/media/f91715.txt>
</file>

<file path=ppt/media/f91716.txt>
</file>

<file path=ppt/media/f91717.txt>
</file>

<file path=ppt/media/f91718.txt>
</file>

<file path=ppt/media/f91719.txt>
</file>

<file path=ppt/media/f91720.txt>
</file>

<file path=ppt/media/f91721.txt>
</file>

<file path=ppt/media/f91722.txt>
</file>

<file path=ppt/media/f91723.txt>
</file>

<file path=ppt/media/f91724.txt>
</file>

<file path=ppt/media/f91725.txt>
</file>

<file path=ppt/media/f91726.txt>
</file>

<file path=ppt/media/f91727.txt>
</file>

<file path=ppt/media/f91728.txt>
</file>

<file path=ppt/media/f91729.txt>
</file>

<file path=ppt/media/f91730.txt>
</file>

<file path=ppt/media/f91731.txt>
</file>

<file path=ppt/media/f91732.txt>
</file>

<file path=ppt/media/f91733.txt>
</file>

<file path=ppt/media/f91734.txt>
</file>

<file path=ppt/media/f91735.txt>
</file>

<file path=ppt/media/f91736.txt>
</file>

<file path=ppt/media/f91737.txt>
</file>

<file path=ppt/media/f91738.txt>
</file>

<file path=ppt/media/f91739.txt>
</file>

<file path=ppt/media/f91740.txt>
</file>

<file path=ppt/media/f91741.txt>
</file>

<file path=ppt/media/f91742.txt>
</file>

<file path=ppt/media/f91743.txt>
</file>

<file path=ppt/media/f91744.txt>
</file>

<file path=ppt/media/f91745.txt>
</file>

<file path=ppt/media/f91746.txt>
</file>

<file path=ppt/media/f91747.txt>
</file>

<file path=ppt/media/f91748.txt>
</file>

<file path=ppt/media/f91749.txt>
</file>

<file path=ppt/media/f91750.txt>
</file>

<file path=ppt/media/f91751.txt>
</file>

<file path=ppt/media/f91752.txt>
</file>

<file path=ppt/media/f91753.txt>
</file>

<file path=ppt/media/f91754.txt>
</file>

<file path=ppt/media/f91755.txt>
</file>

<file path=ppt/media/f91756.txt>
</file>

<file path=ppt/media/f91757.txt>
</file>

<file path=ppt/media/f91758.txt>
</file>

<file path=ppt/media/f91759.txt>
</file>

<file path=ppt/media/f91760.txt>
</file>

<file path=ppt/media/f91761.txt>
</file>

<file path=ppt/media/f91762.txt>
</file>

<file path=ppt/media/f91763.txt>
</file>

<file path=ppt/media/f91764.txt>
</file>

<file path=ppt/media/f91765.txt>
</file>

<file path=ppt/media/f91766.txt>
</file>

<file path=ppt/media/f91767.txt>
</file>

<file path=ppt/media/f91768.txt>
</file>

<file path=ppt/media/f91769.txt>
</file>

<file path=ppt/media/f91770.txt>
</file>

<file path=ppt/media/f91771.txt>
</file>

<file path=ppt/media/f91772.txt>
</file>

<file path=ppt/media/f91773.txt>
</file>

<file path=ppt/media/f91774.txt>
</file>

<file path=ppt/media/f91775.txt>
</file>

<file path=ppt/media/f91776.txt>
</file>

<file path=ppt/media/f91777.txt>
</file>

<file path=ppt/media/f91778.txt>
</file>

<file path=ppt/media/f91779.txt>
</file>

<file path=ppt/media/f91780.txt>
</file>

<file path=ppt/media/f91781.txt>
</file>

<file path=ppt/media/f91782.txt>
</file>

<file path=ppt/media/f91783.txt>
</file>

<file path=ppt/media/f91784.txt>
</file>

<file path=ppt/media/f91785.txt>
</file>

<file path=ppt/media/f91786.txt>
</file>

<file path=ppt/media/f91787.txt>
</file>

<file path=ppt/media/f91788.txt>
</file>

<file path=ppt/media/f91789.txt>
</file>

<file path=ppt/media/f91790.txt>
</file>

<file path=ppt/media/f91791.txt>
</file>

<file path=ppt/media/f91792.txt>
</file>

<file path=ppt/media/f91793.txt>
</file>

<file path=ppt/media/f91794.txt>
</file>

<file path=ppt/media/f91795.txt>
</file>

<file path=ppt/media/f91796.txt>
</file>

<file path=ppt/media/f91797.txt>
</file>

<file path=ppt/media/f91798.txt>
</file>

<file path=ppt/media/f91799.txt>
</file>

<file path=ppt/media/f91800.txt>
</file>

<file path=ppt/media/f91801.txt>
</file>

<file path=ppt/media/f91802.txt>
</file>

<file path=ppt/media/f91803.txt>
</file>

<file path=ppt/media/f91804.txt>
</file>

<file path=ppt/media/f91805.txt>
</file>

<file path=ppt/media/f91806.txt>
</file>

<file path=ppt/media/f91807.txt>
</file>

<file path=ppt/media/f91808.txt>
</file>

<file path=ppt/media/f91809.txt>
</file>

<file path=ppt/media/f91810.txt>
</file>

<file path=ppt/media/f91811.txt>
</file>

<file path=ppt/media/f91812.txt>
</file>

<file path=ppt/media/f91813.txt>
</file>

<file path=ppt/media/f91814.txt>
</file>

<file path=ppt/media/f91815.txt>
</file>

<file path=ppt/media/f91816.txt>
</file>

<file path=ppt/media/f91817.txt>
</file>

<file path=ppt/media/f91818.txt>
</file>

<file path=ppt/media/f91819.txt>
</file>

<file path=ppt/media/f91820.txt>
</file>

<file path=ppt/media/f91821.txt>
</file>

<file path=ppt/media/f91822.txt>
</file>

<file path=ppt/media/f91823.txt>
</file>

<file path=ppt/media/f91824.txt>
</file>

<file path=ppt/media/f91825.txt>
</file>

<file path=ppt/media/f91826.txt>
</file>

<file path=ppt/media/f91827.txt>
</file>

<file path=ppt/media/f91828.txt>
</file>

<file path=ppt/media/f91829.txt>
</file>

<file path=ppt/media/f91830.txt>
</file>

<file path=ppt/media/f91831.txt>
</file>

<file path=ppt/media/f91832.txt>
</file>

<file path=ppt/media/f91833.txt>
</file>

<file path=ppt/media/f91834.txt>
</file>

<file path=ppt/media/f91835.txt>
</file>

<file path=ppt/media/f91836.txt>
</file>

<file path=ppt/media/f91837.txt>
</file>

<file path=ppt/media/f91838.txt>
</file>

<file path=ppt/media/f91839.txt>
</file>

<file path=ppt/media/f91840.txt>
</file>

<file path=ppt/media/f91841.txt>
</file>

<file path=ppt/media/f91842.txt>
</file>

<file path=ppt/media/f91843.txt>
</file>

<file path=ppt/media/f91844.txt>
</file>

<file path=ppt/media/f91845.txt>
</file>

<file path=ppt/media/f91846.txt>
</file>

<file path=ppt/media/f91847.txt>
</file>

<file path=ppt/media/f91848.txt>
</file>

<file path=ppt/media/f91849.txt>
</file>

<file path=ppt/media/f91850.txt>
</file>

<file path=ppt/media/f91851.txt>
</file>

<file path=ppt/media/f91852.txt>
</file>

<file path=ppt/media/f91853.txt>
</file>

<file path=ppt/media/f91854.txt>
</file>

<file path=ppt/media/f91855.txt>
</file>

<file path=ppt/media/f91856.txt>
</file>

<file path=ppt/media/f91857.txt>
</file>

<file path=ppt/media/f91858.txt>
</file>

<file path=ppt/media/f91859.txt>
</file>

<file path=ppt/media/f91860.txt>
</file>

<file path=ppt/media/f91861.txt>
</file>

<file path=ppt/media/f91862.txt>
</file>

<file path=ppt/media/f91863.txt>
</file>

<file path=ppt/media/f91864.txt>
</file>

<file path=ppt/media/f91865.txt>
</file>

<file path=ppt/media/f91866.txt>
</file>

<file path=ppt/media/f91867.txt>
</file>

<file path=ppt/media/f91868.txt>
</file>

<file path=ppt/media/f91869.txt>
</file>

<file path=ppt/media/f91870.txt>
</file>

<file path=ppt/media/f91871.txt>
</file>

<file path=ppt/media/f91872.txt>
</file>

<file path=ppt/media/f91873.txt>
</file>

<file path=ppt/media/f91874.txt>
</file>

<file path=ppt/media/f91875.txt>
</file>

<file path=ppt/media/f91876.txt>
</file>

<file path=ppt/media/f91877.txt>
</file>

<file path=ppt/media/f91878.txt>
</file>

<file path=ppt/media/f91879.txt>
</file>

<file path=ppt/media/f91880.txt>
</file>

<file path=ppt/media/f91881.txt>
</file>

<file path=ppt/media/f91882.txt>
</file>

<file path=ppt/media/f91883.txt>
</file>

<file path=ppt/media/f91884.txt>
</file>

<file path=ppt/media/f91885.txt>
</file>

<file path=ppt/media/f91886.txt>
</file>

<file path=ppt/media/f91887.txt>
</file>

<file path=ppt/media/f91888.txt>
</file>

<file path=ppt/media/f91889.txt>
</file>

<file path=ppt/media/f91890.txt>
</file>

<file path=ppt/media/f91891.txt>
</file>

<file path=ppt/media/f91892.txt>
</file>

<file path=ppt/media/f91893.txt>
</file>

<file path=ppt/media/f91894.txt>
</file>

<file path=ppt/media/f91895.txt>
</file>

<file path=ppt/media/f91896.txt>
</file>

<file path=ppt/media/f91897.txt>
</file>

<file path=ppt/media/f91898.txt>
</file>

<file path=ppt/media/f91899.txt>
</file>

<file path=ppt/media/f91900.txt>
</file>

<file path=ppt/media/f91901.txt>
</file>

<file path=ppt/media/f91902.txt>
</file>

<file path=ppt/media/f91903.txt>
</file>

<file path=ppt/media/f91904.txt>
</file>

<file path=ppt/media/f91905.txt>
</file>

<file path=ppt/media/f91906.txt>
</file>

<file path=ppt/media/f91907.txt>
</file>

<file path=ppt/media/f91908.txt>
</file>

<file path=ppt/media/f91909.txt>
</file>

<file path=ppt/media/f91910.txt>
</file>

<file path=ppt/media/f91911.txt>
</file>

<file path=ppt/media/f91912.txt>
</file>

<file path=ppt/media/f91913.txt>
</file>

<file path=ppt/media/f91914.txt>
</file>

<file path=ppt/media/f91915.txt>
</file>

<file path=ppt/media/f91916.txt>
</file>

<file path=ppt/media/f91917.txt>
</file>

<file path=ppt/media/f91918.txt>
</file>

<file path=ppt/media/f91919.txt>
</file>

<file path=ppt/media/f91920.txt>
</file>

<file path=ppt/media/f91921.txt>
</file>

<file path=ppt/media/f91922.txt>
</file>

<file path=ppt/media/f91923.txt>
</file>

<file path=ppt/media/f91924.txt>
</file>

<file path=ppt/media/f91925.txt>
</file>

<file path=ppt/media/f91926.txt>
</file>

<file path=ppt/media/f91927.txt>
</file>

<file path=ppt/media/f91928.txt>
</file>

<file path=ppt/media/f91929.txt>
</file>

<file path=ppt/media/f91930.txt>
</file>

<file path=ppt/media/f91931.txt>
</file>

<file path=ppt/media/f91932.txt>
</file>

<file path=ppt/media/f91933.txt>
</file>

<file path=ppt/media/f91934.txt>
</file>

<file path=ppt/media/f91935.txt>
</file>

<file path=ppt/media/f91936.txt>
</file>

<file path=ppt/media/f91937.txt>
</file>

<file path=ppt/media/f91938.txt>
</file>

<file path=ppt/media/f91939.txt>
</file>

<file path=ppt/media/f91940.txt>
</file>

<file path=ppt/media/f91941.txt>
</file>

<file path=ppt/media/f91942.txt>
</file>

<file path=ppt/media/f91943.txt>
</file>

<file path=ppt/media/f91944.txt>
</file>

<file path=ppt/media/f91945.txt>
</file>

<file path=ppt/media/f91946.txt>
</file>

<file path=ppt/media/f91947.txt>
</file>

<file path=ppt/media/f91948.txt>
</file>

<file path=ppt/media/f91949.txt>
</file>

<file path=ppt/media/f91950.txt>
</file>

<file path=ppt/media/f91951.txt>
</file>

<file path=ppt/media/f91952.txt>
</file>

<file path=ppt/media/f91953.txt>
</file>

<file path=ppt/media/f91954.txt>
</file>

<file path=ppt/media/f91955.txt>
</file>

<file path=ppt/media/f91956.txt>
</file>

<file path=ppt/media/f91957.txt>
</file>

<file path=ppt/media/f91958.txt>
</file>

<file path=ppt/media/f91959.txt>
</file>

<file path=ppt/media/f91960.txt>
</file>

<file path=ppt/media/f91961.txt>
</file>

<file path=ppt/media/f91962.txt>
</file>

<file path=ppt/media/f91963.txt>
</file>

<file path=ppt/media/f91964.txt>
</file>

<file path=ppt/media/f91965.txt>
</file>

<file path=ppt/media/f91966.txt>
</file>

<file path=ppt/media/f91967.txt>
</file>

<file path=ppt/media/f91968.txt>
</file>

<file path=ppt/media/f91969.txt>
</file>

<file path=ppt/media/f91970.txt>
</file>

<file path=ppt/media/f91971.txt>
</file>

<file path=ppt/media/f91972.txt>
</file>

<file path=ppt/media/f91973.txt>
</file>

<file path=ppt/media/f91974.txt>
</file>

<file path=ppt/media/f91975.txt>
</file>

<file path=ppt/media/f91976.txt>
</file>

<file path=ppt/media/f91977.txt>
</file>

<file path=ppt/media/f91978.txt>
</file>

<file path=ppt/media/f91979.txt>
</file>

<file path=ppt/media/f91980.txt>
</file>

<file path=ppt/media/f91981.txt>
</file>

<file path=ppt/media/f91982.txt>
</file>

<file path=ppt/media/f91983.txt>
</file>

<file path=ppt/media/f91984.txt>
</file>

<file path=ppt/media/f91985.txt>
</file>

<file path=ppt/media/f91986.txt>
</file>

<file path=ppt/media/f91987.txt>
</file>

<file path=ppt/media/f91988.txt>
</file>

<file path=ppt/media/f91989.txt>
</file>

<file path=ppt/media/f91990.txt>
</file>

<file path=ppt/media/f91991.txt>
</file>

<file path=ppt/media/f91992.txt>
</file>

<file path=ppt/media/f91993.txt>
</file>

<file path=ppt/media/f91994.txt>
</file>

<file path=ppt/media/f91995.txt>
</file>

<file path=ppt/media/f91996.txt>
</file>

<file path=ppt/media/f91997.txt>
</file>

<file path=ppt/media/f91998.txt>
</file>

<file path=ppt/media/f91999.txt>
</file>

<file path=ppt/media/f92000.txt>
</file>

<file path=ppt/media/f92001.txt>
</file>

<file path=ppt/media/f92002.txt>
</file>

<file path=ppt/media/f92003.txt>
</file>

<file path=ppt/media/f92004.txt>
</file>

<file path=ppt/media/f92005.txt>
</file>

<file path=ppt/media/f92006.txt>
</file>

<file path=ppt/media/f92007.txt>
</file>

<file path=ppt/media/f92008.txt>
</file>

<file path=ppt/media/f92009.txt>
</file>

<file path=ppt/media/f92010.txt>
</file>

<file path=ppt/media/f92011.txt>
</file>

<file path=ppt/media/f92012.txt>
</file>

<file path=ppt/media/f92013.txt>
</file>

<file path=ppt/media/f92014.txt>
</file>

<file path=ppt/media/f92015.txt>
</file>

<file path=ppt/media/f92016.txt>
</file>

<file path=ppt/media/f92017.txt>
</file>

<file path=ppt/media/f92018.txt>
</file>

<file path=ppt/media/f92019.txt>
</file>

<file path=ppt/media/f92020.txt>
</file>

<file path=ppt/media/f92021.txt>
</file>

<file path=ppt/media/f92022.txt>
</file>

<file path=ppt/media/f92023.txt>
</file>

<file path=ppt/media/f92024.txt>
</file>

<file path=ppt/media/f92025.txt>
</file>

<file path=ppt/media/f92026.txt>
</file>

<file path=ppt/media/f92027.txt>
</file>

<file path=ppt/media/f92028.txt>
</file>

<file path=ppt/media/f92029.txt>
</file>

<file path=ppt/media/f92030.txt>
</file>

<file path=ppt/media/f92031.txt>
</file>

<file path=ppt/media/f92032.txt>
</file>

<file path=ppt/media/f92033.txt>
</file>

<file path=ppt/media/f92034.txt>
</file>

<file path=ppt/media/f92035.txt>
</file>

<file path=ppt/media/f92036.txt>
</file>

<file path=ppt/media/f92037.txt>
</file>

<file path=ppt/media/f92038.txt>
</file>

<file path=ppt/media/f92039.txt>
</file>

<file path=ppt/media/f92040.txt>
</file>

<file path=ppt/media/f92041.txt>
</file>

<file path=ppt/media/f92042.txt>
</file>

<file path=ppt/media/f92043.txt>
</file>

<file path=ppt/media/f92044.txt>
</file>

<file path=ppt/media/f92045.txt>
</file>

<file path=ppt/media/f92046.txt>
</file>

<file path=ppt/media/f92047.txt>
</file>

<file path=ppt/media/f92048.txt>
</file>

<file path=ppt/media/f92049.txt>
</file>

<file path=ppt/media/f92050.txt>
</file>

<file path=ppt/media/f92051.txt>
</file>

<file path=ppt/media/f92052.txt>
</file>

<file path=ppt/media/f92053.txt>
</file>

<file path=ppt/media/f92054.txt>
</file>

<file path=ppt/media/f92055.txt>
</file>

<file path=ppt/media/f92056.txt>
</file>

<file path=ppt/media/f92057.txt>
</file>

<file path=ppt/media/f92058.txt>
</file>

<file path=ppt/media/f92059.txt>
</file>

<file path=ppt/media/f92060.txt>
</file>

<file path=ppt/media/f92061.txt>
</file>

<file path=ppt/media/f92062.txt>
</file>

<file path=ppt/media/f92063.txt>
</file>

<file path=ppt/media/f92064.txt>
</file>

<file path=ppt/media/f92065.txt>
</file>

<file path=ppt/media/f92066.txt>
</file>

<file path=ppt/media/f92067.txt>
</file>

<file path=ppt/media/f92068.txt>
</file>

<file path=ppt/media/f92069.txt>
</file>

<file path=ppt/media/f92070.txt>
</file>

<file path=ppt/media/f92071.txt>
</file>

<file path=ppt/media/f92072.txt>
</file>

<file path=ppt/media/f92073.txt>
</file>

<file path=ppt/media/f92074.txt>
</file>

<file path=ppt/media/f92075.txt>
</file>

<file path=ppt/media/f92076.txt>
</file>

<file path=ppt/media/f92077.txt>
</file>

<file path=ppt/media/f92078.txt>
</file>

<file path=ppt/media/f92079.txt>
</file>

<file path=ppt/media/f92080.txt>
</file>

<file path=ppt/media/f92081.txt>
</file>

<file path=ppt/media/f92082.txt>
</file>

<file path=ppt/media/f92083.txt>
</file>

<file path=ppt/media/f92084.txt>
</file>

<file path=ppt/media/f92085.txt>
</file>

<file path=ppt/media/f92086.txt>
</file>

<file path=ppt/media/f92087.txt>
</file>

<file path=ppt/media/f92088.txt>
</file>

<file path=ppt/media/f92089.txt>
</file>

<file path=ppt/media/f92090.txt>
</file>

<file path=ppt/media/f92091.txt>
</file>

<file path=ppt/media/f92092.txt>
</file>

<file path=ppt/media/f92093.txt>
</file>

<file path=ppt/media/f92094.txt>
</file>

<file path=ppt/media/f92095.txt>
</file>

<file path=ppt/media/f92096.txt>
</file>

<file path=ppt/media/f92097.txt>
</file>

<file path=ppt/media/f92098.txt>
</file>

<file path=ppt/media/f92099.txt>
</file>

<file path=ppt/media/f92100.txt>
</file>

<file path=ppt/media/f92101.txt>
</file>

<file path=ppt/media/f92102.txt>
</file>

<file path=ppt/media/f92103.txt>
</file>

<file path=ppt/media/f92104.txt>
</file>

<file path=ppt/media/f92105.txt>
</file>

<file path=ppt/media/f92106.txt>
</file>

<file path=ppt/media/f92107.txt>
</file>

<file path=ppt/media/f92108.txt>
</file>

<file path=ppt/media/f92109.txt>
</file>

<file path=ppt/media/f92110.txt>
</file>

<file path=ppt/media/f92111.txt>
</file>

<file path=ppt/media/f92112.txt>
</file>

<file path=ppt/media/f92113.txt>
</file>

<file path=ppt/media/f92114.txt>
</file>

<file path=ppt/media/f92115.txt>
</file>

<file path=ppt/media/f92116.txt>
</file>

<file path=ppt/media/f92117.txt>
</file>

<file path=ppt/media/f92118.txt>
</file>

<file path=ppt/media/f92119.txt>
</file>

<file path=ppt/media/f92120.txt>
</file>

<file path=ppt/media/f92121.txt>
</file>

<file path=ppt/media/f92122.txt>
</file>

<file path=ppt/media/f92123.txt>
</file>

<file path=ppt/media/f92124.txt>
</file>

<file path=ppt/media/f92125.txt>
</file>

<file path=ppt/media/f92126.txt>
</file>

<file path=ppt/media/f92127.txt>
</file>

<file path=ppt/media/f92128.txt>
</file>

<file path=ppt/media/f92129.txt>
</file>

<file path=ppt/media/f92130.txt>
</file>

<file path=ppt/media/f92131.txt>
</file>

<file path=ppt/media/f92132.txt>
</file>

<file path=ppt/media/f92133.txt>
</file>

<file path=ppt/media/f92134.txt>
</file>

<file path=ppt/media/f92135.txt>
</file>

<file path=ppt/media/f92136.txt>
</file>

<file path=ppt/media/f92137.txt>
</file>

<file path=ppt/media/f92138.txt>
</file>

<file path=ppt/media/f92139.txt>
</file>

<file path=ppt/media/f92140.txt>
</file>

<file path=ppt/media/f92141.txt>
</file>

<file path=ppt/media/f92142.txt>
</file>

<file path=ppt/media/f92143.txt>
</file>

<file path=ppt/media/f92144.txt>
</file>

<file path=ppt/media/f92145.txt>
</file>

<file path=ppt/media/f92146.txt>
</file>

<file path=ppt/media/f92147.txt>
</file>

<file path=ppt/media/f92148.txt>
</file>

<file path=ppt/media/f92149.txt>
</file>

<file path=ppt/media/f92150.txt>
</file>

<file path=ppt/media/f92151.txt>
</file>

<file path=ppt/media/f92152.txt>
</file>

<file path=ppt/media/f92153.txt>
</file>

<file path=ppt/media/f92154.txt>
</file>

<file path=ppt/media/f92155.txt>
</file>

<file path=ppt/media/f92156.txt>
</file>

<file path=ppt/media/f92157.txt>
</file>

<file path=ppt/media/f92158.txt>
</file>

<file path=ppt/media/f92159.txt>
</file>

<file path=ppt/media/f92160.txt>
</file>

<file path=ppt/media/f92161.txt>
</file>

<file path=ppt/media/f92162.txt>
</file>

<file path=ppt/media/f92163.txt>
</file>

<file path=ppt/media/f92164.txt>
</file>

<file path=ppt/media/f92165.txt>
</file>

<file path=ppt/media/f92166.txt>
</file>

<file path=ppt/media/f92167.txt>
</file>

<file path=ppt/media/f92168.txt>
</file>

<file path=ppt/media/f92169.txt>
</file>

<file path=ppt/media/f92170.txt>
</file>

<file path=ppt/media/f92171.txt>
</file>

<file path=ppt/media/f92172.txt>
</file>

<file path=ppt/media/f92173.txt>
</file>

<file path=ppt/media/f92174.txt>
</file>

<file path=ppt/media/f92175.txt>
</file>

<file path=ppt/media/f92176.txt>
</file>

<file path=ppt/media/f92177.txt>
</file>

<file path=ppt/media/f92178.txt>
</file>

<file path=ppt/media/f92179.txt>
</file>

<file path=ppt/media/f92180.txt>
</file>

<file path=ppt/media/f92181.txt>
</file>

<file path=ppt/media/f92182.txt>
</file>

<file path=ppt/media/f92183.txt>
</file>

<file path=ppt/media/f92184.txt>
</file>

<file path=ppt/media/f92185.txt>
</file>

<file path=ppt/media/f92186.txt>
</file>

<file path=ppt/media/f92187.txt>
</file>

<file path=ppt/media/f92188.txt>
</file>

<file path=ppt/media/f92189.txt>
</file>

<file path=ppt/media/f92190.txt>
</file>

<file path=ppt/media/f92191.txt>
</file>

<file path=ppt/media/f92192.txt>
</file>

<file path=ppt/media/f92193.txt>
</file>

<file path=ppt/media/f92194.txt>
</file>

<file path=ppt/media/f92195.txt>
</file>

<file path=ppt/media/f92196.txt>
</file>

<file path=ppt/media/f92197.txt>
</file>

<file path=ppt/media/f92198.txt>
</file>

<file path=ppt/media/f92199.txt>
</file>

<file path=ppt/media/f92200.txt>
</file>

<file path=ppt/media/f92201.txt>
</file>

<file path=ppt/media/f92202.txt>
</file>

<file path=ppt/media/f92203.txt>
</file>

<file path=ppt/media/f92204.txt>
</file>

<file path=ppt/media/f92205.txt>
</file>

<file path=ppt/media/f92206.txt>
</file>

<file path=ppt/media/f92207.txt>
</file>

<file path=ppt/media/f92208.txt>
</file>

<file path=ppt/media/f92209.txt>
</file>

<file path=ppt/media/f92210.txt>
</file>

<file path=ppt/media/f92211.txt>
</file>

<file path=ppt/media/f92212.txt>
</file>

<file path=ppt/media/f92213.txt>
</file>

<file path=ppt/media/f92214.txt>
</file>

<file path=ppt/media/f92215.txt>
</file>

<file path=ppt/media/f92216.txt>
</file>

<file path=ppt/media/f92217.txt>
</file>

<file path=ppt/media/f92218.txt>
</file>

<file path=ppt/media/f92219.txt>
</file>

<file path=ppt/media/f92220.txt>
</file>

<file path=ppt/media/f92221.txt>
</file>

<file path=ppt/media/f92222.txt>
</file>

<file path=ppt/media/f92223.txt>
</file>

<file path=ppt/media/f92224.txt>
</file>

<file path=ppt/media/f92225.txt>
</file>

<file path=ppt/media/f92226.txt>
</file>

<file path=ppt/media/f92227.txt>
</file>

<file path=ppt/media/f92228.txt>
</file>

<file path=ppt/media/f92229.txt>
</file>

<file path=ppt/media/f92230.txt>
</file>

<file path=ppt/media/f92231.txt>
</file>

<file path=ppt/media/f92232.txt>
</file>

<file path=ppt/media/f92233.txt>
</file>

<file path=ppt/media/f92234.txt>
</file>

<file path=ppt/media/f92235.txt>
</file>

<file path=ppt/media/f92236.txt>
</file>

<file path=ppt/media/f92237.txt>
</file>

<file path=ppt/media/f92238.txt>
</file>

<file path=ppt/media/f92239.txt>
</file>

<file path=ppt/media/f92240.txt>
</file>

<file path=ppt/media/f92241.txt>
</file>

<file path=ppt/media/f92242.txt>
</file>

<file path=ppt/media/f92243.txt>
</file>

<file path=ppt/media/f92244.txt>
</file>

<file path=ppt/media/f92245.txt>
</file>

<file path=ppt/media/f92246.txt>
</file>

<file path=ppt/media/f92247.txt>
</file>

<file path=ppt/media/f92248.txt>
</file>

<file path=ppt/media/f92249.txt>
</file>

<file path=ppt/media/f92250.txt>
</file>

<file path=ppt/media/f92251.txt>
</file>

<file path=ppt/media/f92252.txt>
</file>

<file path=ppt/media/f92253.txt>
</file>

<file path=ppt/media/f92254.txt>
</file>

<file path=ppt/media/f92255.txt>
</file>

<file path=ppt/media/f92256.txt>
</file>

<file path=ppt/media/f92257.txt>
</file>

<file path=ppt/media/f92258.txt>
</file>

<file path=ppt/media/f92259.txt>
</file>

<file path=ppt/media/f92260.txt>
</file>

<file path=ppt/media/f92261.txt>
</file>

<file path=ppt/media/f92262.txt>
</file>

<file path=ppt/media/f92263.txt>
</file>

<file path=ppt/media/f92264.txt>
</file>

<file path=ppt/media/f92265.txt>
</file>

<file path=ppt/media/f92266.txt>
</file>

<file path=ppt/media/f92267.txt>
</file>

<file path=ppt/media/f92268.txt>
</file>

<file path=ppt/media/f92269.txt>
</file>

<file path=ppt/media/f92270.txt>
</file>

<file path=ppt/media/f92271.txt>
</file>

<file path=ppt/media/f92272.txt>
</file>

<file path=ppt/media/f92273.txt>
</file>

<file path=ppt/media/f92274.txt>
</file>

<file path=ppt/media/f92275.txt>
</file>

<file path=ppt/media/f92276.txt>
</file>

<file path=ppt/media/f92277.txt>
</file>

<file path=ppt/media/f92278.txt>
</file>

<file path=ppt/media/f92279.txt>
</file>

<file path=ppt/media/f92280.txt>
</file>

<file path=ppt/media/f92281.txt>
</file>

<file path=ppt/media/f92282.txt>
</file>

<file path=ppt/media/f92283.txt>
</file>

<file path=ppt/media/f92284.txt>
</file>

<file path=ppt/media/f92285.txt>
</file>

<file path=ppt/media/f92286.txt>
</file>

<file path=ppt/media/f92287.txt>
</file>

<file path=ppt/media/f92288.txt>
</file>

<file path=ppt/media/f92289.txt>
</file>

<file path=ppt/media/f92290.txt>
</file>

<file path=ppt/media/f92291.txt>
</file>

<file path=ppt/media/f92292.txt>
</file>

<file path=ppt/media/f92293.txt>
</file>

<file path=ppt/media/f92294.txt>
</file>

<file path=ppt/media/f92295.txt>
</file>

<file path=ppt/media/f92296.txt>
</file>

<file path=ppt/media/f92297.txt>
</file>

<file path=ppt/media/f92298.txt>
</file>

<file path=ppt/media/f92299.txt>
</file>

<file path=ppt/media/f92300.txt>
</file>

<file path=ppt/media/f92301.txt>
</file>

<file path=ppt/media/f92302.txt>
</file>

<file path=ppt/media/f92303.txt>
</file>

<file path=ppt/media/f92304.txt>
</file>

<file path=ppt/media/f92305.txt>
</file>

<file path=ppt/media/f92306.txt>
</file>

<file path=ppt/media/f92307.txt>
</file>

<file path=ppt/media/f92308.txt>
</file>

<file path=ppt/media/f92309.txt>
</file>

<file path=ppt/media/f92310.txt>
</file>

<file path=ppt/media/f92311.txt>
</file>

<file path=ppt/media/f92312.txt>
</file>

<file path=ppt/media/f92313.txt>
</file>

<file path=ppt/media/f92314.txt>
</file>

<file path=ppt/media/f92315.txt>
</file>

<file path=ppt/media/f92316.txt>
</file>

<file path=ppt/media/f92317.txt>
</file>

<file path=ppt/media/f92318.txt>
</file>

<file path=ppt/media/f92319.txt>
</file>

<file path=ppt/media/f92320.txt>
</file>

<file path=ppt/media/f92321.txt>
</file>

<file path=ppt/media/f92322.txt>
</file>

<file path=ppt/media/f92323.txt>
</file>

<file path=ppt/media/f92324.txt>
</file>

<file path=ppt/media/f92325.txt>
</file>

<file path=ppt/media/f92326.txt>
</file>

<file path=ppt/media/f92327.txt>
</file>

<file path=ppt/media/f92328.txt>
</file>

<file path=ppt/media/f92329.txt>
</file>

<file path=ppt/media/f92330.txt>
</file>

<file path=ppt/media/f92331.txt>
</file>

<file path=ppt/media/f92332.txt>
</file>

<file path=ppt/media/f92333.txt>
</file>

<file path=ppt/media/f92334.txt>
</file>

<file path=ppt/media/f92335.txt>
</file>

<file path=ppt/media/f92336.txt>
</file>

<file path=ppt/media/f92337.txt>
</file>

<file path=ppt/media/f92338.txt>
</file>

<file path=ppt/media/f92339.txt>
</file>

<file path=ppt/media/f92340.txt>
</file>

<file path=ppt/media/f92341.txt>
</file>

<file path=ppt/media/f92342.txt>
</file>

<file path=ppt/media/f92343.txt>
</file>

<file path=ppt/media/f92344.txt>
</file>

<file path=ppt/media/f92345.txt>
</file>

<file path=ppt/media/f92346.txt>
</file>

<file path=ppt/media/f92347.txt>
</file>

<file path=ppt/media/f92348.txt>
</file>

<file path=ppt/media/f92349.txt>
</file>

<file path=ppt/media/f92350.txt>
</file>

<file path=ppt/media/f92351.txt>
</file>

<file path=ppt/media/f92352.txt>
</file>

<file path=ppt/media/f92353.txt>
</file>

<file path=ppt/media/f92354.txt>
</file>

<file path=ppt/media/f92355.txt>
</file>

<file path=ppt/media/f92356.txt>
</file>

<file path=ppt/media/f92357.txt>
</file>

<file path=ppt/media/f92358.txt>
</file>

<file path=ppt/media/f92359.txt>
</file>

<file path=ppt/media/f92360.txt>
</file>

<file path=ppt/media/f92361.txt>
</file>

<file path=ppt/media/f92362.txt>
</file>

<file path=ppt/media/f92363.txt>
</file>

<file path=ppt/media/f92364.txt>
</file>

<file path=ppt/media/f92365.txt>
</file>

<file path=ppt/media/f92366.txt>
</file>

<file path=ppt/media/f92367.txt>
</file>

<file path=ppt/media/f92368.txt>
</file>

<file path=ppt/media/f92369.txt>
</file>

<file path=ppt/media/f92370.txt>
</file>

<file path=ppt/media/f92371.txt>
</file>

<file path=ppt/media/f92372.txt>
</file>

<file path=ppt/media/f92373.txt>
</file>

<file path=ppt/media/f92374.txt>
</file>

<file path=ppt/media/f92375.txt>
</file>

<file path=ppt/media/f92376.txt>
</file>

<file path=ppt/media/f92377.txt>
</file>

<file path=ppt/media/f92378.txt>
</file>

<file path=ppt/media/f92379.txt>
</file>

<file path=ppt/media/f92380.txt>
</file>

<file path=ppt/media/f92381.txt>
</file>

<file path=ppt/media/f92382.txt>
</file>

<file path=ppt/media/f92383.txt>
</file>

<file path=ppt/media/f92384.txt>
</file>

<file path=ppt/media/f92385.txt>
</file>

<file path=ppt/media/f92386.txt>
</file>

<file path=ppt/media/f92387.txt>
</file>

<file path=ppt/media/f92388.txt>
</file>

<file path=ppt/media/f92389.txt>
</file>

<file path=ppt/media/f92390.txt>
</file>

<file path=ppt/media/f92391.txt>
</file>

<file path=ppt/media/f92392.txt>
</file>

<file path=ppt/media/f92393.txt>
</file>

<file path=ppt/media/f92394.txt>
</file>

<file path=ppt/media/f92395.txt>
</file>

<file path=ppt/media/f92396.txt>
</file>

<file path=ppt/media/f92397.txt>
</file>

<file path=ppt/media/f92398.txt>
</file>

<file path=ppt/media/f92399.txt>
</file>

<file path=ppt/media/f92400.txt>
</file>

<file path=ppt/media/f92401.txt>
</file>

<file path=ppt/media/f92402.txt>
</file>

<file path=ppt/media/f92403.txt>
</file>

<file path=ppt/media/f92404.txt>
</file>

<file path=ppt/media/f92405.txt>
</file>

<file path=ppt/media/f92406.txt>
</file>

<file path=ppt/media/f92407.txt>
</file>

<file path=ppt/media/f92408.txt>
</file>

<file path=ppt/media/f92409.txt>
</file>

<file path=ppt/media/f92410.txt>
</file>

<file path=ppt/media/f92411.txt>
</file>

<file path=ppt/media/f92412.txt>
</file>

<file path=ppt/media/f92413.txt>
</file>

<file path=ppt/media/f92414.txt>
</file>

<file path=ppt/media/f92415.txt>
</file>

<file path=ppt/media/f92416.txt>
</file>

<file path=ppt/media/f92417.txt>
</file>

<file path=ppt/media/f92418.txt>
</file>

<file path=ppt/media/f92419.txt>
</file>

<file path=ppt/media/f92420.txt>
</file>

<file path=ppt/media/f92421.txt>
</file>

<file path=ppt/media/f92422.txt>
</file>

<file path=ppt/media/f92423.txt>
</file>

<file path=ppt/media/f92424.txt>
</file>

<file path=ppt/media/f92425.txt>
</file>

<file path=ppt/media/f92426.txt>
</file>

<file path=ppt/media/f92427.txt>
</file>

<file path=ppt/media/f92428.txt>
</file>

<file path=ppt/media/f92429.txt>
</file>

<file path=ppt/media/f92430.txt>
</file>

<file path=ppt/media/f92431.txt>
</file>

<file path=ppt/media/f92432.txt>
</file>

<file path=ppt/media/f92433.txt>
</file>

<file path=ppt/media/f92434.txt>
</file>

<file path=ppt/media/f92435.txt>
</file>

<file path=ppt/media/f92436.txt>
</file>

<file path=ppt/media/f92437.txt>
</file>

<file path=ppt/media/f92438.txt>
</file>

<file path=ppt/media/f92439.txt>
</file>

<file path=ppt/media/f92440.txt>
</file>

<file path=ppt/media/f92441.txt>
</file>

<file path=ppt/media/f92442.txt>
</file>

<file path=ppt/media/f92443.txt>
</file>

<file path=ppt/media/f92444.txt>
</file>

<file path=ppt/media/f92445.txt>
</file>

<file path=ppt/media/f92446.txt>
</file>

<file path=ppt/media/f92447.txt>
</file>

<file path=ppt/media/f92448.txt>
</file>

<file path=ppt/media/f92449.txt>
</file>

<file path=ppt/media/f92450.txt>
</file>

<file path=ppt/media/f92451.txt>
</file>

<file path=ppt/media/f92452.txt>
</file>

<file path=ppt/media/f92453.txt>
</file>

<file path=ppt/media/f92454.txt>
</file>

<file path=ppt/media/f92455.txt>
</file>

<file path=ppt/media/f92456.txt>
</file>

<file path=ppt/media/f92457.txt>
</file>

<file path=ppt/media/f92458.txt>
</file>

<file path=ppt/media/f92459.txt>
</file>

<file path=ppt/media/f92460.txt>
</file>

<file path=ppt/media/f92461.txt>
</file>

<file path=ppt/media/f92462.txt>
</file>

<file path=ppt/media/f92463.txt>
</file>

<file path=ppt/media/f92464.txt>
</file>

<file path=ppt/media/f92465.txt>
</file>

<file path=ppt/media/f92466.txt>
</file>

<file path=ppt/media/f92467.txt>
</file>

<file path=ppt/media/f92468.txt>
</file>

<file path=ppt/media/f92469.txt>
</file>

<file path=ppt/media/f92470.txt>
</file>

<file path=ppt/media/f92471.txt>
</file>

<file path=ppt/media/f92472.txt>
</file>

<file path=ppt/media/f92473.txt>
</file>

<file path=ppt/media/f92474.txt>
</file>

<file path=ppt/media/f92475.txt>
</file>

<file path=ppt/media/f92476.txt>
</file>

<file path=ppt/media/f92477.txt>
</file>

<file path=ppt/media/f92478.txt>
</file>

<file path=ppt/media/f92479.txt>
</file>

<file path=ppt/media/f92480.txt>
</file>

<file path=ppt/media/f92481.txt>
</file>

<file path=ppt/media/f92482.txt>
</file>

<file path=ppt/media/f92483.txt>
</file>

<file path=ppt/media/f92484.txt>
</file>

<file path=ppt/media/f92485.txt>
</file>

<file path=ppt/media/f92486.txt>
</file>

<file path=ppt/media/f92487.txt>
</file>

<file path=ppt/media/f92488.txt>
</file>

<file path=ppt/media/f92489.txt>
</file>

<file path=ppt/media/f92490.txt>
</file>

<file path=ppt/media/f92491.txt>
</file>

<file path=ppt/media/f92492.txt>
</file>

<file path=ppt/media/f92493.txt>
</file>

<file path=ppt/media/f92494.txt>
</file>

<file path=ppt/media/f92495.txt>
</file>

<file path=ppt/media/f92496.txt>
</file>

<file path=ppt/media/f92497.txt>
</file>

<file path=ppt/media/f92498.txt>
</file>

<file path=ppt/media/f92499.txt>
</file>

<file path=ppt/media/f92500.txt>
</file>

<file path=ppt/media/f92501.txt>
</file>

<file path=ppt/media/f92502.txt>
</file>

<file path=ppt/media/f92503.txt>
</file>

<file path=ppt/media/f92504.txt>
</file>

<file path=ppt/media/f92505.txt>
</file>

<file path=ppt/media/f92506.txt>
</file>

<file path=ppt/media/f92507.txt>
</file>

<file path=ppt/media/f92508.txt>
</file>

<file path=ppt/media/f92509.txt>
</file>

<file path=ppt/media/f92510.txt>
</file>

<file path=ppt/media/f92511.txt>
</file>

<file path=ppt/media/f92512.txt>
</file>

<file path=ppt/media/f92513.txt>
</file>

<file path=ppt/media/f92514.txt>
</file>

<file path=ppt/media/f92515.txt>
</file>

<file path=ppt/media/f92516.txt>
</file>

<file path=ppt/media/f92517.txt>
</file>

<file path=ppt/media/f92518.txt>
</file>

<file path=ppt/media/f92519.txt>
</file>

<file path=ppt/media/f92520.txt>
</file>

<file path=ppt/media/f92521.txt>
</file>

<file path=ppt/media/f92522.txt>
</file>

<file path=ppt/media/f92523.txt>
</file>

<file path=ppt/media/f92524.txt>
</file>

<file path=ppt/media/f92525.txt>
</file>

<file path=ppt/media/f92526.txt>
</file>

<file path=ppt/media/f92527.txt>
</file>

<file path=ppt/media/f92528.txt>
</file>

<file path=ppt/media/f92529.txt>
</file>

<file path=ppt/media/f92530.txt>
</file>

<file path=ppt/media/f92531.txt>
</file>

<file path=ppt/media/f92532.txt>
</file>

<file path=ppt/media/f92533.txt>
</file>

<file path=ppt/media/f92534.txt>
</file>

<file path=ppt/media/f92535.txt>
</file>

<file path=ppt/media/f92536.txt>
</file>

<file path=ppt/media/f92537.txt>
</file>

<file path=ppt/media/f92538.txt>
</file>

<file path=ppt/media/f92539.txt>
</file>

<file path=ppt/media/f92540.txt>
</file>

<file path=ppt/media/f92541.txt>
</file>

<file path=ppt/media/f92542.txt>
</file>

<file path=ppt/media/f92543.txt>
</file>

<file path=ppt/media/f92544.txt>
</file>

<file path=ppt/media/f92545.txt>
</file>

<file path=ppt/media/f92546.txt>
</file>

<file path=ppt/media/f92547.txt>
</file>

<file path=ppt/media/f92548.txt>
</file>

<file path=ppt/media/f92549.txt>
</file>

<file path=ppt/media/f92550.txt>
</file>

<file path=ppt/media/f92551.txt>
</file>

<file path=ppt/media/f92552.txt>
</file>

<file path=ppt/media/f92553.txt>
</file>

<file path=ppt/media/f92554.txt>
</file>

<file path=ppt/media/f92555.txt>
</file>

<file path=ppt/media/f92556.txt>
</file>

<file path=ppt/media/f92557.txt>
</file>

<file path=ppt/media/f92558.txt>
</file>

<file path=ppt/media/f92559.txt>
</file>

<file path=ppt/media/f92560.txt>
</file>

<file path=ppt/media/f92561.txt>
</file>

<file path=ppt/media/f92562.txt>
</file>

<file path=ppt/media/f92563.txt>
</file>

<file path=ppt/media/f92564.txt>
</file>

<file path=ppt/media/f92565.txt>
</file>

<file path=ppt/media/f92566.txt>
</file>

<file path=ppt/media/f92567.txt>
</file>

<file path=ppt/media/f92568.txt>
</file>

<file path=ppt/media/f92569.txt>
</file>

<file path=ppt/media/f92570.txt>
</file>

<file path=ppt/media/f92571.txt>
</file>

<file path=ppt/media/f92572.txt>
</file>

<file path=ppt/media/f92573.txt>
</file>

<file path=ppt/media/f92574.txt>
</file>

<file path=ppt/media/f92575.txt>
</file>

<file path=ppt/media/f92576.txt>
</file>

<file path=ppt/media/f92577.txt>
</file>

<file path=ppt/media/f92578.txt>
</file>

<file path=ppt/media/f92579.txt>
</file>

<file path=ppt/media/f92580.txt>
</file>

<file path=ppt/media/f92581.txt>
</file>

<file path=ppt/media/f92582.txt>
</file>

<file path=ppt/media/f92583.txt>
</file>

<file path=ppt/media/f92584.txt>
</file>

<file path=ppt/media/f92585.txt>
</file>

<file path=ppt/media/f92586.txt>
</file>

<file path=ppt/media/f92587.txt>
</file>

<file path=ppt/media/f92588.txt>
</file>

<file path=ppt/media/f92589.txt>
</file>

<file path=ppt/media/f92590.txt>
</file>

<file path=ppt/media/f92591.txt>
</file>

<file path=ppt/media/f92592.txt>
</file>

<file path=ppt/media/f92593.txt>
</file>

<file path=ppt/media/f92594.txt>
</file>

<file path=ppt/media/f92595.txt>
</file>

<file path=ppt/media/f92596.txt>
</file>

<file path=ppt/media/f92597.txt>
</file>

<file path=ppt/media/f92598.txt>
</file>

<file path=ppt/media/f92599.txt>
</file>

<file path=ppt/media/f92600.txt>
</file>

<file path=ppt/media/f92601.txt>
</file>

<file path=ppt/media/f92602.txt>
</file>

<file path=ppt/media/f92603.txt>
</file>

<file path=ppt/media/f92604.txt>
</file>

<file path=ppt/media/f92605.txt>
</file>

<file path=ppt/media/f92606.txt>
</file>

<file path=ppt/media/f92607.txt>
</file>

<file path=ppt/media/f92608.txt>
</file>

<file path=ppt/media/f92609.txt>
</file>

<file path=ppt/media/f92610.txt>
</file>

<file path=ppt/media/f92611.txt>
</file>

<file path=ppt/media/f92612.txt>
</file>

<file path=ppt/media/f92613.txt>
</file>

<file path=ppt/media/f92614.txt>
</file>

<file path=ppt/media/f92615.txt>
</file>

<file path=ppt/media/f92616.txt>
</file>

<file path=ppt/media/f92617.txt>
</file>

<file path=ppt/media/f92618.txt>
</file>

<file path=ppt/media/f92619.txt>
</file>

<file path=ppt/media/f92620.txt>
</file>

<file path=ppt/media/f92621.txt>
</file>

<file path=ppt/media/f92622.txt>
</file>

<file path=ppt/media/f92623.txt>
</file>

<file path=ppt/media/f92624.txt>
</file>

<file path=ppt/media/f92625.txt>
</file>

<file path=ppt/media/f92626.txt>
</file>

<file path=ppt/media/f92627.txt>
</file>

<file path=ppt/media/f92628.txt>
</file>

<file path=ppt/media/f92629.txt>
</file>

<file path=ppt/media/f92630.txt>
</file>

<file path=ppt/media/f92631.txt>
</file>

<file path=ppt/media/f92632.txt>
</file>

<file path=ppt/media/f92633.txt>
</file>

<file path=ppt/media/f92634.txt>
</file>

<file path=ppt/media/f92635.txt>
</file>

<file path=ppt/media/f92636.txt>
</file>

<file path=ppt/media/f92637.txt>
</file>

<file path=ppt/media/f92638.txt>
</file>

<file path=ppt/media/f92639.txt>
</file>

<file path=ppt/media/f92640.txt>
</file>

<file path=ppt/media/f92641.txt>
</file>

<file path=ppt/media/f92642.txt>
</file>

<file path=ppt/media/f92643.txt>
</file>

<file path=ppt/media/f92644.txt>
</file>

<file path=ppt/media/f92645.txt>
</file>

<file path=ppt/media/f92646.txt>
</file>

<file path=ppt/media/f92647.txt>
</file>

<file path=ppt/media/f92648.txt>
</file>

<file path=ppt/media/f92649.txt>
</file>

<file path=ppt/media/f92650.txt>
</file>

<file path=ppt/media/f92651.txt>
</file>

<file path=ppt/media/f92652.txt>
</file>

<file path=ppt/media/f92653.txt>
</file>

<file path=ppt/media/f92654.txt>
</file>

<file path=ppt/media/f92655.txt>
</file>

<file path=ppt/media/f92656.txt>
</file>

<file path=ppt/media/f92657.txt>
</file>

<file path=ppt/media/f92658.txt>
</file>

<file path=ppt/media/f92659.txt>
</file>

<file path=ppt/media/f92660.txt>
</file>

<file path=ppt/media/f92661.txt>
</file>

<file path=ppt/media/f92662.txt>
</file>

<file path=ppt/media/f92663.txt>
</file>

<file path=ppt/media/f92664.txt>
</file>

<file path=ppt/media/f92665.txt>
</file>

<file path=ppt/media/f92666.txt>
</file>

<file path=ppt/media/f92667.txt>
</file>

<file path=ppt/media/f92668.txt>
</file>

<file path=ppt/media/f92669.txt>
</file>

<file path=ppt/media/f92670.txt>
</file>

<file path=ppt/media/f92671.txt>
</file>

<file path=ppt/media/f92672.txt>
</file>

<file path=ppt/media/f92673.txt>
</file>

<file path=ppt/media/f92674.txt>
</file>

<file path=ppt/media/f92675.txt>
</file>

<file path=ppt/media/f92676.txt>
</file>

<file path=ppt/media/f92677.txt>
</file>

<file path=ppt/media/f92678.txt>
</file>

<file path=ppt/media/f92679.txt>
</file>

<file path=ppt/media/f92680.txt>
</file>

<file path=ppt/media/f92681.txt>
</file>

<file path=ppt/media/f92682.txt>
</file>

<file path=ppt/media/f92683.txt>
</file>

<file path=ppt/media/f92684.txt>
</file>

<file path=ppt/media/f92685.txt>
</file>

<file path=ppt/media/f92686.txt>
</file>

<file path=ppt/media/f92687.txt>
</file>

<file path=ppt/media/f92688.txt>
</file>

<file path=ppt/media/f92689.txt>
</file>

<file path=ppt/media/f92690.txt>
</file>

<file path=ppt/media/f92691.txt>
</file>

<file path=ppt/media/f92692.txt>
</file>

<file path=ppt/media/f92693.txt>
</file>

<file path=ppt/media/f92694.txt>
</file>

<file path=ppt/media/f92695.txt>
</file>

<file path=ppt/media/f92696.txt>
</file>

<file path=ppt/media/f92697.txt>
</file>

<file path=ppt/media/f92698.txt>
</file>

<file path=ppt/media/f92699.txt>
</file>

<file path=ppt/media/f92700.txt>
</file>

<file path=ppt/media/f92701.txt>
</file>

<file path=ppt/media/f92702.txt>
</file>

<file path=ppt/media/f92703.txt>
</file>

<file path=ppt/media/f92704.txt>
</file>

<file path=ppt/media/f92705.txt>
</file>

<file path=ppt/media/f92706.txt>
</file>

<file path=ppt/media/f92707.txt>
</file>

<file path=ppt/media/f92708.txt>
</file>

<file path=ppt/media/f92709.txt>
</file>

<file path=ppt/media/f92710.txt>
</file>

<file path=ppt/media/f92711.txt>
</file>

<file path=ppt/media/f92712.txt>
</file>

<file path=ppt/media/f92713.txt>
</file>

<file path=ppt/media/f92714.txt>
</file>

<file path=ppt/media/f92715.txt>
</file>

<file path=ppt/media/f92716.txt>
</file>

<file path=ppt/media/f92717.txt>
</file>

<file path=ppt/media/f92718.txt>
</file>

<file path=ppt/media/f92719.txt>
</file>

<file path=ppt/media/f92720.txt>
</file>

<file path=ppt/media/f92721.txt>
</file>

<file path=ppt/media/f92722.txt>
</file>

<file path=ppt/media/f92723.txt>
</file>

<file path=ppt/media/f92724.txt>
</file>

<file path=ppt/media/f92725.txt>
</file>

<file path=ppt/media/f92726.txt>
</file>

<file path=ppt/media/f92727.txt>
</file>

<file path=ppt/media/f92728.txt>
</file>

<file path=ppt/media/f92729.txt>
</file>

<file path=ppt/media/f92730.txt>
</file>

<file path=ppt/media/f92731.txt>
</file>

<file path=ppt/media/f92732.txt>
</file>

<file path=ppt/media/f92733.txt>
</file>

<file path=ppt/media/f92734.txt>
</file>

<file path=ppt/media/f92735.txt>
</file>

<file path=ppt/media/f92736.txt>
</file>

<file path=ppt/media/f92737.txt>
</file>

<file path=ppt/media/f92738.txt>
</file>

<file path=ppt/media/f92739.txt>
</file>

<file path=ppt/media/f92740.txt>
</file>

<file path=ppt/media/f92741.txt>
</file>

<file path=ppt/media/f92742.txt>
</file>

<file path=ppt/media/f92743.txt>
</file>

<file path=ppt/media/f92744.txt>
</file>

<file path=ppt/media/f92745.txt>
</file>

<file path=ppt/media/f92746.txt>
</file>

<file path=ppt/media/f92747.txt>
</file>

<file path=ppt/media/f92748.txt>
</file>

<file path=ppt/media/f92749.txt>
</file>

<file path=ppt/media/f92750.txt>
</file>

<file path=ppt/media/f92751.txt>
</file>

<file path=ppt/media/f92752.txt>
</file>

<file path=ppt/media/f92753.txt>
</file>

<file path=ppt/media/f92754.txt>
</file>

<file path=ppt/media/f92755.txt>
</file>

<file path=ppt/media/f92756.txt>
</file>

<file path=ppt/media/f92757.txt>
</file>

<file path=ppt/media/f92758.txt>
</file>

<file path=ppt/media/f92759.txt>
</file>

<file path=ppt/media/f92760.txt>
</file>

<file path=ppt/media/f92761.txt>
</file>

<file path=ppt/media/f92762.txt>
</file>

<file path=ppt/media/f92763.txt>
</file>

<file path=ppt/media/f92764.txt>
</file>

<file path=ppt/media/f92765.txt>
</file>

<file path=ppt/media/f92766.txt>
</file>

<file path=ppt/media/f92767.txt>
</file>

<file path=ppt/media/f92768.txt>
</file>

<file path=ppt/media/f92769.txt>
</file>

<file path=ppt/media/f92770.txt>
</file>

<file path=ppt/media/f92771.txt>
</file>

<file path=ppt/media/f92772.txt>
</file>

<file path=ppt/media/f92773.txt>
</file>

<file path=ppt/media/f92774.txt>
</file>

<file path=ppt/media/f92775.txt>
</file>

<file path=ppt/media/f92776.txt>
</file>

<file path=ppt/media/f92777.txt>
</file>

<file path=ppt/media/f92778.txt>
</file>

<file path=ppt/media/f92779.txt>
</file>

<file path=ppt/media/f92780.txt>
</file>

<file path=ppt/media/f92781.txt>
</file>

<file path=ppt/media/f92782.txt>
</file>

<file path=ppt/media/f92783.txt>
</file>

<file path=ppt/media/f92784.txt>
</file>

<file path=ppt/media/f92785.txt>
</file>

<file path=ppt/media/f92786.txt>
</file>

<file path=ppt/media/f92787.txt>
</file>

<file path=ppt/media/f92788.txt>
</file>

<file path=ppt/media/f92789.txt>
</file>

<file path=ppt/media/f92790.txt>
</file>

<file path=ppt/media/f92791.txt>
</file>

<file path=ppt/media/f92792.txt>
</file>

<file path=ppt/media/f92793.txt>
</file>

<file path=ppt/media/f92794.txt>
</file>

<file path=ppt/media/f92795.txt>
</file>

<file path=ppt/media/f92796.txt>
</file>

<file path=ppt/media/f92797.txt>
</file>

<file path=ppt/media/f92798.txt>
</file>

<file path=ppt/media/f92799.txt>
</file>

<file path=ppt/media/f92800.txt>
</file>

<file path=ppt/media/f92801.txt>
</file>

<file path=ppt/media/f92802.txt>
</file>

<file path=ppt/media/f92803.txt>
</file>

<file path=ppt/media/f92804.txt>
</file>

<file path=ppt/media/f92805.txt>
</file>

<file path=ppt/media/f92806.txt>
</file>

<file path=ppt/media/f92807.txt>
</file>

<file path=ppt/media/f92808.txt>
</file>

<file path=ppt/media/f92809.txt>
</file>

<file path=ppt/media/f92810.txt>
</file>

<file path=ppt/media/f92811.txt>
</file>

<file path=ppt/media/f92812.txt>
</file>

<file path=ppt/media/f92813.txt>
</file>

<file path=ppt/media/f92814.txt>
</file>

<file path=ppt/media/f92815.txt>
</file>

<file path=ppt/media/f92816.txt>
</file>

<file path=ppt/media/f92817.txt>
</file>

<file path=ppt/media/f92818.txt>
</file>

<file path=ppt/media/f92819.txt>
</file>

<file path=ppt/media/f92820.txt>
</file>

<file path=ppt/media/f92821.txt>
</file>

<file path=ppt/media/f92822.txt>
</file>

<file path=ppt/media/f92823.txt>
</file>

<file path=ppt/media/f92824.txt>
</file>

<file path=ppt/media/f92825.txt>
</file>

<file path=ppt/media/f92826.txt>
</file>

<file path=ppt/media/f92827.txt>
</file>

<file path=ppt/media/f92828.txt>
</file>

<file path=ppt/media/f92829.txt>
</file>

<file path=ppt/media/f92830.txt>
</file>

<file path=ppt/media/f92831.txt>
</file>

<file path=ppt/media/f92832.txt>
</file>

<file path=ppt/media/f92833.txt>
</file>

<file path=ppt/media/f92834.txt>
</file>

<file path=ppt/media/f92835.txt>
</file>

<file path=ppt/media/f92836.txt>
</file>

<file path=ppt/media/f92837.txt>
</file>

<file path=ppt/media/f92838.txt>
</file>

<file path=ppt/media/f92839.txt>
</file>

<file path=ppt/media/f92840.txt>
</file>

<file path=ppt/media/f92841.txt>
</file>

<file path=ppt/media/f92842.txt>
</file>

<file path=ppt/media/f92843.txt>
</file>

<file path=ppt/media/f92844.txt>
</file>

<file path=ppt/media/f92845.txt>
</file>

<file path=ppt/media/f92846.txt>
</file>

<file path=ppt/media/f92847.txt>
</file>

<file path=ppt/media/f92848.txt>
</file>

<file path=ppt/media/f92849.txt>
</file>

<file path=ppt/media/f92850.txt>
</file>

<file path=ppt/media/f92851.txt>
</file>

<file path=ppt/media/f92852.txt>
</file>

<file path=ppt/media/f92853.txt>
</file>

<file path=ppt/media/f92854.txt>
</file>

<file path=ppt/media/f92855.txt>
</file>

<file path=ppt/media/f92856.txt>
</file>

<file path=ppt/media/f92857.txt>
</file>

<file path=ppt/media/f92858.txt>
</file>

<file path=ppt/media/f92859.txt>
</file>

<file path=ppt/media/f92860.txt>
</file>

<file path=ppt/media/f92861.txt>
</file>

<file path=ppt/media/f92862.txt>
</file>

<file path=ppt/media/f92863.txt>
</file>

<file path=ppt/media/f92864.txt>
</file>

<file path=ppt/media/f92865.txt>
</file>

<file path=ppt/media/f92866.txt>
</file>

<file path=ppt/media/f92867.txt>
</file>

<file path=ppt/media/f92868.txt>
</file>

<file path=ppt/media/f92869.txt>
</file>

<file path=ppt/media/f92870.txt>
</file>

<file path=ppt/media/f92871.txt>
</file>

<file path=ppt/media/f92872.txt>
</file>

<file path=ppt/media/f92873.txt>
</file>

<file path=ppt/media/f92874.txt>
</file>

<file path=ppt/media/f92875.txt>
</file>

<file path=ppt/media/f92876.txt>
</file>

<file path=ppt/media/f92877.txt>
</file>

<file path=ppt/media/f92878.txt>
</file>

<file path=ppt/media/f92879.txt>
</file>

<file path=ppt/media/f92880.txt>
</file>

<file path=ppt/media/f92881.txt>
</file>

<file path=ppt/media/f92882.txt>
</file>

<file path=ppt/media/f92883.txt>
</file>

<file path=ppt/media/f92884.txt>
</file>

<file path=ppt/media/f92885.txt>
</file>

<file path=ppt/media/f92886.txt>
</file>

<file path=ppt/media/f92887.txt>
</file>

<file path=ppt/media/f92888.txt>
</file>

<file path=ppt/media/f92889.txt>
</file>

<file path=ppt/media/f92890.txt>
</file>

<file path=ppt/media/f92891.txt>
</file>

<file path=ppt/media/f92892.txt>
</file>

<file path=ppt/media/f92893.txt>
</file>

<file path=ppt/media/f92894.txt>
</file>

<file path=ppt/media/f92895.txt>
</file>

<file path=ppt/media/f92896.txt>
</file>

<file path=ppt/media/f92897.txt>
</file>

<file path=ppt/media/f92898.txt>
</file>

<file path=ppt/media/f92899.txt>
</file>

<file path=ppt/media/f92900.txt>
</file>

<file path=ppt/media/f92901.txt>
</file>

<file path=ppt/media/f92902.txt>
</file>

<file path=ppt/media/f92903.txt>
</file>

<file path=ppt/media/f92904.txt>
</file>

<file path=ppt/media/f92905.txt>
</file>

<file path=ppt/media/f92906.txt>
</file>

<file path=ppt/media/f92907.txt>
</file>

<file path=ppt/media/f92908.txt>
</file>

<file path=ppt/media/f92909.txt>
</file>

<file path=ppt/media/f92910.txt>
</file>

<file path=ppt/media/f92911.txt>
</file>

<file path=ppt/media/f92912.txt>
</file>

<file path=ppt/media/f92913.txt>
</file>

<file path=ppt/media/f92914.txt>
</file>

<file path=ppt/media/f92915.txt>
</file>

<file path=ppt/media/f92916.txt>
</file>

<file path=ppt/media/f92917.txt>
</file>

<file path=ppt/media/f92918.txt>
</file>

<file path=ppt/media/f92919.txt>
</file>

<file path=ppt/media/f92920.txt>
</file>

<file path=ppt/media/f92921.txt>
</file>

<file path=ppt/media/f92922.txt>
</file>

<file path=ppt/media/f92923.txt>
</file>

<file path=ppt/media/f92924.txt>
</file>

<file path=ppt/media/f92925.txt>
</file>

<file path=ppt/media/f92926.txt>
</file>

<file path=ppt/media/f92927.txt>
</file>

<file path=ppt/media/f92928.txt>
</file>

<file path=ppt/media/f92929.txt>
</file>

<file path=ppt/media/f92930.txt>
</file>

<file path=ppt/media/f92931.txt>
</file>

<file path=ppt/media/f92932.txt>
</file>

<file path=ppt/media/f92933.txt>
</file>

<file path=ppt/media/f92934.txt>
</file>

<file path=ppt/media/f92935.txt>
</file>

<file path=ppt/media/f92936.txt>
</file>

<file path=ppt/media/f92937.txt>
</file>

<file path=ppt/media/f92938.txt>
</file>

<file path=ppt/media/f92939.txt>
</file>

<file path=ppt/media/f92940.txt>
</file>

<file path=ppt/media/f92941.txt>
</file>

<file path=ppt/media/f92942.txt>
</file>

<file path=ppt/media/f92943.txt>
</file>

<file path=ppt/media/f92944.txt>
</file>

<file path=ppt/media/f92945.txt>
</file>

<file path=ppt/media/f92946.txt>
</file>

<file path=ppt/media/f92947.txt>
</file>

<file path=ppt/media/f92948.txt>
</file>

<file path=ppt/media/f92949.txt>
</file>

<file path=ppt/media/f92950.txt>
</file>

<file path=ppt/media/f92951.txt>
</file>

<file path=ppt/media/f92952.txt>
</file>

<file path=ppt/media/f92953.txt>
</file>

<file path=ppt/media/f92954.txt>
</file>

<file path=ppt/media/f92955.txt>
</file>

<file path=ppt/media/f92956.txt>
</file>

<file path=ppt/media/f92957.txt>
</file>

<file path=ppt/media/f92958.txt>
</file>

<file path=ppt/media/f92959.txt>
</file>

<file path=ppt/media/f92960.txt>
</file>

<file path=ppt/media/f92961.txt>
</file>

<file path=ppt/media/f92962.txt>
</file>

<file path=ppt/media/f92963.txt>
</file>

<file path=ppt/media/f92964.txt>
</file>

<file path=ppt/media/f92965.txt>
</file>

<file path=ppt/media/f92966.txt>
</file>

<file path=ppt/media/f92967.txt>
</file>

<file path=ppt/media/f92968.txt>
</file>

<file path=ppt/media/f92969.txt>
</file>

<file path=ppt/media/f92970.txt>
</file>

<file path=ppt/media/f92971.txt>
</file>

<file path=ppt/media/f92972.txt>
</file>

<file path=ppt/media/f92973.txt>
</file>

<file path=ppt/media/f92974.txt>
</file>

<file path=ppt/media/f92975.txt>
</file>

<file path=ppt/media/f92976.txt>
</file>

<file path=ppt/media/f92977.txt>
</file>

<file path=ppt/media/f92978.txt>
</file>

<file path=ppt/media/f92979.txt>
</file>

<file path=ppt/media/f92980.txt>
</file>

<file path=ppt/media/f92981.txt>
</file>

<file path=ppt/media/f92982.txt>
</file>

<file path=ppt/media/f92983.txt>
</file>

<file path=ppt/media/f92984.txt>
</file>

<file path=ppt/media/f92985.txt>
</file>

<file path=ppt/media/f92986.txt>
</file>

<file path=ppt/media/f92987.txt>
</file>

<file path=ppt/media/f92988.txt>
</file>

<file path=ppt/media/f92989.txt>
</file>

<file path=ppt/media/f92990.txt>
</file>

<file path=ppt/media/f92991.txt>
</file>

<file path=ppt/media/f92992.txt>
</file>

<file path=ppt/media/f92993.txt>
</file>

<file path=ppt/media/f92994.txt>
</file>

<file path=ppt/media/f92995.txt>
</file>

<file path=ppt/media/f92996.txt>
</file>

<file path=ppt/media/f92997.txt>
</file>

<file path=ppt/media/f92998.txt>
</file>

<file path=ppt/media/f92999.txt>
</file>

<file path=ppt/media/f93000.txt>
</file>

<file path=ppt/media/f93001.txt>
</file>

<file path=ppt/media/f93002.txt>
</file>

<file path=ppt/media/f93003.txt>
</file>

<file path=ppt/media/f93004.txt>
</file>

<file path=ppt/media/f93005.txt>
</file>

<file path=ppt/media/f93006.txt>
</file>

<file path=ppt/media/f93007.txt>
</file>

<file path=ppt/media/f93008.txt>
</file>

<file path=ppt/media/f93009.txt>
</file>

<file path=ppt/media/f93010.txt>
</file>

<file path=ppt/media/f93011.txt>
</file>

<file path=ppt/media/f93012.txt>
</file>

<file path=ppt/media/f93013.txt>
</file>

<file path=ppt/media/f93014.txt>
</file>

<file path=ppt/media/f93015.txt>
</file>

<file path=ppt/media/f93016.txt>
</file>

<file path=ppt/media/f93017.txt>
</file>

<file path=ppt/media/f93018.txt>
</file>

<file path=ppt/media/f93019.txt>
</file>

<file path=ppt/media/f93020.txt>
</file>

<file path=ppt/media/f93021.txt>
</file>

<file path=ppt/media/f93022.txt>
</file>

<file path=ppt/media/f93023.txt>
</file>

<file path=ppt/media/f93024.txt>
</file>

<file path=ppt/media/f93025.txt>
</file>

<file path=ppt/media/f93026.txt>
</file>

<file path=ppt/media/f93027.txt>
</file>

<file path=ppt/media/f93028.txt>
</file>

<file path=ppt/media/f93029.txt>
</file>

<file path=ppt/media/f93030.txt>
</file>

<file path=ppt/media/f93031.txt>
</file>

<file path=ppt/media/f93032.txt>
</file>

<file path=ppt/media/f93033.txt>
</file>

<file path=ppt/media/f93034.txt>
</file>

<file path=ppt/media/f93035.txt>
</file>

<file path=ppt/media/f93036.txt>
</file>

<file path=ppt/media/f93037.txt>
</file>

<file path=ppt/media/f93038.txt>
</file>

<file path=ppt/media/f93039.txt>
</file>

<file path=ppt/media/f93040.txt>
</file>

<file path=ppt/media/f93041.txt>
</file>

<file path=ppt/media/f93042.txt>
</file>

<file path=ppt/media/f93043.txt>
</file>

<file path=ppt/media/f93044.txt>
</file>

<file path=ppt/media/f93045.txt>
</file>

<file path=ppt/media/f93046.txt>
</file>

<file path=ppt/media/f93047.txt>
</file>

<file path=ppt/media/f93048.txt>
</file>

<file path=ppt/media/f93049.txt>
</file>

<file path=ppt/media/f93050.txt>
</file>

<file path=ppt/media/f93051.txt>
</file>

<file path=ppt/media/f93052.txt>
</file>

<file path=ppt/media/f93053.txt>
</file>

<file path=ppt/media/f93054.txt>
</file>

<file path=ppt/media/f93055.txt>
</file>

<file path=ppt/media/f93056.txt>
</file>

<file path=ppt/media/f93057.txt>
</file>

<file path=ppt/media/f93058.txt>
</file>

<file path=ppt/media/f93059.txt>
</file>

<file path=ppt/media/f93060.txt>
</file>

<file path=ppt/media/f93061.txt>
</file>

<file path=ppt/media/f93062.txt>
</file>

<file path=ppt/media/f93063.txt>
</file>

<file path=ppt/media/f93064.txt>
</file>

<file path=ppt/media/f93065.txt>
</file>

<file path=ppt/media/f93066.txt>
</file>

<file path=ppt/media/f93067.txt>
</file>

<file path=ppt/media/f93068.txt>
</file>

<file path=ppt/media/f93069.txt>
</file>

<file path=ppt/media/f93070.txt>
</file>

<file path=ppt/media/f93071.txt>
</file>

<file path=ppt/media/f93072.txt>
</file>

<file path=ppt/media/f93073.txt>
</file>

<file path=ppt/media/f93074.txt>
</file>

<file path=ppt/media/f93075.txt>
</file>

<file path=ppt/media/f93076.txt>
</file>

<file path=ppt/media/f93077.txt>
</file>

<file path=ppt/media/f93078.txt>
</file>

<file path=ppt/media/f93079.txt>
</file>

<file path=ppt/media/f93080.txt>
</file>

<file path=ppt/media/f93081.txt>
</file>

<file path=ppt/media/f93082.txt>
</file>

<file path=ppt/media/f93083.txt>
</file>

<file path=ppt/media/f93084.txt>
</file>

<file path=ppt/media/f93085.txt>
</file>

<file path=ppt/media/f93086.txt>
</file>

<file path=ppt/media/f93087.txt>
</file>

<file path=ppt/media/f93088.txt>
</file>

<file path=ppt/media/f93089.txt>
</file>

<file path=ppt/media/f93090.txt>
</file>

<file path=ppt/media/f93091.txt>
</file>

<file path=ppt/media/f93092.txt>
</file>

<file path=ppt/media/f93093.txt>
</file>

<file path=ppt/media/f93094.txt>
</file>

<file path=ppt/media/f93095.txt>
</file>

<file path=ppt/media/f93096.txt>
</file>

<file path=ppt/media/f93097.txt>
</file>

<file path=ppt/media/f93098.txt>
</file>

<file path=ppt/media/f93099.txt>
</file>

<file path=ppt/media/f93100.txt>
</file>

<file path=ppt/media/f93101.txt>
</file>

<file path=ppt/media/f93102.txt>
</file>

<file path=ppt/media/f93103.txt>
</file>

<file path=ppt/media/f93104.txt>
</file>

<file path=ppt/media/f93105.txt>
</file>

<file path=ppt/media/f93106.txt>
</file>

<file path=ppt/media/f93107.txt>
</file>

<file path=ppt/media/f93108.txt>
</file>

<file path=ppt/media/f93109.txt>
</file>

<file path=ppt/media/f93110.txt>
</file>

<file path=ppt/media/f93111.txt>
</file>

<file path=ppt/media/f93112.txt>
</file>

<file path=ppt/media/f93113.txt>
</file>

<file path=ppt/media/f93114.txt>
</file>

<file path=ppt/media/f93115.txt>
</file>

<file path=ppt/media/f93116.txt>
</file>

<file path=ppt/media/f93117.txt>
</file>

<file path=ppt/media/f93118.txt>
</file>

<file path=ppt/media/f93119.txt>
</file>

<file path=ppt/media/f93120.txt>
</file>

<file path=ppt/media/f93121.txt>
</file>

<file path=ppt/media/f93122.txt>
</file>

<file path=ppt/media/f93123.txt>
</file>

<file path=ppt/media/f93124.txt>
</file>

<file path=ppt/media/f93125.txt>
</file>

<file path=ppt/media/f93126.txt>
</file>

<file path=ppt/media/f93127.txt>
</file>

<file path=ppt/media/f93128.txt>
</file>

<file path=ppt/media/f93129.txt>
</file>

<file path=ppt/media/f93130.txt>
</file>

<file path=ppt/media/f93131.txt>
</file>

<file path=ppt/media/f93132.txt>
</file>

<file path=ppt/media/f93133.txt>
</file>

<file path=ppt/media/f93134.txt>
</file>

<file path=ppt/media/f93135.txt>
</file>

<file path=ppt/media/f93136.txt>
</file>

<file path=ppt/media/f93137.txt>
</file>

<file path=ppt/media/f93138.txt>
</file>

<file path=ppt/media/f93139.txt>
</file>

<file path=ppt/media/f93140.txt>
</file>

<file path=ppt/media/f93141.txt>
</file>

<file path=ppt/media/f93142.txt>
</file>

<file path=ppt/media/f93143.txt>
</file>

<file path=ppt/media/f93144.txt>
</file>

<file path=ppt/media/f93145.txt>
</file>

<file path=ppt/media/f93146.txt>
</file>

<file path=ppt/media/f93147.txt>
</file>

<file path=ppt/media/f93148.txt>
</file>

<file path=ppt/media/f93149.txt>
</file>

<file path=ppt/media/f93150.txt>
</file>

<file path=ppt/media/f93151.txt>
</file>

<file path=ppt/media/f93152.txt>
</file>

<file path=ppt/media/f93153.txt>
</file>

<file path=ppt/media/f93154.txt>
</file>

<file path=ppt/media/f93155.txt>
</file>

<file path=ppt/media/f93156.txt>
</file>

<file path=ppt/media/f93157.txt>
</file>

<file path=ppt/media/f93158.txt>
</file>

<file path=ppt/media/f93159.txt>
</file>

<file path=ppt/media/f93160.txt>
</file>

<file path=ppt/media/f93161.txt>
</file>

<file path=ppt/media/f93162.txt>
</file>

<file path=ppt/media/f93163.txt>
</file>

<file path=ppt/media/f93164.txt>
</file>

<file path=ppt/media/f93165.txt>
</file>

<file path=ppt/media/f93166.txt>
</file>

<file path=ppt/media/f93167.txt>
</file>

<file path=ppt/media/f93168.txt>
</file>

<file path=ppt/media/f93169.txt>
</file>

<file path=ppt/media/f93170.txt>
</file>

<file path=ppt/media/f93171.txt>
</file>

<file path=ppt/media/f93172.txt>
</file>

<file path=ppt/media/f93173.txt>
</file>

<file path=ppt/media/f93174.txt>
</file>

<file path=ppt/media/f93175.txt>
</file>

<file path=ppt/media/f93176.txt>
</file>

<file path=ppt/media/f93177.txt>
</file>

<file path=ppt/media/f93178.txt>
</file>

<file path=ppt/media/f93179.txt>
</file>

<file path=ppt/media/f93180.txt>
</file>

<file path=ppt/media/f93181.txt>
</file>

<file path=ppt/media/f93182.txt>
</file>

<file path=ppt/media/f93183.txt>
</file>

<file path=ppt/media/f93184.txt>
</file>

<file path=ppt/media/f93185.txt>
</file>

<file path=ppt/media/f93186.txt>
</file>

<file path=ppt/media/f93187.txt>
</file>

<file path=ppt/media/f93188.txt>
</file>

<file path=ppt/media/f93189.txt>
</file>

<file path=ppt/media/f93190.txt>
</file>

<file path=ppt/media/f93191.txt>
</file>

<file path=ppt/media/f93192.txt>
</file>

<file path=ppt/media/f93193.txt>
</file>

<file path=ppt/media/f93194.txt>
</file>

<file path=ppt/media/f93195.txt>
</file>

<file path=ppt/media/f93196.txt>
</file>

<file path=ppt/media/f93197.txt>
</file>

<file path=ppt/media/f93198.txt>
</file>

<file path=ppt/media/f93199.txt>
</file>

<file path=ppt/media/f93200.txt>
</file>

<file path=ppt/media/f93201.txt>
</file>

<file path=ppt/media/f93202.txt>
</file>

<file path=ppt/media/f93203.txt>
</file>

<file path=ppt/media/f93204.txt>
</file>

<file path=ppt/media/f93205.txt>
</file>

<file path=ppt/media/f93206.txt>
</file>

<file path=ppt/media/f93207.txt>
</file>

<file path=ppt/media/f93208.txt>
</file>

<file path=ppt/media/f93209.txt>
</file>

<file path=ppt/media/f93210.txt>
</file>

<file path=ppt/media/f93211.txt>
</file>

<file path=ppt/media/f93212.txt>
</file>

<file path=ppt/media/f93213.txt>
</file>

<file path=ppt/media/f93214.txt>
</file>

<file path=ppt/media/f93215.txt>
</file>

<file path=ppt/media/f93216.txt>
</file>

<file path=ppt/media/f93217.txt>
</file>

<file path=ppt/media/f93218.txt>
</file>

<file path=ppt/media/f93219.txt>
</file>

<file path=ppt/media/f93220.txt>
</file>

<file path=ppt/media/f93221.txt>
</file>

<file path=ppt/media/f93222.txt>
</file>

<file path=ppt/media/f93223.txt>
</file>

<file path=ppt/media/f93224.txt>
</file>

<file path=ppt/media/f93225.txt>
</file>

<file path=ppt/media/f93226.txt>
</file>

<file path=ppt/media/f93227.txt>
</file>

<file path=ppt/media/f93228.txt>
</file>

<file path=ppt/media/f93229.txt>
</file>

<file path=ppt/media/f93230.txt>
</file>

<file path=ppt/media/f93231.txt>
</file>

<file path=ppt/media/f93232.txt>
</file>

<file path=ppt/media/f93233.txt>
</file>

<file path=ppt/media/f93234.txt>
</file>

<file path=ppt/media/f93235.txt>
</file>

<file path=ppt/media/f93236.txt>
</file>

<file path=ppt/media/f93237.txt>
</file>

<file path=ppt/media/f93238.txt>
</file>

<file path=ppt/media/f93239.txt>
</file>

<file path=ppt/media/f93240.txt>
</file>

<file path=ppt/media/f93241.txt>
</file>

<file path=ppt/media/f93242.txt>
</file>

<file path=ppt/media/f93243.txt>
</file>

<file path=ppt/media/f93244.txt>
</file>

<file path=ppt/media/f93245.txt>
</file>

<file path=ppt/media/f93246.txt>
</file>

<file path=ppt/media/f93247.txt>
</file>

<file path=ppt/media/f93248.txt>
</file>

<file path=ppt/media/f93249.txt>
</file>

<file path=ppt/media/f93250.txt>
</file>

<file path=ppt/media/f93251.txt>
</file>

<file path=ppt/media/f93252.txt>
</file>

<file path=ppt/media/f93253.txt>
</file>

<file path=ppt/media/f93254.txt>
</file>

<file path=ppt/media/f93255.txt>
</file>

<file path=ppt/media/f93256.txt>
</file>

<file path=ppt/media/f93257.txt>
</file>

<file path=ppt/media/f93258.txt>
</file>

<file path=ppt/media/f93259.txt>
</file>

<file path=ppt/media/f93260.txt>
</file>

<file path=ppt/media/f93261.txt>
</file>

<file path=ppt/media/f93262.txt>
</file>

<file path=ppt/media/f93263.txt>
</file>

<file path=ppt/media/f93264.txt>
</file>

<file path=ppt/media/f93265.txt>
</file>

<file path=ppt/media/f93266.txt>
</file>

<file path=ppt/media/f93267.txt>
</file>

<file path=ppt/media/f93268.txt>
</file>

<file path=ppt/media/f93269.txt>
</file>

<file path=ppt/media/f93270.txt>
</file>

<file path=ppt/media/f93271.txt>
</file>

<file path=ppt/media/f93272.txt>
</file>

<file path=ppt/media/f93273.txt>
</file>

<file path=ppt/media/f93274.txt>
</file>

<file path=ppt/media/f93275.txt>
</file>

<file path=ppt/media/f93276.txt>
</file>

<file path=ppt/media/f93277.txt>
</file>

<file path=ppt/media/f93278.txt>
</file>

<file path=ppt/media/f93279.txt>
</file>

<file path=ppt/media/f93280.txt>
</file>

<file path=ppt/media/f93281.txt>
</file>

<file path=ppt/media/f93282.txt>
</file>

<file path=ppt/media/f93283.txt>
</file>

<file path=ppt/media/f93284.txt>
</file>

<file path=ppt/media/f93285.txt>
</file>

<file path=ppt/media/f93286.txt>
</file>

<file path=ppt/media/f93287.txt>
</file>

<file path=ppt/media/f93288.txt>
</file>

<file path=ppt/media/f93289.txt>
</file>

<file path=ppt/media/f93290.txt>
</file>

<file path=ppt/media/f93291.txt>
</file>

<file path=ppt/media/f93292.txt>
</file>

<file path=ppt/media/f93293.txt>
</file>

<file path=ppt/media/f93294.txt>
</file>

<file path=ppt/media/f93295.txt>
</file>

<file path=ppt/media/f93296.txt>
</file>

<file path=ppt/media/f93297.txt>
</file>

<file path=ppt/media/f93298.txt>
</file>

<file path=ppt/media/f93299.txt>
</file>

<file path=ppt/media/f93300.txt>
</file>

<file path=ppt/media/f93301.txt>
</file>

<file path=ppt/media/f93302.txt>
</file>

<file path=ppt/media/f93303.txt>
</file>

<file path=ppt/media/f93304.txt>
</file>

<file path=ppt/media/f93305.txt>
</file>

<file path=ppt/media/f93306.txt>
</file>

<file path=ppt/media/f93307.txt>
</file>

<file path=ppt/media/f93308.txt>
</file>

<file path=ppt/media/f93309.txt>
</file>

<file path=ppt/media/f93310.txt>
</file>

<file path=ppt/media/f93311.txt>
</file>

<file path=ppt/media/f93312.txt>
</file>

<file path=ppt/media/f93313.txt>
</file>

<file path=ppt/media/f93314.txt>
</file>

<file path=ppt/media/f93315.txt>
</file>

<file path=ppt/media/f93316.txt>
</file>

<file path=ppt/media/f93317.txt>
</file>

<file path=ppt/media/f93318.txt>
</file>

<file path=ppt/media/f93319.txt>
</file>

<file path=ppt/media/f93320.txt>
</file>

<file path=ppt/media/f93321.txt>
</file>

<file path=ppt/media/f93322.txt>
</file>

<file path=ppt/media/f93323.txt>
</file>

<file path=ppt/media/f93324.txt>
</file>

<file path=ppt/media/f93325.txt>
</file>

<file path=ppt/media/f93326.txt>
</file>

<file path=ppt/media/f93327.txt>
</file>

<file path=ppt/media/f93328.txt>
</file>

<file path=ppt/media/f93329.txt>
</file>

<file path=ppt/media/f93330.txt>
</file>

<file path=ppt/media/f93331.txt>
</file>

<file path=ppt/media/f93332.txt>
</file>

<file path=ppt/media/f93333.txt>
</file>

<file path=ppt/media/f93334.txt>
</file>

<file path=ppt/media/f93335.txt>
</file>

<file path=ppt/media/f93336.txt>
</file>

<file path=ppt/media/f93337.txt>
</file>

<file path=ppt/media/f93338.txt>
</file>

<file path=ppt/media/f93339.txt>
</file>

<file path=ppt/media/f93340.txt>
</file>

<file path=ppt/media/f93341.txt>
</file>

<file path=ppt/media/f93342.txt>
</file>

<file path=ppt/media/f93343.txt>
</file>

<file path=ppt/media/f93344.txt>
</file>

<file path=ppt/media/f93345.txt>
</file>

<file path=ppt/media/f93346.txt>
</file>

<file path=ppt/media/f93347.txt>
</file>

<file path=ppt/media/f93348.txt>
</file>

<file path=ppt/media/f93349.txt>
</file>

<file path=ppt/media/f93350.txt>
</file>

<file path=ppt/media/f93351.txt>
</file>

<file path=ppt/media/f93352.txt>
</file>

<file path=ppt/media/f93353.txt>
</file>

<file path=ppt/media/f93354.txt>
</file>

<file path=ppt/media/f93355.txt>
</file>

<file path=ppt/media/f93356.txt>
</file>

<file path=ppt/media/f93357.txt>
</file>

<file path=ppt/media/f93358.txt>
</file>

<file path=ppt/media/f93359.txt>
</file>

<file path=ppt/media/f93360.txt>
</file>

<file path=ppt/media/f93361.txt>
</file>

<file path=ppt/media/f93362.txt>
</file>

<file path=ppt/media/f93363.txt>
</file>

<file path=ppt/media/f93364.txt>
</file>

<file path=ppt/media/f93365.txt>
</file>

<file path=ppt/media/f93366.txt>
</file>

<file path=ppt/media/f93367.txt>
</file>

<file path=ppt/media/f93368.txt>
</file>

<file path=ppt/media/f93369.txt>
</file>

<file path=ppt/media/f93370.txt>
</file>

<file path=ppt/media/f93371.txt>
</file>

<file path=ppt/media/f93372.txt>
</file>

<file path=ppt/media/f93373.txt>
</file>

<file path=ppt/media/f93374.txt>
</file>

<file path=ppt/media/f93375.txt>
</file>

<file path=ppt/media/f93376.txt>
</file>

<file path=ppt/media/f93377.txt>
</file>

<file path=ppt/media/f93378.txt>
</file>

<file path=ppt/media/f93379.txt>
</file>

<file path=ppt/media/f93380.txt>
</file>

<file path=ppt/media/f93381.txt>
</file>

<file path=ppt/media/f93382.txt>
</file>

<file path=ppt/media/f93383.txt>
</file>

<file path=ppt/media/f93384.txt>
</file>

<file path=ppt/media/f93385.txt>
</file>

<file path=ppt/media/f93386.txt>
</file>

<file path=ppt/media/f93387.txt>
</file>

<file path=ppt/media/f93388.txt>
</file>

<file path=ppt/media/f93389.txt>
</file>

<file path=ppt/media/f93390.txt>
</file>

<file path=ppt/media/f93391.txt>
</file>

<file path=ppt/media/f93392.txt>
</file>

<file path=ppt/media/f93393.txt>
</file>

<file path=ppt/media/f93394.txt>
</file>

<file path=ppt/media/f93395.txt>
</file>

<file path=ppt/media/f93396.txt>
</file>

<file path=ppt/media/f93397.txt>
</file>

<file path=ppt/media/f93398.txt>
</file>

<file path=ppt/media/f93399.txt>
</file>

<file path=ppt/media/f93400.txt>
</file>

<file path=ppt/media/f93401.txt>
</file>

<file path=ppt/media/f93402.txt>
</file>

<file path=ppt/media/f93403.txt>
</file>

<file path=ppt/media/f93404.txt>
</file>

<file path=ppt/media/f93405.txt>
</file>

<file path=ppt/media/f93406.txt>
</file>

<file path=ppt/media/f93407.txt>
</file>

<file path=ppt/media/f93408.txt>
</file>

<file path=ppt/media/f93409.txt>
</file>

<file path=ppt/media/f93410.txt>
</file>

<file path=ppt/media/f93411.txt>
</file>

<file path=ppt/media/f93412.txt>
</file>

<file path=ppt/media/f93413.txt>
</file>

<file path=ppt/media/f93414.txt>
</file>

<file path=ppt/media/f93415.txt>
</file>

<file path=ppt/media/f93416.txt>
</file>

<file path=ppt/media/f93417.txt>
</file>

<file path=ppt/media/f93418.txt>
</file>

<file path=ppt/media/f93419.txt>
</file>

<file path=ppt/media/f93420.txt>
</file>

<file path=ppt/media/f93421.txt>
</file>

<file path=ppt/media/f93422.txt>
</file>

<file path=ppt/media/f93423.txt>
</file>

<file path=ppt/media/f93424.txt>
</file>

<file path=ppt/media/f93425.txt>
</file>

<file path=ppt/media/f93426.txt>
</file>

<file path=ppt/media/f93427.txt>
</file>

<file path=ppt/media/f93428.txt>
</file>

<file path=ppt/media/f93429.txt>
</file>

<file path=ppt/media/f93430.txt>
</file>

<file path=ppt/media/f93431.txt>
</file>

<file path=ppt/media/f93432.txt>
</file>

<file path=ppt/media/f93433.txt>
</file>

<file path=ppt/media/f93434.txt>
</file>

<file path=ppt/media/f93435.txt>
</file>

<file path=ppt/media/f93436.txt>
</file>

<file path=ppt/media/f93437.txt>
</file>

<file path=ppt/media/f93438.txt>
</file>

<file path=ppt/media/f93439.txt>
</file>

<file path=ppt/media/f93440.txt>
</file>

<file path=ppt/media/f93441.txt>
</file>

<file path=ppt/media/f93442.txt>
</file>

<file path=ppt/media/f93443.txt>
</file>

<file path=ppt/media/f93444.txt>
</file>

<file path=ppt/media/f93445.txt>
</file>

<file path=ppt/media/f93446.txt>
</file>

<file path=ppt/media/f93447.txt>
</file>

<file path=ppt/media/f93448.txt>
</file>

<file path=ppt/media/f93449.txt>
</file>

<file path=ppt/media/f93450.txt>
</file>

<file path=ppt/media/f93451.txt>
</file>

<file path=ppt/media/f93452.txt>
</file>

<file path=ppt/media/f93453.txt>
</file>

<file path=ppt/media/f93454.txt>
</file>

<file path=ppt/media/f93455.txt>
</file>

<file path=ppt/media/f93456.txt>
</file>

<file path=ppt/media/f93457.txt>
</file>

<file path=ppt/media/f93458.txt>
</file>

<file path=ppt/media/f93459.txt>
</file>

<file path=ppt/media/f93460.txt>
</file>

<file path=ppt/media/f93461.txt>
</file>

<file path=ppt/media/f93462.txt>
</file>

<file path=ppt/media/f93463.txt>
</file>

<file path=ppt/media/f93464.txt>
</file>

<file path=ppt/media/f93465.txt>
</file>

<file path=ppt/media/f93466.txt>
</file>

<file path=ppt/media/f93467.txt>
</file>

<file path=ppt/media/f93468.txt>
</file>

<file path=ppt/media/f93469.txt>
</file>

<file path=ppt/media/f93470.txt>
</file>

<file path=ppt/media/f93471.txt>
</file>

<file path=ppt/media/f93472.txt>
</file>

<file path=ppt/media/f93473.txt>
</file>

<file path=ppt/media/f93474.txt>
</file>

<file path=ppt/media/f93475.txt>
</file>

<file path=ppt/media/f93476.txt>
</file>

<file path=ppt/media/f93477.txt>
</file>

<file path=ppt/media/f93478.txt>
</file>

<file path=ppt/media/f93479.txt>
</file>

<file path=ppt/media/f93480.txt>
</file>

<file path=ppt/media/f93481.txt>
</file>

<file path=ppt/media/f93482.txt>
</file>

<file path=ppt/media/f93483.txt>
</file>

<file path=ppt/media/f93484.txt>
</file>

<file path=ppt/media/f93485.txt>
</file>

<file path=ppt/media/f93486.txt>
</file>

<file path=ppt/media/f93487.txt>
</file>

<file path=ppt/media/f93488.txt>
</file>

<file path=ppt/media/f93489.txt>
</file>

<file path=ppt/media/f93490.txt>
</file>

<file path=ppt/media/f93491.txt>
</file>

<file path=ppt/media/f93492.txt>
</file>

<file path=ppt/media/f93493.txt>
</file>

<file path=ppt/media/f93494.txt>
</file>

<file path=ppt/media/f93495.txt>
</file>

<file path=ppt/media/f93496.txt>
</file>

<file path=ppt/media/f93497.txt>
</file>

<file path=ppt/media/f93498.txt>
</file>

<file path=ppt/media/f93499.txt>
</file>

<file path=ppt/media/f93500.txt>
</file>

<file path=ppt/media/f93501.txt>
</file>

<file path=ppt/media/f93502.txt>
</file>

<file path=ppt/media/f93503.txt>
</file>

<file path=ppt/media/f93504.txt>
</file>

<file path=ppt/media/f93505.txt>
</file>

<file path=ppt/media/f93506.txt>
</file>

<file path=ppt/media/f93507.txt>
</file>

<file path=ppt/media/f93508.txt>
</file>

<file path=ppt/media/f93509.txt>
</file>

<file path=ppt/media/f93510.txt>
</file>

<file path=ppt/media/f93511.txt>
</file>

<file path=ppt/media/f93512.txt>
</file>

<file path=ppt/media/f93513.txt>
</file>

<file path=ppt/media/f93514.txt>
</file>

<file path=ppt/media/f93515.txt>
</file>

<file path=ppt/media/f93516.txt>
</file>

<file path=ppt/media/f93517.txt>
</file>

<file path=ppt/media/f93518.txt>
</file>

<file path=ppt/media/f93519.txt>
</file>

<file path=ppt/media/f93520.txt>
</file>

<file path=ppt/media/f93521.txt>
</file>

<file path=ppt/media/f93522.txt>
</file>

<file path=ppt/media/f93523.txt>
</file>

<file path=ppt/media/f93524.txt>
</file>

<file path=ppt/media/f93525.txt>
</file>

<file path=ppt/media/f93526.txt>
</file>

<file path=ppt/media/f93527.txt>
</file>

<file path=ppt/media/f93528.txt>
</file>

<file path=ppt/media/f93529.txt>
</file>

<file path=ppt/media/f93530.txt>
</file>

<file path=ppt/media/f93531.txt>
</file>

<file path=ppt/media/f93532.txt>
</file>

<file path=ppt/media/f93533.txt>
</file>

<file path=ppt/media/f93534.txt>
</file>

<file path=ppt/media/f93535.txt>
</file>

<file path=ppt/media/f93536.txt>
</file>

<file path=ppt/media/f93537.txt>
</file>

<file path=ppt/media/f93538.txt>
</file>

<file path=ppt/media/f93539.txt>
</file>

<file path=ppt/media/f93540.txt>
</file>

<file path=ppt/media/f93541.txt>
</file>

<file path=ppt/media/f93542.txt>
</file>

<file path=ppt/media/f93543.txt>
</file>

<file path=ppt/media/f93544.txt>
</file>

<file path=ppt/media/f93545.txt>
</file>

<file path=ppt/media/f93546.txt>
</file>

<file path=ppt/media/f93547.txt>
</file>

<file path=ppt/media/f93548.txt>
</file>

<file path=ppt/media/f93549.txt>
</file>

<file path=ppt/media/f93550.txt>
</file>

<file path=ppt/media/f93551.txt>
</file>

<file path=ppt/media/f93552.txt>
</file>

<file path=ppt/media/f93553.txt>
</file>

<file path=ppt/media/f93554.txt>
</file>

<file path=ppt/media/f93555.txt>
</file>

<file path=ppt/media/f93556.txt>
</file>

<file path=ppt/media/f93557.txt>
</file>

<file path=ppt/media/f93558.txt>
</file>

<file path=ppt/media/f93559.txt>
</file>

<file path=ppt/media/f93560.txt>
</file>

<file path=ppt/media/f93561.txt>
</file>

<file path=ppt/media/f93562.txt>
</file>

<file path=ppt/media/f93563.txt>
</file>

<file path=ppt/media/f93564.txt>
</file>

<file path=ppt/media/f93565.txt>
</file>

<file path=ppt/media/f93566.txt>
</file>

<file path=ppt/media/f93567.txt>
</file>

<file path=ppt/media/f93568.txt>
</file>

<file path=ppt/media/f93569.txt>
</file>

<file path=ppt/media/f93570.txt>
</file>

<file path=ppt/media/f93571.txt>
</file>

<file path=ppt/media/f93572.txt>
</file>

<file path=ppt/media/f93573.txt>
</file>

<file path=ppt/media/f93574.txt>
</file>

<file path=ppt/media/f93575.txt>
</file>

<file path=ppt/media/f93576.txt>
</file>

<file path=ppt/media/f93577.txt>
</file>

<file path=ppt/media/f93578.txt>
</file>

<file path=ppt/media/f93579.txt>
</file>

<file path=ppt/media/f93580.txt>
</file>

<file path=ppt/media/f93581.txt>
</file>

<file path=ppt/media/f93582.txt>
</file>

<file path=ppt/media/f93583.txt>
</file>

<file path=ppt/media/f93584.txt>
</file>

<file path=ppt/media/f93585.txt>
</file>

<file path=ppt/media/f93586.txt>
</file>

<file path=ppt/media/f93587.txt>
</file>

<file path=ppt/media/f93588.txt>
</file>

<file path=ppt/media/f93589.txt>
</file>

<file path=ppt/media/f93590.txt>
</file>

<file path=ppt/media/f93591.txt>
</file>

<file path=ppt/media/f93592.txt>
</file>

<file path=ppt/media/f93593.txt>
</file>

<file path=ppt/media/f93594.txt>
</file>

<file path=ppt/media/f93595.txt>
</file>

<file path=ppt/media/f93596.txt>
</file>

<file path=ppt/media/f93597.txt>
</file>

<file path=ppt/media/f93598.txt>
</file>

<file path=ppt/media/f93599.txt>
</file>

<file path=ppt/media/f93600.txt>
</file>

<file path=ppt/media/f93601.txt>
</file>

<file path=ppt/media/f93602.txt>
</file>

<file path=ppt/media/f93603.txt>
</file>

<file path=ppt/media/f93604.txt>
</file>

<file path=ppt/media/f93605.txt>
</file>

<file path=ppt/media/f93606.txt>
</file>

<file path=ppt/media/f93607.txt>
</file>

<file path=ppt/media/f93608.txt>
</file>

<file path=ppt/media/f93609.txt>
</file>

<file path=ppt/media/f93610.txt>
</file>

<file path=ppt/media/f93611.txt>
</file>

<file path=ppt/media/f93612.txt>
</file>

<file path=ppt/media/f93613.txt>
</file>

<file path=ppt/media/f93614.txt>
</file>

<file path=ppt/media/f93615.txt>
</file>

<file path=ppt/media/f93616.txt>
</file>

<file path=ppt/media/f93617.txt>
</file>

<file path=ppt/media/f93618.txt>
</file>

<file path=ppt/media/f93619.txt>
</file>

<file path=ppt/media/f93620.txt>
</file>

<file path=ppt/media/f93621.txt>
</file>

<file path=ppt/media/f93622.txt>
</file>

<file path=ppt/media/f93623.txt>
</file>

<file path=ppt/media/f93624.txt>
</file>

<file path=ppt/media/f93625.txt>
</file>

<file path=ppt/media/f93626.txt>
</file>

<file path=ppt/media/f93627.txt>
</file>

<file path=ppt/media/f93628.txt>
</file>

<file path=ppt/media/f93629.txt>
</file>

<file path=ppt/media/f93630.txt>
</file>

<file path=ppt/media/f93631.txt>
</file>

<file path=ppt/media/f93632.txt>
</file>

<file path=ppt/media/f93633.txt>
</file>

<file path=ppt/media/f93634.txt>
</file>

<file path=ppt/media/f93635.txt>
</file>

<file path=ppt/media/f93636.txt>
</file>

<file path=ppt/media/f93637.txt>
</file>

<file path=ppt/media/f93638.txt>
</file>

<file path=ppt/media/f93639.txt>
</file>

<file path=ppt/media/f93640.txt>
</file>

<file path=ppt/media/f93641.txt>
</file>

<file path=ppt/media/f93642.txt>
</file>

<file path=ppt/media/f93643.txt>
</file>

<file path=ppt/media/f93644.txt>
</file>

<file path=ppt/media/f93645.txt>
</file>

<file path=ppt/media/f93646.txt>
</file>

<file path=ppt/media/f93647.txt>
</file>

<file path=ppt/media/f93648.txt>
</file>

<file path=ppt/media/f93649.txt>
</file>

<file path=ppt/media/f93650.txt>
</file>

<file path=ppt/media/f93651.txt>
</file>

<file path=ppt/media/f93652.txt>
</file>

<file path=ppt/media/f93653.txt>
</file>

<file path=ppt/media/f93654.txt>
</file>

<file path=ppt/media/f93655.txt>
</file>

<file path=ppt/media/f93656.txt>
</file>

<file path=ppt/media/f93657.txt>
</file>

<file path=ppt/media/f93658.txt>
</file>

<file path=ppt/media/f93659.txt>
</file>

<file path=ppt/media/f93660.txt>
</file>

<file path=ppt/media/f93661.txt>
</file>

<file path=ppt/media/f93662.txt>
</file>

<file path=ppt/media/f93663.txt>
</file>

<file path=ppt/media/f93664.txt>
</file>

<file path=ppt/media/f93665.txt>
</file>

<file path=ppt/media/f93666.txt>
</file>

<file path=ppt/media/f93667.txt>
</file>

<file path=ppt/media/f93668.txt>
</file>

<file path=ppt/media/f93669.txt>
</file>

<file path=ppt/media/f93670.txt>
</file>

<file path=ppt/media/f93671.txt>
</file>

<file path=ppt/media/f93672.txt>
</file>

<file path=ppt/media/f93673.txt>
</file>

<file path=ppt/media/f93674.txt>
</file>

<file path=ppt/media/f93675.txt>
</file>

<file path=ppt/media/f93676.txt>
</file>

<file path=ppt/media/f93677.txt>
</file>

<file path=ppt/media/f93678.txt>
</file>

<file path=ppt/media/f93679.txt>
</file>

<file path=ppt/media/f93680.txt>
</file>

<file path=ppt/media/f93681.txt>
</file>

<file path=ppt/media/f93682.txt>
</file>

<file path=ppt/media/f93683.txt>
</file>

<file path=ppt/media/f93684.txt>
</file>

<file path=ppt/media/f93685.txt>
</file>

<file path=ppt/media/f93686.txt>
</file>

<file path=ppt/media/f93687.txt>
</file>

<file path=ppt/media/f93688.txt>
</file>

<file path=ppt/media/f93689.txt>
</file>

<file path=ppt/media/f93690.txt>
</file>

<file path=ppt/media/f93691.txt>
</file>

<file path=ppt/media/f93692.txt>
</file>

<file path=ppt/media/f93693.txt>
</file>

<file path=ppt/media/f93694.txt>
</file>

<file path=ppt/media/f93695.txt>
</file>

<file path=ppt/media/f93696.txt>
</file>

<file path=ppt/media/f93697.txt>
</file>

<file path=ppt/media/f93698.txt>
</file>

<file path=ppt/media/f93699.txt>
</file>

<file path=ppt/media/f93700.txt>
</file>

<file path=ppt/media/f93701.txt>
</file>

<file path=ppt/media/f93702.txt>
</file>

<file path=ppt/media/f93703.txt>
</file>

<file path=ppt/media/f93704.txt>
</file>

<file path=ppt/media/f93705.txt>
</file>

<file path=ppt/media/f93706.txt>
</file>

<file path=ppt/media/f93707.txt>
</file>

<file path=ppt/media/f93708.txt>
</file>

<file path=ppt/media/f93709.txt>
</file>

<file path=ppt/media/f93710.txt>
</file>

<file path=ppt/media/f93711.txt>
</file>

<file path=ppt/media/f93712.txt>
</file>

<file path=ppt/media/f93713.txt>
</file>

<file path=ppt/media/f93714.txt>
</file>

<file path=ppt/media/f93715.txt>
</file>

<file path=ppt/media/f93716.txt>
</file>

<file path=ppt/media/f93717.txt>
</file>

<file path=ppt/media/f93718.txt>
</file>

<file path=ppt/media/f93719.txt>
</file>

<file path=ppt/media/f93720.txt>
</file>

<file path=ppt/media/f93721.txt>
</file>

<file path=ppt/media/f93722.txt>
</file>

<file path=ppt/media/f93723.txt>
</file>

<file path=ppt/media/f93724.txt>
</file>

<file path=ppt/media/f93725.txt>
</file>

<file path=ppt/media/f93726.txt>
</file>

<file path=ppt/media/f93727.txt>
</file>

<file path=ppt/media/f93728.txt>
</file>

<file path=ppt/media/f93729.txt>
</file>

<file path=ppt/media/f93730.txt>
</file>

<file path=ppt/media/f93731.txt>
</file>

<file path=ppt/media/f93732.txt>
</file>

<file path=ppt/media/f93733.txt>
</file>

<file path=ppt/media/f93734.txt>
</file>

<file path=ppt/media/f93735.txt>
</file>

<file path=ppt/media/f93736.txt>
</file>

<file path=ppt/media/f93737.txt>
</file>

<file path=ppt/media/f93738.txt>
</file>

<file path=ppt/media/f93739.txt>
</file>

<file path=ppt/media/f93740.txt>
</file>

<file path=ppt/media/f93741.txt>
</file>

<file path=ppt/media/f93742.txt>
</file>

<file path=ppt/media/f93743.txt>
</file>

<file path=ppt/media/f93744.txt>
</file>

<file path=ppt/media/f93745.txt>
</file>

<file path=ppt/media/f93746.txt>
</file>

<file path=ppt/media/f93747.txt>
</file>

<file path=ppt/media/f93748.txt>
</file>

<file path=ppt/media/f93749.txt>
</file>

<file path=ppt/media/f93750.txt>
</file>

<file path=ppt/media/f93751.txt>
</file>

<file path=ppt/media/f93752.txt>
</file>

<file path=ppt/media/f93753.txt>
</file>

<file path=ppt/media/f93754.txt>
</file>

<file path=ppt/media/f93755.txt>
</file>

<file path=ppt/media/f93756.txt>
</file>

<file path=ppt/media/f93757.txt>
</file>

<file path=ppt/media/f93758.txt>
</file>

<file path=ppt/media/f93759.txt>
</file>

<file path=ppt/media/f93760.txt>
</file>

<file path=ppt/media/f93761.txt>
</file>

<file path=ppt/media/f93762.txt>
</file>

<file path=ppt/media/f93763.txt>
</file>

<file path=ppt/media/f93764.txt>
</file>

<file path=ppt/media/f93765.txt>
</file>

<file path=ppt/media/f93766.txt>
</file>

<file path=ppt/media/f93767.txt>
</file>

<file path=ppt/media/f93768.txt>
</file>

<file path=ppt/media/f93769.txt>
</file>

<file path=ppt/media/f93770.txt>
</file>

<file path=ppt/media/f93771.txt>
</file>

<file path=ppt/media/f93772.txt>
</file>

<file path=ppt/media/f93773.txt>
</file>

<file path=ppt/media/f93774.txt>
</file>

<file path=ppt/media/f93775.txt>
</file>

<file path=ppt/media/f93776.txt>
</file>

<file path=ppt/media/f93777.txt>
</file>

<file path=ppt/media/f93778.txt>
</file>

<file path=ppt/media/f93779.txt>
</file>

<file path=ppt/media/f93780.txt>
</file>

<file path=ppt/media/f93781.txt>
</file>

<file path=ppt/media/f93782.txt>
</file>

<file path=ppt/media/f93783.txt>
</file>

<file path=ppt/media/f93784.txt>
</file>

<file path=ppt/media/f93785.txt>
</file>

<file path=ppt/media/f93786.txt>
</file>

<file path=ppt/media/f93787.txt>
</file>

<file path=ppt/media/f93788.txt>
</file>

<file path=ppt/media/f93789.txt>
</file>

<file path=ppt/media/f93790.txt>
</file>

<file path=ppt/media/f93791.txt>
</file>

<file path=ppt/media/f93792.txt>
</file>

<file path=ppt/media/f93793.txt>
</file>

<file path=ppt/media/f93794.txt>
</file>

<file path=ppt/media/f93795.txt>
</file>

<file path=ppt/media/f93796.txt>
</file>

<file path=ppt/media/f93797.txt>
</file>

<file path=ppt/media/f93798.txt>
</file>

<file path=ppt/media/f93799.txt>
</file>

<file path=ppt/media/f93800.txt>
</file>

<file path=ppt/media/f93801.txt>
</file>

<file path=ppt/media/f93802.txt>
</file>

<file path=ppt/media/f93803.txt>
</file>

<file path=ppt/media/f93804.txt>
</file>

<file path=ppt/media/f93805.txt>
</file>

<file path=ppt/media/f93806.txt>
</file>

<file path=ppt/media/f93807.txt>
</file>

<file path=ppt/media/f93808.txt>
</file>

<file path=ppt/media/f93809.txt>
</file>

<file path=ppt/media/f93810.txt>
</file>

<file path=ppt/media/f93811.txt>
</file>

<file path=ppt/media/f93812.txt>
</file>

<file path=ppt/media/f93813.txt>
</file>

<file path=ppt/media/f93814.txt>
</file>

<file path=ppt/media/f93815.txt>
</file>

<file path=ppt/media/f93816.txt>
</file>

<file path=ppt/media/f93817.txt>
</file>

<file path=ppt/media/f93818.txt>
</file>

<file path=ppt/media/f93819.txt>
</file>

<file path=ppt/media/f93820.txt>
</file>

<file path=ppt/media/f93821.txt>
</file>

<file path=ppt/media/f93822.txt>
</file>

<file path=ppt/media/f93823.txt>
</file>

<file path=ppt/media/f93824.txt>
</file>

<file path=ppt/media/f93825.txt>
</file>

<file path=ppt/media/f93826.txt>
</file>

<file path=ppt/media/f93827.txt>
</file>

<file path=ppt/media/f93828.txt>
</file>

<file path=ppt/media/f93829.txt>
</file>

<file path=ppt/media/f93830.txt>
</file>

<file path=ppt/media/f93831.txt>
</file>

<file path=ppt/media/f93832.txt>
</file>

<file path=ppt/media/f93833.txt>
</file>

<file path=ppt/media/f93834.txt>
</file>

<file path=ppt/media/f93835.txt>
</file>

<file path=ppt/media/f93836.txt>
</file>

<file path=ppt/media/f93837.txt>
</file>

<file path=ppt/media/f93838.txt>
</file>

<file path=ppt/media/f93839.txt>
</file>

<file path=ppt/media/f93840.txt>
</file>

<file path=ppt/media/f93841.txt>
</file>

<file path=ppt/media/f93842.txt>
</file>

<file path=ppt/media/f93843.txt>
</file>

<file path=ppt/media/f93844.txt>
</file>

<file path=ppt/media/f93845.txt>
</file>

<file path=ppt/media/f93846.txt>
</file>

<file path=ppt/media/f93847.txt>
</file>

<file path=ppt/media/f93848.txt>
</file>

<file path=ppt/media/f93849.txt>
</file>

<file path=ppt/media/f93850.txt>
</file>

<file path=ppt/media/f93851.txt>
</file>

<file path=ppt/media/f93852.txt>
</file>

<file path=ppt/media/f93853.txt>
</file>

<file path=ppt/media/f93854.txt>
</file>

<file path=ppt/media/f93855.txt>
</file>

<file path=ppt/media/f93856.txt>
</file>

<file path=ppt/media/f93857.txt>
</file>

<file path=ppt/media/f93858.txt>
</file>

<file path=ppt/media/f93859.txt>
</file>

<file path=ppt/media/f93860.txt>
</file>

<file path=ppt/media/f93861.txt>
</file>

<file path=ppt/media/f93862.txt>
</file>

<file path=ppt/media/f93863.txt>
</file>

<file path=ppt/media/f93864.txt>
</file>

<file path=ppt/media/f93865.txt>
</file>

<file path=ppt/media/f93866.txt>
</file>

<file path=ppt/media/f93867.txt>
</file>

<file path=ppt/media/f93868.txt>
</file>

<file path=ppt/media/f93869.txt>
</file>

<file path=ppt/media/f93870.txt>
</file>

<file path=ppt/media/f93871.txt>
</file>

<file path=ppt/media/f93872.txt>
</file>

<file path=ppt/media/f93873.txt>
</file>

<file path=ppt/media/f93874.txt>
</file>

<file path=ppt/media/f93875.txt>
</file>

<file path=ppt/media/f93876.txt>
</file>

<file path=ppt/media/f93877.txt>
</file>

<file path=ppt/media/f93878.txt>
</file>

<file path=ppt/media/f93879.txt>
</file>

<file path=ppt/media/f93880.txt>
</file>

<file path=ppt/media/f93881.txt>
</file>

<file path=ppt/media/f93882.txt>
</file>

<file path=ppt/media/f93883.txt>
</file>

<file path=ppt/media/f93884.txt>
</file>

<file path=ppt/media/f93885.txt>
</file>

<file path=ppt/media/f93886.txt>
</file>

<file path=ppt/media/f93887.txt>
</file>

<file path=ppt/media/f93888.txt>
</file>

<file path=ppt/media/f93889.txt>
</file>

<file path=ppt/media/f93890.txt>
</file>

<file path=ppt/media/f93891.txt>
</file>

<file path=ppt/media/f93892.txt>
</file>

<file path=ppt/media/f93893.txt>
</file>

<file path=ppt/media/f93894.txt>
</file>

<file path=ppt/media/f93895.txt>
</file>

<file path=ppt/media/f93896.txt>
</file>

<file path=ppt/media/f93897.txt>
</file>

<file path=ppt/media/f93898.txt>
</file>

<file path=ppt/media/f93899.txt>
</file>

<file path=ppt/media/f93900.txt>
</file>

<file path=ppt/media/f93901.txt>
</file>

<file path=ppt/media/f93902.txt>
</file>

<file path=ppt/media/f93903.txt>
</file>

<file path=ppt/media/f93904.txt>
</file>

<file path=ppt/media/f93905.txt>
</file>

<file path=ppt/media/f93906.txt>
</file>

<file path=ppt/media/f93907.txt>
</file>

<file path=ppt/media/f93908.txt>
</file>

<file path=ppt/media/f93909.txt>
</file>

<file path=ppt/media/f93910.txt>
</file>

<file path=ppt/media/f93911.txt>
</file>

<file path=ppt/media/f93912.txt>
</file>

<file path=ppt/media/f93913.txt>
</file>

<file path=ppt/media/f93914.txt>
</file>

<file path=ppt/media/f93915.txt>
</file>

<file path=ppt/media/f93916.txt>
</file>

<file path=ppt/media/f93917.txt>
</file>

<file path=ppt/media/f93918.txt>
</file>

<file path=ppt/media/f93919.txt>
</file>

<file path=ppt/media/f93920.txt>
</file>

<file path=ppt/media/f93921.txt>
</file>

<file path=ppt/media/f93922.txt>
</file>

<file path=ppt/media/f93923.txt>
</file>

<file path=ppt/media/f93924.txt>
</file>

<file path=ppt/media/f93925.txt>
</file>

<file path=ppt/media/f93926.txt>
</file>

<file path=ppt/media/f93927.txt>
</file>

<file path=ppt/media/f93928.txt>
</file>

<file path=ppt/media/f93929.txt>
</file>

<file path=ppt/media/f93930.txt>
</file>

<file path=ppt/media/f93931.txt>
</file>

<file path=ppt/media/f93932.txt>
</file>

<file path=ppt/media/f93933.txt>
</file>

<file path=ppt/media/f93934.txt>
</file>

<file path=ppt/media/f93935.txt>
</file>

<file path=ppt/media/f93936.txt>
</file>

<file path=ppt/media/f93937.txt>
</file>

<file path=ppt/media/f93938.txt>
</file>

<file path=ppt/media/f93939.txt>
</file>

<file path=ppt/media/f93940.txt>
</file>

<file path=ppt/media/f93941.txt>
</file>

<file path=ppt/media/f93942.txt>
</file>

<file path=ppt/media/f93943.txt>
</file>

<file path=ppt/media/f93944.txt>
</file>

<file path=ppt/media/f93945.txt>
</file>

<file path=ppt/media/f93946.txt>
</file>

<file path=ppt/media/f93947.txt>
</file>

<file path=ppt/media/f93948.txt>
</file>

<file path=ppt/media/f93949.txt>
</file>

<file path=ppt/media/f93950.txt>
</file>

<file path=ppt/media/f93951.txt>
</file>

<file path=ppt/media/f93952.txt>
</file>

<file path=ppt/media/f93953.txt>
</file>

<file path=ppt/media/f93954.txt>
</file>

<file path=ppt/media/f93955.txt>
</file>

<file path=ppt/media/f93956.txt>
</file>

<file path=ppt/media/f93957.txt>
</file>

<file path=ppt/media/f93958.txt>
</file>

<file path=ppt/media/f93959.txt>
</file>

<file path=ppt/media/f93960.txt>
</file>

<file path=ppt/media/f93961.txt>
</file>

<file path=ppt/media/f93962.txt>
</file>

<file path=ppt/media/f93963.txt>
</file>

<file path=ppt/media/f93964.txt>
</file>

<file path=ppt/media/f93965.txt>
</file>

<file path=ppt/media/f93966.txt>
</file>

<file path=ppt/media/f93967.txt>
</file>

<file path=ppt/media/f93968.txt>
</file>

<file path=ppt/media/f93969.txt>
</file>

<file path=ppt/media/f93970.txt>
</file>

<file path=ppt/media/f93971.txt>
</file>

<file path=ppt/media/f93972.txt>
</file>

<file path=ppt/media/f93973.txt>
</file>

<file path=ppt/media/f93974.txt>
</file>

<file path=ppt/media/f93975.txt>
</file>

<file path=ppt/media/f93976.txt>
</file>

<file path=ppt/media/f93977.txt>
</file>

<file path=ppt/media/f93978.txt>
</file>

<file path=ppt/media/f93979.txt>
</file>

<file path=ppt/media/f93980.txt>
</file>

<file path=ppt/media/f93981.txt>
</file>

<file path=ppt/media/f93982.txt>
</file>

<file path=ppt/media/f93983.txt>
</file>

<file path=ppt/media/f93984.txt>
</file>

<file path=ppt/media/f93985.txt>
</file>

<file path=ppt/media/f93986.txt>
</file>

<file path=ppt/media/f93987.txt>
</file>

<file path=ppt/media/f93988.txt>
</file>

<file path=ppt/media/f93989.txt>
</file>

<file path=ppt/media/f93990.txt>
</file>

<file path=ppt/media/f93991.txt>
</file>

<file path=ppt/media/f93992.txt>
</file>

<file path=ppt/media/f93993.txt>
</file>

<file path=ppt/media/f93994.txt>
</file>

<file path=ppt/media/f93995.txt>
</file>

<file path=ppt/media/f93996.txt>
</file>

<file path=ppt/media/f93997.txt>
</file>

<file path=ppt/media/f93998.txt>
</file>

<file path=ppt/media/f93999.txt>
</file>

<file path=ppt/media/f94000.txt>
</file>

<file path=ppt/media/f94001.txt>
</file>

<file path=ppt/media/f94002.txt>
</file>

<file path=ppt/media/f94003.txt>
</file>

<file path=ppt/media/f94004.txt>
</file>

<file path=ppt/media/f94005.txt>
</file>

<file path=ppt/media/f94006.txt>
</file>

<file path=ppt/media/f94007.txt>
</file>

<file path=ppt/media/f94008.txt>
</file>

<file path=ppt/media/f94009.txt>
</file>

<file path=ppt/media/f94010.txt>
</file>

<file path=ppt/media/f94011.txt>
</file>

<file path=ppt/media/f94012.txt>
</file>

<file path=ppt/media/f94013.txt>
</file>

<file path=ppt/media/f94014.txt>
</file>

<file path=ppt/media/f94015.txt>
</file>

<file path=ppt/media/f94016.txt>
</file>

<file path=ppt/media/f94017.txt>
</file>

<file path=ppt/media/f94018.txt>
</file>

<file path=ppt/media/f94019.txt>
</file>

<file path=ppt/media/f94020.txt>
</file>

<file path=ppt/media/f94021.txt>
</file>

<file path=ppt/media/f94022.txt>
</file>

<file path=ppt/media/f94023.txt>
</file>

<file path=ppt/media/f94024.txt>
</file>

<file path=ppt/media/f94025.txt>
</file>

<file path=ppt/media/f94026.txt>
</file>

<file path=ppt/media/f94027.txt>
</file>

<file path=ppt/media/f94028.txt>
</file>

<file path=ppt/media/f94029.txt>
</file>

<file path=ppt/media/f94030.txt>
</file>

<file path=ppt/media/f94031.txt>
</file>

<file path=ppt/media/f94032.txt>
</file>

<file path=ppt/media/f94033.txt>
</file>

<file path=ppt/media/f94034.txt>
</file>

<file path=ppt/media/f94035.txt>
</file>

<file path=ppt/media/f94036.txt>
</file>

<file path=ppt/media/f94037.txt>
</file>

<file path=ppt/media/f94038.txt>
</file>

<file path=ppt/media/f94039.txt>
</file>

<file path=ppt/media/f94040.txt>
</file>

<file path=ppt/media/f94041.txt>
</file>

<file path=ppt/media/f94042.txt>
</file>

<file path=ppt/media/f94043.txt>
</file>

<file path=ppt/media/f94044.txt>
</file>

<file path=ppt/media/f94045.txt>
</file>

<file path=ppt/media/f94046.txt>
</file>

<file path=ppt/media/f94047.txt>
</file>

<file path=ppt/media/f94048.txt>
</file>

<file path=ppt/media/f94049.txt>
</file>

<file path=ppt/media/f94050.txt>
</file>

<file path=ppt/media/f94051.txt>
</file>

<file path=ppt/media/f94052.txt>
</file>

<file path=ppt/media/f94053.txt>
</file>

<file path=ppt/media/f94054.txt>
</file>

<file path=ppt/media/f94055.txt>
</file>

<file path=ppt/media/f94056.txt>
</file>

<file path=ppt/media/f94057.txt>
</file>

<file path=ppt/media/f94058.txt>
</file>

<file path=ppt/media/f94059.txt>
</file>

<file path=ppt/media/f94060.txt>
</file>

<file path=ppt/media/f94061.txt>
</file>

<file path=ppt/media/f94062.txt>
</file>

<file path=ppt/media/f94063.txt>
</file>

<file path=ppt/media/f94064.txt>
</file>

<file path=ppt/media/f94065.txt>
</file>

<file path=ppt/media/f94066.txt>
</file>

<file path=ppt/media/f94067.txt>
</file>

<file path=ppt/media/f94068.txt>
</file>

<file path=ppt/media/f94069.txt>
</file>

<file path=ppt/media/f94070.txt>
</file>

<file path=ppt/media/f94071.txt>
</file>

<file path=ppt/media/f94072.txt>
</file>

<file path=ppt/media/f94073.txt>
</file>

<file path=ppt/media/f94074.txt>
</file>

<file path=ppt/media/f94075.txt>
</file>

<file path=ppt/media/f94076.txt>
</file>

<file path=ppt/media/f94077.txt>
</file>

<file path=ppt/media/f94078.txt>
</file>

<file path=ppt/media/f94079.txt>
</file>

<file path=ppt/media/f94080.txt>
</file>

<file path=ppt/media/f94081.txt>
</file>

<file path=ppt/media/f94082.txt>
</file>

<file path=ppt/media/f94083.txt>
</file>

<file path=ppt/media/f94084.txt>
</file>

<file path=ppt/media/f94085.txt>
</file>

<file path=ppt/media/f94086.txt>
</file>

<file path=ppt/media/f94087.txt>
</file>

<file path=ppt/media/f94088.txt>
</file>

<file path=ppt/media/f94089.txt>
</file>

<file path=ppt/media/f94090.txt>
</file>

<file path=ppt/media/f94091.txt>
</file>

<file path=ppt/media/f94092.txt>
</file>

<file path=ppt/media/f94093.txt>
</file>

<file path=ppt/media/f94094.txt>
</file>

<file path=ppt/media/f94095.txt>
</file>

<file path=ppt/media/f94096.txt>
</file>

<file path=ppt/media/f94097.txt>
</file>

<file path=ppt/media/f94098.txt>
</file>

<file path=ppt/media/f94099.txt>
</file>

<file path=ppt/media/f94100.txt>
</file>

<file path=ppt/media/f94101.txt>
</file>

<file path=ppt/media/f94102.txt>
</file>

<file path=ppt/media/f94103.txt>
</file>

<file path=ppt/media/f94104.txt>
</file>

<file path=ppt/media/f94105.txt>
</file>

<file path=ppt/media/f94106.txt>
</file>

<file path=ppt/media/f94107.txt>
</file>

<file path=ppt/media/f94108.txt>
</file>

<file path=ppt/media/f94109.txt>
</file>

<file path=ppt/media/f94110.txt>
</file>

<file path=ppt/media/f94111.txt>
</file>

<file path=ppt/media/f94112.txt>
</file>

<file path=ppt/media/f94113.txt>
</file>

<file path=ppt/media/f94114.txt>
</file>

<file path=ppt/media/f94115.txt>
</file>

<file path=ppt/media/f94116.txt>
</file>

<file path=ppt/media/f94117.txt>
</file>

<file path=ppt/media/f94118.txt>
</file>

<file path=ppt/media/f94119.txt>
</file>

<file path=ppt/media/f94120.txt>
</file>

<file path=ppt/media/f94121.txt>
</file>

<file path=ppt/media/f94122.txt>
</file>

<file path=ppt/media/f94123.txt>
</file>

<file path=ppt/media/f94124.txt>
</file>

<file path=ppt/media/f94125.txt>
</file>

<file path=ppt/media/f94126.txt>
</file>

<file path=ppt/media/f94127.txt>
</file>

<file path=ppt/media/f94128.txt>
</file>

<file path=ppt/media/f94129.txt>
</file>

<file path=ppt/media/f94130.txt>
</file>

<file path=ppt/media/f94131.txt>
</file>

<file path=ppt/media/f94132.txt>
</file>

<file path=ppt/media/f94133.txt>
</file>

<file path=ppt/media/f94134.txt>
</file>

<file path=ppt/media/f94135.txt>
</file>

<file path=ppt/media/f94136.txt>
</file>

<file path=ppt/media/f94137.txt>
</file>

<file path=ppt/media/f94138.txt>
</file>

<file path=ppt/media/f94139.txt>
</file>

<file path=ppt/media/f94140.txt>
</file>

<file path=ppt/media/f94141.txt>
</file>

<file path=ppt/media/f94142.txt>
</file>

<file path=ppt/media/f94143.txt>
</file>

<file path=ppt/media/f94144.txt>
</file>

<file path=ppt/media/f94145.txt>
</file>

<file path=ppt/media/f94146.txt>
</file>

<file path=ppt/media/f94147.txt>
</file>

<file path=ppt/media/f94148.txt>
</file>

<file path=ppt/media/f94149.txt>
</file>

<file path=ppt/media/f94150.txt>
</file>

<file path=ppt/media/f94151.txt>
</file>

<file path=ppt/media/f94152.txt>
</file>

<file path=ppt/media/f94153.txt>
</file>

<file path=ppt/media/f94154.txt>
</file>

<file path=ppt/media/f94155.txt>
</file>

<file path=ppt/media/f94156.txt>
</file>

<file path=ppt/media/f94157.txt>
</file>

<file path=ppt/media/f94158.txt>
</file>

<file path=ppt/media/f94159.txt>
</file>

<file path=ppt/media/f94160.txt>
</file>

<file path=ppt/media/f94161.txt>
</file>

<file path=ppt/media/f94162.txt>
</file>

<file path=ppt/media/f94163.txt>
</file>

<file path=ppt/media/f94164.txt>
</file>

<file path=ppt/media/f94165.txt>
</file>

<file path=ppt/media/f94166.txt>
</file>

<file path=ppt/media/f94167.txt>
</file>

<file path=ppt/media/f94168.txt>
</file>

<file path=ppt/media/f94169.txt>
</file>

<file path=ppt/media/f94170.txt>
</file>

<file path=ppt/media/f94171.txt>
</file>

<file path=ppt/media/f94172.txt>
</file>

<file path=ppt/media/f94173.txt>
</file>

<file path=ppt/media/f94174.txt>
</file>

<file path=ppt/media/f94175.txt>
</file>

<file path=ppt/media/f94176.txt>
</file>

<file path=ppt/media/f94177.txt>
</file>

<file path=ppt/media/f94178.txt>
</file>

<file path=ppt/media/f94179.txt>
</file>

<file path=ppt/media/f94180.txt>
</file>

<file path=ppt/media/f94181.txt>
</file>

<file path=ppt/media/f94182.txt>
</file>

<file path=ppt/media/f94183.txt>
</file>

<file path=ppt/media/f94184.txt>
</file>

<file path=ppt/media/f94185.txt>
</file>

<file path=ppt/media/f94186.txt>
</file>

<file path=ppt/media/f94187.txt>
</file>

<file path=ppt/media/f94188.txt>
</file>

<file path=ppt/media/f94189.txt>
</file>

<file path=ppt/media/f94190.txt>
</file>

<file path=ppt/media/f94191.txt>
</file>

<file path=ppt/media/f94192.txt>
</file>

<file path=ppt/media/f94193.txt>
</file>

<file path=ppt/media/f94194.txt>
</file>

<file path=ppt/media/f94195.txt>
</file>

<file path=ppt/media/f94196.txt>
</file>

<file path=ppt/media/f94197.txt>
</file>

<file path=ppt/media/f94198.txt>
</file>

<file path=ppt/media/f94199.txt>
</file>

<file path=ppt/media/f94200.txt>
</file>

<file path=ppt/media/f94201.txt>
</file>

<file path=ppt/media/f94202.txt>
</file>

<file path=ppt/media/f94203.txt>
</file>

<file path=ppt/media/f94204.txt>
</file>

<file path=ppt/media/f94205.txt>
</file>

<file path=ppt/media/f94206.txt>
</file>

<file path=ppt/media/f94207.txt>
</file>

<file path=ppt/media/f94208.txt>
</file>

<file path=ppt/media/f94209.txt>
</file>

<file path=ppt/media/f94210.txt>
</file>

<file path=ppt/media/f94211.txt>
</file>

<file path=ppt/media/f94212.txt>
</file>

<file path=ppt/media/f94213.txt>
</file>

<file path=ppt/media/f94214.txt>
</file>

<file path=ppt/media/f94215.txt>
</file>

<file path=ppt/media/f94216.txt>
</file>

<file path=ppt/media/f94217.txt>
</file>

<file path=ppt/media/f94218.txt>
</file>

<file path=ppt/media/f94219.txt>
</file>

<file path=ppt/media/f94220.txt>
</file>

<file path=ppt/media/f94221.txt>
</file>

<file path=ppt/media/f94222.txt>
</file>

<file path=ppt/media/f94223.txt>
</file>

<file path=ppt/media/f94224.txt>
</file>

<file path=ppt/media/f94225.txt>
</file>

<file path=ppt/media/f94226.txt>
</file>

<file path=ppt/media/f94227.txt>
</file>

<file path=ppt/media/f94228.txt>
</file>

<file path=ppt/media/f94229.txt>
</file>

<file path=ppt/media/f94230.txt>
</file>

<file path=ppt/media/f94231.txt>
</file>

<file path=ppt/media/f94232.txt>
</file>

<file path=ppt/media/f94233.txt>
</file>

<file path=ppt/media/f94234.txt>
</file>

<file path=ppt/media/f94235.txt>
</file>

<file path=ppt/media/f94236.txt>
</file>

<file path=ppt/media/f94237.txt>
</file>

<file path=ppt/media/f94238.txt>
</file>

<file path=ppt/media/f94239.txt>
</file>

<file path=ppt/media/f94240.txt>
</file>

<file path=ppt/media/f94241.txt>
</file>

<file path=ppt/media/f94242.txt>
</file>

<file path=ppt/media/f94243.txt>
</file>

<file path=ppt/media/f94244.txt>
</file>

<file path=ppt/media/f94245.txt>
</file>

<file path=ppt/media/f94246.txt>
</file>

<file path=ppt/media/f94247.txt>
</file>

<file path=ppt/media/f94248.txt>
</file>

<file path=ppt/media/f94249.txt>
</file>

<file path=ppt/media/f94250.txt>
</file>

<file path=ppt/media/f94251.txt>
</file>

<file path=ppt/media/f94252.txt>
</file>

<file path=ppt/media/f94253.txt>
</file>

<file path=ppt/media/f94254.txt>
</file>

<file path=ppt/media/f94255.txt>
</file>

<file path=ppt/media/f94256.txt>
</file>

<file path=ppt/media/f94257.txt>
</file>

<file path=ppt/media/f94258.txt>
</file>

<file path=ppt/media/f94259.txt>
</file>

<file path=ppt/media/f94260.txt>
</file>

<file path=ppt/media/f94261.txt>
</file>

<file path=ppt/media/f94262.txt>
</file>

<file path=ppt/media/f94263.txt>
</file>

<file path=ppt/media/f94264.txt>
</file>

<file path=ppt/media/f94265.txt>
</file>

<file path=ppt/media/f94266.txt>
</file>

<file path=ppt/media/f94267.txt>
</file>

<file path=ppt/media/f94268.txt>
</file>

<file path=ppt/media/f94269.txt>
</file>

<file path=ppt/media/f94270.txt>
</file>

<file path=ppt/media/f94271.txt>
</file>

<file path=ppt/media/f94272.txt>
</file>

<file path=ppt/media/f94273.txt>
</file>

<file path=ppt/media/f94274.txt>
</file>

<file path=ppt/media/f94275.txt>
</file>

<file path=ppt/media/f94276.txt>
</file>

<file path=ppt/media/f94277.txt>
</file>

<file path=ppt/media/f94278.txt>
</file>

<file path=ppt/media/f94279.txt>
</file>

<file path=ppt/media/f94280.txt>
</file>

<file path=ppt/media/f94281.txt>
</file>

<file path=ppt/media/f94282.txt>
</file>

<file path=ppt/media/f94283.txt>
</file>

<file path=ppt/media/f94284.txt>
</file>

<file path=ppt/media/f94285.txt>
</file>

<file path=ppt/media/f94286.txt>
</file>

<file path=ppt/media/f94287.txt>
</file>

<file path=ppt/media/f94288.txt>
</file>

<file path=ppt/media/f94289.txt>
</file>

<file path=ppt/media/f94290.txt>
</file>

<file path=ppt/media/f94291.txt>
</file>

<file path=ppt/media/f94292.txt>
</file>

<file path=ppt/media/f94293.txt>
</file>

<file path=ppt/media/f94294.txt>
</file>

<file path=ppt/media/f94295.txt>
</file>

<file path=ppt/media/f94296.txt>
</file>

<file path=ppt/media/f94297.txt>
</file>

<file path=ppt/media/f94298.txt>
</file>

<file path=ppt/media/f94299.txt>
</file>

<file path=ppt/media/f94300.txt>
</file>

<file path=ppt/media/f94301.txt>
</file>

<file path=ppt/media/f94302.txt>
</file>

<file path=ppt/media/f94303.txt>
</file>

<file path=ppt/media/f94304.txt>
</file>

<file path=ppt/media/f94305.txt>
</file>

<file path=ppt/media/f94306.txt>
</file>

<file path=ppt/media/f94307.txt>
</file>

<file path=ppt/media/f94308.txt>
</file>

<file path=ppt/media/f94309.txt>
</file>

<file path=ppt/media/f94310.txt>
</file>

<file path=ppt/media/f94311.txt>
</file>

<file path=ppt/media/f94312.txt>
</file>

<file path=ppt/media/f94313.txt>
</file>

<file path=ppt/media/f94314.txt>
</file>

<file path=ppt/media/f94315.txt>
</file>

<file path=ppt/media/f94316.txt>
</file>

<file path=ppt/media/f94317.txt>
</file>

<file path=ppt/media/f94318.txt>
</file>

<file path=ppt/media/f94319.txt>
</file>

<file path=ppt/media/f94320.txt>
</file>

<file path=ppt/media/f94321.txt>
</file>

<file path=ppt/media/f94322.txt>
</file>

<file path=ppt/media/f94323.txt>
</file>

<file path=ppt/media/f94324.txt>
</file>

<file path=ppt/media/f94325.txt>
</file>

<file path=ppt/media/f94326.txt>
</file>

<file path=ppt/media/f94327.txt>
</file>

<file path=ppt/media/f94328.txt>
</file>

<file path=ppt/media/f94329.txt>
</file>

<file path=ppt/media/f94330.txt>
</file>

<file path=ppt/media/f94331.txt>
</file>

<file path=ppt/media/f94332.txt>
</file>

<file path=ppt/media/f94333.txt>
</file>

<file path=ppt/media/f94334.txt>
</file>

<file path=ppt/media/f94335.txt>
</file>

<file path=ppt/media/f94336.txt>
</file>

<file path=ppt/media/f94337.txt>
</file>

<file path=ppt/media/f94338.txt>
</file>

<file path=ppt/media/f94339.txt>
</file>

<file path=ppt/media/f94340.txt>
</file>

<file path=ppt/media/f94341.txt>
</file>

<file path=ppt/media/f94342.txt>
</file>

<file path=ppt/media/f94343.txt>
</file>

<file path=ppt/media/f94344.txt>
</file>

<file path=ppt/media/f94345.txt>
</file>

<file path=ppt/media/f94346.txt>
</file>

<file path=ppt/media/f94347.txt>
</file>

<file path=ppt/media/f94348.txt>
</file>

<file path=ppt/media/f94349.txt>
</file>

<file path=ppt/media/f94350.txt>
</file>

<file path=ppt/media/f94351.txt>
</file>

<file path=ppt/media/f94352.txt>
</file>

<file path=ppt/media/f94353.txt>
</file>

<file path=ppt/media/f94354.txt>
</file>

<file path=ppt/media/f94355.txt>
</file>

<file path=ppt/media/f94356.txt>
</file>

<file path=ppt/media/f94357.txt>
</file>

<file path=ppt/media/f94358.txt>
</file>

<file path=ppt/media/f94359.txt>
</file>

<file path=ppt/media/f94360.txt>
</file>

<file path=ppt/media/f94361.txt>
</file>

<file path=ppt/media/f94362.txt>
</file>

<file path=ppt/media/f94363.txt>
</file>

<file path=ppt/media/f94364.txt>
</file>

<file path=ppt/media/f94365.txt>
</file>

<file path=ppt/media/f94366.txt>
</file>

<file path=ppt/media/f94367.txt>
</file>

<file path=ppt/media/f94368.txt>
</file>

<file path=ppt/media/f94369.txt>
</file>

<file path=ppt/media/f94370.txt>
</file>

<file path=ppt/media/f94371.txt>
</file>

<file path=ppt/media/f94372.txt>
</file>

<file path=ppt/media/f94373.txt>
</file>

<file path=ppt/media/f94374.txt>
</file>

<file path=ppt/media/f94375.txt>
</file>

<file path=ppt/media/f94376.txt>
</file>

<file path=ppt/media/f94377.txt>
</file>

<file path=ppt/media/f94378.txt>
</file>

<file path=ppt/media/f94379.txt>
</file>

<file path=ppt/media/f94380.txt>
</file>

<file path=ppt/media/f94381.txt>
</file>

<file path=ppt/media/f94382.txt>
</file>

<file path=ppt/media/f94383.txt>
</file>

<file path=ppt/media/f94384.txt>
</file>

<file path=ppt/media/f94385.txt>
</file>

<file path=ppt/media/f94386.txt>
</file>

<file path=ppt/media/f94387.txt>
</file>

<file path=ppt/media/f94388.txt>
</file>

<file path=ppt/media/f94389.txt>
</file>

<file path=ppt/media/f94390.txt>
</file>

<file path=ppt/media/f94391.txt>
</file>

<file path=ppt/media/f94392.txt>
</file>

<file path=ppt/media/f94393.txt>
</file>

<file path=ppt/media/f94394.txt>
</file>

<file path=ppt/media/f94395.txt>
</file>

<file path=ppt/media/f94396.txt>
</file>

<file path=ppt/media/f94397.txt>
</file>

<file path=ppt/media/f94398.txt>
</file>

<file path=ppt/media/f94399.txt>
</file>

<file path=ppt/media/f94400.txt>
</file>

<file path=ppt/media/f94401.txt>
</file>

<file path=ppt/media/f94402.txt>
</file>

<file path=ppt/media/f94403.txt>
</file>

<file path=ppt/media/f94404.txt>
</file>

<file path=ppt/media/f94405.txt>
</file>

<file path=ppt/media/f94406.txt>
</file>

<file path=ppt/media/f94407.txt>
</file>

<file path=ppt/media/f94408.txt>
</file>

<file path=ppt/media/f94409.txt>
</file>

<file path=ppt/media/f94410.txt>
</file>

<file path=ppt/media/f94411.txt>
</file>

<file path=ppt/media/f94412.txt>
</file>

<file path=ppt/media/f94413.txt>
</file>

<file path=ppt/media/f94414.txt>
</file>

<file path=ppt/media/f94415.txt>
</file>

<file path=ppt/media/f94416.txt>
</file>

<file path=ppt/media/f94417.txt>
</file>

<file path=ppt/media/f94418.txt>
</file>

<file path=ppt/media/f94419.txt>
</file>

<file path=ppt/media/f94420.txt>
</file>

<file path=ppt/media/f94421.txt>
</file>

<file path=ppt/media/f94422.txt>
</file>

<file path=ppt/media/f94423.txt>
</file>

<file path=ppt/media/f94424.txt>
</file>

<file path=ppt/media/f94425.txt>
</file>

<file path=ppt/media/f94426.txt>
</file>

<file path=ppt/media/f94427.txt>
</file>

<file path=ppt/media/f94428.txt>
</file>

<file path=ppt/media/f94429.txt>
</file>

<file path=ppt/media/f94430.txt>
</file>

<file path=ppt/media/f94431.txt>
</file>

<file path=ppt/media/f94432.txt>
</file>

<file path=ppt/media/f94433.txt>
</file>

<file path=ppt/media/f94434.txt>
</file>

<file path=ppt/media/f94435.txt>
</file>

<file path=ppt/media/f94436.txt>
</file>

<file path=ppt/media/f94437.txt>
</file>

<file path=ppt/media/f94438.txt>
</file>

<file path=ppt/media/f94439.txt>
</file>

<file path=ppt/media/f94440.txt>
</file>

<file path=ppt/media/f94441.txt>
</file>

<file path=ppt/media/f94442.txt>
</file>

<file path=ppt/media/f94443.txt>
</file>

<file path=ppt/media/f94444.txt>
</file>

<file path=ppt/media/f94445.txt>
</file>

<file path=ppt/media/f94446.txt>
</file>

<file path=ppt/media/f94447.txt>
</file>

<file path=ppt/media/f94448.txt>
</file>

<file path=ppt/media/f94449.txt>
</file>

<file path=ppt/media/f94450.txt>
</file>

<file path=ppt/media/f94451.txt>
</file>

<file path=ppt/media/f94452.txt>
</file>

<file path=ppt/media/f94453.txt>
</file>

<file path=ppt/media/f94454.txt>
</file>

<file path=ppt/media/f94455.txt>
</file>

<file path=ppt/media/f94456.txt>
</file>

<file path=ppt/media/f94457.txt>
</file>

<file path=ppt/media/f94458.txt>
</file>

<file path=ppt/media/f94459.txt>
</file>

<file path=ppt/media/f94460.txt>
</file>

<file path=ppt/media/f94461.txt>
</file>

<file path=ppt/media/f94462.txt>
</file>

<file path=ppt/media/f94463.txt>
</file>

<file path=ppt/media/f94464.txt>
</file>

<file path=ppt/media/f94465.txt>
</file>

<file path=ppt/media/f94466.txt>
</file>

<file path=ppt/media/f94467.txt>
</file>

<file path=ppt/media/f94468.txt>
</file>

<file path=ppt/media/f94469.txt>
</file>

<file path=ppt/media/f94470.txt>
</file>

<file path=ppt/media/f94471.txt>
</file>

<file path=ppt/media/f94472.txt>
</file>

<file path=ppt/media/f94473.txt>
</file>

<file path=ppt/media/f94474.txt>
</file>

<file path=ppt/media/f94475.txt>
</file>

<file path=ppt/media/f94476.txt>
</file>

<file path=ppt/media/f94477.txt>
</file>

<file path=ppt/media/f94478.txt>
</file>

<file path=ppt/media/f94479.txt>
</file>

<file path=ppt/media/f94480.txt>
</file>

<file path=ppt/media/f94481.txt>
</file>

<file path=ppt/media/f94482.txt>
</file>

<file path=ppt/media/f94483.txt>
</file>

<file path=ppt/media/f94484.txt>
</file>

<file path=ppt/media/f94485.txt>
</file>

<file path=ppt/media/f94486.txt>
</file>

<file path=ppt/media/f94487.txt>
</file>

<file path=ppt/media/f94488.txt>
</file>

<file path=ppt/media/f94489.txt>
</file>

<file path=ppt/media/f94490.txt>
</file>

<file path=ppt/media/f94491.txt>
</file>

<file path=ppt/media/f94492.txt>
</file>

<file path=ppt/media/f94493.txt>
</file>

<file path=ppt/media/f94494.txt>
</file>

<file path=ppt/media/f94495.txt>
</file>

<file path=ppt/media/f94496.txt>
</file>

<file path=ppt/media/f94497.txt>
</file>

<file path=ppt/media/f94498.txt>
</file>

<file path=ppt/media/f94499.txt>
</file>

<file path=ppt/media/f94500.txt>
</file>

<file path=ppt/media/f94501.txt>
</file>

<file path=ppt/media/f94502.txt>
</file>

<file path=ppt/media/f94503.txt>
</file>

<file path=ppt/media/f94504.txt>
</file>

<file path=ppt/media/f94505.txt>
</file>

<file path=ppt/media/f94506.txt>
</file>

<file path=ppt/media/f94507.txt>
</file>

<file path=ppt/media/f94508.txt>
</file>

<file path=ppt/media/f94509.txt>
</file>

<file path=ppt/media/f94510.txt>
</file>

<file path=ppt/media/f94511.txt>
</file>

<file path=ppt/media/f94512.txt>
</file>

<file path=ppt/media/f94513.txt>
</file>

<file path=ppt/media/f94514.txt>
</file>

<file path=ppt/media/f94515.txt>
</file>

<file path=ppt/media/f94516.txt>
</file>

<file path=ppt/media/f94517.txt>
</file>

<file path=ppt/media/f94518.txt>
</file>

<file path=ppt/media/f94519.txt>
</file>

<file path=ppt/media/f94520.txt>
</file>

<file path=ppt/media/f94521.txt>
</file>

<file path=ppt/media/f94522.txt>
</file>

<file path=ppt/media/f94523.txt>
</file>

<file path=ppt/media/f94524.txt>
</file>

<file path=ppt/media/f94525.txt>
</file>

<file path=ppt/media/f94526.txt>
</file>

<file path=ppt/media/f94527.txt>
</file>

<file path=ppt/media/f94528.txt>
</file>

<file path=ppt/media/f94529.txt>
</file>

<file path=ppt/media/f94530.txt>
</file>

<file path=ppt/media/f94531.txt>
</file>

<file path=ppt/media/f94532.txt>
</file>

<file path=ppt/media/f94533.txt>
</file>

<file path=ppt/media/f94534.txt>
</file>

<file path=ppt/media/f94535.txt>
</file>

<file path=ppt/media/f94536.txt>
</file>

<file path=ppt/media/f94537.txt>
</file>

<file path=ppt/media/f94538.txt>
</file>

<file path=ppt/media/f94539.txt>
</file>

<file path=ppt/media/f94540.txt>
</file>

<file path=ppt/media/f94541.txt>
</file>

<file path=ppt/media/f94542.txt>
</file>

<file path=ppt/media/f94543.txt>
</file>

<file path=ppt/media/f94544.txt>
</file>

<file path=ppt/media/f94545.txt>
</file>

<file path=ppt/media/f94546.txt>
</file>

<file path=ppt/media/f94547.txt>
</file>

<file path=ppt/media/f94548.txt>
</file>

<file path=ppt/media/f94549.txt>
</file>

<file path=ppt/media/f94550.txt>
</file>

<file path=ppt/media/f94551.txt>
</file>

<file path=ppt/media/f94552.txt>
</file>

<file path=ppt/media/f94553.txt>
</file>

<file path=ppt/media/f94554.txt>
</file>

<file path=ppt/media/f94555.txt>
</file>

<file path=ppt/media/f94556.txt>
</file>

<file path=ppt/media/f94557.txt>
</file>

<file path=ppt/media/f94558.txt>
</file>

<file path=ppt/media/f94559.txt>
</file>

<file path=ppt/media/f94560.txt>
</file>

<file path=ppt/media/f94561.txt>
</file>

<file path=ppt/media/f94562.txt>
</file>

<file path=ppt/media/f94563.txt>
</file>

<file path=ppt/media/f94564.txt>
</file>

<file path=ppt/media/f94565.txt>
</file>

<file path=ppt/media/f94566.txt>
</file>

<file path=ppt/media/f94567.txt>
</file>

<file path=ppt/media/f94568.txt>
</file>

<file path=ppt/media/f94569.txt>
</file>

<file path=ppt/media/f94570.txt>
</file>

<file path=ppt/media/f94571.txt>
</file>

<file path=ppt/media/f94572.txt>
</file>

<file path=ppt/media/f94573.txt>
</file>

<file path=ppt/media/f94574.txt>
</file>

<file path=ppt/media/f94575.txt>
</file>

<file path=ppt/media/f94576.txt>
</file>

<file path=ppt/media/f94577.txt>
</file>

<file path=ppt/media/f94578.txt>
</file>

<file path=ppt/media/f94579.txt>
</file>

<file path=ppt/media/f94580.txt>
</file>

<file path=ppt/media/f94581.txt>
</file>

<file path=ppt/media/f94582.txt>
</file>

<file path=ppt/media/f94583.txt>
</file>

<file path=ppt/media/f94584.txt>
</file>

<file path=ppt/media/f94585.txt>
</file>

<file path=ppt/media/f94586.txt>
</file>

<file path=ppt/media/f94587.txt>
</file>

<file path=ppt/media/f94588.txt>
</file>

<file path=ppt/media/f94589.txt>
</file>

<file path=ppt/media/f94590.txt>
</file>

<file path=ppt/media/f94591.txt>
</file>

<file path=ppt/media/f94592.txt>
</file>

<file path=ppt/media/f94593.txt>
</file>

<file path=ppt/media/f94594.txt>
</file>

<file path=ppt/media/f94595.txt>
</file>

<file path=ppt/media/f94596.txt>
</file>

<file path=ppt/media/f94597.txt>
</file>

<file path=ppt/media/f94598.txt>
</file>

<file path=ppt/media/f94599.txt>
</file>

<file path=ppt/media/f94600.txt>
</file>

<file path=ppt/media/f94601.txt>
</file>

<file path=ppt/media/f94602.txt>
</file>

<file path=ppt/media/f94603.txt>
</file>

<file path=ppt/media/f94604.txt>
</file>

<file path=ppt/media/f94605.txt>
</file>

<file path=ppt/media/f94606.txt>
</file>

<file path=ppt/media/f94607.txt>
</file>

<file path=ppt/media/f94608.txt>
</file>

<file path=ppt/media/f94609.txt>
</file>

<file path=ppt/media/f94610.txt>
</file>

<file path=ppt/media/f94611.txt>
</file>

<file path=ppt/media/f94612.txt>
</file>

<file path=ppt/media/f94613.txt>
</file>

<file path=ppt/media/f94614.txt>
</file>

<file path=ppt/media/f94615.txt>
</file>

<file path=ppt/media/f94616.txt>
</file>

<file path=ppt/media/f94617.txt>
</file>

<file path=ppt/media/f94618.txt>
</file>

<file path=ppt/media/f94619.txt>
</file>

<file path=ppt/media/f94620.txt>
</file>

<file path=ppt/media/f94621.txt>
</file>

<file path=ppt/media/f94622.txt>
</file>

<file path=ppt/media/f94623.txt>
</file>

<file path=ppt/media/f94624.txt>
</file>

<file path=ppt/media/f94625.txt>
</file>

<file path=ppt/media/f94626.txt>
</file>

<file path=ppt/media/f94627.txt>
</file>

<file path=ppt/media/f94628.txt>
</file>

<file path=ppt/media/f94629.txt>
</file>

<file path=ppt/media/f94630.txt>
</file>

<file path=ppt/media/f94631.txt>
</file>

<file path=ppt/media/f94632.txt>
</file>

<file path=ppt/media/f94633.txt>
</file>

<file path=ppt/media/f94634.txt>
</file>

<file path=ppt/media/f94635.txt>
</file>

<file path=ppt/media/f94636.txt>
</file>

<file path=ppt/media/f94637.txt>
</file>

<file path=ppt/media/f94638.txt>
</file>

<file path=ppt/media/f94639.txt>
</file>

<file path=ppt/media/f94640.txt>
</file>

<file path=ppt/media/f94641.txt>
</file>

<file path=ppt/media/f94642.txt>
</file>

<file path=ppt/media/f94643.txt>
</file>

<file path=ppt/media/f94644.txt>
</file>

<file path=ppt/media/f94645.txt>
</file>

<file path=ppt/media/f94646.txt>
</file>

<file path=ppt/media/f94647.txt>
</file>

<file path=ppt/media/f94648.txt>
</file>

<file path=ppt/media/f94649.txt>
</file>

<file path=ppt/media/f94650.txt>
</file>

<file path=ppt/media/f94651.txt>
</file>

<file path=ppt/media/f94652.txt>
</file>

<file path=ppt/media/f94653.txt>
</file>

<file path=ppt/media/f94654.txt>
</file>

<file path=ppt/media/f94655.txt>
</file>

<file path=ppt/media/f94656.txt>
</file>

<file path=ppt/media/f94657.txt>
</file>

<file path=ppt/media/f94658.txt>
</file>

<file path=ppt/media/f94659.txt>
</file>

<file path=ppt/media/f94660.txt>
</file>

<file path=ppt/media/f94661.txt>
</file>

<file path=ppt/media/f94662.txt>
</file>

<file path=ppt/media/f94663.txt>
</file>

<file path=ppt/media/f94664.txt>
</file>

<file path=ppt/media/f94665.txt>
</file>

<file path=ppt/media/f94666.txt>
</file>

<file path=ppt/media/f94667.txt>
</file>

<file path=ppt/media/f94668.txt>
</file>

<file path=ppt/media/f94669.txt>
</file>

<file path=ppt/media/f94670.txt>
</file>

<file path=ppt/media/f94671.txt>
</file>

<file path=ppt/media/f94672.txt>
</file>

<file path=ppt/media/f94673.txt>
</file>

<file path=ppt/media/f94674.txt>
</file>

<file path=ppt/media/f94675.txt>
</file>

<file path=ppt/media/f94676.txt>
</file>

<file path=ppt/media/f94677.txt>
</file>

<file path=ppt/media/f94678.txt>
</file>

<file path=ppt/media/f94679.txt>
</file>

<file path=ppt/media/f94680.txt>
</file>

<file path=ppt/media/f94681.txt>
</file>

<file path=ppt/media/f94682.txt>
</file>

<file path=ppt/media/f94683.txt>
</file>

<file path=ppt/media/f94684.txt>
</file>

<file path=ppt/media/f94685.txt>
</file>

<file path=ppt/media/f94686.txt>
</file>

<file path=ppt/media/f94687.txt>
</file>

<file path=ppt/media/f94688.txt>
</file>

<file path=ppt/media/f94689.txt>
</file>

<file path=ppt/media/f94690.txt>
</file>

<file path=ppt/media/f94691.txt>
</file>

<file path=ppt/media/f94692.txt>
</file>

<file path=ppt/media/f94693.txt>
</file>

<file path=ppt/media/f94694.txt>
</file>

<file path=ppt/media/f94695.txt>
</file>

<file path=ppt/media/f94696.txt>
</file>

<file path=ppt/media/f94697.txt>
</file>

<file path=ppt/media/f94698.txt>
</file>

<file path=ppt/media/f94699.txt>
</file>

<file path=ppt/media/f94700.txt>
</file>

<file path=ppt/media/f94701.txt>
</file>

<file path=ppt/media/f94702.txt>
</file>

<file path=ppt/media/f94703.txt>
</file>

<file path=ppt/media/f94704.txt>
</file>

<file path=ppt/media/f94705.txt>
</file>

<file path=ppt/media/f94706.txt>
</file>

<file path=ppt/media/f94707.txt>
</file>

<file path=ppt/media/f94708.txt>
</file>

<file path=ppt/media/f94709.txt>
</file>

<file path=ppt/media/f94710.txt>
</file>

<file path=ppt/media/f94711.txt>
</file>

<file path=ppt/media/f94712.txt>
</file>

<file path=ppt/media/f94713.txt>
</file>

<file path=ppt/media/f94714.txt>
</file>

<file path=ppt/media/f94715.txt>
</file>

<file path=ppt/media/f94716.txt>
</file>

<file path=ppt/media/f94717.txt>
</file>

<file path=ppt/media/f94718.txt>
</file>

<file path=ppt/media/f94719.txt>
</file>

<file path=ppt/media/f94720.txt>
</file>

<file path=ppt/media/f94721.txt>
</file>

<file path=ppt/media/f94722.txt>
</file>

<file path=ppt/media/f94723.txt>
</file>

<file path=ppt/media/f94724.txt>
</file>

<file path=ppt/media/f94725.txt>
</file>

<file path=ppt/media/f94726.txt>
</file>

<file path=ppt/media/f94727.txt>
</file>

<file path=ppt/media/f94728.txt>
</file>

<file path=ppt/media/f94729.txt>
</file>

<file path=ppt/media/f94730.txt>
</file>

<file path=ppt/media/f94731.txt>
</file>

<file path=ppt/media/f94732.txt>
</file>

<file path=ppt/media/f94733.txt>
</file>

<file path=ppt/media/f94734.txt>
</file>

<file path=ppt/media/f94735.txt>
</file>

<file path=ppt/media/f94736.txt>
</file>

<file path=ppt/media/f94737.txt>
</file>

<file path=ppt/media/f94738.txt>
</file>

<file path=ppt/media/f94739.txt>
</file>

<file path=ppt/media/f94740.txt>
</file>

<file path=ppt/media/f94741.txt>
</file>

<file path=ppt/media/f94742.txt>
</file>

<file path=ppt/media/f94743.txt>
</file>

<file path=ppt/media/f94744.txt>
</file>

<file path=ppt/media/f94745.txt>
</file>

<file path=ppt/media/f94746.txt>
</file>

<file path=ppt/media/f94747.txt>
</file>

<file path=ppt/media/f94748.txt>
</file>

<file path=ppt/media/f94749.txt>
</file>

<file path=ppt/media/f94750.txt>
</file>

<file path=ppt/media/f94751.txt>
</file>

<file path=ppt/media/f94752.txt>
</file>

<file path=ppt/media/f94753.txt>
</file>

<file path=ppt/media/f94754.txt>
</file>

<file path=ppt/media/f94755.txt>
</file>

<file path=ppt/media/f94756.txt>
</file>

<file path=ppt/media/f94757.txt>
</file>

<file path=ppt/media/f94758.txt>
</file>

<file path=ppt/media/f94759.txt>
</file>

<file path=ppt/media/f94760.txt>
</file>

<file path=ppt/media/f94761.txt>
</file>

<file path=ppt/media/f94762.txt>
</file>

<file path=ppt/media/f94763.txt>
</file>

<file path=ppt/media/f94764.txt>
</file>

<file path=ppt/media/f94765.txt>
</file>

<file path=ppt/media/f94766.txt>
</file>

<file path=ppt/media/f94767.txt>
</file>

<file path=ppt/media/f94768.txt>
</file>

<file path=ppt/media/f94769.txt>
</file>

<file path=ppt/media/f94770.txt>
</file>

<file path=ppt/media/f94771.txt>
</file>

<file path=ppt/media/f94772.txt>
</file>

<file path=ppt/media/f94773.txt>
</file>

<file path=ppt/media/f94774.txt>
</file>

<file path=ppt/media/f94775.txt>
</file>

<file path=ppt/media/f94776.txt>
</file>

<file path=ppt/media/f94777.txt>
</file>

<file path=ppt/media/f94778.txt>
</file>

<file path=ppt/media/f94779.txt>
</file>

<file path=ppt/media/f94780.txt>
</file>

<file path=ppt/media/f94781.txt>
</file>

<file path=ppt/media/f94782.txt>
</file>

<file path=ppt/media/f94783.txt>
</file>

<file path=ppt/media/f94784.txt>
</file>

<file path=ppt/media/f94785.txt>
</file>

<file path=ppt/media/f94786.txt>
</file>

<file path=ppt/media/f94787.txt>
</file>

<file path=ppt/media/f94788.txt>
</file>

<file path=ppt/media/f94789.txt>
</file>

<file path=ppt/media/f94790.txt>
</file>

<file path=ppt/media/f94791.txt>
</file>

<file path=ppt/media/f94792.txt>
</file>

<file path=ppt/media/f94793.txt>
</file>

<file path=ppt/media/f94794.txt>
</file>

<file path=ppt/media/f94795.txt>
</file>

<file path=ppt/media/f94796.txt>
</file>

<file path=ppt/media/f94797.txt>
</file>

<file path=ppt/media/f94798.txt>
</file>

<file path=ppt/media/f94799.txt>
</file>

<file path=ppt/media/f94800.txt>
</file>

<file path=ppt/media/f94801.txt>
</file>

<file path=ppt/media/f94802.txt>
</file>

<file path=ppt/media/f94803.txt>
</file>

<file path=ppt/media/f94804.txt>
</file>

<file path=ppt/media/f94805.txt>
</file>

<file path=ppt/media/f94806.txt>
</file>

<file path=ppt/media/f94807.txt>
</file>

<file path=ppt/media/f94808.txt>
</file>

<file path=ppt/media/f94809.txt>
</file>

<file path=ppt/media/f94810.txt>
</file>

<file path=ppt/media/f94811.txt>
</file>

<file path=ppt/media/f94812.txt>
</file>

<file path=ppt/media/f94813.txt>
</file>

<file path=ppt/media/f94814.txt>
</file>

<file path=ppt/media/f94815.txt>
</file>

<file path=ppt/media/f94816.txt>
</file>

<file path=ppt/media/f94817.txt>
</file>

<file path=ppt/media/f94818.txt>
</file>

<file path=ppt/media/f94819.txt>
</file>

<file path=ppt/media/f94820.txt>
</file>

<file path=ppt/media/f94821.txt>
</file>

<file path=ppt/media/f94822.txt>
</file>

<file path=ppt/media/f94823.txt>
</file>

<file path=ppt/media/f94824.txt>
</file>

<file path=ppt/media/f94825.txt>
</file>

<file path=ppt/media/f94826.txt>
</file>

<file path=ppt/media/f94827.txt>
</file>

<file path=ppt/media/f94828.txt>
</file>

<file path=ppt/media/f94829.txt>
</file>

<file path=ppt/media/f94830.txt>
</file>

<file path=ppt/media/f94831.txt>
</file>

<file path=ppt/media/f94832.txt>
</file>

<file path=ppt/media/f94833.txt>
</file>

<file path=ppt/media/f94834.txt>
</file>

<file path=ppt/media/f94835.txt>
</file>

<file path=ppt/media/f94836.txt>
</file>

<file path=ppt/media/f94837.txt>
</file>

<file path=ppt/media/f94838.txt>
</file>

<file path=ppt/media/f94839.txt>
</file>

<file path=ppt/media/f94840.txt>
</file>

<file path=ppt/media/f94841.txt>
</file>

<file path=ppt/media/f94842.txt>
</file>

<file path=ppt/media/f94843.txt>
</file>

<file path=ppt/media/f94844.txt>
</file>

<file path=ppt/media/f94845.txt>
</file>

<file path=ppt/media/f94846.txt>
</file>

<file path=ppt/media/f94847.txt>
</file>

<file path=ppt/media/f94848.txt>
</file>

<file path=ppt/media/f94849.txt>
</file>

<file path=ppt/media/f94850.txt>
</file>

<file path=ppt/media/f94851.txt>
</file>

<file path=ppt/media/f94852.txt>
</file>

<file path=ppt/media/f94853.txt>
</file>

<file path=ppt/media/f94854.txt>
</file>

<file path=ppt/media/f94855.txt>
</file>

<file path=ppt/media/f94856.txt>
</file>

<file path=ppt/media/f94857.txt>
</file>

<file path=ppt/media/f94858.txt>
</file>

<file path=ppt/media/f94859.txt>
</file>

<file path=ppt/media/f94860.txt>
</file>

<file path=ppt/media/f94861.txt>
</file>

<file path=ppt/media/f94862.txt>
</file>

<file path=ppt/media/f94863.txt>
</file>

<file path=ppt/media/f94864.txt>
</file>

<file path=ppt/media/f94865.txt>
</file>

<file path=ppt/media/f94866.txt>
</file>

<file path=ppt/media/f94867.txt>
</file>

<file path=ppt/media/f94868.txt>
</file>

<file path=ppt/media/f94869.txt>
</file>

<file path=ppt/media/f94870.txt>
</file>

<file path=ppt/media/f94871.txt>
</file>

<file path=ppt/media/f94872.txt>
</file>

<file path=ppt/media/f94873.txt>
</file>

<file path=ppt/media/f94874.txt>
</file>

<file path=ppt/media/f94875.txt>
</file>

<file path=ppt/media/f94876.txt>
</file>

<file path=ppt/media/f94877.txt>
</file>

<file path=ppt/media/f94878.txt>
</file>

<file path=ppt/media/f94879.txt>
</file>

<file path=ppt/media/f94880.txt>
</file>

<file path=ppt/media/f94881.txt>
</file>

<file path=ppt/media/f94882.txt>
</file>

<file path=ppt/media/f94883.txt>
</file>

<file path=ppt/media/f94884.txt>
</file>

<file path=ppt/media/f94885.txt>
</file>

<file path=ppt/media/f94886.txt>
</file>

<file path=ppt/media/f94887.txt>
</file>

<file path=ppt/media/f94888.txt>
</file>

<file path=ppt/media/f94889.txt>
</file>

<file path=ppt/media/f94890.txt>
</file>

<file path=ppt/media/f94891.txt>
</file>

<file path=ppt/media/f94892.txt>
</file>

<file path=ppt/media/f94893.txt>
</file>

<file path=ppt/media/f94894.txt>
</file>

<file path=ppt/media/f94895.txt>
</file>

<file path=ppt/media/f94896.txt>
</file>

<file path=ppt/media/f94897.txt>
</file>

<file path=ppt/media/f94898.txt>
</file>

<file path=ppt/media/f94899.txt>
</file>

<file path=ppt/media/f94900.txt>
</file>

<file path=ppt/media/f94901.txt>
</file>

<file path=ppt/media/f94902.txt>
</file>

<file path=ppt/media/f94903.txt>
</file>

<file path=ppt/media/f94904.txt>
</file>

<file path=ppt/media/f94905.txt>
</file>

<file path=ppt/media/f94906.txt>
</file>

<file path=ppt/media/f94907.txt>
</file>

<file path=ppt/media/f94908.txt>
</file>

<file path=ppt/media/f94909.txt>
</file>

<file path=ppt/media/f94910.txt>
</file>

<file path=ppt/media/f94911.txt>
</file>

<file path=ppt/media/f94912.txt>
</file>

<file path=ppt/media/f94913.txt>
</file>

<file path=ppt/media/f94914.txt>
</file>

<file path=ppt/media/f94915.txt>
</file>

<file path=ppt/media/f94916.txt>
</file>

<file path=ppt/media/f94917.txt>
</file>

<file path=ppt/media/f94918.txt>
</file>

<file path=ppt/media/f94919.txt>
</file>

<file path=ppt/media/f94920.txt>
</file>

<file path=ppt/media/f94921.txt>
</file>

<file path=ppt/media/f94922.txt>
</file>

<file path=ppt/media/f94923.txt>
</file>

<file path=ppt/media/f94924.txt>
</file>

<file path=ppt/media/f94925.txt>
</file>

<file path=ppt/media/f94926.txt>
</file>

<file path=ppt/media/f94927.txt>
</file>

<file path=ppt/media/f94928.txt>
</file>

<file path=ppt/media/f94929.txt>
</file>

<file path=ppt/media/f94930.txt>
</file>

<file path=ppt/media/f94931.txt>
</file>

<file path=ppt/media/f94932.txt>
</file>

<file path=ppt/media/f94933.txt>
</file>

<file path=ppt/media/f94934.txt>
</file>

<file path=ppt/media/f94935.txt>
</file>

<file path=ppt/media/f94936.txt>
</file>

<file path=ppt/media/f94937.txt>
</file>

<file path=ppt/media/f94938.txt>
</file>

<file path=ppt/media/f94939.txt>
</file>

<file path=ppt/media/f94940.txt>
</file>

<file path=ppt/media/f94941.txt>
</file>

<file path=ppt/media/f94942.txt>
</file>

<file path=ppt/media/f94943.txt>
</file>

<file path=ppt/media/f94944.txt>
</file>

<file path=ppt/media/f94945.txt>
</file>

<file path=ppt/media/f94946.txt>
</file>

<file path=ppt/media/f94947.txt>
</file>

<file path=ppt/media/f94948.txt>
</file>

<file path=ppt/media/f94949.txt>
</file>

<file path=ppt/media/f94950.txt>
</file>

<file path=ppt/media/f94951.txt>
</file>

<file path=ppt/media/f94952.txt>
</file>

<file path=ppt/media/f94953.txt>
</file>

<file path=ppt/media/f94954.txt>
</file>

<file path=ppt/media/f94955.txt>
</file>

<file path=ppt/media/f94956.txt>
</file>

<file path=ppt/media/f94957.txt>
</file>

<file path=ppt/media/f94958.txt>
</file>

<file path=ppt/media/f94959.txt>
</file>

<file path=ppt/media/f94960.txt>
</file>

<file path=ppt/media/f94961.txt>
</file>

<file path=ppt/media/f94962.txt>
</file>

<file path=ppt/media/f94963.txt>
</file>

<file path=ppt/media/f94964.txt>
</file>

<file path=ppt/media/f94965.txt>
</file>

<file path=ppt/media/f94966.txt>
</file>

<file path=ppt/media/f94967.txt>
</file>

<file path=ppt/media/f94968.txt>
</file>

<file path=ppt/media/f94969.txt>
</file>

<file path=ppt/media/f94970.txt>
</file>

<file path=ppt/media/f94971.txt>
</file>

<file path=ppt/media/f94972.txt>
</file>

<file path=ppt/media/f94973.txt>
</file>

<file path=ppt/media/f94974.txt>
</file>

<file path=ppt/media/f94975.txt>
</file>

<file path=ppt/media/f94976.txt>
</file>

<file path=ppt/media/f94977.txt>
</file>

<file path=ppt/media/f94978.txt>
</file>

<file path=ppt/media/f94979.txt>
</file>

<file path=ppt/media/f94980.txt>
</file>

<file path=ppt/media/f94981.txt>
</file>

<file path=ppt/media/f94982.txt>
</file>

<file path=ppt/media/f94983.txt>
</file>

<file path=ppt/media/f94984.txt>
</file>

<file path=ppt/media/f94985.txt>
</file>

<file path=ppt/media/f94986.txt>
</file>

<file path=ppt/media/f94987.txt>
</file>

<file path=ppt/media/f94988.txt>
</file>

<file path=ppt/media/f94989.txt>
</file>

<file path=ppt/media/f94990.txt>
</file>

<file path=ppt/media/f94991.txt>
</file>

<file path=ppt/media/f94992.txt>
</file>

<file path=ppt/media/f94993.txt>
</file>

<file path=ppt/media/f94994.txt>
</file>

<file path=ppt/media/f94995.txt>
</file>

<file path=ppt/media/f94996.txt>
</file>

<file path=ppt/media/f94997.txt>
</file>

<file path=ppt/media/f94998.txt>
</file>

<file path=ppt/media/f94999.txt>
</file>

<file path=ppt/media/f95000.txt>
</file>

<file path=ppt/media/f95001.txt>
</file>

<file path=ppt/media/f95002.txt>
</file>

<file path=ppt/media/f95003.txt>
</file>

<file path=ppt/media/f95004.txt>
</file>

<file path=ppt/media/f95005.txt>
</file>

<file path=ppt/media/f95006.txt>
</file>

<file path=ppt/media/f95007.txt>
</file>

<file path=ppt/media/f95008.txt>
</file>

<file path=ppt/media/f95009.txt>
</file>

<file path=ppt/media/f95010.txt>
</file>

<file path=ppt/media/f95011.txt>
</file>

<file path=ppt/media/f95012.txt>
</file>

<file path=ppt/media/f95013.txt>
</file>

<file path=ppt/media/f95014.txt>
</file>

<file path=ppt/media/f95015.txt>
</file>

<file path=ppt/media/f95016.txt>
</file>

<file path=ppt/media/f95017.txt>
</file>

<file path=ppt/media/f95018.txt>
</file>

<file path=ppt/media/f95019.txt>
</file>

<file path=ppt/media/f95020.txt>
</file>

<file path=ppt/media/f95021.txt>
</file>

<file path=ppt/media/f95022.txt>
</file>

<file path=ppt/media/f95023.txt>
</file>

<file path=ppt/media/f95024.txt>
</file>

<file path=ppt/media/f95025.txt>
</file>

<file path=ppt/media/f95026.txt>
</file>

<file path=ppt/media/f95027.txt>
</file>

<file path=ppt/media/f95028.txt>
</file>

<file path=ppt/media/f95029.txt>
</file>

<file path=ppt/media/f95030.txt>
</file>

<file path=ppt/media/f95031.txt>
</file>

<file path=ppt/media/f95032.txt>
</file>

<file path=ppt/media/f95033.txt>
</file>

<file path=ppt/media/f95034.txt>
</file>

<file path=ppt/media/f95035.txt>
</file>

<file path=ppt/media/f95036.txt>
</file>

<file path=ppt/media/f95037.txt>
</file>

<file path=ppt/media/f95038.txt>
</file>

<file path=ppt/media/f95039.txt>
</file>

<file path=ppt/media/f95040.txt>
</file>

<file path=ppt/media/f95041.txt>
</file>

<file path=ppt/media/f95042.txt>
</file>

<file path=ppt/media/f95043.txt>
</file>

<file path=ppt/media/f95044.txt>
</file>

<file path=ppt/media/f95045.txt>
</file>

<file path=ppt/media/f95046.txt>
</file>

<file path=ppt/media/f95047.txt>
</file>

<file path=ppt/media/f95048.txt>
</file>

<file path=ppt/media/f95049.txt>
</file>

<file path=ppt/media/f95050.txt>
</file>

<file path=ppt/media/f95051.txt>
</file>

<file path=ppt/media/f95052.txt>
</file>

<file path=ppt/media/f95053.txt>
</file>

<file path=ppt/media/f95054.txt>
</file>

<file path=ppt/media/f95055.txt>
</file>

<file path=ppt/media/f95056.txt>
</file>

<file path=ppt/media/f95057.txt>
</file>

<file path=ppt/media/f95058.txt>
</file>

<file path=ppt/media/f95059.txt>
</file>

<file path=ppt/media/f95060.txt>
</file>

<file path=ppt/media/f95061.txt>
</file>

<file path=ppt/media/f95062.txt>
</file>

<file path=ppt/media/f95063.txt>
</file>

<file path=ppt/media/f95064.txt>
</file>

<file path=ppt/media/f95065.txt>
</file>

<file path=ppt/media/f95066.txt>
</file>

<file path=ppt/media/f95067.txt>
</file>

<file path=ppt/media/f95068.txt>
</file>

<file path=ppt/media/f95069.txt>
</file>

<file path=ppt/media/f95070.txt>
</file>

<file path=ppt/media/f95071.txt>
</file>

<file path=ppt/media/f95072.txt>
</file>

<file path=ppt/media/f95073.txt>
</file>

<file path=ppt/media/f95074.txt>
</file>

<file path=ppt/media/f95075.txt>
</file>

<file path=ppt/media/f95076.txt>
</file>

<file path=ppt/media/f95077.txt>
</file>

<file path=ppt/media/f95078.txt>
</file>

<file path=ppt/media/f95079.txt>
</file>

<file path=ppt/media/f95080.txt>
</file>

<file path=ppt/media/f95081.txt>
</file>

<file path=ppt/media/f95082.txt>
</file>

<file path=ppt/media/f95083.txt>
</file>

<file path=ppt/media/f95084.txt>
</file>

<file path=ppt/media/f95085.txt>
</file>

<file path=ppt/media/f95086.txt>
</file>

<file path=ppt/media/f95087.txt>
</file>

<file path=ppt/media/f95088.txt>
</file>

<file path=ppt/media/f95089.txt>
</file>

<file path=ppt/media/f95090.txt>
</file>

<file path=ppt/media/f95091.txt>
</file>

<file path=ppt/media/f95092.txt>
</file>

<file path=ppt/media/f95093.txt>
</file>

<file path=ppt/media/f95094.txt>
</file>

<file path=ppt/media/f95095.txt>
</file>

<file path=ppt/media/f95096.txt>
</file>

<file path=ppt/media/f95097.txt>
</file>

<file path=ppt/media/f95098.txt>
</file>

<file path=ppt/media/f95099.txt>
</file>

<file path=ppt/media/f95100.txt>
</file>

<file path=ppt/media/f95101.txt>
</file>

<file path=ppt/media/f95102.txt>
</file>

<file path=ppt/media/f95103.txt>
</file>

<file path=ppt/media/f95104.txt>
</file>

<file path=ppt/media/f95105.txt>
</file>

<file path=ppt/media/f95106.txt>
</file>

<file path=ppt/media/f95107.txt>
</file>

<file path=ppt/media/f95108.txt>
</file>

<file path=ppt/media/f95109.txt>
</file>

<file path=ppt/media/f95110.txt>
</file>

<file path=ppt/media/f95111.txt>
</file>

<file path=ppt/media/f95112.txt>
</file>

<file path=ppt/media/f95113.txt>
</file>

<file path=ppt/media/f95114.txt>
</file>

<file path=ppt/media/f95115.txt>
</file>

<file path=ppt/media/f95116.txt>
</file>

<file path=ppt/media/f95117.txt>
</file>

<file path=ppt/media/f95118.txt>
</file>

<file path=ppt/media/f95119.txt>
</file>

<file path=ppt/media/f95120.txt>
</file>

<file path=ppt/media/f95121.txt>
</file>

<file path=ppt/media/f95122.txt>
</file>

<file path=ppt/media/f95123.txt>
</file>

<file path=ppt/media/f95124.txt>
</file>

<file path=ppt/media/f95125.txt>
</file>

<file path=ppt/media/f95126.txt>
</file>

<file path=ppt/media/f95127.txt>
</file>

<file path=ppt/media/f95128.txt>
</file>

<file path=ppt/media/f95129.txt>
</file>

<file path=ppt/media/f95130.txt>
</file>

<file path=ppt/media/f95131.txt>
</file>

<file path=ppt/media/f95132.txt>
</file>

<file path=ppt/media/f95133.txt>
</file>

<file path=ppt/media/f95134.txt>
</file>

<file path=ppt/media/f95135.txt>
</file>

<file path=ppt/media/f95136.txt>
</file>

<file path=ppt/media/f95137.txt>
</file>

<file path=ppt/media/f95138.txt>
</file>

<file path=ppt/media/f95139.txt>
</file>

<file path=ppt/media/f95140.txt>
</file>

<file path=ppt/media/f95141.txt>
</file>

<file path=ppt/media/f95142.txt>
</file>

<file path=ppt/media/f95143.txt>
</file>

<file path=ppt/media/f95144.txt>
</file>

<file path=ppt/media/f95145.txt>
</file>

<file path=ppt/media/f95146.txt>
</file>

<file path=ppt/media/f95147.txt>
</file>

<file path=ppt/media/f95148.txt>
</file>

<file path=ppt/media/f95149.txt>
</file>

<file path=ppt/media/f95150.txt>
</file>

<file path=ppt/media/f95151.txt>
</file>

<file path=ppt/media/f95152.txt>
</file>

<file path=ppt/media/f95153.txt>
</file>

<file path=ppt/media/f95154.txt>
</file>

<file path=ppt/media/f95155.txt>
</file>

<file path=ppt/media/f95156.txt>
</file>

<file path=ppt/media/f95157.txt>
</file>

<file path=ppt/media/f95158.txt>
</file>

<file path=ppt/media/f95159.txt>
</file>

<file path=ppt/media/f95160.txt>
</file>

<file path=ppt/media/f95161.txt>
</file>

<file path=ppt/media/f95162.txt>
</file>

<file path=ppt/media/f95163.txt>
</file>

<file path=ppt/media/f95164.txt>
</file>

<file path=ppt/media/f95165.txt>
</file>

<file path=ppt/media/f95166.txt>
</file>

<file path=ppt/media/f95167.txt>
</file>

<file path=ppt/media/f95168.txt>
</file>

<file path=ppt/media/f95169.txt>
</file>

<file path=ppt/media/f95170.txt>
</file>

<file path=ppt/media/f95171.txt>
</file>

<file path=ppt/media/f95172.txt>
</file>

<file path=ppt/media/f95173.txt>
</file>

<file path=ppt/media/f95174.txt>
</file>

<file path=ppt/media/f95175.txt>
</file>

<file path=ppt/media/f95176.txt>
</file>

<file path=ppt/media/f95177.txt>
</file>

<file path=ppt/media/f95178.txt>
</file>

<file path=ppt/media/f95179.txt>
</file>

<file path=ppt/media/f95180.txt>
</file>

<file path=ppt/media/f95181.txt>
</file>

<file path=ppt/media/f95182.txt>
</file>

<file path=ppt/media/f95183.txt>
</file>

<file path=ppt/media/f95184.txt>
</file>

<file path=ppt/media/f95185.txt>
</file>

<file path=ppt/media/f95186.txt>
</file>

<file path=ppt/media/f95187.txt>
</file>

<file path=ppt/media/f95188.txt>
</file>

<file path=ppt/media/f95189.txt>
</file>

<file path=ppt/media/f95190.txt>
</file>

<file path=ppt/media/f95191.txt>
</file>

<file path=ppt/media/f95192.txt>
</file>

<file path=ppt/media/f95193.txt>
</file>

<file path=ppt/media/f95194.txt>
</file>

<file path=ppt/media/f95195.txt>
</file>

<file path=ppt/media/f95196.txt>
</file>

<file path=ppt/media/f95197.txt>
</file>

<file path=ppt/media/f95198.txt>
</file>

<file path=ppt/media/f95199.txt>
</file>

<file path=ppt/media/f95200.txt>
</file>

<file path=ppt/media/f95201.txt>
</file>

<file path=ppt/media/f95202.txt>
</file>

<file path=ppt/media/f95203.txt>
</file>

<file path=ppt/media/f95204.txt>
</file>

<file path=ppt/media/f95205.txt>
</file>

<file path=ppt/media/f95206.txt>
</file>

<file path=ppt/media/f95207.txt>
</file>

<file path=ppt/media/f95208.txt>
</file>

<file path=ppt/media/f95209.txt>
</file>

<file path=ppt/media/f95210.txt>
</file>

<file path=ppt/media/f95211.txt>
</file>

<file path=ppt/media/f95212.txt>
</file>

<file path=ppt/media/f95213.txt>
</file>

<file path=ppt/media/f95214.txt>
</file>

<file path=ppt/media/f95215.txt>
</file>

<file path=ppt/media/f95216.txt>
</file>

<file path=ppt/media/f95217.txt>
</file>

<file path=ppt/media/f95218.txt>
</file>

<file path=ppt/media/f95219.txt>
</file>

<file path=ppt/media/f95220.txt>
</file>

<file path=ppt/media/f95221.txt>
</file>

<file path=ppt/media/f95222.txt>
</file>

<file path=ppt/media/f95223.txt>
</file>

<file path=ppt/media/f95224.txt>
</file>

<file path=ppt/media/f95225.txt>
</file>

<file path=ppt/media/f95226.txt>
</file>

<file path=ppt/media/f95227.txt>
</file>

<file path=ppt/media/f95228.txt>
</file>

<file path=ppt/media/f95229.txt>
</file>

<file path=ppt/media/f95230.txt>
</file>

<file path=ppt/media/f95231.txt>
</file>

<file path=ppt/media/f95232.txt>
</file>

<file path=ppt/media/f95233.txt>
</file>

<file path=ppt/media/f95234.txt>
</file>

<file path=ppt/media/f95235.txt>
</file>

<file path=ppt/media/f95236.txt>
</file>

<file path=ppt/media/f95237.txt>
</file>

<file path=ppt/media/f95238.txt>
</file>

<file path=ppt/media/f95239.txt>
</file>

<file path=ppt/media/f95240.txt>
</file>

<file path=ppt/media/f95241.txt>
</file>

<file path=ppt/media/f95242.txt>
</file>

<file path=ppt/media/f95243.txt>
</file>

<file path=ppt/media/f95244.txt>
</file>

<file path=ppt/media/f95245.txt>
</file>

<file path=ppt/media/f95246.txt>
</file>

<file path=ppt/media/f95247.txt>
</file>

<file path=ppt/media/f95248.txt>
</file>

<file path=ppt/media/f95249.txt>
</file>

<file path=ppt/media/f95250.txt>
</file>

<file path=ppt/media/f95251.txt>
</file>

<file path=ppt/media/f95252.txt>
</file>

<file path=ppt/media/f95253.txt>
</file>

<file path=ppt/media/f95254.txt>
</file>

<file path=ppt/media/f95255.txt>
</file>

<file path=ppt/media/f95256.txt>
</file>

<file path=ppt/media/f95257.txt>
</file>

<file path=ppt/media/f95258.txt>
</file>

<file path=ppt/media/f95259.txt>
</file>

<file path=ppt/media/f95260.txt>
</file>

<file path=ppt/media/f95261.txt>
</file>

<file path=ppt/media/f95262.txt>
</file>

<file path=ppt/media/f95263.txt>
</file>

<file path=ppt/media/f95264.txt>
</file>

<file path=ppt/media/f95265.txt>
</file>

<file path=ppt/media/f95266.txt>
</file>

<file path=ppt/media/f95267.txt>
</file>

<file path=ppt/media/f95268.txt>
</file>

<file path=ppt/media/f95269.txt>
</file>

<file path=ppt/media/f95270.txt>
</file>

<file path=ppt/media/f95271.txt>
</file>

<file path=ppt/media/f95272.txt>
</file>

<file path=ppt/media/f95273.txt>
</file>

<file path=ppt/media/f95274.txt>
</file>

<file path=ppt/media/f95275.txt>
</file>

<file path=ppt/media/f95276.txt>
</file>

<file path=ppt/media/f95277.txt>
</file>

<file path=ppt/media/f95278.txt>
</file>

<file path=ppt/media/f95279.txt>
</file>

<file path=ppt/media/f95280.txt>
</file>

<file path=ppt/media/f95281.txt>
</file>

<file path=ppt/media/f95282.txt>
</file>

<file path=ppt/media/f95283.txt>
</file>

<file path=ppt/media/f95284.txt>
</file>

<file path=ppt/media/f95285.txt>
</file>

<file path=ppt/media/f95286.txt>
</file>

<file path=ppt/media/f95287.txt>
</file>

<file path=ppt/media/f95288.txt>
</file>

<file path=ppt/media/f95289.txt>
</file>

<file path=ppt/media/f95290.txt>
</file>

<file path=ppt/media/f95291.txt>
</file>

<file path=ppt/media/f95292.txt>
</file>

<file path=ppt/media/f95293.txt>
</file>

<file path=ppt/media/f95294.txt>
</file>

<file path=ppt/media/f95295.txt>
</file>

<file path=ppt/media/f95296.txt>
</file>

<file path=ppt/media/f95297.txt>
</file>

<file path=ppt/media/f95298.txt>
</file>

<file path=ppt/media/f95299.txt>
</file>

<file path=ppt/media/f95300.txt>
</file>

<file path=ppt/media/f95301.txt>
</file>

<file path=ppt/media/f95302.txt>
</file>

<file path=ppt/media/f95303.txt>
</file>

<file path=ppt/media/f95304.txt>
</file>

<file path=ppt/media/f95305.txt>
</file>

<file path=ppt/media/f95306.txt>
</file>

<file path=ppt/media/f95307.txt>
</file>

<file path=ppt/media/f95308.txt>
</file>

<file path=ppt/media/f95309.txt>
</file>

<file path=ppt/media/f95310.txt>
</file>

<file path=ppt/media/f95311.txt>
</file>

<file path=ppt/media/f95312.txt>
</file>

<file path=ppt/media/f95313.txt>
</file>

<file path=ppt/media/f95314.txt>
</file>

<file path=ppt/media/f95315.txt>
</file>

<file path=ppt/media/f95316.txt>
</file>

<file path=ppt/media/f95317.txt>
</file>

<file path=ppt/media/f95318.txt>
</file>

<file path=ppt/media/f95319.txt>
</file>

<file path=ppt/media/f95320.txt>
</file>

<file path=ppt/media/f95321.txt>
</file>

<file path=ppt/media/f95322.txt>
</file>

<file path=ppt/media/f95323.txt>
</file>

<file path=ppt/media/f95324.txt>
</file>

<file path=ppt/media/f95325.txt>
</file>

<file path=ppt/media/f95326.txt>
</file>

<file path=ppt/media/f95327.txt>
</file>

<file path=ppt/media/f95328.txt>
</file>

<file path=ppt/media/f95329.txt>
</file>

<file path=ppt/media/f95330.txt>
</file>

<file path=ppt/media/f95331.txt>
</file>

<file path=ppt/media/f95332.txt>
</file>

<file path=ppt/media/f95333.txt>
</file>

<file path=ppt/media/f95334.txt>
</file>

<file path=ppt/media/f95335.txt>
</file>

<file path=ppt/media/f95336.txt>
</file>

<file path=ppt/media/f95337.txt>
</file>

<file path=ppt/media/f95338.txt>
</file>

<file path=ppt/media/f95339.txt>
</file>

<file path=ppt/media/f95340.txt>
</file>

<file path=ppt/media/f95341.txt>
</file>

<file path=ppt/media/f95342.txt>
</file>

<file path=ppt/media/f95343.txt>
</file>

<file path=ppt/media/f95344.txt>
</file>

<file path=ppt/media/f95345.txt>
</file>

<file path=ppt/media/f95346.txt>
</file>

<file path=ppt/media/f95347.txt>
</file>

<file path=ppt/media/f95348.txt>
</file>

<file path=ppt/media/f95349.txt>
</file>

<file path=ppt/media/f95350.txt>
</file>

<file path=ppt/media/f95351.txt>
</file>

<file path=ppt/media/f95352.txt>
</file>

<file path=ppt/media/f95353.txt>
</file>

<file path=ppt/media/f95354.txt>
</file>

<file path=ppt/media/f95355.txt>
</file>

<file path=ppt/media/f95356.txt>
</file>

<file path=ppt/media/f95357.txt>
</file>

<file path=ppt/media/f95358.txt>
</file>

<file path=ppt/media/f95359.txt>
</file>

<file path=ppt/media/f95360.txt>
</file>

<file path=ppt/media/f95361.txt>
</file>

<file path=ppt/media/f95362.txt>
</file>

<file path=ppt/media/f95363.txt>
</file>

<file path=ppt/media/f95364.txt>
</file>

<file path=ppt/media/f95365.txt>
</file>

<file path=ppt/media/f95366.txt>
</file>

<file path=ppt/media/f95367.txt>
</file>

<file path=ppt/media/f95368.txt>
</file>

<file path=ppt/media/f95369.txt>
</file>

<file path=ppt/media/f95370.txt>
</file>

<file path=ppt/media/f95371.txt>
</file>

<file path=ppt/media/f95372.txt>
</file>

<file path=ppt/media/f95373.txt>
</file>

<file path=ppt/media/f95374.txt>
</file>

<file path=ppt/media/f95375.txt>
</file>

<file path=ppt/media/f95376.txt>
</file>

<file path=ppt/media/f95377.txt>
</file>

<file path=ppt/media/f95378.txt>
</file>

<file path=ppt/media/f95379.txt>
</file>

<file path=ppt/media/f95380.txt>
</file>

<file path=ppt/media/f95381.txt>
</file>

<file path=ppt/media/f95382.txt>
</file>

<file path=ppt/media/f95383.txt>
</file>

<file path=ppt/media/f95384.txt>
</file>

<file path=ppt/media/f95385.txt>
</file>

<file path=ppt/media/f95386.txt>
</file>

<file path=ppt/media/f95387.txt>
</file>

<file path=ppt/media/f95388.txt>
</file>

<file path=ppt/media/f95389.txt>
</file>

<file path=ppt/media/f95390.txt>
</file>

<file path=ppt/media/f95391.txt>
</file>

<file path=ppt/media/f95392.txt>
</file>

<file path=ppt/media/f95393.txt>
</file>

<file path=ppt/media/f95394.txt>
</file>

<file path=ppt/media/f95395.txt>
</file>

<file path=ppt/media/f95396.txt>
</file>

<file path=ppt/media/f95397.txt>
</file>

<file path=ppt/media/f95398.txt>
</file>

<file path=ppt/media/f95399.txt>
</file>

<file path=ppt/media/f95400.txt>
</file>

<file path=ppt/media/f95401.txt>
</file>

<file path=ppt/media/f95402.txt>
</file>

<file path=ppt/media/f95403.txt>
</file>

<file path=ppt/media/f95404.txt>
</file>

<file path=ppt/media/f95405.txt>
</file>

<file path=ppt/media/f95406.txt>
</file>

<file path=ppt/media/f95407.txt>
</file>

<file path=ppt/media/f95408.txt>
</file>

<file path=ppt/media/f95409.txt>
</file>

<file path=ppt/media/f95410.txt>
</file>

<file path=ppt/media/f95411.txt>
</file>

<file path=ppt/media/f95412.txt>
</file>

<file path=ppt/media/f95413.txt>
</file>

<file path=ppt/media/f95414.txt>
</file>

<file path=ppt/media/f95415.txt>
</file>

<file path=ppt/media/f95416.txt>
</file>

<file path=ppt/media/f95417.txt>
</file>

<file path=ppt/media/f95418.txt>
</file>

<file path=ppt/media/f95419.txt>
</file>

<file path=ppt/media/f95420.txt>
</file>

<file path=ppt/media/f95421.txt>
</file>

<file path=ppt/media/f95422.txt>
</file>

<file path=ppt/media/f95423.txt>
</file>

<file path=ppt/media/f95424.txt>
</file>

<file path=ppt/media/f95425.txt>
</file>

<file path=ppt/media/f95426.txt>
</file>

<file path=ppt/media/f95427.txt>
</file>

<file path=ppt/media/f95428.txt>
</file>

<file path=ppt/media/f95429.txt>
</file>

<file path=ppt/media/f95430.txt>
</file>

<file path=ppt/media/f95431.txt>
</file>

<file path=ppt/media/f95432.txt>
</file>

<file path=ppt/media/f95433.txt>
</file>

<file path=ppt/media/f95434.txt>
</file>

<file path=ppt/media/f95435.txt>
</file>

<file path=ppt/media/f95436.txt>
</file>

<file path=ppt/media/f95437.txt>
</file>

<file path=ppt/media/f95438.txt>
</file>

<file path=ppt/media/f95439.txt>
</file>

<file path=ppt/media/f95440.txt>
</file>

<file path=ppt/media/f95441.txt>
</file>

<file path=ppt/media/f95442.txt>
</file>

<file path=ppt/media/f95443.txt>
</file>

<file path=ppt/media/f95444.txt>
</file>

<file path=ppt/media/f95445.txt>
</file>

<file path=ppt/media/f95446.txt>
</file>

<file path=ppt/media/f95447.txt>
</file>

<file path=ppt/media/f95448.txt>
</file>

<file path=ppt/media/f95449.txt>
</file>

<file path=ppt/media/f95450.txt>
</file>

<file path=ppt/media/f95451.txt>
</file>

<file path=ppt/media/f95452.txt>
</file>

<file path=ppt/media/f95453.txt>
</file>

<file path=ppt/media/f95454.txt>
</file>

<file path=ppt/media/f95455.txt>
</file>

<file path=ppt/media/f95456.txt>
</file>

<file path=ppt/media/f95457.txt>
</file>

<file path=ppt/media/f95458.txt>
</file>

<file path=ppt/media/f95459.txt>
</file>

<file path=ppt/media/f95460.txt>
</file>

<file path=ppt/media/f95461.txt>
</file>

<file path=ppt/media/f95462.txt>
</file>

<file path=ppt/media/f95463.txt>
</file>

<file path=ppt/media/f95464.txt>
</file>

<file path=ppt/media/f95465.txt>
</file>

<file path=ppt/media/f95466.txt>
</file>

<file path=ppt/media/f95467.txt>
</file>

<file path=ppt/media/f95468.txt>
</file>

<file path=ppt/media/f95469.txt>
</file>

<file path=ppt/media/f95470.txt>
</file>

<file path=ppt/media/f95471.txt>
</file>

<file path=ppt/media/f95472.txt>
</file>

<file path=ppt/media/f95473.txt>
</file>

<file path=ppt/media/f95474.txt>
</file>

<file path=ppt/media/f95475.txt>
</file>

<file path=ppt/media/f95476.txt>
</file>

<file path=ppt/media/f95477.txt>
</file>

<file path=ppt/media/f95478.txt>
</file>

<file path=ppt/media/f95479.txt>
</file>

<file path=ppt/media/f95480.txt>
</file>

<file path=ppt/media/f95481.txt>
</file>

<file path=ppt/media/f95482.txt>
</file>

<file path=ppt/media/f95483.txt>
</file>

<file path=ppt/media/f95484.txt>
</file>

<file path=ppt/media/f95485.txt>
</file>

<file path=ppt/media/f95486.txt>
</file>

<file path=ppt/media/f95487.txt>
</file>

<file path=ppt/media/f95488.txt>
</file>

<file path=ppt/media/f95489.txt>
</file>

<file path=ppt/media/f95490.txt>
</file>

<file path=ppt/media/f95491.txt>
</file>

<file path=ppt/media/f95492.txt>
</file>

<file path=ppt/media/f95493.txt>
</file>

<file path=ppt/media/f95494.txt>
</file>

<file path=ppt/media/f95495.txt>
</file>

<file path=ppt/media/f95496.txt>
</file>

<file path=ppt/media/f95497.txt>
</file>

<file path=ppt/media/f95498.txt>
</file>

<file path=ppt/media/f95499.txt>
</file>

<file path=ppt/media/f95500.txt>
</file>

<file path=ppt/media/f95501.txt>
</file>

<file path=ppt/media/f95502.txt>
</file>

<file path=ppt/media/f95503.txt>
</file>

<file path=ppt/media/f95504.txt>
</file>

<file path=ppt/media/f95505.txt>
</file>

<file path=ppt/media/f95506.txt>
</file>

<file path=ppt/media/f95507.txt>
</file>

<file path=ppt/media/f95508.txt>
</file>

<file path=ppt/media/f95509.txt>
</file>

<file path=ppt/media/f95510.txt>
</file>

<file path=ppt/media/f95511.txt>
</file>

<file path=ppt/media/f95512.txt>
</file>

<file path=ppt/media/f95513.txt>
</file>

<file path=ppt/media/f95514.txt>
</file>

<file path=ppt/media/f95515.txt>
</file>

<file path=ppt/media/f95516.txt>
</file>

<file path=ppt/media/f95517.txt>
</file>

<file path=ppt/media/f95518.txt>
</file>

<file path=ppt/media/f95519.txt>
</file>

<file path=ppt/media/f95520.txt>
</file>

<file path=ppt/media/f95521.txt>
</file>

<file path=ppt/media/f95522.txt>
</file>

<file path=ppt/media/f95523.txt>
</file>

<file path=ppt/media/f95524.txt>
</file>

<file path=ppt/media/f95525.txt>
</file>

<file path=ppt/media/f95526.txt>
</file>

<file path=ppt/media/f95527.txt>
</file>

<file path=ppt/media/f95528.txt>
</file>

<file path=ppt/media/f95529.txt>
</file>

<file path=ppt/media/f95530.txt>
</file>

<file path=ppt/media/f95531.txt>
</file>

<file path=ppt/media/f95532.txt>
</file>

<file path=ppt/media/f95533.txt>
</file>

<file path=ppt/media/f95534.txt>
</file>

<file path=ppt/media/f95535.txt>
</file>

<file path=ppt/media/f95536.txt>
</file>

<file path=ppt/media/f95537.txt>
</file>

<file path=ppt/media/f95538.txt>
</file>

<file path=ppt/media/f95539.txt>
</file>

<file path=ppt/media/f95540.txt>
</file>

<file path=ppt/media/f95541.txt>
</file>

<file path=ppt/media/f95542.txt>
</file>

<file path=ppt/media/f95543.txt>
</file>

<file path=ppt/media/f95544.txt>
</file>

<file path=ppt/media/f95545.txt>
</file>

<file path=ppt/media/f95546.txt>
</file>

<file path=ppt/media/f95547.txt>
</file>

<file path=ppt/media/f95548.txt>
</file>

<file path=ppt/media/f95549.txt>
</file>

<file path=ppt/media/f95550.txt>
</file>

<file path=ppt/media/f95551.txt>
</file>

<file path=ppt/media/f95552.txt>
</file>

<file path=ppt/media/f95553.txt>
</file>

<file path=ppt/media/f95554.txt>
</file>

<file path=ppt/media/f95555.txt>
</file>

<file path=ppt/media/f95556.txt>
</file>

<file path=ppt/media/f95557.txt>
</file>

<file path=ppt/media/f95558.txt>
</file>

<file path=ppt/media/f95559.txt>
</file>

<file path=ppt/media/f95560.txt>
</file>

<file path=ppt/media/f95561.txt>
</file>

<file path=ppt/media/f95562.txt>
</file>

<file path=ppt/media/f95563.txt>
</file>

<file path=ppt/media/f95564.txt>
</file>

<file path=ppt/media/f95565.txt>
</file>

<file path=ppt/media/f95566.txt>
</file>

<file path=ppt/media/f95567.txt>
</file>

<file path=ppt/media/f95568.txt>
</file>

<file path=ppt/media/f95569.txt>
</file>

<file path=ppt/media/f95570.txt>
</file>

<file path=ppt/media/f95571.txt>
</file>

<file path=ppt/media/f95572.txt>
</file>

<file path=ppt/media/f95573.txt>
</file>

<file path=ppt/media/f95574.txt>
</file>

<file path=ppt/media/f95575.txt>
</file>

<file path=ppt/media/f95576.txt>
</file>

<file path=ppt/media/f95577.txt>
</file>

<file path=ppt/media/f95578.txt>
</file>

<file path=ppt/media/f95579.txt>
</file>

<file path=ppt/media/f95580.txt>
</file>

<file path=ppt/media/f95581.txt>
</file>

<file path=ppt/media/f95582.txt>
</file>

<file path=ppt/media/f95583.txt>
</file>

<file path=ppt/media/f95584.txt>
</file>

<file path=ppt/media/f95585.txt>
</file>

<file path=ppt/media/f95586.txt>
</file>

<file path=ppt/media/f95587.txt>
</file>

<file path=ppt/media/f95588.txt>
</file>

<file path=ppt/media/f95589.txt>
</file>

<file path=ppt/media/f95590.txt>
</file>

<file path=ppt/media/f95591.txt>
</file>

<file path=ppt/media/f95592.txt>
</file>

<file path=ppt/media/f95593.txt>
</file>

<file path=ppt/media/f95594.txt>
</file>

<file path=ppt/media/f95595.txt>
</file>

<file path=ppt/media/f95596.txt>
</file>

<file path=ppt/media/f95597.txt>
</file>

<file path=ppt/media/f95598.txt>
</file>

<file path=ppt/media/f95599.txt>
</file>

<file path=ppt/media/f95600.txt>
</file>

<file path=ppt/media/f95601.txt>
</file>

<file path=ppt/media/f95602.txt>
</file>

<file path=ppt/media/f95603.txt>
</file>

<file path=ppt/media/f95604.txt>
</file>

<file path=ppt/media/f95605.txt>
</file>

<file path=ppt/media/f95606.txt>
</file>

<file path=ppt/media/f95607.txt>
</file>

<file path=ppt/media/f95608.txt>
</file>

<file path=ppt/media/f95609.txt>
</file>

<file path=ppt/media/f95610.txt>
</file>

<file path=ppt/media/f95611.txt>
</file>

<file path=ppt/media/f95612.txt>
</file>

<file path=ppt/media/f95613.txt>
</file>

<file path=ppt/media/f95614.txt>
</file>

<file path=ppt/media/f95615.txt>
</file>

<file path=ppt/media/f95616.txt>
</file>

<file path=ppt/media/f95617.txt>
</file>

<file path=ppt/media/f95618.txt>
</file>

<file path=ppt/media/f95619.txt>
</file>

<file path=ppt/media/f95620.txt>
</file>

<file path=ppt/media/f95621.txt>
</file>

<file path=ppt/media/f95622.txt>
</file>

<file path=ppt/media/f95623.txt>
</file>

<file path=ppt/media/f95624.txt>
</file>

<file path=ppt/media/f95625.txt>
</file>

<file path=ppt/media/f95626.txt>
</file>

<file path=ppt/media/f95627.txt>
</file>

<file path=ppt/media/f95628.txt>
</file>

<file path=ppt/media/f95629.txt>
</file>

<file path=ppt/media/f95630.txt>
</file>

<file path=ppt/media/f95631.txt>
</file>

<file path=ppt/media/f95632.txt>
</file>

<file path=ppt/media/f95633.txt>
</file>

<file path=ppt/media/f95634.txt>
</file>

<file path=ppt/media/f95635.txt>
</file>

<file path=ppt/media/f95636.txt>
</file>

<file path=ppt/media/f95637.txt>
</file>

<file path=ppt/media/f95638.txt>
</file>

<file path=ppt/media/f95639.txt>
</file>

<file path=ppt/media/f95640.txt>
</file>

<file path=ppt/media/f95641.txt>
</file>

<file path=ppt/media/f95642.txt>
</file>

<file path=ppt/media/f95643.txt>
</file>

<file path=ppt/media/f95644.txt>
</file>

<file path=ppt/media/f95645.txt>
</file>

<file path=ppt/media/f95646.txt>
</file>

<file path=ppt/media/f95647.txt>
</file>

<file path=ppt/media/f95648.txt>
</file>

<file path=ppt/media/f95649.txt>
</file>

<file path=ppt/media/f95650.txt>
</file>

<file path=ppt/media/f95651.txt>
</file>

<file path=ppt/media/f95652.txt>
</file>

<file path=ppt/media/f95653.txt>
</file>

<file path=ppt/media/f95654.txt>
</file>

<file path=ppt/media/f95655.txt>
</file>

<file path=ppt/media/f95656.txt>
</file>

<file path=ppt/media/f95657.txt>
</file>

<file path=ppt/media/f95658.txt>
</file>

<file path=ppt/media/f95659.txt>
</file>

<file path=ppt/media/f95660.txt>
</file>

<file path=ppt/media/f95661.txt>
</file>

<file path=ppt/media/f95662.txt>
</file>

<file path=ppt/media/f95663.txt>
</file>

<file path=ppt/media/f95664.txt>
</file>

<file path=ppt/media/f95665.txt>
</file>

<file path=ppt/media/f95666.txt>
</file>

<file path=ppt/media/f95667.txt>
</file>

<file path=ppt/media/f95668.txt>
</file>

<file path=ppt/media/f95669.txt>
</file>

<file path=ppt/media/f95670.txt>
</file>

<file path=ppt/media/f95671.txt>
</file>

<file path=ppt/media/f95672.txt>
</file>

<file path=ppt/media/f95673.txt>
</file>

<file path=ppt/media/f95674.txt>
</file>

<file path=ppt/media/f95675.txt>
</file>

<file path=ppt/media/f95676.txt>
</file>

<file path=ppt/media/f95677.txt>
</file>

<file path=ppt/media/f95678.txt>
</file>

<file path=ppt/media/f95679.txt>
</file>

<file path=ppt/media/f95680.txt>
</file>

<file path=ppt/media/f95681.txt>
</file>

<file path=ppt/media/f95682.txt>
</file>

<file path=ppt/media/f95683.txt>
</file>

<file path=ppt/media/f95684.txt>
</file>

<file path=ppt/media/f95685.txt>
</file>

<file path=ppt/media/f95686.txt>
</file>

<file path=ppt/media/f95687.txt>
</file>

<file path=ppt/media/f95688.txt>
</file>

<file path=ppt/media/f95689.txt>
</file>

<file path=ppt/media/f95690.txt>
</file>

<file path=ppt/media/f95691.txt>
</file>

<file path=ppt/media/f95692.txt>
</file>

<file path=ppt/media/f95693.txt>
</file>

<file path=ppt/media/f95694.txt>
</file>

<file path=ppt/media/f95695.txt>
</file>

<file path=ppt/media/f95696.txt>
</file>

<file path=ppt/media/f95697.txt>
</file>

<file path=ppt/media/f95698.txt>
</file>

<file path=ppt/media/f95699.txt>
</file>

<file path=ppt/media/f95700.txt>
</file>

<file path=ppt/media/f95701.txt>
</file>

<file path=ppt/media/f95702.txt>
</file>

<file path=ppt/media/f95703.txt>
</file>

<file path=ppt/media/f95704.txt>
</file>

<file path=ppt/media/f95705.txt>
</file>

<file path=ppt/media/f95706.txt>
</file>

<file path=ppt/media/f95707.txt>
</file>

<file path=ppt/media/f95708.txt>
</file>

<file path=ppt/media/f95709.txt>
</file>

<file path=ppt/media/f95710.txt>
</file>

<file path=ppt/media/f95711.txt>
</file>

<file path=ppt/media/f95712.txt>
</file>

<file path=ppt/media/f95713.txt>
</file>

<file path=ppt/media/f95714.txt>
</file>

<file path=ppt/media/f95715.txt>
</file>

<file path=ppt/media/f95716.txt>
</file>

<file path=ppt/media/f95717.txt>
</file>

<file path=ppt/media/f95718.txt>
</file>

<file path=ppt/media/f95719.txt>
</file>

<file path=ppt/media/f95720.txt>
</file>

<file path=ppt/media/f95721.txt>
</file>

<file path=ppt/media/f95722.txt>
</file>

<file path=ppt/media/f95723.txt>
</file>

<file path=ppt/media/f95724.txt>
</file>

<file path=ppt/media/f95725.txt>
</file>

<file path=ppt/media/f95726.txt>
</file>

<file path=ppt/media/f95727.txt>
</file>

<file path=ppt/media/f95728.txt>
</file>

<file path=ppt/media/f95729.txt>
</file>

<file path=ppt/media/f95730.txt>
</file>

<file path=ppt/media/f95731.txt>
</file>

<file path=ppt/media/f95732.txt>
</file>

<file path=ppt/media/f95733.txt>
</file>

<file path=ppt/media/f95734.txt>
</file>

<file path=ppt/media/f95735.txt>
</file>

<file path=ppt/media/f95736.txt>
</file>

<file path=ppt/media/f95737.txt>
</file>

<file path=ppt/media/f95738.txt>
</file>

<file path=ppt/media/f95739.txt>
</file>

<file path=ppt/media/f95740.txt>
</file>

<file path=ppt/media/f95741.txt>
</file>

<file path=ppt/media/f95742.txt>
</file>

<file path=ppt/media/f95743.txt>
</file>

<file path=ppt/media/f95744.txt>
</file>

<file path=ppt/media/f95745.txt>
</file>

<file path=ppt/media/f95746.txt>
</file>

<file path=ppt/media/f95747.txt>
</file>

<file path=ppt/media/f95748.txt>
</file>

<file path=ppt/media/f95749.txt>
</file>

<file path=ppt/media/f95750.txt>
</file>

<file path=ppt/media/f95751.txt>
</file>

<file path=ppt/media/f95752.txt>
</file>

<file path=ppt/media/f95753.txt>
</file>

<file path=ppt/media/f95754.txt>
</file>

<file path=ppt/media/f95755.txt>
</file>

<file path=ppt/media/f95756.txt>
</file>

<file path=ppt/media/f95757.txt>
</file>

<file path=ppt/media/f95758.txt>
</file>

<file path=ppt/media/f95759.txt>
</file>

<file path=ppt/media/f95760.txt>
</file>

<file path=ppt/media/f95761.txt>
</file>

<file path=ppt/media/f95762.txt>
</file>

<file path=ppt/media/f95763.txt>
</file>

<file path=ppt/media/f95764.txt>
</file>

<file path=ppt/media/f95765.txt>
</file>

<file path=ppt/media/f95766.txt>
</file>

<file path=ppt/media/f95767.txt>
</file>

<file path=ppt/media/f95768.txt>
</file>

<file path=ppt/media/f95769.txt>
</file>

<file path=ppt/media/f95770.txt>
</file>

<file path=ppt/media/f95771.txt>
</file>

<file path=ppt/media/f95772.txt>
</file>

<file path=ppt/media/f95773.txt>
</file>

<file path=ppt/media/f95774.txt>
</file>

<file path=ppt/media/f95775.txt>
</file>

<file path=ppt/media/f95776.txt>
</file>

<file path=ppt/media/f95777.txt>
</file>

<file path=ppt/media/f95778.txt>
</file>

<file path=ppt/media/f95779.txt>
</file>

<file path=ppt/media/f95780.txt>
</file>

<file path=ppt/media/f95781.txt>
</file>

<file path=ppt/media/f95782.txt>
</file>

<file path=ppt/media/f95783.txt>
</file>

<file path=ppt/media/f95784.txt>
</file>

<file path=ppt/media/f95785.txt>
</file>

<file path=ppt/media/f95786.txt>
</file>

<file path=ppt/media/f95787.txt>
</file>

<file path=ppt/media/f95788.txt>
</file>

<file path=ppt/media/f95789.txt>
</file>

<file path=ppt/media/f95790.txt>
</file>

<file path=ppt/media/f95791.txt>
</file>

<file path=ppt/media/f95792.txt>
</file>

<file path=ppt/media/f95793.txt>
</file>

<file path=ppt/media/f95794.txt>
</file>

<file path=ppt/media/f95795.txt>
</file>

<file path=ppt/media/f95796.txt>
</file>

<file path=ppt/media/f95797.txt>
</file>

<file path=ppt/media/f95798.txt>
</file>

<file path=ppt/media/f95799.txt>
</file>

<file path=ppt/media/f95800.txt>
</file>

<file path=ppt/media/f95801.txt>
</file>

<file path=ppt/media/f95802.txt>
</file>

<file path=ppt/media/f95803.txt>
</file>

<file path=ppt/media/f95804.txt>
</file>

<file path=ppt/media/f95805.txt>
</file>

<file path=ppt/media/f95806.txt>
</file>

<file path=ppt/media/f95807.txt>
</file>

<file path=ppt/media/f95808.txt>
</file>

<file path=ppt/media/f95809.txt>
</file>

<file path=ppt/media/f95810.txt>
</file>

<file path=ppt/media/f95811.txt>
</file>

<file path=ppt/media/f95812.txt>
</file>

<file path=ppt/media/f95813.txt>
</file>

<file path=ppt/media/f95814.txt>
</file>

<file path=ppt/media/f95815.txt>
</file>

<file path=ppt/media/f95816.txt>
</file>

<file path=ppt/media/f95817.txt>
</file>

<file path=ppt/media/f95818.txt>
</file>

<file path=ppt/media/f95819.txt>
</file>

<file path=ppt/media/f95820.txt>
</file>

<file path=ppt/media/f95821.txt>
</file>

<file path=ppt/media/f95822.txt>
</file>

<file path=ppt/media/f95823.txt>
</file>

<file path=ppt/media/f95824.txt>
</file>

<file path=ppt/media/f95825.txt>
</file>

<file path=ppt/media/f95826.txt>
</file>

<file path=ppt/media/f95827.txt>
</file>

<file path=ppt/media/f95828.txt>
</file>

<file path=ppt/media/f95829.txt>
</file>

<file path=ppt/media/f95830.txt>
</file>

<file path=ppt/media/f95831.txt>
</file>

<file path=ppt/media/f95832.txt>
</file>

<file path=ppt/media/f95833.txt>
</file>

<file path=ppt/media/f95834.txt>
</file>

<file path=ppt/media/f95835.txt>
</file>

<file path=ppt/media/f95836.txt>
</file>

<file path=ppt/media/f95837.txt>
</file>

<file path=ppt/media/f95838.txt>
</file>

<file path=ppt/media/f95839.txt>
</file>

<file path=ppt/media/f95840.txt>
</file>

<file path=ppt/media/f95841.txt>
</file>

<file path=ppt/media/f95842.txt>
</file>

<file path=ppt/media/f95843.txt>
</file>

<file path=ppt/media/f95844.txt>
</file>

<file path=ppt/media/f95845.txt>
</file>

<file path=ppt/media/f95846.txt>
</file>

<file path=ppt/media/f95847.txt>
</file>

<file path=ppt/media/f95848.txt>
</file>

<file path=ppt/media/f95849.txt>
</file>

<file path=ppt/media/f95850.txt>
</file>

<file path=ppt/media/f95851.txt>
</file>

<file path=ppt/media/f95852.txt>
</file>

<file path=ppt/media/f95853.txt>
</file>

<file path=ppt/media/f95854.txt>
</file>

<file path=ppt/media/f95855.txt>
</file>

<file path=ppt/media/f95856.txt>
</file>

<file path=ppt/media/f95857.txt>
</file>

<file path=ppt/media/f95858.txt>
</file>

<file path=ppt/media/f95859.txt>
</file>

<file path=ppt/media/f95860.txt>
</file>

<file path=ppt/media/f95861.txt>
</file>

<file path=ppt/media/f95862.txt>
</file>

<file path=ppt/media/f95863.txt>
</file>

<file path=ppt/media/f95864.txt>
</file>

<file path=ppt/media/f95865.txt>
</file>

<file path=ppt/media/f95866.txt>
</file>

<file path=ppt/media/f95867.txt>
</file>

<file path=ppt/media/f95868.txt>
</file>

<file path=ppt/media/f95869.txt>
</file>

<file path=ppt/media/f95870.txt>
</file>

<file path=ppt/media/f95871.txt>
</file>

<file path=ppt/media/f95872.txt>
</file>

<file path=ppt/media/f95873.txt>
</file>

<file path=ppt/media/f95874.txt>
</file>

<file path=ppt/media/f95875.txt>
</file>

<file path=ppt/media/f95876.txt>
</file>

<file path=ppt/media/f95877.txt>
</file>

<file path=ppt/media/f95878.txt>
</file>

<file path=ppt/media/f95879.txt>
</file>

<file path=ppt/media/f95880.txt>
</file>

<file path=ppt/media/f95881.txt>
</file>

<file path=ppt/media/f95882.txt>
</file>

<file path=ppt/media/f95883.txt>
</file>

<file path=ppt/media/f95884.txt>
</file>

<file path=ppt/media/f95885.txt>
</file>

<file path=ppt/media/f95886.txt>
</file>

<file path=ppt/media/f95887.txt>
</file>

<file path=ppt/media/f95888.txt>
</file>

<file path=ppt/media/f95889.txt>
</file>

<file path=ppt/media/f95890.txt>
</file>

<file path=ppt/media/f95891.txt>
</file>

<file path=ppt/media/f95892.txt>
</file>

<file path=ppt/media/f95893.txt>
</file>

<file path=ppt/media/f95894.txt>
</file>

<file path=ppt/media/f95895.txt>
</file>

<file path=ppt/media/f95896.txt>
</file>

<file path=ppt/media/f95897.txt>
</file>

<file path=ppt/media/f95898.txt>
</file>

<file path=ppt/media/f95899.txt>
</file>

<file path=ppt/media/f95900.txt>
</file>

<file path=ppt/media/f95901.txt>
</file>

<file path=ppt/media/f95902.txt>
</file>

<file path=ppt/media/f95903.txt>
</file>

<file path=ppt/media/f95904.txt>
</file>

<file path=ppt/media/f95905.txt>
</file>

<file path=ppt/media/f95906.txt>
</file>

<file path=ppt/media/f95907.txt>
</file>

<file path=ppt/media/f95908.txt>
</file>

<file path=ppt/media/f95909.txt>
</file>

<file path=ppt/media/f95910.txt>
</file>

<file path=ppt/media/f95911.txt>
</file>

<file path=ppt/media/f95912.txt>
</file>

<file path=ppt/media/f95913.txt>
</file>

<file path=ppt/media/f95914.txt>
</file>

<file path=ppt/media/f95915.txt>
</file>

<file path=ppt/media/f95916.txt>
</file>

<file path=ppt/media/f95917.txt>
</file>

<file path=ppt/media/f95918.txt>
</file>

<file path=ppt/media/f95919.txt>
</file>

<file path=ppt/media/f95920.txt>
</file>

<file path=ppt/media/f95921.txt>
</file>

<file path=ppt/media/f95922.txt>
</file>

<file path=ppt/media/f95923.txt>
</file>

<file path=ppt/media/f95924.txt>
</file>

<file path=ppt/media/f95925.txt>
</file>

<file path=ppt/media/f95926.txt>
</file>

<file path=ppt/media/f95927.txt>
</file>

<file path=ppt/media/f95928.txt>
</file>

<file path=ppt/media/f95929.txt>
</file>

<file path=ppt/media/f95930.txt>
</file>

<file path=ppt/media/f95931.txt>
</file>

<file path=ppt/media/f95932.txt>
</file>

<file path=ppt/media/f95933.txt>
</file>

<file path=ppt/media/f95934.txt>
</file>

<file path=ppt/media/f95935.txt>
</file>

<file path=ppt/media/f95936.txt>
</file>

<file path=ppt/media/f95937.txt>
</file>

<file path=ppt/media/f95938.txt>
</file>

<file path=ppt/media/f95939.txt>
</file>

<file path=ppt/media/f95940.txt>
</file>

<file path=ppt/media/f95941.txt>
</file>

<file path=ppt/media/f95942.txt>
</file>

<file path=ppt/media/f95943.txt>
</file>

<file path=ppt/media/f95944.txt>
</file>

<file path=ppt/media/f95945.txt>
</file>

<file path=ppt/media/f95946.txt>
</file>

<file path=ppt/media/f95947.txt>
</file>

<file path=ppt/media/f95948.txt>
</file>

<file path=ppt/media/f95949.txt>
</file>

<file path=ppt/media/f95950.txt>
</file>

<file path=ppt/media/f95951.txt>
</file>

<file path=ppt/media/f95952.txt>
</file>

<file path=ppt/media/f95953.txt>
</file>

<file path=ppt/media/f95954.txt>
</file>

<file path=ppt/media/f95955.txt>
</file>

<file path=ppt/media/f95956.txt>
</file>

<file path=ppt/media/f95957.txt>
</file>

<file path=ppt/media/f95958.txt>
</file>

<file path=ppt/media/f95959.txt>
</file>

<file path=ppt/media/f95960.txt>
</file>

<file path=ppt/media/f95961.txt>
</file>

<file path=ppt/media/f95962.txt>
</file>

<file path=ppt/media/f95963.txt>
</file>

<file path=ppt/media/f95964.txt>
</file>

<file path=ppt/media/f95965.txt>
</file>

<file path=ppt/media/f95966.txt>
</file>

<file path=ppt/media/f95967.txt>
</file>

<file path=ppt/media/f95968.txt>
</file>

<file path=ppt/media/f95969.txt>
</file>

<file path=ppt/media/f95970.txt>
</file>

<file path=ppt/media/f95971.txt>
</file>

<file path=ppt/media/f95972.txt>
</file>

<file path=ppt/media/f95973.txt>
</file>

<file path=ppt/media/f95974.txt>
</file>

<file path=ppt/media/f95975.txt>
</file>

<file path=ppt/media/f95976.txt>
</file>

<file path=ppt/media/f95977.txt>
</file>

<file path=ppt/media/f95978.txt>
</file>

<file path=ppt/media/f95979.txt>
</file>

<file path=ppt/media/f95980.txt>
</file>

<file path=ppt/media/f95981.txt>
</file>

<file path=ppt/media/f95982.txt>
</file>

<file path=ppt/media/f95983.txt>
</file>

<file path=ppt/media/f95984.txt>
</file>

<file path=ppt/media/f95985.txt>
</file>

<file path=ppt/media/f95986.txt>
</file>

<file path=ppt/media/f95987.txt>
</file>

<file path=ppt/media/f95988.txt>
</file>

<file path=ppt/media/f95989.txt>
</file>

<file path=ppt/media/f95990.txt>
</file>

<file path=ppt/media/f95991.txt>
</file>

<file path=ppt/media/f95992.txt>
</file>

<file path=ppt/media/f95993.txt>
</file>

<file path=ppt/media/f95994.txt>
</file>

<file path=ppt/media/f95995.txt>
</file>

<file path=ppt/media/f95996.txt>
</file>

<file path=ppt/media/f95997.txt>
</file>

<file path=ppt/media/f95998.txt>
</file>

<file path=ppt/media/f95999.txt>
</file>

<file path=ppt/media/f96000.txt>
</file>

<file path=ppt/media/f96001.txt>
</file>

<file path=ppt/media/f96002.txt>
</file>

<file path=ppt/media/f96003.txt>
</file>

<file path=ppt/media/f96004.txt>
</file>

<file path=ppt/media/f96005.txt>
</file>

<file path=ppt/media/f96006.txt>
</file>

<file path=ppt/media/f96007.txt>
</file>

<file path=ppt/media/f96008.txt>
</file>

<file path=ppt/media/f96009.txt>
</file>

<file path=ppt/media/f96010.txt>
</file>

<file path=ppt/media/f96011.txt>
</file>

<file path=ppt/media/f96012.txt>
</file>

<file path=ppt/media/f96013.txt>
</file>

<file path=ppt/media/f96014.txt>
</file>

<file path=ppt/media/f96015.txt>
</file>

<file path=ppt/media/f96016.txt>
</file>

<file path=ppt/media/f96017.txt>
</file>

<file path=ppt/media/f96018.txt>
</file>

<file path=ppt/media/f96019.txt>
</file>

<file path=ppt/media/f96020.txt>
</file>

<file path=ppt/media/f96021.txt>
</file>

<file path=ppt/media/f96022.txt>
</file>

<file path=ppt/media/f96023.txt>
</file>

<file path=ppt/media/f96024.txt>
</file>

<file path=ppt/media/f96025.txt>
</file>

<file path=ppt/media/f96026.txt>
</file>

<file path=ppt/media/f96027.txt>
</file>

<file path=ppt/media/f96028.txt>
</file>

<file path=ppt/media/f96029.txt>
</file>

<file path=ppt/media/f96030.txt>
</file>

<file path=ppt/media/f96031.txt>
</file>

<file path=ppt/media/f96032.txt>
</file>

<file path=ppt/media/f96033.txt>
</file>

<file path=ppt/media/f96034.txt>
</file>

<file path=ppt/media/f96035.txt>
</file>

<file path=ppt/media/f96036.txt>
</file>

<file path=ppt/media/f96037.txt>
</file>

<file path=ppt/media/f96038.txt>
</file>

<file path=ppt/media/f96039.txt>
</file>

<file path=ppt/media/f96040.txt>
</file>

<file path=ppt/media/f96041.txt>
</file>

<file path=ppt/media/f96042.txt>
</file>

<file path=ppt/media/f96043.txt>
</file>

<file path=ppt/media/f96044.txt>
</file>

<file path=ppt/media/f96045.txt>
</file>

<file path=ppt/media/f96046.txt>
</file>

<file path=ppt/media/f96047.txt>
</file>

<file path=ppt/media/f96048.txt>
</file>

<file path=ppt/media/f96049.txt>
</file>

<file path=ppt/media/f96050.txt>
</file>

<file path=ppt/media/f96051.txt>
</file>

<file path=ppt/media/f96052.txt>
</file>

<file path=ppt/media/f96053.txt>
</file>

<file path=ppt/media/f96054.txt>
</file>

<file path=ppt/media/f96055.txt>
</file>

<file path=ppt/media/f96056.txt>
</file>

<file path=ppt/media/f96057.txt>
</file>

<file path=ppt/media/f96058.txt>
</file>

<file path=ppt/media/f96059.txt>
</file>

<file path=ppt/media/f96060.txt>
</file>

<file path=ppt/media/f96061.txt>
</file>

<file path=ppt/media/f96062.txt>
</file>

<file path=ppt/media/f96063.txt>
</file>

<file path=ppt/media/f96064.txt>
</file>

<file path=ppt/media/f96065.txt>
</file>

<file path=ppt/media/f96066.txt>
</file>

<file path=ppt/media/f96067.txt>
</file>

<file path=ppt/media/f96068.txt>
</file>

<file path=ppt/media/f96069.txt>
</file>

<file path=ppt/media/f96070.txt>
</file>

<file path=ppt/media/f96071.txt>
</file>

<file path=ppt/media/f96072.txt>
</file>

<file path=ppt/media/f96073.txt>
</file>

<file path=ppt/media/f96074.txt>
</file>

<file path=ppt/media/f96075.txt>
</file>

<file path=ppt/media/f96076.txt>
</file>

<file path=ppt/media/f96077.txt>
</file>

<file path=ppt/media/f96078.txt>
</file>

<file path=ppt/media/f96079.txt>
</file>

<file path=ppt/media/f96080.txt>
</file>

<file path=ppt/media/f96081.txt>
</file>

<file path=ppt/media/f96082.txt>
</file>

<file path=ppt/media/f96083.txt>
</file>

<file path=ppt/media/f96084.txt>
</file>

<file path=ppt/media/f96085.txt>
</file>

<file path=ppt/media/f96086.txt>
</file>

<file path=ppt/media/f96087.txt>
</file>

<file path=ppt/media/f96088.txt>
</file>

<file path=ppt/media/f96089.txt>
</file>

<file path=ppt/media/f96090.txt>
</file>

<file path=ppt/media/f96091.txt>
</file>

<file path=ppt/media/f96092.txt>
</file>

<file path=ppt/media/f96093.txt>
</file>

<file path=ppt/media/f96094.txt>
</file>

<file path=ppt/media/f96095.txt>
</file>

<file path=ppt/media/f96096.txt>
</file>

<file path=ppt/media/f96097.txt>
</file>

<file path=ppt/media/f96098.txt>
</file>

<file path=ppt/media/f96099.txt>
</file>

<file path=ppt/media/f96100.txt>
</file>

<file path=ppt/media/f96101.txt>
</file>

<file path=ppt/media/f96102.txt>
</file>

<file path=ppt/media/f96103.txt>
</file>

<file path=ppt/media/f96104.txt>
</file>

<file path=ppt/media/f96105.txt>
</file>

<file path=ppt/media/f96106.txt>
</file>

<file path=ppt/media/f96107.txt>
</file>

<file path=ppt/media/f96108.txt>
</file>

<file path=ppt/media/f96109.txt>
</file>

<file path=ppt/media/f96110.txt>
</file>

<file path=ppt/media/f96111.txt>
</file>

<file path=ppt/media/f96112.txt>
</file>

<file path=ppt/media/f96113.txt>
</file>

<file path=ppt/media/f96114.txt>
</file>

<file path=ppt/media/f96115.txt>
</file>

<file path=ppt/media/f96116.txt>
</file>

<file path=ppt/media/f96117.txt>
</file>

<file path=ppt/media/f96118.txt>
</file>

<file path=ppt/media/f96119.txt>
</file>

<file path=ppt/media/f96120.txt>
</file>

<file path=ppt/media/f96121.txt>
</file>

<file path=ppt/media/f96122.txt>
</file>

<file path=ppt/media/f96123.txt>
</file>

<file path=ppt/media/f96124.txt>
</file>

<file path=ppt/media/f96125.txt>
</file>

<file path=ppt/media/f96126.txt>
</file>

<file path=ppt/media/f96127.txt>
</file>

<file path=ppt/media/f96128.txt>
</file>

<file path=ppt/media/f96129.txt>
</file>

<file path=ppt/media/f96130.txt>
</file>

<file path=ppt/media/f96131.txt>
</file>

<file path=ppt/media/f96132.txt>
</file>

<file path=ppt/media/f96133.txt>
</file>

<file path=ppt/media/f96134.txt>
</file>

<file path=ppt/media/f96135.txt>
</file>

<file path=ppt/media/f96136.txt>
</file>

<file path=ppt/media/f96137.txt>
</file>

<file path=ppt/media/f96138.txt>
</file>

<file path=ppt/media/f96139.txt>
</file>

<file path=ppt/media/f96140.txt>
</file>

<file path=ppt/media/f96141.txt>
</file>

<file path=ppt/media/f96142.txt>
</file>

<file path=ppt/media/f96143.txt>
</file>

<file path=ppt/media/f96144.txt>
</file>

<file path=ppt/media/f96145.txt>
</file>

<file path=ppt/media/f96146.txt>
</file>

<file path=ppt/media/f96147.txt>
</file>

<file path=ppt/media/f96148.txt>
</file>

<file path=ppt/media/f96149.txt>
</file>

<file path=ppt/media/f96150.txt>
</file>

<file path=ppt/media/f96151.txt>
</file>

<file path=ppt/media/f96152.txt>
</file>

<file path=ppt/media/f96153.txt>
</file>

<file path=ppt/media/f96154.txt>
</file>

<file path=ppt/media/f96155.txt>
</file>

<file path=ppt/media/f96156.txt>
</file>

<file path=ppt/media/f96157.txt>
</file>

<file path=ppt/media/f96158.txt>
</file>

<file path=ppt/media/f96159.txt>
</file>

<file path=ppt/media/f96160.txt>
</file>

<file path=ppt/media/f96161.txt>
</file>

<file path=ppt/media/f96162.txt>
</file>

<file path=ppt/media/f96163.txt>
</file>

<file path=ppt/media/f96164.txt>
</file>

<file path=ppt/media/f96165.txt>
</file>

<file path=ppt/media/f96166.txt>
</file>

<file path=ppt/media/f96167.txt>
</file>

<file path=ppt/media/f96168.txt>
</file>

<file path=ppt/media/f96169.txt>
</file>

<file path=ppt/media/f96170.txt>
</file>

<file path=ppt/media/f96171.txt>
</file>

<file path=ppt/media/f96172.txt>
</file>

<file path=ppt/media/f96173.txt>
</file>

<file path=ppt/media/f96174.txt>
</file>

<file path=ppt/media/f96175.txt>
</file>

<file path=ppt/media/f96176.txt>
</file>

<file path=ppt/media/f96177.txt>
</file>

<file path=ppt/media/f96178.txt>
</file>

<file path=ppt/media/f96179.txt>
</file>

<file path=ppt/media/f96180.txt>
</file>

<file path=ppt/media/f96181.txt>
</file>

<file path=ppt/media/f96182.txt>
</file>

<file path=ppt/media/f96183.txt>
</file>

<file path=ppt/media/f96184.txt>
</file>

<file path=ppt/media/f96185.txt>
</file>

<file path=ppt/media/f96186.txt>
</file>

<file path=ppt/media/f96187.txt>
</file>

<file path=ppt/media/f96188.txt>
</file>

<file path=ppt/media/f96189.txt>
</file>

<file path=ppt/media/f96190.txt>
</file>

<file path=ppt/media/f96191.txt>
</file>

<file path=ppt/media/f96192.txt>
</file>

<file path=ppt/media/f96193.txt>
</file>

<file path=ppt/media/f96194.txt>
</file>

<file path=ppt/media/f96195.txt>
</file>

<file path=ppt/media/f96196.txt>
</file>

<file path=ppt/media/f96197.txt>
</file>

<file path=ppt/media/f96198.txt>
</file>

<file path=ppt/media/f96199.txt>
</file>

<file path=ppt/media/f96200.txt>
</file>

<file path=ppt/media/f96201.txt>
</file>

<file path=ppt/media/f96202.txt>
</file>

<file path=ppt/media/f96203.txt>
</file>

<file path=ppt/media/f96204.txt>
</file>

<file path=ppt/media/f96205.txt>
</file>

<file path=ppt/media/f96206.txt>
</file>

<file path=ppt/media/f96207.txt>
</file>

<file path=ppt/media/f96208.txt>
</file>

<file path=ppt/media/f96209.txt>
</file>

<file path=ppt/media/f96210.txt>
</file>

<file path=ppt/media/f96211.txt>
</file>

<file path=ppt/media/f96212.txt>
</file>

<file path=ppt/media/f96213.txt>
</file>

<file path=ppt/media/f96214.txt>
</file>

<file path=ppt/media/f96215.txt>
</file>

<file path=ppt/media/f96216.txt>
</file>

<file path=ppt/media/f96217.txt>
</file>

<file path=ppt/media/f96218.txt>
</file>

<file path=ppt/media/f96219.txt>
</file>

<file path=ppt/media/f96220.txt>
</file>

<file path=ppt/media/f96221.txt>
</file>

<file path=ppt/media/f96222.txt>
</file>

<file path=ppt/media/f96223.txt>
</file>

<file path=ppt/media/f96224.txt>
</file>

<file path=ppt/media/f96225.txt>
</file>

<file path=ppt/media/f96226.txt>
</file>

<file path=ppt/media/f96227.txt>
</file>

<file path=ppt/media/f96228.txt>
</file>

<file path=ppt/media/f96229.txt>
</file>

<file path=ppt/media/f96230.txt>
</file>

<file path=ppt/media/f96231.txt>
</file>

<file path=ppt/media/f96232.txt>
</file>

<file path=ppt/media/f96233.txt>
</file>

<file path=ppt/media/f96234.txt>
</file>

<file path=ppt/media/f96235.txt>
</file>

<file path=ppt/media/f96236.txt>
</file>

<file path=ppt/media/f96237.txt>
</file>

<file path=ppt/media/f96238.txt>
</file>

<file path=ppt/media/f96239.txt>
</file>

<file path=ppt/media/f96240.txt>
</file>

<file path=ppt/media/f96241.txt>
</file>

<file path=ppt/media/f96242.txt>
</file>

<file path=ppt/media/f96243.txt>
</file>

<file path=ppt/media/f96244.txt>
</file>

<file path=ppt/media/f96245.txt>
</file>

<file path=ppt/media/f96246.txt>
</file>

<file path=ppt/media/f96247.txt>
</file>

<file path=ppt/media/f96248.txt>
</file>

<file path=ppt/media/f96249.txt>
</file>

<file path=ppt/media/f96250.txt>
</file>

<file path=ppt/media/f96251.txt>
</file>

<file path=ppt/media/f96252.txt>
</file>

<file path=ppt/media/f96253.txt>
</file>

<file path=ppt/media/f96254.txt>
</file>

<file path=ppt/media/f96255.txt>
</file>

<file path=ppt/media/f96256.txt>
</file>

<file path=ppt/media/f96257.txt>
</file>

<file path=ppt/media/f96258.txt>
</file>

<file path=ppt/media/f96259.txt>
</file>

<file path=ppt/media/f96260.txt>
</file>

<file path=ppt/media/f96261.txt>
</file>

<file path=ppt/media/f96262.txt>
</file>

<file path=ppt/media/f96263.txt>
</file>

<file path=ppt/media/f96264.txt>
</file>

<file path=ppt/media/f96265.txt>
</file>

<file path=ppt/media/f96266.txt>
</file>

<file path=ppt/media/f96267.txt>
</file>

<file path=ppt/media/f96268.txt>
</file>

<file path=ppt/media/f96269.txt>
</file>

<file path=ppt/media/f96270.txt>
</file>

<file path=ppt/media/f96271.txt>
</file>

<file path=ppt/media/f96272.txt>
</file>

<file path=ppt/media/f96273.txt>
</file>

<file path=ppt/media/f96274.txt>
</file>

<file path=ppt/media/f96275.txt>
</file>

<file path=ppt/media/f96276.txt>
</file>

<file path=ppt/media/f96277.txt>
</file>

<file path=ppt/media/f96278.txt>
</file>

<file path=ppt/media/f96279.txt>
</file>

<file path=ppt/media/f96280.txt>
</file>

<file path=ppt/media/f96281.txt>
</file>

<file path=ppt/media/f96282.txt>
</file>

<file path=ppt/media/f96283.txt>
</file>

<file path=ppt/media/f96284.txt>
</file>

<file path=ppt/media/f96285.txt>
</file>

<file path=ppt/media/f96286.txt>
</file>

<file path=ppt/media/f96287.txt>
</file>

<file path=ppt/media/f96288.txt>
</file>

<file path=ppt/media/f96289.txt>
</file>

<file path=ppt/media/f96290.txt>
</file>

<file path=ppt/media/f96291.txt>
</file>

<file path=ppt/media/f96292.txt>
</file>

<file path=ppt/media/f96293.txt>
</file>

<file path=ppt/media/f96294.txt>
</file>

<file path=ppt/media/f96295.txt>
</file>

<file path=ppt/media/f96296.txt>
</file>

<file path=ppt/media/f96297.txt>
</file>

<file path=ppt/media/f96298.txt>
</file>

<file path=ppt/media/f96299.txt>
</file>

<file path=ppt/media/f96300.txt>
</file>

<file path=ppt/media/f96301.txt>
</file>

<file path=ppt/media/f96302.txt>
</file>

<file path=ppt/media/f96303.txt>
</file>

<file path=ppt/media/f96304.txt>
</file>

<file path=ppt/media/f96305.txt>
</file>

<file path=ppt/media/f96306.txt>
</file>

<file path=ppt/media/f96307.txt>
</file>

<file path=ppt/media/f96308.txt>
</file>

<file path=ppt/media/f96309.txt>
</file>

<file path=ppt/media/f96310.txt>
</file>

<file path=ppt/media/f96311.txt>
</file>

<file path=ppt/media/f96312.txt>
</file>

<file path=ppt/media/f96313.txt>
</file>

<file path=ppt/media/f96314.txt>
</file>

<file path=ppt/media/f96315.txt>
</file>

<file path=ppt/media/f96316.txt>
</file>

<file path=ppt/media/f96317.txt>
</file>

<file path=ppt/media/f96318.txt>
</file>

<file path=ppt/media/f96319.txt>
</file>

<file path=ppt/media/f96320.txt>
</file>

<file path=ppt/media/f96321.txt>
</file>

<file path=ppt/media/f96322.txt>
</file>

<file path=ppt/media/f96323.txt>
</file>

<file path=ppt/media/f96324.txt>
</file>

<file path=ppt/media/f96325.txt>
</file>

<file path=ppt/media/f96326.txt>
</file>

<file path=ppt/media/f96327.txt>
</file>

<file path=ppt/media/f96328.txt>
</file>

<file path=ppt/media/f96329.txt>
</file>

<file path=ppt/media/f96330.txt>
</file>

<file path=ppt/media/f96331.txt>
</file>

<file path=ppt/media/f96332.txt>
</file>

<file path=ppt/media/f96333.txt>
</file>

<file path=ppt/media/f96334.txt>
</file>

<file path=ppt/media/f96335.txt>
</file>

<file path=ppt/media/f96336.txt>
</file>

<file path=ppt/media/f96337.txt>
</file>

<file path=ppt/media/f96338.txt>
</file>

<file path=ppt/media/f96339.txt>
</file>

<file path=ppt/media/f96340.txt>
</file>

<file path=ppt/media/f96341.txt>
</file>

<file path=ppt/media/f96342.txt>
</file>

<file path=ppt/media/f96343.txt>
</file>

<file path=ppt/media/f96344.txt>
</file>

<file path=ppt/media/f96345.txt>
</file>

<file path=ppt/media/f96346.txt>
</file>

<file path=ppt/media/f96347.txt>
</file>

<file path=ppt/media/f96348.txt>
</file>

<file path=ppt/media/f96349.txt>
</file>

<file path=ppt/media/f96350.txt>
</file>

<file path=ppt/media/f96351.txt>
</file>

<file path=ppt/media/f96352.txt>
</file>

<file path=ppt/media/f96353.txt>
</file>

<file path=ppt/media/f96354.txt>
</file>

<file path=ppt/media/f96355.txt>
</file>

<file path=ppt/media/f96356.txt>
</file>

<file path=ppt/media/f96357.txt>
</file>

<file path=ppt/media/f96358.txt>
</file>

<file path=ppt/media/f96359.txt>
</file>

<file path=ppt/media/f96360.txt>
</file>

<file path=ppt/media/f96361.txt>
</file>

<file path=ppt/media/f96362.txt>
</file>

<file path=ppt/media/f96363.txt>
</file>

<file path=ppt/media/f96364.txt>
</file>

<file path=ppt/media/f96365.txt>
</file>

<file path=ppt/media/f96366.txt>
</file>

<file path=ppt/media/f96367.txt>
</file>

<file path=ppt/media/f96368.txt>
</file>

<file path=ppt/media/f96369.txt>
</file>

<file path=ppt/media/f96370.txt>
</file>

<file path=ppt/media/f96371.txt>
</file>

<file path=ppt/media/f96372.txt>
</file>

<file path=ppt/media/f96373.txt>
</file>

<file path=ppt/media/f96374.txt>
</file>

<file path=ppt/media/f96375.txt>
</file>

<file path=ppt/media/f96376.txt>
</file>

<file path=ppt/media/f96377.txt>
</file>

<file path=ppt/media/f96378.txt>
</file>

<file path=ppt/media/f96379.txt>
</file>

<file path=ppt/media/f96380.txt>
</file>

<file path=ppt/media/f96381.txt>
</file>

<file path=ppt/media/f96382.txt>
</file>

<file path=ppt/media/f96383.txt>
</file>

<file path=ppt/media/f96384.txt>
</file>

<file path=ppt/media/f96385.txt>
</file>

<file path=ppt/media/f96386.txt>
</file>

<file path=ppt/media/f96387.txt>
</file>

<file path=ppt/media/f96388.txt>
</file>

<file path=ppt/media/f96389.txt>
</file>

<file path=ppt/media/f96390.txt>
</file>

<file path=ppt/media/f96391.txt>
</file>

<file path=ppt/media/f96392.txt>
</file>

<file path=ppt/media/f96393.txt>
</file>

<file path=ppt/media/f96394.txt>
</file>

<file path=ppt/media/f96395.txt>
</file>

<file path=ppt/media/f96396.txt>
</file>

<file path=ppt/media/f96397.txt>
</file>

<file path=ppt/media/f96398.txt>
</file>

<file path=ppt/media/f96399.txt>
</file>

<file path=ppt/media/f96400.txt>
</file>

<file path=ppt/media/f96401.txt>
</file>

<file path=ppt/media/f96402.txt>
</file>

<file path=ppt/media/f96403.txt>
</file>

<file path=ppt/media/f96404.txt>
</file>

<file path=ppt/media/f96405.txt>
</file>

<file path=ppt/media/f96406.txt>
</file>

<file path=ppt/media/f96407.txt>
</file>

<file path=ppt/media/f96408.txt>
</file>

<file path=ppt/media/f96409.txt>
</file>

<file path=ppt/media/f96410.txt>
</file>

<file path=ppt/media/f96411.txt>
</file>

<file path=ppt/media/f96412.txt>
</file>

<file path=ppt/media/f96413.txt>
</file>

<file path=ppt/media/f96414.txt>
</file>

<file path=ppt/media/f96415.txt>
</file>

<file path=ppt/media/f96416.txt>
</file>

<file path=ppt/media/f96417.txt>
</file>

<file path=ppt/media/f96418.txt>
</file>

<file path=ppt/media/f96419.txt>
</file>

<file path=ppt/media/f96420.txt>
</file>

<file path=ppt/media/f96421.txt>
</file>

<file path=ppt/media/f96422.txt>
</file>

<file path=ppt/media/f96423.txt>
</file>

<file path=ppt/media/f96424.txt>
</file>

<file path=ppt/media/f96425.txt>
</file>

<file path=ppt/media/f96426.txt>
</file>

<file path=ppt/media/f96427.txt>
</file>

<file path=ppt/media/f96428.txt>
</file>

<file path=ppt/media/f96429.txt>
</file>

<file path=ppt/media/f96430.txt>
</file>

<file path=ppt/media/f96431.txt>
</file>

<file path=ppt/media/f96432.txt>
</file>

<file path=ppt/media/f96433.txt>
</file>

<file path=ppt/media/f96434.txt>
</file>

<file path=ppt/media/f96435.txt>
</file>

<file path=ppt/media/f96436.txt>
</file>

<file path=ppt/media/f96437.txt>
</file>

<file path=ppt/media/f96438.txt>
</file>

<file path=ppt/media/f96439.txt>
</file>

<file path=ppt/media/f96440.txt>
</file>

<file path=ppt/media/f96441.txt>
</file>

<file path=ppt/media/f96442.txt>
</file>

<file path=ppt/media/f96443.txt>
</file>

<file path=ppt/media/f96444.txt>
</file>

<file path=ppt/media/f96445.txt>
</file>

<file path=ppt/media/f96446.txt>
</file>

<file path=ppt/media/f96447.txt>
</file>

<file path=ppt/media/f96448.txt>
</file>

<file path=ppt/media/f96449.txt>
</file>

<file path=ppt/media/f96450.txt>
</file>

<file path=ppt/media/f96451.txt>
</file>

<file path=ppt/media/f96452.txt>
</file>

<file path=ppt/media/f96453.txt>
</file>

<file path=ppt/media/f96454.txt>
</file>

<file path=ppt/media/f96455.txt>
</file>

<file path=ppt/media/f96456.txt>
</file>

<file path=ppt/media/f96457.txt>
</file>

<file path=ppt/media/f96458.txt>
</file>

<file path=ppt/media/f96459.txt>
</file>

<file path=ppt/media/f96460.txt>
</file>

<file path=ppt/media/f96461.txt>
</file>

<file path=ppt/media/f96462.txt>
</file>

<file path=ppt/media/f96463.txt>
</file>

<file path=ppt/media/f96464.txt>
</file>

<file path=ppt/media/f96465.txt>
</file>

<file path=ppt/media/f96466.txt>
</file>

<file path=ppt/media/f96467.txt>
</file>

<file path=ppt/media/f96468.txt>
</file>

<file path=ppt/media/f96469.txt>
</file>

<file path=ppt/media/f96470.txt>
</file>

<file path=ppt/media/f96471.txt>
</file>

<file path=ppt/media/f96472.txt>
</file>

<file path=ppt/media/f96473.txt>
</file>

<file path=ppt/media/f96474.txt>
</file>

<file path=ppt/media/f96475.txt>
</file>

<file path=ppt/media/f96476.txt>
</file>

<file path=ppt/media/f96477.txt>
</file>

<file path=ppt/media/f96478.txt>
</file>

<file path=ppt/media/f96479.txt>
</file>

<file path=ppt/media/f96480.txt>
</file>

<file path=ppt/media/f96481.txt>
</file>

<file path=ppt/media/f96482.txt>
</file>

<file path=ppt/media/f96483.txt>
</file>

<file path=ppt/media/f96484.txt>
</file>

<file path=ppt/media/f96485.txt>
</file>

<file path=ppt/media/f96486.txt>
</file>

<file path=ppt/media/f96487.txt>
</file>

<file path=ppt/media/f96488.txt>
</file>

<file path=ppt/media/f96489.txt>
</file>

<file path=ppt/media/f96490.txt>
</file>

<file path=ppt/media/f96491.txt>
</file>

<file path=ppt/media/f96492.txt>
</file>

<file path=ppt/media/f96493.txt>
</file>

<file path=ppt/media/f96494.txt>
</file>

<file path=ppt/media/f96495.txt>
</file>

<file path=ppt/media/f96496.txt>
</file>

<file path=ppt/media/f96497.txt>
</file>

<file path=ppt/media/f96498.txt>
</file>

<file path=ppt/media/f96499.txt>
</file>

<file path=ppt/media/f96500.txt>
</file>

<file path=ppt/media/f96501.txt>
</file>

<file path=ppt/media/f96502.txt>
</file>

<file path=ppt/media/f96503.txt>
</file>

<file path=ppt/media/f96504.txt>
</file>

<file path=ppt/media/f96505.txt>
</file>

<file path=ppt/media/f96506.txt>
</file>

<file path=ppt/media/f96507.txt>
</file>

<file path=ppt/media/f96508.txt>
</file>

<file path=ppt/media/f96509.txt>
</file>

<file path=ppt/media/f96510.txt>
</file>

<file path=ppt/media/f96511.txt>
</file>

<file path=ppt/media/f96512.txt>
</file>

<file path=ppt/media/f96513.txt>
</file>

<file path=ppt/media/f96514.txt>
</file>

<file path=ppt/media/f96515.txt>
</file>

<file path=ppt/media/f96516.txt>
</file>

<file path=ppt/media/f96517.txt>
</file>

<file path=ppt/media/f96518.txt>
</file>

<file path=ppt/media/f96519.txt>
</file>

<file path=ppt/media/f96520.txt>
</file>

<file path=ppt/media/f96521.txt>
</file>

<file path=ppt/media/f96522.txt>
</file>

<file path=ppt/media/f96523.txt>
</file>

<file path=ppt/media/f96524.txt>
</file>

<file path=ppt/media/f96525.txt>
</file>

<file path=ppt/media/f96526.txt>
</file>

<file path=ppt/media/f96527.txt>
</file>

<file path=ppt/media/f96528.txt>
</file>

<file path=ppt/media/f96529.txt>
</file>

<file path=ppt/media/f96530.txt>
</file>

<file path=ppt/media/f96531.txt>
</file>

<file path=ppt/media/f96532.txt>
</file>

<file path=ppt/media/f96533.txt>
</file>

<file path=ppt/media/f96534.txt>
</file>

<file path=ppt/media/f96535.txt>
</file>

<file path=ppt/media/f96536.txt>
</file>

<file path=ppt/media/f96537.txt>
</file>

<file path=ppt/media/f96538.txt>
</file>

<file path=ppt/media/f96539.txt>
</file>

<file path=ppt/media/f96540.txt>
</file>

<file path=ppt/media/f96541.txt>
</file>

<file path=ppt/media/f96542.txt>
</file>

<file path=ppt/media/f96543.txt>
</file>

<file path=ppt/media/f96544.txt>
</file>

<file path=ppt/media/f96545.txt>
</file>

<file path=ppt/media/f96546.txt>
</file>

<file path=ppt/media/f96547.txt>
</file>

<file path=ppt/media/f96548.txt>
</file>

<file path=ppt/media/f96549.txt>
</file>

<file path=ppt/media/f96550.txt>
</file>

<file path=ppt/media/f96551.txt>
</file>

<file path=ppt/media/f96552.txt>
</file>

<file path=ppt/media/f96553.txt>
</file>

<file path=ppt/media/f96554.txt>
</file>

<file path=ppt/media/f96555.txt>
</file>

<file path=ppt/media/f96556.txt>
</file>

<file path=ppt/media/f96557.txt>
</file>

<file path=ppt/media/f96558.txt>
</file>

<file path=ppt/media/f96559.txt>
</file>

<file path=ppt/media/f96560.txt>
</file>

<file path=ppt/media/f96561.txt>
</file>

<file path=ppt/media/f96562.txt>
</file>

<file path=ppt/media/f96563.txt>
</file>

<file path=ppt/media/f96564.txt>
</file>

<file path=ppt/media/f96565.txt>
</file>

<file path=ppt/media/f96566.txt>
</file>

<file path=ppt/media/f96567.txt>
</file>

<file path=ppt/media/f96568.txt>
</file>

<file path=ppt/media/f96569.txt>
</file>

<file path=ppt/media/f96570.txt>
</file>

<file path=ppt/media/f96571.txt>
</file>

<file path=ppt/media/f96572.txt>
</file>

<file path=ppt/media/f96573.txt>
</file>

<file path=ppt/media/f96574.txt>
</file>

<file path=ppt/media/f96575.txt>
</file>

<file path=ppt/media/f96576.txt>
</file>

<file path=ppt/media/f96577.txt>
</file>

<file path=ppt/media/f96578.txt>
</file>

<file path=ppt/media/f96579.txt>
</file>

<file path=ppt/media/f96580.txt>
</file>

<file path=ppt/media/f96581.txt>
</file>

<file path=ppt/media/f96582.txt>
</file>

<file path=ppt/media/f96583.txt>
</file>

<file path=ppt/media/f96584.txt>
</file>

<file path=ppt/media/f96585.txt>
</file>

<file path=ppt/media/f96586.txt>
</file>

<file path=ppt/media/f96587.txt>
</file>

<file path=ppt/media/f96588.txt>
</file>

<file path=ppt/media/f96589.txt>
</file>

<file path=ppt/media/f96590.txt>
</file>

<file path=ppt/media/f96591.txt>
</file>

<file path=ppt/media/f96592.txt>
</file>

<file path=ppt/media/f96593.txt>
</file>

<file path=ppt/media/f96594.txt>
</file>

<file path=ppt/media/f96595.txt>
</file>

<file path=ppt/media/f96596.txt>
</file>

<file path=ppt/media/f96597.txt>
</file>

<file path=ppt/media/f96598.txt>
</file>

<file path=ppt/media/f96599.txt>
</file>

<file path=ppt/media/f96600.txt>
</file>

<file path=ppt/media/f96601.txt>
</file>

<file path=ppt/media/f96602.txt>
</file>

<file path=ppt/media/f96603.txt>
</file>

<file path=ppt/media/f96604.txt>
</file>

<file path=ppt/media/f96605.txt>
</file>

<file path=ppt/media/f96606.txt>
</file>

<file path=ppt/media/f96607.txt>
</file>

<file path=ppt/media/f96608.txt>
</file>

<file path=ppt/media/f96609.txt>
</file>

<file path=ppt/media/f96610.txt>
</file>

<file path=ppt/media/f96611.txt>
</file>

<file path=ppt/media/f96612.txt>
</file>

<file path=ppt/media/f96613.txt>
</file>

<file path=ppt/media/f96614.txt>
</file>

<file path=ppt/media/f96615.txt>
</file>

<file path=ppt/media/f96616.txt>
</file>

<file path=ppt/media/f96617.txt>
</file>

<file path=ppt/media/f96618.txt>
</file>

<file path=ppt/media/f96619.txt>
</file>

<file path=ppt/media/f96620.txt>
</file>

<file path=ppt/media/f96621.txt>
</file>

<file path=ppt/media/f96622.txt>
</file>

<file path=ppt/media/f96623.txt>
</file>

<file path=ppt/media/f96624.txt>
</file>

<file path=ppt/media/f96625.txt>
</file>

<file path=ppt/media/f96626.txt>
</file>

<file path=ppt/media/f96627.txt>
</file>

<file path=ppt/media/f96628.txt>
</file>

<file path=ppt/media/f96629.txt>
</file>

<file path=ppt/media/f96630.txt>
</file>

<file path=ppt/media/f96631.txt>
</file>

<file path=ppt/media/f96632.txt>
</file>

<file path=ppt/media/f96633.txt>
</file>

<file path=ppt/media/f96634.txt>
</file>

<file path=ppt/media/f96635.txt>
</file>

<file path=ppt/media/f96636.txt>
</file>

<file path=ppt/media/f96637.txt>
</file>

<file path=ppt/media/f96638.txt>
</file>

<file path=ppt/media/f96639.txt>
</file>

<file path=ppt/media/f96640.txt>
</file>

<file path=ppt/media/f96641.txt>
</file>

<file path=ppt/media/f96642.txt>
</file>

<file path=ppt/media/f96643.txt>
</file>

<file path=ppt/media/f96644.txt>
</file>

<file path=ppt/media/f96645.txt>
</file>

<file path=ppt/media/f96646.txt>
</file>

<file path=ppt/media/f96647.txt>
</file>

<file path=ppt/media/f96648.txt>
</file>

<file path=ppt/media/f96649.txt>
</file>

<file path=ppt/media/f96650.txt>
</file>

<file path=ppt/media/f96651.txt>
</file>

<file path=ppt/media/f96652.txt>
</file>

<file path=ppt/media/f96653.txt>
</file>

<file path=ppt/media/f96654.txt>
</file>

<file path=ppt/media/f96655.txt>
</file>

<file path=ppt/media/f96656.txt>
</file>

<file path=ppt/media/f96657.txt>
</file>

<file path=ppt/media/f96658.txt>
</file>

<file path=ppt/media/f96659.txt>
</file>

<file path=ppt/media/f96660.txt>
</file>

<file path=ppt/media/f96661.txt>
</file>

<file path=ppt/media/f96662.txt>
</file>

<file path=ppt/media/f96663.txt>
</file>

<file path=ppt/media/f96664.txt>
</file>

<file path=ppt/media/f96665.txt>
</file>

<file path=ppt/media/f96666.txt>
</file>

<file path=ppt/media/f96667.txt>
</file>

<file path=ppt/media/f96668.txt>
</file>

<file path=ppt/media/f96669.txt>
</file>

<file path=ppt/media/f96670.txt>
</file>

<file path=ppt/media/f96671.txt>
</file>

<file path=ppt/media/f96672.txt>
</file>

<file path=ppt/media/f96673.txt>
</file>

<file path=ppt/media/f96674.txt>
</file>

<file path=ppt/media/f96675.txt>
</file>

<file path=ppt/media/f96676.txt>
</file>

<file path=ppt/media/f96677.txt>
</file>

<file path=ppt/media/f96678.txt>
</file>

<file path=ppt/media/f96679.txt>
</file>

<file path=ppt/media/f96680.txt>
</file>

<file path=ppt/media/f96681.txt>
</file>

<file path=ppt/media/f96682.txt>
</file>

<file path=ppt/media/f96683.txt>
</file>

<file path=ppt/media/f96684.txt>
</file>

<file path=ppt/media/f96685.txt>
</file>

<file path=ppt/media/f96686.txt>
</file>

<file path=ppt/media/f96687.txt>
</file>

<file path=ppt/media/f96688.txt>
</file>

<file path=ppt/media/f96689.txt>
</file>

<file path=ppt/media/f96690.txt>
</file>

<file path=ppt/media/f96691.txt>
</file>

<file path=ppt/media/f96692.txt>
</file>

<file path=ppt/media/f96693.txt>
</file>

<file path=ppt/media/f96694.txt>
</file>

<file path=ppt/media/f96695.txt>
</file>

<file path=ppt/media/f96696.txt>
</file>

<file path=ppt/media/f96697.txt>
</file>

<file path=ppt/media/f96698.txt>
</file>

<file path=ppt/media/f96699.txt>
</file>

<file path=ppt/media/f96700.txt>
</file>

<file path=ppt/media/f96701.txt>
</file>

<file path=ppt/media/f96702.txt>
</file>

<file path=ppt/media/f96703.txt>
</file>

<file path=ppt/media/f96704.txt>
</file>

<file path=ppt/media/f96705.txt>
</file>

<file path=ppt/media/f96706.txt>
</file>

<file path=ppt/media/f96707.txt>
</file>

<file path=ppt/media/f96708.txt>
</file>

<file path=ppt/media/f96709.txt>
</file>

<file path=ppt/media/f96710.txt>
</file>

<file path=ppt/media/f96711.txt>
</file>

<file path=ppt/media/f96712.txt>
</file>

<file path=ppt/media/f96713.txt>
</file>

<file path=ppt/media/f96714.txt>
</file>

<file path=ppt/media/f96715.txt>
</file>

<file path=ppt/media/f96716.txt>
</file>

<file path=ppt/media/f96717.txt>
</file>

<file path=ppt/media/f96718.txt>
</file>

<file path=ppt/media/f96719.txt>
</file>

<file path=ppt/media/f96720.txt>
</file>

<file path=ppt/media/f96721.txt>
</file>

<file path=ppt/media/f96722.txt>
</file>

<file path=ppt/media/f96723.txt>
</file>

<file path=ppt/media/f96724.txt>
</file>

<file path=ppt/media/f96725.txt>
</file>

<file path=ppt/media/f96726.txt>
</file>

<file path=ppt/media/f96727.txt>
</file>

<file path=ppt/media/f96728.txt>
</file>

<file path=ppt/media/f96729.txt>
</file>

<file path=ppt/media/f96730.txt>
</file>

<file path=ppt/media/f96731.txt>
</file>

<file path=ppt/media/f96732.txt>
</file>

<file path=ppt/media/f96733.txt>
</file>

<file path=ppt/media/f96734.txt>
</file>

<file path=ppt/media/f96735.txt>
</file>

<file path=ppt/media/f96736.txt>
</file>

<file path=ppt/media/f96737.txt>
</file>

<file path=ppt/media/f96738.txt>
</file>

<file path=ppt/media/f96739.txt>
</file>

<file path=ppt/media/f96740.txt>
</file>

<file path=ppt/media/f96741.txt>
</file>

<file path=ppt/media/f96742.txt>
</file>

<file path=ppt/media/f96743.txt>
</file>

<file path=ppt/media/f96744.txt>
</file>

<file path=ppt/media/f96745.txt>
</file>

<file path=ppt/media/f96746.txt>
</file>

<file path=ppt/media/f96747.txt>
</file>

<file path=ppt/media/f96748.txt>
</file>

<file path=ppt/media/f96749.txt>
</file>

<file path=ppt/media/f96750.txt>
</file>

<file path=ppt/media/f96751.txt>
</file>

<file path=ppt/media/f96752.txt>
</file>

<file path=ppt/media/f96753.txt>
</file>

<file path=ppt/media/f96754.txt>
</file>

<file path=ppt/media/f96755.txt>
</file>

<file path=ppt/media/f96756.txt>
</file>

<file path=ppt/media/f96757.txt>
</file>

<file path=ppt/media/f96758.txt>
</file>

<file path=ppt/media/f96759.txt>
</file>

<file path=ppt/media/f96760.txt>
</file>

<file path=ppt/media/f96761.txt>
</file>

<file path=ppt/media/f96762.txt>
</file>

<file path=ppt/media/f96763.txt>
</file>

<file path=ppt/media/f96764.txt>
</file>

<file path=ppt/media/f96765.txt>
</file>

<file path=ppt/media/f96766.txt>
</file>

<file path=ppt/media/f96767.txt>
</file>

<file path=ppt/media/f96768.txt>
</file>

<file path=ppt/media/f96769.txt>
</file>

<file path=ppt/media/f96770.txt>
</file>

<file path=ppt/media/f96771.txt>
</file>

<file path=ppt/media/f96772.txt>
</file>

<file path=ppt/media/f96773.txt>
</file>

<file path=ppt/media/f96774.txt>
</file>

<file path=ppt/media/f96775.txt>
</file>

<file path=ppt/media/f96776.txt>
</file>

<file path=ppt/media/f96777.txt>
</file>

<file path=ppt/media/f96778.txt>
</file>

<file path=ppt/media/f96779.txt>
</file>

<file path=ppt/media/f96780.txt>
</file>

<file path=ppt/media/f96781.txt>
</file>

<file path=ppt/media/f96782.txt>
</file>

<file path=ppt/media/f96783.txt>
</file>

<file path=ppt/media/f96784.txt>
</file>

<file path=ppt/media/f96785.txt>
</file>

<file path=ppt/media/f96786.txt>
</file>

<file path=ppt/media/f96787.txt>
</file>

<file path=ppt/media/f96788.txt>
</file>

<file path=ppt/media/f96789.txt>
</file>

<file path=ppt/media/f96790.txt>
</file>

<file path=ppt/media/f96791.txt>
</file>

<file path=ppt/media/f96792.txt>
</file>

<file path=ppt/media/f96793.txt>
</file>

<file path=ppt/media/f96794.txt>
</file>

<file path=ppt/media/f96795.txt>
</file>

<file path=ppt/media/f96796.txt>
</file>

<file path=ppt/media/f96797.txt>
</file>

<file path=ppt/media/f96798.txt>
</file>

<file path=ppt/media/f96799.txt>
</file>

<file path=ppt/media/f96800.txt>
</file>

<file path=ppt/media/f96801.txt>
</file>

<file path=ppt/media/f96802.txt>
</file>

<file path=ppt/media/f96803.txt>
</file>

<file path=ppt/media/f96804.txt>
</file>

<file path=ppt/media/f96805.txt>
</file>

<file path=ppt/media/f96806.txt>
</file>

<file path=ppt/media/f96807.txt>
</file>

<file path=ppt/media/f96808.txt>
</file>

<file path=ppt/media/f96809.txt>
</file>

<file path=ppt/media/f96810.txt>
</file>

<file path=ppt/media/f96811.txt>
</file>

<file path=ppt/media/f96812.txt>
</file>

<file path=ppt/media/f96813.txt>
</file>

<file path=ppt/media/f96814.txt>
</file>

<file path=ppt/media/f96815.txt>
</file>

<file path=ppt/media/f96816.txt>
</file>

<file path=ppt/media/f96817.txt>
</file>

<file path=ppt/media/f96818.txt>
</file>

<file path=ppt/media/f96819.txt>
</file>

<file path=ppt/media/f96820.txt>
</file>

<file path=ppt/media/f96821.txt>
</file>

<file path=ppt/media/f96822.txt>
</file>

<file path=ppt/media/f96823.txt>
</file>

<file path=ppt/media/f96824.txt>
</file>

<file path=ppt/media/f96825.txt>
</file>

<file path=ppt/media/f96826.txt>
</file>

<file path=ppt/media/f96827.txt>
</file>

<file path=ppt/media/f96828.txt>
</file>

<file path=ppt/media/f96829.txt>
</file>

<file path=ppt/media/f96830.txt>
</file>

<file path=ppt/media/f96831.txt>
</file>

<file path=ppt/media/f96832.txt>
</file>

<file path=ppt/media/f96833.txt>
</file>

<file path=ppt/media/f96834.txt>
</file>

<file path=ppt/media/f96835.txt>
</file>

<file path=ppt/media/f96836.txt>
</file>

<file path=ppt/media/f96837.txt>
</file>

<file path=ppt/media/f96838.txt>
</file>

<file path=ppt/media/f96839.txt>
</file>

<file path=ppt/media/f96840.txt>
</file>

<file path=ppt/media/f96841.txt>
</file>

<file path=ppt/media/f96842.txt>
</file>

<file path=ppt/media/f96843.txt>
</file>

<file path=ppt/media/f96844.txt>
</file>

<file path=ppt/media/f96845.txt>
</file>

<file path=ppt/media/f96846.txt>
</file>

<file path=ppt/media/f96847.txt>
</file>

<file path=ppt/media/f96848.txt>
</file>

<file path=ppt/media/f96849.txt>
</file>

<file path=ppt/media/f96850.txt>
</file>

<file path=ppt/media/f96851.txt>
</file>

<file path=ppt/media/f96852.txt>
</file>

<file path=ppt/media/f96853.txt>
</file>

<file path=ppt/media/f96854.txt>
</file>

<file path=ppt/media/f96855.txt>
</file>

<file path=ppt/media/f96856.txt>
</file>

<file path=ppt/media/f96857.txt>
</file>

<file path=ppt/media/f96858.txt>
</file>

<file path=ppt/media/f96859.txt>
</file>

<file path=ppt/media/f96860.txt>
</file>

<file path=ppt/media/f96861.txt>
</file>

<file path=ppt/media/f96862.txt>
</file>

<file path=ppt/media/f96863.txt>
</file>

<file path=ppt/media/f96864.txt>
</file>

<file path=ppt/media/f96865.txt>
</file>

<file path=ppt/media/f96866.txt>
</file>

<file path=ppt/media/f96867.txt>
</file>

<file path=ppt/media/f96868.txt>
</file>

<file path=ppt/media/f96869.txt>
</file>

<file path=ppt/media/f96870.txt>
</file>

<file path=ppt/media/f96871.txt>
</file>

<file path=ppt/media/f96872.txt>
</file>

<file path=ppt/media/f96873.txt>
</file>

<file path=ppt/media/f96874.txt>
</file>

<file path=ppt/media/f96875.txt>
</file>

<file path=ppt/media/f96876.txt>
</file>

<file path=ppt/media/f96877.txt>
</file>

<file path=ppt/media/f96878.txt>
</file>

<file path=ppt/media/f96879.txt>
</file>

<file path=ppt/media/f96880.txt>
</file>

<file path=ppt/media/f96881.txt>
</file>

<file path=ppt/media/f96882.txt>
</file>

<file path=ppt/media/f96883.txt>
</file>

<file path=ppt/media/f96884.txt>
</file>

<file path=ppt/media/f96885.txt>
</file>

<file path=ppt/media/f96886.txt>
</file>

<file path=ppt/media/f96887.txt>
</file>

<file path=ppt/media/f96888.txt>
</file>

<file path=ppt/media/f96889.txt>
</file>

<file path=ppt/media/f96890.txt>
</file>

<file path=ppt/media/f96891.txt>
</file>

<file path=ppt/media/f96892.txt>
</file>

<file path=ppt/media/f96893.txt>
</file>

<file path=ppt/media/f96894.txt>
</file>

<file path=ppt/media/f96895.txt>
</file>

<file path=ppt/media/f96896.txt>
</file>

<file path=ppt/media/f96897.txt>
</file>

<file path=ppt/media/f96898.txt>
</file>

<file path=ppt/media/f96899.txt>
</file>

<file path=ppt/media/f96900.txt>
</file>

<file path=ppt/media/f96901.txt>
</file>

<file path=ppt/media/f96902.txt>
</file>

<file path=ppt/media/f96903.txt>
</file>

<file path=ppt/media/f96904.txt>
</file>

<file path=ppt/media/f96905.txt>
</file>

<file path=ppt/media/f96906.txt>
</file>

<file path=ppt/media/f96907.txt>
</file>

<file path=ppt/media/f96908.txt>
</file>

<file path=ppt/media/f96909.txt>
</file>

<file path=ppt/media/f96910.txt>
</file>

<file path=ppt/media/f96911.txt>
</file>

<file path=ppt/media/f96912.txt>
</file>

<file path=ppt/media/f96913.txt>
</file>

<file path=ppt/media/f96914.txt>
</file>

<file path=ppt/media/f96915.txt>
</file>

<file path=ppt/media/f96916.txt>
</file>

<file path=ppt/media/f96917.txt>
</file>

<file path=ppt/media/f96918.txt>
</file>

<file path=ppt/media/f96919.txt>
</file>

<file path=ppt/media/f96920.txt>
</file>

<file path=ppt/media/f96921.txt>
</file>

<file path=ppt/media/f96922.txt>
</file>

<file path=ppt/media/f96923.txt>
</file>

<file path=ppt/media/f96924.txt>
</file>

<file path=ppt/media/f96925.txt>
</file>

<file path=ppt/media/f96926.txt>
</file>

<file path=ppt/media/f96927.txt>
</file>

<file path=ppt/media/f96928.txt>
</file>

<file path=ppt/media/f96929.txt>
</file>

<file path=ppt/media/f96930.txt>
</file>

<file path=ppt/media/f96931.txt>
</file>

<file path=ppt/media/f96932.txt>
</file>

<file path=ppt/media/f96933.txt>
</file>

<file path=ppt/media/f96934.txt>
</file>

<file path=ppt/media/f96935.txt>
</file>

<file path=ppt/media/f96936.txt>
</file>

<file path=ppt/media/f96937.txt>
</file>

<file path=ppt/media/f96938.txt>
</file>

<file path=ppt/media/f96939.txt>
</file>

<file path=ppt/media/f96940.txt>
</file>

<file path=ppt/media/f96941.txt>
</file>

<file path=ppt/media/f96942.txt>
</file>

<file path=ppt/media/f96943.txt>
</file>

<file path=ppt/media/f96944.txt>
</file>

<file path=ppt/media/f96945.txt>
</file>

<file path=ppt/media/f96946.txt>
</file>

<file path=ppt/media/f96947.txt>
</file>

<file path=ppt/media/f96948.txt>
</file>

<file path=ppt/media/f96949.txt>
</file>

<file path=ppt/media/f96950.txt>
</file>

<file path=ppt/media/f96951.txt>
</file>

<file path=ppt/media/f96952.txt>
</file>

<file path=ppt/media/f96953.txt>
</file>

<file path=ppt/media/f96954.txt>
</file>

<file path=ppt/media/f96955.txt>
</file>

<file path=ppt/media/f96956.txt>
</file>

<file path=ppt/media/f96957.txt>
</file>

<file path=ppt/media/f96958.txt>
</file>

<file path=ppt/media/f96959.txt>
</file>

<file path=ppt/media/f96960.txt>
</file>

<file path=ppt/media/f96961.txt>
</file>

<file path=ppt/media/f96962.txt>
</file>

<file path=ppt/media/f96963.txt>
</file>

<file path=ppt/media/f96964.txt>
</file>

<file path=ppt/media/f96965.txt>
</file>

<file path=ppt/media/f96966.txt>
</file>

<file path=ppt/media/f96967.txt>
</file>

<file path=ppt/media/f96968.txt>
</file>

<file path=ppt/media/f96969.txt>
</file>

<file path=ppt/media/f96970.txt>
</file>

<file path=ppt/media/f96971.txt>
</file>

<file path=ppt/media/f96972.txt>
</file>

<file path=ppt/media/f96973.txt>
</file>

<file path=ppt/media/f96974.txt>
</file>

<file path=ppt/media/f96975.txt>
</file>

<file path=ppt/media/f96976.txt>
</file>

<file path=ppt/media/f96977.txt>
</file>

<file path=ppt/media/f96978.txt>
</file>

<file path=ppt/media/f96979.txt>
</file>

<file path=ppt/media/f96980.txt>
</file>

<file path=ppt/media/f96981.txt>
</file>

<file path=ppt/media/f96982.txt>
</file>

<file path=ppt/media/f96983.txt>
</file>

<file path=ppt/media/f96984.txt>
</file>

<file path=ppt/media/f96985.txt>
</file>

<file path=ppt/media/f96986.txt>
</file>

<file path=ppt/media/f96987.txt>
</file>

<file path=ppt/media/f96988.txt>
</file>

<file path=ppt/media/f96989.txt>
</file>

<file path=ppt/media/f96990.txt>
</file>

<file path=ppt/media/f96991.txt>
</file>

<file path=ppt/media/f96992.txt>
</file>

<file path=ppt/media/f96993.txt>
</file>

<file path=ppt/media/f96994.txt>
</file>

<file path=ppt/media/f96995.txt>
</file>

<file path=ppt/media/f96996.txt>
</file>

<file path=ppt/media/f96997.txt>
</file>

<file path=ppt/media/f96998.txt>
</file>

<file path=ppt/media/f96999.txt>
</file>

<file path=ppt/media/f97000.txt>
</file>

<file path=ppt/media/f97001.txt>
</file>

<file path=ppt/media/f97002.txt>
</file>

<file path=ppt/media/f97003.txt>
</file>

<file path=ppt/media/f97004.txt>
</file>

<file path=ppt/media/f97005.txt>
</file>

<file path=ppt/media/f97006.txt>
</file>

<file path=ppt/media/f97007.txt>
</file>

<file path=ppt/media/f97008.txt>
</file>

<file path=ppt/media/f97009.txt>
</file>

<file path=ppt/media/f97010.txt>
</file>

<file path=ppt/media/f97011.txt>
</file>

<file path=ppt/media/f97012.txt>
</file>

<file path=ppt/media/f97013.txt>
</file>

<file path=ppt/media/f97014.txt>
</file>

<file path=ppt/media/f97015.txt>
</file>

<file path=ppt/media/f97016.txt>
</file>

<file path=ppt/media/f97017.txt>
</file>

<file path=ppt/media/f97018.txt>
</file>

<file path=ppt/media/f97019.txt>
</file>

<file path=ppt/media/f97020.txt>
</file>

<file path=ppt/media/f97021.txt>
</file>

<file path=ppt/media/f97022.txt>
</file>

<file path=ppt/media/f97023.txt>
</file>

<file path=ppt/media/f97024.txt>
</file>

<file path=ppt/media/f97025.txt>
</file>

<file path=ppt/media/f97026.txt>
</file>

<file path=ppt/media/f97027.txt>
</file>

<file path=ppt/media/f97028.txt>
</file>

<file path=ppt/media/f97029.txt>
</file>

<file path=ppt/media/f97030.txt>
</file>

<file path=ppt/media/f97031.txt>
</file>

<file path=ppt/media/f97032.txt>
</file>

<file path=ppt/media/f97033.txt>
</file>

<file path=ppt/media/f97034.txt>
</file>

<file path=ppt/media/f97035.txt>
</file>

<file path=ppt/media/f97036.txt>
</file>

<file path=ppt/media/f97037.txt>
</file>

<file path=ppt/media/f97038.txt>
</file>

<file path=ppt/media/f97039.txt>
</file>

<file path=ppt/media/f97040.txt>
</file>

<file path=ppt/media/f97041.txt>
</file>

<file path=ppt/media/f97042.txt>
</file>

<file path=ppt/media/f97043.txt>
</file>

<file path=ppt/media/f97044.txt>
</file>

<file path=ppt/media/f97045.txt>
</file>

<file path=ppt/media/f97046.txt>
</file>

<file path=ppt/media/f97047.txt>
</file>

<file path=ppt/media/f97048.txt>
</file>

<file path=ppt/media/f97049.txt>
</file>

<file path=ppt/media/f97050.txt>
</file>

<file path=ppt/media/f97051.txt>
</file>

<file path=ppt/media/f97052.txt>
</file>

<file path=ppt/media/f97053.txt>
</file>

<file path=ppt/media/f97054.txt>
</file>

<file path=ppt/media/f97055.txt>
</file>

<file path=ppt/media/f97056.txt>
</file>

<file path=ppt/media/f97057.txt>
</file>

<file path=ppt/media/f97058.txt>
</file>

<file path=ppt/media/f97059.txt>
</file>

<file path=ppt/media/f97060.txt>
</file>

<file path=ppt/media/f97061.txt>
</file>

<file path=ppt/media/f97062.txt>
</file>

<file path=ppt/media/f97063.txt>
</file>

<file path=ppt/media/f97064.txt>
</file>

<file path=ppt/media/f97065.txt>
</file>

<file path=ppt/media/f97066.txt>
</file>

<file path=ppt/media/f97067.txt>
</file>

<file path=ppt/media/f97068.txt>
</file>

<file path=ppt/media/f97069.txt>
</file>

<file path=ppt/media/f97070.txt>
</file>

<file path=ppt/media/f97071.txt>
</file>

<file path=ppt/media/f97072.txt>
</file>

<file path=ppt/media/f97073.txt>
</file>

<file path=ppt/media/f97074.txt>
</file>

<file path=ppt/media/f97075.txt>
</file>

<file path=ppt/media/f97076.txt>
</file>

<file path=ppt/media/f97077.txt>
</file>

<file path=ppt/media/f97078.txt>
</file>

<file path=ppt/media/f97079.txt>
</file>

<file path=ppt/media/f97080.txt>
</file>

<file path=ppt/media/f97081.txt>
</file>

<file path=ppt/media/f97082.txt>
</file>

<file path=ppt/media/f97083.txt>
</file>

<file path=ppt/media/f97084.txt>
</file>

<file path=ppt/media/f97085.txt>
</file>

<file path=ppt/media/f97086.txt>
</file>

<file path=ppt/media/f97087.txt>
</file>

<file path=ppt/media/f97088.txt>
</file>

<file path=ppt/media/f97089.txt>
</file>

<file path=ppt/media/f97090.txt>
</file>

<file path=ppt/media/f97091.txt>
</file>

<file path=ppt/media/f97092.txt>
</file>

<file path=ppt/media/f97093.txt>
</file>

<file path=ppt/media/f97094.txt>
</file>

<file path=ppt/media/f97095.txt>
</file>

<file path=ppt/media/f97096.txt>
</file>

<file path=ppt/media/f97097.txt>
</file>

<file path=ppt/media/f97098.txt>
</file>

<file path=ppt/media/f97099.txt>
</file>

<file path=ppt/media/f97100.txt>
</file>

<file path=ppt/media/f97101.txt>
</file>

<file path=ppt/media/f97102.txt>
</file>

<file path=ppt/media/f97103.txt>
</file>

<file path=ppt/media/f97104.txt>
</file>

<file path=ppt/media/f97105.txt>
</file>

<file path=ppt/media/f97106.txt>
</file>

<file path=ppt/media/f97107.txt>
</file>

<file path=ppt/media/f97108.txt>
</file>

<file path=ppt/media/f97109.txt>
</file>

<file path=ppt/media/f97110.txt>
</file>

<file path=ppt/media/f97111.txt>
</file>

<file path=ppt/media/f97112.txt>
</file>

<file path=ppt/media/f97113.txt>
</file>

<file path=ppt/media/f97114.txt>
</file>

<file path=ppt/media/f97115.txt>
</file>

<file path=ppt/media/f97116.txt>
</file>

<file path=ppt/media/f97117.txt>
</file>

<file path=ppt/media/f97118.txt>
</file>

<file path=ppt/media/f97119.txt>
</file>

<file path=ppt/media/f97120.txt>
</file>

<file path=ppt/media/f97121.txt>
</file>

<file path=ppt/media/f97122.txt>
</file>

<file path=ppt/media/f97123.txt>
</file>

<file path=ppt/media/f97124.txt>
</file>

<file path=ppt/media/f97125.txt>
</file>

<file path=ppt/media/f97126.txt>
</file>

<file path=ppt/media/f97127.txt>
</file>

<file path=ppt/media/f97128.txt>
</file>

<file path=ppt/media/f97129.txt>
</file>

<file path=ppt/media/f97130.txt>
</file>

<file path=ppt/media/f97131.txt>
</file>

<file path=ppt/media/f97132.txt>
</file>

<file path=ppt/media/f97133.txt>
</file>

<file path=ppt/media/f97134.txt>
</file>

<file path=ppt/media/f97135.txt>
</file>

<file path=ppt/media/f97136.txt>
</file>

<file path=ppt/media/f97137.txt>
</file>

<file path=ppt/media/f97138.txt>
</file>

<file path=ppt/media/f97139.txt>
</file>

<file path=ppt/media/f97140.txt>
</file>

<file path=ppt/media/f97141.txt>
</file>

<file path=ppt/media/f97142.txt>
</file>

<file path=ppt/media/f97143.txt>
</file>

<file path=ppt/media/f97144.txt>
</file>

<file path=ppt/media/f97145.txt>
</file>

<file path=ppt/media/f97146.txt>
</file>

<file path=ppt/media/f97147.txt>
</file>

<file path=ppt/media/f97148.txt>
</file>

<file path=ppt/media/f97149.txt>
</file>

<file path=ppt/media/f97150.txt>
</file>

<file path=ppt/media/f97151.txt>
</file>

<file path=ppt/media/f97152.txt>
</file>

<file path=ppt/media/f97153.txt>
</file>

<file path=ppt/media/f97154.txt>
</file>

<file path=ppt/media/f97155.txt>
</file>

<file path=ppt/media/f97156.txt>
</file>

<file path=ppt/media/f97157.txt>
</file>

<file path=ppt/media/f97158.txt>
</file>

<file path=ppt/media/f97159.txt>
</file>

<file path=ppt/media/f97160.txt>
</file>

<file path=ppt/media/f97161.txt>
</file>

<file path=ppt/media/f97162.txt>
</file>

<file path=ppt/media/f97163.txt>
</file>

<file path=ppt/media/f97164.txt>
</file>

<file path=ppt/media/f97165.txt>
</file>

<file path=ppt/media/f97166.txt>
</file>

<file path=ppt/media/f97167.txt>
</file>

<file path=ppt/media/f97168.txt>
</file>

<file path=ppt/media/f97169.txt>
</file>

<file path=ppt/media/f97170.txt>
</file>

<file path=ppt/media/f97171.txt>
</file>

<file path=ppt/media/f97172.txt>
</file>

<file path=ppt/media/f97173.txt>
</file>

<file path=ppt/media/f97174.txt>
</file>

<file path=ppt/media/f97175.txt>
</file>

<file path=ppt/media/f97176.txt>
</file>

<file path=ppt/media/f97177.txt>
</file>

<file path=ppt/media/f97178.txt>
</file>

<file path=ppt/media/f97179.txt>
</file>

<file path=ppt/media/f97180.txt>
</file>

<file path=ppt/media/f97181.txt>
</file>

<file path=ppt/media/f97182.txt>
</file>

<file path=ppt/media/f97183.txt>
</file>

<file path=ppt/media/f97184.txt>
</file>

<file path=ppt/media/f97185.txt>
</file>

<file path=ppt/media/f97186.txt>
</file>

<file path=ppt/media/f97187.txt>
</file>

<file path=ppt/media/f97188.txt>
</file>

<file path=ppt/media/f97189.txt>
</file>

<file path=ppt/media/f97190.txt>
</file>

<file path=ppt/media/f97191.txt>
</file>

<file path=ppt/media/f97192.txt>
</file>

<file path=ppt/media/f97193.txt>
</file>

<file path=ppt/media/f97194.txt>
</file>

<file path=ppt/media/f97195.txt>
</file>

<file path=ppt/media/f97196.txt>
</file>

<file path=ppt/media/f97197.txt>
</file>

<file path=ppt/media/f97198.txt>
</file>

<file path=ppt/media/f97199.txt>
</file>

<file path=ppt/media/f97200.txt>
</file>

<file path=ppt/media/f97201.txt>
</file>

<file path=ppt/media/f97202.txt>
</file>

<file path=ppt/media/f97203.txt>
</file>

<file path=ppt/media/f97204.txt>
</file>

<file path=ppt/media/f97205.txt>
</file>

<file path=ppt/media/f97206.txt>
</file>

<file path=ppt/media/f97207.txt>
</file>

<file path=ppt/media/f97208.txt>
</file>

<file path=ppt/media/f97209.txt>
</file>

<file path=ppt/media/f97210.txt>
</file>

<file path=ppt/media/f97211.txt>
</file>

<file path=ppt/media/f97212.txt>
</file>

<file path=ppt/media/f97213.txt>
</file>

<file path=ppt/media/f97214.txt>
</file>

<file path=ppt/media/f97215.txt>
</file>

<file path=ppt/media/f97216.txt>
</file>

<file path=ppt/media/f97217.txt>
</file>

<file path=ppt/media/f97218.txt>
</file>

<file path=ppt/media/f97219.txt>
</file>

<file path=ppt/media/f97220.txt>
</file>

<file path=ppt/media/f97221.txt>
</file>

<file path=ppt/media/f97222.txt>
</file>

<file path=ppt/media/f97223.txt>
</file>

<file path=ppt/media/f97224.txt>
</file>

<file path=ppt/media/f97225.txt>
</file>

<file path=ppt/media/f97226.txt>
</file>

<file path=ppt/media/f97227.txt>
</file>

<file path=ppt/media/f97228.txt>
</file>

<file path=ppt/media/f97229.txt>
</file>

<file path=ppt/media/f97230.txt>
</file>

<file path=ppt/media/f97231.txt>
</file>

<file path=ppt/media/f97232.txt>
</file>

<file path=ppt/media/f97233.txt>
</file>

<file path=ppt/media/f97234.txt>
</file>

<file path=ppt/media/f97235.txt>
</file>

<file path=ppt/media/f97236.txt>
</file>

<file path=ppt/media/f97237.txt>
</file>

<file path=ppt/media/f97238.txt>
</file>

<file path=ppt/media/f97239.txt>
</file>

<file path=ppt/media/f97240.txt>
</file>

<file path=ppt/media/f97241.txt>
</file>

<file path=ppt/media/f97242.txt>
</file>

<file path=ppt/media/f97243.txt>
</file>

<file path=ppt/media/f97244.txt>
</file>

<file path=ppt/media/f97245.txt>
</file>

<file path=ppt/media/f97246.txt>
</file>

<file path=ppt/media/f97247.txt>
</file>

<file path=ppt/media/f97248.txt>
</file>

<file path=ppt/media/f97249.txt>
</file>

<file path=ppt/media/f97250.txt>
</file>

<file path=ppt/media/f97251.txt>
</file>

<file path=ppt/media/f97252.txt>
</file>

<file path=ppt/media/f97253.txt>
</file>

<file path=ppt/media/f97254.txt>
</file>

<file path=ppt/media/f97255.txt>
</file>

<file path=ppt/media/f97256.txt>
</file>

<file path=ppt/media/f97257.txt>
</file>

<file path=ppt/media/f97258.txt>
</file>

<file path=ppt/media/f97259.txt>
</file>

<file path=ppt/media/f97260.txt>
</file>

<file path=ppt/media/f97261.txt>
</file>

<file path=ppt/media/f97262.txt>
</file>

<file path=ppt/media/f97263.txt>
</file>

<file path=ppt/media/f97264.txt>
</file>

<file path=ppt/media/f97265.txt>
</file>

<file path=ppt/media/f97266.txt>
</file>

<file path=ppt/media/f97267.txt>
</file>

<file path=ppt/media/f97268.txt>
</file>

<file path=ppt/media/f97269.txt>
</file>

<file path=ppt/media/f97270.txt>
</file>

<file path=ppt/media/f97271.txt>
</file>

<file path=ppt/media/f97272.txt>
</file>

<file path=ppt/media/f97273.txt>
</file>

<file path=ppt/media/f97274.txt>
</file>

<file path=ppt/media/f97275.txt>
</file>

<file path=ppt/media/f97276.txt>
</file>

<file path=ppt/media/f97277.txt>
</file>

<file path=ppt/media/f97278.txt>
</file>

<file path=ppt/media/f97279.txt>
</file>

<file path=ppt/media/f97280.txt>
</file>

<file path=ppt/media/f97281.txt>
</file>

<file path=ppt/media/f97282.txt>
</file>

<file path=ppt/media/f97283.txt>
</file>

<file path=ppt/media/f97284.txt>
</file>

<file path=ppt/media/f97285.txt>
</file>

<file path=ppt/media/f97286.txt>
</file>

<file path=ppt/media/f97287.txt>
</file>

<file path=ppt/media/f97288.txt>
</file>

<file path=ppt/media/f97289.txt>
</file>

<file path=ppt/media/f97290.txt>
</file>

<file path=ppt/media/f97291.txt>
</file>

<file path=ppt/media/f97292.txt>
</file>

<file path=ppt/media/f97293.txt>
</file>

<file path=ppt/media/f97294.txt>
</file>

<file path=ppt/media/f97295.txt>
</file>

<file path=ppt/media/f97296.txt>
</file>

<file path=ppt/media/f97297.txt>
</file>

<file path=ppt/media/f97298.txt>
</file>

<file path=ppt/media/f97299.txt>
</file>

<file path=ppt/media/f97300.txt>
</file>

<file path=ppt/media/f97301.txt>
</file>

<file path=ppt/media/f97302.txt>
</file>

<file path=ppt/media/f97303.txt>
</file>

<file path=ppt/media/f97304.txt>
</file>

<file path=ppt/media/f97305.txt>
</file>

<file path=ppt/media/f97306.txt>
</file>

<file path=ppt/media/f97307.txt>
</file>

<file path=ppt/media/f97308.txt>
</file>

<file path=ppt/media/f97309.txt>
</file>

<file path=ppt/media/f97310.txt>
</file>

<file path=ppt/media/f97311.txt>
</file>

<file path=ppt/media/f97312.txt>
</file>

<file path=ppt/media/f97313.txt>
</file>

<file path=ppt/media/f97314.txt>
</file>

<file path=ppt/media/f97315.txt>
</file>

<file path=ppt/media/f97316.txt>
</file>

<file path=ppt/media/f97317.txt>
</file>

<file path=ppt/media/f97318.txt>
</file>

<file path=ppt/media/f97319.txt>
</file>

<file path=ppt/media/f97320.txt>
</file>

<file path=ppt/media/f97321.txt>
</file>

<file path=ppt/media/f97322.txt>
</file>

<file path=ppt/media/f97323.txt>
</file>

<file path=ppt/media/f97324.txt>
</file>

<file path=ppt/media/f97325.txt>
</file>

<file path=ppt/media/f97326.txt>
</file>

<file path=ppt/media/f97327.txt>
</file>

<file path=ppt/media/f97328.txt>
</file>

<file path=ppt/media/f97329.txt>
</file>

<file path=ppt/media/f97330.txt>
</file>

<file path=ppt/media/f97331.txt>
</file>

<file path=ppt/media/f97332.txt>
</file>

<file path=ppt/media/f97333.txt>
</file>

<file path=ppt/media/f97334.txt>
</file>

<file path=ppt/media/f97335.txt>
</file>

<file path=ppt/media/f97336.txt>
</file>

<file path=ppt/media/f97337.txt>
</file>

<file path=ppt/media/f97338.txt>
</file>

<file path=ppt/media/f97339.txt>
</file>

<file path=ppt/media/f97340.txt>
</file>

<file path=ppt/media/f97341.txt>
</file>

<file path=ppt/media/f97342.txt>
</file>

<file path=ppt/media/f97343.txt>
</file>

<file path=ppt/media/f97344.txt>
</file>

<file path=ppt/media/f97345.txt>
</file>

<file path=ppt/media/f97346.txt>
</file>

<file path=ppt/media/f97347.txt>
</file>

<file path=ppt/media/f97348.txt>
</file>

<file path=ppt/media/f97349.txt>
</file>

<file path=ppt/media/f97350.txt>
</file>

<file path=ppt/media/f97351.txt>
</file>

<file path=ppt/media/f97352.txt>
</file>

<file path=ppt/media/f97353.txt>
</file>

<file path=ppt/media/f97354.txt>
</file>

<file path=ppt/media/f97355.txt>
</file>

<file path=ppt/media/f97356.txt>
</file>

<file path=ppt/media/f97357.txt>
</file>

<file path=ppt/media/f97358.txt>
</file>

<file path=ppt/media/f97359.txt>
</file>

<file path=ppt/media/f97360.txt>
</file>

<file path=ppt/media/f97361.txt>
</file>

<file path=ppt/media/f97362.txt>
</file>

<file path=ppt/media/f97363.txt>
</file>

<file path=ppt/media/f97364.txt>
</file>

<file path=ppt/media/f97365.txt>
</file>

<file path=ppt/media/f97366.txt>
</file>

<file path=ppt/media/f97367.txt>
</file>

<file path=ppt/media/f97368.txt>
</file>

<file path=ppt/media/f97369.txt>
</file>

<file path=ppt/media/f97370.txt>
</file>

<file path=ppt/media/f97371.txt>
</file>

<file path=ppt/media/f97372.txt>
</file>

<file path=ppt/media/f97373.txt>
</file>

<file path=ppt/media/f97374.txt>
</file>

<file path=ppt/media/f97375.txt>
</file>

<file path=ppt/media/f97376.txt>
</file>

<file path=ppt/media/f97377.txt>
</file>

<file path=ppt/media/f97378.txt>
</file>

<file path=ppt/media/f97379.txt>
</file>

<file path=ppt/media/f97380.txt>
</file>

<file path=ppt/media/f97381.txt>
</file>

<file path=ppt/media/f97382.txt>
</file>

<file path=ppt/media/f97383.txt>
</file>

<file path=ppt/media/f97384.txt>
</file>

<file path=ppt/media/f97385.txt>
</file>

<file path=ppt/media/f97386.txt>
</file>

<file path=ppt/media/f97387.txt>
</file>

<file path=ppt/media/f97388.txt>
</file>

<file path=ppt/media/f97389.txt>
</file>

<file path=ppt/media/f97390.txt>
</file>

<file path=ppt/media/f97391.txt>
</file>

<file path=ppt/media/f97392.txt>
</file>

<file path=ppt/media/f97393.txt>
</file>

<file path=ppt/media/f97394.txt>
</file>

<file path=ppt/media/f97395.txt>
</file>

<file path=ppt/media/f97396.txt>
</file>

<file path=ppt/media/f97397.txt>
</file>

<file path=ppt/media/f97398.txt>
</file>

<file path=ppt/media/f97399.txt>
</file>

<file path=ppt/media/f97400.txt>
</file>

<file path=ppt/media/f97401.txt>
</file>

<file path=ppt/media/f97402.txt>
</file>

<file path=ppt/media/f97403.txt>
</file>

<file path=ppt/media/f97404.txt>
</file>

<file path=ppt/media/f97405.txt>
</file>

<file path=ppt/media/f97406.txt>
</file>

<file path=ppt/media/f97407.txt>
</file>

<file path=ppt/media/f97408.txt>
</file>

<file path=ppt/media/f97409.txt>
</file>

<file path=ppt/media/f97410.txt>
</file>

<file path=ppt/media/f97411.txt>
</file>

<file path=ppt/media/f97412.txt>
</file>

<file path=ppt/media/f97413.txt>
</file>

<file path=ppt/media/f97414.txt>
</file>

<file path=ppt/media/f97415.txt>
</file>

<file path=ppt/media/f97416.txt>
</file>

<file path=ppt/media/f97417.txt>
</file>

<file path=ppt/media/f97418.txt>
</file>

<file path=ppt/media/f97419.txt>
</file>

<file path=ppt/media/f97420.txt>
</file>

<file path=ppt/media/f97421.txt>
</file>

<file path=ppt/media/f97422.txt>
</file>

<file path=ppt/media/f97423.txt>
</file>

<file path=ppt/media/f97424.txt>
</file>

<file path=ppt/media/f97425.txt>
</file>

<file path=ppt/media/f97426.txt>
</file>

<file path=ppt/media/f97427.txt>
</file>

<file path=ppt/media/f97428.txt>
</file>

<file path=ppt/media/f97429.txt>
</file>

<file path=ppt/media/f97430.txt>
</file>

<file path=ppt/media/f97431.txt>
</file>

<file path=ppt/media/f97432.txt>
</file>

<file path=ppt/media/f97433.txt>
</file>

<file path=ppt/media/f97434.txt>
</file>

<file path=ppt/media/f97435.txt>
</file>

<file path=ppt/media/f97436.txt>
</file>

<file path=ppt/media/f97437.txt>
</file>

<file path=ppt/media/f97438.txt>
</file>

<file path=ppt/media/f97439.txt>
</file>

<file path=ppt/media/f97440.txt>
</file>

<file path=ppt/media/f97441.txt>
</file>

<file path=ppt/media/f97442.txt>
</file>

<file path=ppt/media/f97443.txt>
</file>

<file path=ppt/media/f97444.txt>
</file>

<file path=ppt/media/f97445.txt>
</file>

<file path=ppt/media/f97446.txt>
</file>

<file path=ppt/media/f97447.txt>
</file>

<file path=ppt/media/f97448.txt>
</file>

<file path=ppt/media/f97449.txt>
</file>

<file path=ppt/media/f97450.txt>
</file>

<file path=ppt/media/f97451.txt>
</file>

<file path=ppt/media/f97452.txt>
</file>

<file path=ppt/media/f97453.txt>
</file>

<file path=ppt/media/f97454.txt>
</file>

<file path=ppt/media/f97455.txt>
</file>

<file path=ppt/media/f97456.txt>
</file>

<file path=ppt/media/f97457.txt>
</file>

<file path=ppt/media/f97458.txt>
</file>

<file path=ppt/media/f97459.txt>
</file>

<file path=ppt/media/f97460.txt>
</file>

<file path=ppt/media/f97461.txt>
</file>

<file path=ppt/media/f97462.txt>
</file>

<file path=ppt/media/f97463.txt>
</file>

<file path=ppt/media/f97464.txt>
</file>

<file path=ppt/media/f97465.txt>
</file>

<file path=ppt/media/f97466.txt>
</file>

<file path=ppt/media/f97467.txt>
</file>

<file path=ppt/media/f97468.txt>
</file>

<file path=ppt/media/f97469.txt>
</file>

<file path=ppt/media/f97470.txt>
</file>

<file path=ppt/media/f97471.txt>
</file>

<file path=ppt/media/f97472.txt>
</file>

<file path=ppt/media/f97473.txt>
</file>

<file path=ppt/media/f97474.txt>
</file>

<file path=ppt/media/f97475.txt>
</file>

<file path=ppt/media/f97476.txt>
</file>

<file path=ppt/media/f97477.txt>
</file>

<file path=ppt/media/f97478.txt>
</file>

<file path=ppt/media/f97479.txt>
</file>

<file path=ppt/media/f97480.txt>
</file>

<file path=ppt/media/f97481.txt>
</file>

<file path=ppt/media/f97482.txt>
</file>

<file path=ppt/media/f97483.txt>
</file>

<file path=ppt/media/f97484.txt>
</file>

<file path=ppt/media/f97485.txt>
</file>

<file path=ppt/media/f97486.txt>
</file>

<file path=ppt/media/f97487.txt>
</file>

<file path=ppt/media/f97488.txt>
</file>

<file path=ppt/media/f97489.txt>
</file>

<file path=ppt/media/f97490.txt>
</file>

<file path=ppt/media/f97491.txt>
</file>

<file path=ppt/media/f97492.txt>
</file>

<file path=ppt/media/f97493.txt>
</file>

<file path=ppt/media/f97494.txt>
</file>

<file path=ppt/media/f97495.txt>
</file>

<file path=ppt/media/f97496.txt>
</file>

<file path=ppt/media/f97497.txt>
</file>

<file path=ppt/media/f97498.txt>
</file>

<file path=ppt/media/f97499.txt>
</file>

<file path=ppt/media/f97500.txt>
</file>

<file path=ppt/media/f97501.txt>
</file>

<file path=ppt/media/f97502.txt>
</file>

<file path=ppt/media/f97503.txt>
</file>

<file path=ppt/media/f97504.txt>
</file>

<file path=ppt/media/f97505.txt>
</file>

<file path=ppt/media/f97506.txt>
</file>

<file path=ppt/media/f97507.txt>
</file>

<file path=ppt/media/f97508.txt>
</file>

<file path=ppt/media/f97509.txt>
</file>

<file path=ppt/media/f97510.txt>
</file>

<file path=ppt/media/f97511.txt>
</file>

<file path=ppt/media/f97512.txt>
</file>

<file path=ppt/media/f97513.txt>
</file>

<file path=ppt/media/f97514.txt>
</file>

<file path=ppt/media/f97515.txt>
</file>

<file path=ppt/media/f97516.txt>
</file>

<file path=ppt/media/f97517.txt>
</file>

<file path=ppt/media/f97518.txt>
</file>

<file path=ppt/media/f97519.txt>
</file>

<file path=ppt/media/f97520.txt>
</file>

<file path=ppt/media/f97521.txt>
</file>

<file path=ppt/media/f97522.txt>
</file>

<file path=ppt/media/f97523.txt>
</file>

<file path=ppt/media/f97524.txt>
</file>

<file path=ppt/media/f97525.txt>
</file>

<file path=ppt/media/f97526.txt>
</file>

<file path=ppt/media/f97527.txt>
</file>

<file path=ppt/media/f97528.txt>
</file>

<file path=ppt/media/f97529.txt>
</file>

<file path=ppt/media/f97530.txt>
</file>

<file path=ppt/media/f97531.txt>
</file>

<file path=ppt/media/f97532.txt>
</file>

<file path=ppt/media/f97533.txt>
</file>

<file path=ppt/media/f97534.txt>
</file>

<file path=ppt/media/f97535.txt>
</file>

<file path=ppt/media/f97536.txt>
</file>

<file path=ppt/media/f97537.txt>
</file>

<file path=ppt/media/f97538.txt>
</file>

<file path=ppt/media/f97539.txt>
</file>

<file path=ppt/media/f97540.txt>
</file>

<file path=ppt/media/f97541.txt>
</file>

<file path=ppt/media/f97542.txt>
</file>

<file path=ppt/media/f97543.txt>
</file>

<file path=ppt/media/f97544.txt>
</file>

<file path=ppt/media/f97545.txt>
</file>

<file path=ppt/media/f97546.txt>
</file>

<file path=ppt/media/f97547.txt>
</file>

<file path=ppt/media/f97548.txt>
</file>

<file path=ppt/media/f97549.txt>
</file>

<file path=ppt/media/f97550.txt>
</file>

<file path=ppt/media/f97551.txt>
</file>

<file path=ppt/media/f97552.txt>
</file>

<file path=ppt/media/f97553.txt>
</file>

<file path=ppt/media/f97554.txt>
</file>

<file path=ppt/media/f97555.txt>
</file>

<file path=ppt/media/f97556.txt>
</file>

<file path=ppt/media/f97557.txt>
</file>

<file path=ppt/media/f97558.txt>
</file>

<file path=ppt/media/f97559.txt>
</file>

<file path=ppt/media/f97560.txt>
</file>

<file path=ppt/media/f97561.txt>
</file>

<file path=ppt/media/f97562.txt>
</file>

<file path=ppt/media/f97563.txt>
</file>

<file path=ppt/media/f97564.txt>
</file>

<file path=ppt/media/f97565.txt>
</file>

<file path=ppt/media/f97566.txt>
</file>

<file path=ppt/media/f97567.txt>
</file>

<file path=ppt/media/f97568.txt>
</file>

<file path=ppt/media/f97569.txt>
</file>

<file path=ppt/media/f97570.txt>
</file>

<file path=ppt/media/f97571.txt>
</file>

<file path=ppt/media/f97572.txt>
</file>

<file path=ppt/media/f97573.txt>
</file>

<file path=ppt/media/f97574.txt>
</file>

<file path=ppt/media/f97575.txt>
</file>

<file path=ppt/media/f97576.txt>
</file>

<file path=ppt/media/f97577.txt>
</file>

<file path=ppt/media/f97578.txt>
</file>

<file path=ppt/media/f97579.txt>
</file>

<file path=ppt/media/f97580.txt>
</file>

<file path=ppt/media/f97581.txt>
</file>

<file path=ppt/media/f97582.txt>
</file>

<file path=ppt/media/f97583.txt>
</file>

<file path=ppt/media/f97584.txt>
</file>

<file path=ppt/media/f97585.txt>
</file>

<file path=ppt/media/f97586.txt>
</file>

<file path=ppt/media/f97587.txt>
</file>

<file path=ppt/media/f97588.txt>
</file>

<file path=ppt/media/f97589.txt>
</file>

<file path=ppt/media/f97590.txt>
</file>

<file path=ppt/media/f97591.txt>
</file>

<file path=ppt/media/f97592.txt>
</file>

<file path=ppt/media/f97593.txt>
</file>

<file path=ppt/media/f97594.txt>
</file>

<file path=ppt/media/f97595.txt>
</file>

<file path=ppt/media/f97596.txt>
</file>

<file path=ppt/media/f97597.txt>
</file>

<file path=ppt/media/f97598.txt>
</file>

<file path=ppt/media/f97599.txt>
</file>

<file path=ppt/media/f97600.txt>
</file>

<file path=ppt/media/f97601.txt>
</file>

<file path=ppt/media/f97602.txt>
</file>

<file path=ppt/media/f97603.txt>
</file>

<file path=ppt/media/f97604.txt>
</file>

<file path=ppt/media/f97605.txt>
</file>

<file path=ppt/media/f97606.txt>
</file>

<file path=ppt/media/f97607.txt>
</file>

<file path=ppt/media/f97608.txt>
</file>

<file path=ppt/media/f97609.txt>
</file>

<file path=ppt/media/f97610.txt>
</file>

<file path=ppt/media/f97611.txt>
</file>

<file path=ppt/media/f97612.txt>
</file>

<file path=ppt/media/f97613.txt>
</file>

<file path=ppt/media/f97614.txt>
</file>

<file path=ppt/media/f97615.txt>
</file>

<file path=ppt/media/f97616.txt>
</file>

<file path=ppt/media/f97617.txt>
</file>

<file path=ppt/media/f97618.txt>
</file>

<file path=ppt/media/f97619.txt>
</file>

<file path=ppt/media/f97620.txt>
</file>

<file path=ppt/media/f97621.txt>
</file>

<file path=ppt/media/f97622.txt>
</file>

<file path=ppt/media/f97623.txt>
</file>

<file path=ppt/media/f97624.txt>
</file>

<file path=ppt/media/f97625.txt>
</file>

<file path=ppt/media/f97626.txt>
</file>

<file path=ppt/media/f97627.txt>
</file>

<file path=ppt/media/f97628.txt>
</file>

<file path=ppt/media/f97629.txt>
</file>

<file path=ppt/media/f97630.txt>
</file>

<file path=ppt/media/f97631.txt>
</file>

<file path=ppt/media/f97632.txt>
</file>

<file path=ppt/media/f97633.txt>
</file>

<file path=ppt/media/f97634.txt>
</file>

<file path=ppt/media/f97635.txt>
</file>

<file path=ppt/media/f97636.txt>
</file>

<file path=ppt/media/f97637.txt>
</file>

<file path=ppt/media/f97638.txt>
</file>

<file path=ppt/media/f97639.txt>
</file>

<file path=ppt/media/f97640.txt>
</file>

<file path=ppt/media/f97641.txt>
</file>

<file path=ppt/media/f97642.txt>
</file>

<file path=ppt/media/f97643.txt>
</file>

<file path=ppt/media/f97644.txt>
</file>

<file path=ppt/media/f97645.txt>
</file>

<file path=ppt/media/f97646.txt>
</file>

<file path=ppt/media/f97647.txt>
</file>

<file path=ppt/media/f97648.txt>
</file>

<file path=ppt/media/f97649.txt>
</file>

<file path=ppt/media/f97650.txt>
</file>

<file path=ppt/media/f97651.txt>
</file>

<file path=ppt/media/f97652.txt>
</file>

<file path=ppt/media/f97653.txt>
</file>

<file path=ppt/media/f97654.txt>
</file>

<file path=ppt/media/f97655.txt>
</file>

<file path=ppt/media/f97656.txt>
</file>

<file path=ppt/media/f97657.txt>
</file>

<file path=ppt/media/f97658.txt>
</file>

<file path=ppt/media/f97659.txt>
</file>

<file path=ppt/media/f97660.txt>
</file>

<file path=ppt/media/f97661.txt>
</file>

<file path=ppt/media/f97662.txt>
</file>

<file path=ppt/media/f97663.txt>
</file>

<file path=ppt/media/f97664.txt>
</file>

<file path=ppt/media/f97665.txt>
</file>

<file path=ppt/media/f97666.txt>
</file>

<file path=ppt/media/f97667.txt>
</file>

<file path=ppt/media/f97668.txt>
</file>

<file path=ppt/media/f97669.txt>
</file>

<file path=ppt/media/f97670.txt>
</file>

<file path=ppt/media/f97671.txt>
</file>

<file path=ppt/media/f97672.txt>
</file>

<file path=ppt/media/f97673.txt>
</file>

<file path=ppt/media/f97674.txt>
</file>

<file path=ppt/media/f97675.txt>
</file>

<file path=ppt/media/f97676.txt>
</file>

<file path=ppt/media/f97677.txt>
</file>

<file path=ppt/media/f97678.txt>
</file>

<file path=ppt/media/f97679.txt>
</file>

<file path=ppt/media/f97680.txt>
</file>

<file path=ppt/media/f97681.txt>
</file>

<file path=ppt/media/f97682.txt>
</file>

<file path=ppt/media/f97683.txt>
</file>

<file path=ppt/media/f97684.txt>
</file>

<file path=ppt/media/f97685.txt>
</file>

<file path=ppt/media/f97686.txt>
</file>

<file path=ppt/media/f97687.txt>
</file>

<file path=ppt/media/f97688.txt>
</file>

<file path=ppt/media/f97689.txt>
</file>

<file path=ppt/media/f97690.txt>
</file>

<file path=ppt/media/f97691.txt>
</file>

<file path=ppt/media/f97692.txt>
</file>

<file path=ppt/media/f97693.txt>
</file>

<file path=ppt/media/f97694.txt>
</file>

<file path=ppt/media/f97695.txt>
</file>

<file path=ppt/media/f97696.txt>
</file>

<file path=ppt/media/f97697.txt>
</file>

<file path=ppt/media/f97698.txt>
</file>

<file path=ppt/media/f97699.txt>
</file>

<file path=ppt/media/f97700.txt>
</file>

<file path=ppt/media/f97701.txt>
</file>

<file path=ppt/media/f97702.txt>
</file>

<file path=ppt/media/f97703.txt>
</file>

<file path=ppt/media/f97704.txt>
</file>

<file path=ppt/media/f97705.txt>
</file>

<file path=ppt/media/f97706.txt>
</file>

<file path=ppt/media/f97707.txt>
</file>

<file path=ppt/media/f97708.txt>
</file>

<file path=ppt/media/f97709.txt>
</file>

<file path=ppt/media/f97710.txt>
</file>

<file path=ppt/media/f97711.txt>
</file>

<file path=ppt/media/f97712.txt>
</file>

<file path=ppt/media/f97713.txt>
</file>

<file path=ppt/media/f97714.txt>
</file>

<file path=ppt/media/f97715.txt>
</file>

<file path=ppt/media/f97716.txt>
</file>

<file path=ppt/media/f97717.txt>
</file>

<file path=ppt/media/f97718.txt>
</file>

<file path=ppt/media/f97719.txt>
</file>

<file path=ppt/media/f97720.txt>
</file>

<file path=ppt/media/f97721.txt>
</file>

<file path=ppt/media/f97722.txt>
</file>

<file path=ppt/media/f97723.txt>
</file>

<file path=ppt/media/f97724.txt>
</file>

<file path=ppt/media/f97725.txt>
</file>

<file path=ppt/media/f97726.txt>
</file>

<file path=ppt/media/f97727.txt>
</file>

<file path=ppt/media/f97728.txt>
</file>

<file path=ppt/media/f97729.txt>
</file>

<file path=ppt/media/f97730.txt>
</file>

<file path=ppt/media/f97731.txt>
</file>

<file path=ppt/media/f97732.txt>
</file>

<file path=ppt/media/f97733.txt>
</file>

<file path=ppt/media/f97734.txt>
</file>

<file path=ppt/media/f97735.txt>
</file>

<file path=ppt/media/f97736.txt>
</file>

<file path=ppt/media/f97737.txt>
</file>

<file path=ppt/media/f97738.txt>
</file>

<file path=ppt/media/f97739.txt>
</file>

<file path=ppt/media/f97740.txt>
</file>

<file path=ppt/media/f97741.txt>
</file>

<file path=ppt/media/f97742.txt>
</file>

<file path=ppt/media/f97743.txt>
</file>

<file path=ppt/media/f97744.txt>
</file>

<file path=ppt/media/f97745.txt>
</file>

<file path=ppt/media/f97746.txt>
</file>

<file path=ppt/media/f97747.txt>
</file>

<file path=ppt/media/f97748.txt>
</file>

<file path=ppt/media/f97749.txt>
</file>

<file path=ppt/media/f97750.txt>
</file>

<file path=ppt/media/f97751.txt>
</file>

<file path=ppt/media/f97752.txt>
</file>

<file path=ppt/media/f97753.txt>
</file>

<file path=ppt/media/f97754.txt>
</file>

<file path=ppt/media/f97755.txt>
</file>

<file path=ppt/media/f97756.txt>
</file>

<file path=ppt/media/f97757.txt>
</file>

<file path=ppt/media/f97758.txt>
</file>

<file path=ppt/media/f97759.txt>
</file>

<file path=ppt/media/f97760.txt>
</file>

<file path=ppt/media/f97761.txt>
</file>

<file path=ppt/media/f97762.txt>
</file>

<file path=ppt/media/f97763.txt>
</file>

<file path=ppt/media/f97764.txt>
</file>

<file path=ppt/media/f97765.txt>
</file>

<file path=ppt/media/f97766.txt>
</file>

<file path=ppt/media/f97767.txt>
</file>

<file path=ppt/media/f97768.txt>
</file>

<file path=ppt/media/f97769.txt>
</file>

<file path=ppt/media/f97770.txt>
</file>

<file path=ppt/media/f97771.txt>
</file>

<file path=ppt/media/f97772.txt>
</file>

<file path=ppt/media/f97773.txt>
</file>

<file path=ppt/media/f97774.txt>
</file>

<file path=ppt/media/f97775.txt>
</file>

<file path=ppt/media/f97776.txt>
</file>

<file path=ppt/media/f97777.txt>
</file>

<file path=ppt/media/f97778.txt>
</file>

<file path=ppt/media/f97779.txt>
</file>

<file path=ppt/media/f97780.txt>
</file>

<file path=ppt/media/f97781.txt>
</file>

<file path=ppt/media/f97782.txt>
</file>

<file path=ppt/media/f97783.txt>
</file>

<file path=ppt/media/f97784.txt>
</file>

<file path=ppt/media/f97785.txt>
</file>

<file path=ppt/media/f97786.txt>
</file>

<file path=ppt/media/f97787.txt>
</file>

<file path=ppt/media/f97788.txt>
</file>

<file path=ppt/media/f97789.txt>
</file>

<file path=ppt/media/f97790.txt>
</file>

<file path=ppt/media/f97791.txt>
</file>

<file path=ppt/media/f97792.txt>
</file>

<file path=ppt/media/f97793.txt>
</file>

<file path=ppt/media/f97794.txt>
</file>

<file path=ppt/media/f97795.txt>
</file>

<file path=ppt/media/f97796.txt>
</file>

<file path=ppt/media/f97797.txt>
</file>

<file path=ppt/media/f97798.txt>
</file>

<file path=ppt/media/f97799.txt>
</file>

<file path=ppt/media/f97800.txt>
</file>

<file path=ppt/media/f97801.txt>
</file>

<file path=ppt/media/f97802.txt>
</file>

<file path=ppt/media/f97803.txt>
</file>

<file path=ppt/media/f97804.txt>
</file>

<file path=ppt/media/f97805.txt>
</file>

<file path=ppt/media/f97806.txt>
</file>

<file path=ppt/media/f97807.txt>
</file>

<file path=ppt/media/f97808.txt>
</file>

<file path=ppt/media/f97809.txt>
</file>

<file path=ppt/media/f97810.txt>
</file>

<file path=ppt/media/f97811.txt>
</file>

<file path=ppt/media/f97812.txt>
</file>

<file path=ppt/media/f97813.txt>
</file>

<file path=ppt/media/f97814.txt>
</file>

<file path=ppt/media/f97815.txt>
</file>

<file path=ppt/media/f97816.txt>
</file>

<file path=ppt/media/f97817.txt>
</file>

<file path=ppt/media/f97818.txt>
</file>

<file path=ppt/media/f97819.txt>
</file>

<file path=ppt/media/f97820.txt>
</file>

<file path=ppt/media/f97821.txt>
</file>

<file path=ppt/media/f97822.txt>
</file>

<file path=ppt/media/f97823.txt>
</file>

<file path=ppt/media/f97824.txt>
</file>

<file path=ppt/media/f97825.txt>
</file>

<file path=ppt/media/f97826.txt>
</file>

<file path=ppt/media/f97827.txt>
</file>

<file path=ppt/media/f97828.txt>
</file>

<file path=ppt/media/f97829.txt>
</file>

<file path=ppt/media/f97830.txt>
</file>

<file path=ppt/media/f97831.txt>
</file>

<file path=ppt/media/f97832.txt>
</file>

<file path=ppt/media/f97833.txt>
</file>

<file path=ppt/media/f97834.txt>
</file>

<file path=ppt/media/f97835.txt>
</file>

<file path=ppt/media/f97836.txt>
</file>

<file path=ppt/media/f97837.txt>
</file>

<file path=ppt/media/f97838.txt>
</file>

<file path=ppt/media/f97839.txt>
</file>

<file path=ppt/media/f97840.txt>
</file>

<file path=ppt/media/f97841.txt>
</file>

<file path=ppt/media/f97842.txt>
</file>

<file path=ppt/media/f97843.txt>
</file>

<file path=ppt/media/f97844.txt>
</file>

<file path=ppt/media/f97845.txt>
</file>

<file path=ppt/media/f97846.txt>
</file>

<file path=ppt/media/f97847.txt>
</file>

<file path=ppt/media/f97848.txt>
</file>

<file path=ppt/media/f97849.txt>
</file>

<file path=ppt/media/f97850.txt>
</file>

<file path=ppt/media/f97851.txt>
</file>

<file path=ppt/media/f97852.txt>
</file>

<file path=ppt/media/f97853.txt>
</file>

<file path=ppt/media/f97854.txt>
</file>

<file path=ppt/media/f97855.txt>
</file>

<file path=ppt/media/f97856.txt>
</file>

<file path=ppt/media/f97857.txt>
</file>

<file path=ppt/media/f97858.txt>
</file>

<file path=ppt/media/f97859.txt>
</file>

<file path=ppt/media/f97860.txt>
</file>

<file path=ppt/media/f97861.txt>
</file>

<file path=ppt/media/f97862.txt>
</file>

<file path=ppt/media/f97863.txt>
</file>

<file path=ppt/media/f97864.txt>
</file>

<file path=ppt/media/f97865.txt>
</file>

<file path=ppt/media/f97866.txt>
</file>

<file path=ppt/media/f97867.txt>
</file>

<file path=ppt/media/f97868.txt>
</file>

<file path=ppt/media/f97869.txt>
</file>

<file path=ppt/media/f97870.txt>
</file>

<file path=ppt/media/f97871.txt>
</file>

<file path=ppt/media/f97872.txt>
</file>

<file path=ppt/media/f97873.txt>
</file>

<file path=ppt/media/f97874.txt>
</file>

<file path=ppt/media/f97875.txt>
</file>

<file path=ppt/media/f97876.txt>
</file>

<file path=ppt/media/f97877.txt>
</file>

<file path=ppt/media/f97878.txt>
</file>

<file path=ppt/media/f97879.txt>
</file>

<file path=ppt/media/f97880.txt>
</file>

<file path=ppt/media/f97881.txt>
</file>

<file path=ppt/media/f97882.txt>
</file>

<file path=ppt/media/f97883.txt>
</file>

<file path=ppt/media/f97884.txt>
</file>

<file path=ppt/media/f97885.txt>
</file>

<file path=ppt/media/f97886.txt>
</file>

<file path=ppt/media/f97887.txt>
</file>

<file path=ppt/media/f97888.txt>
</file>

<file path=ppt/media/f97889.txt>
</file>

<file path=ppt/media/f97890.txt>
</file>

<file path=ppt/media/f97891.txt>
</file>

<file path=ppt/media/f97892.txt>
</file>

<file path=ppt/media/f97893.txt>
</file>

<file path=ppt/media/f97894.txt>
</file>

<file path=ppt/media/f97895.txt>
</file>

<file path=ppt/media/f97896.txt>
</file>

<file path=ppt/media/f97897.txt>
</file>

<file path=ppt/media/f97898.txt>
</file>

<file path=ppt/media/f97899.txt>
</file>

<file path=ppt/media/f97900.txt>
</file>

<file path=ppt/media/f97901.txt>
</file>

<file path=ppt/media/f97902.txt>
</file>

<file path=ppt/media/f97903.txt>
</file>

<file path=ppt/media/f97904.txt>
</file>

<file path=ppt/media/f97905.txt>
</file>

<file path=ppt/media/f97906.txt>
</file>

<file path=ppt/media/f97907.txt>
</file>

<file path=ppt/media/f97908.txt>
</file>

<file path=ppt/media/f97909.txt>
</file>

<file path=ppt/media/f97910.txt>
</file>

<file path=ppt/media/f97911.txt>
</file>

<file path=ppt/media/f97912.txt>
</file>

<file path=ppt/media/f97913.txt>
</file>

<file path=ppt/media/f97914.txt>
</file>

<file path=ppt/media/f97915.txt>
</file>

<file path=ppt/media/f97916.txt>
</file>

<file path=ppt/media/f97917.txt>
</file>

<file path=ppt/media/f97918.txt>
</file>

<file path=ppt/media/f97919.txt>
</file>

<file path=ppt/media/f97920.txt>
</file>

<file path=ppt/media/f97921.txt>
</file>

<file path=ppt/media/f97922.txt>
</file>

<file path=ppt/media/f97923.txt>
</file>

<file path=ppt/media/f97924.txt>
</file>

<file path=ppt/media/f97925.txt>
</file>

<file path=ppt/media/f97926.txt>
</file>

<file path=ppt/media/f97927.txt>
</file>

<file path=ppt/media/f97928.txt>
</file>

<file path=ppt/media/f97929.txt>
</file>

<file path=ppt/media/f97930.txt>
</file>

<file path=ppt/media/f97931.txt>
</file>

<file path=ppt/media/f97932.txt>
</file>

<file path=ppt/media/f97933.txt>
</file>

<file path=ppt/media/f97934.txt>
</file>

<file path=ppt/media/f97935.txt>
</file>

<file path=ppt/media/f97936.txt>
</file>

<file path=ppt/media/f97937.txt>
</file>

<file path=ppt/media/f97938.txt>
</file>

<file path=ppt/media/f97939.txt>
</file>

<file path=ppt/media/f97940.txt>
</file>

<file path=ppt/media/f97941.txt>
</file>

<file path=ppt/media/f97942.txt>
</file>

<file path=ppt/media/f97943.txt>
</file>

<file path=ppt/media/f97944.txt>
</file>

<file path=ppt/media/f97945.txt>
</file>

<file path=ppt/media/f97946.txt>
</file>

<file path=ppt/media/f97947.txt>
</file>

<file path=ppt/media/f97948.txt>
</file>

<file path=ppt/media/f97949.txt>
</file>

<file path=ppt/media/f97950.txt>
</file>

<file path=ppt/media/f97951.txt>
</file>

<file path=ppt/media/f97952.txt>
</file>

<file path=ppt/media/f97953.txt>
</file>

<file path=ppt/media/f97954.txt>
</file>

<file path=ppt/media/f97955.txt>
</file>

<file path=ppt/media/f97956.txt>
</file>

<file path=ppt/media/f97957.txt>
</file>

<file path=ppt/media/f97958.txt>
</file>

<file path=ppt/media/f97959.txt>
</file>

<file path=ppt/media/f97960.txt>
</file>

<file path=ppt/media/f97961.txt>
</file>

<file path=ppt/media/f97962.txt>
</file>

<file path=ppt/media/f97963.txt>
</file>

<file path=ppt/media/f97964.txt>
</file>

<file path=ppt/media/f97965.txt>
</file>

<file path=ppt/media/f97966.txt>
</file>

<file path=ppt/media/f97967.txt>
</file>

<file path=ppt/media/f97968.txt>
</file>

<file path=ppt/media/f97969.txt>
</file>

<file path=ppt/media/f97970.txt>
</file>

<file path=ppt/media/f97971.txt>
</file>

<file path=ppt/media/f97972.txt>
</file>

<file path=ppt/media/f97973.txt>
</file>

<file path=ppt/media/f97974.txt>
</file>

<file path=ppt/media/f97975.txt>
</file>

<file path=ppt/media/f97976.txt>
</file>

<file path=ppt/media/f97977.txt>
</file>

<file path=ppt/media/f97978.txt>
</file>

<file path=ppt/media/f97979.txt>
</file>

<file path=ppt/media/f97980.txt>
</file>

<file path=ppt/media/f97981.txt>
</file>

<file path=ppt/media/f97982.txt>
</file>

<file path=ppt/media/f97983.txt>
</file>

<file path=ppt/media/f97984.txt>
</file>

<file path=ppt/media/f97985.txt>
</file>

<file path=ppt/media/f97986.txt>
</file>

<file path=ppt/media/f97987.txt>
</file>

<file path=ppt/media/f97988.txt>
</file>

<file path=ppt/media/f97989.txt>
</file>

<file path=ppt/media/f97990.txt>
</file>

<file path=ppt/media/f97991.txt>
</file>

<file path=ppt/media/f97992.txt>
</file>

<file path=ppt/media/f97993.txt>
</file>

<file path=ppt/media/f97994.txt>
</file>

<file path=ppt/media/f97995.txt>
</file>

<file path=ppt/media/f97996.txt>
</file>

<file path=ppt/media/f97997.txt>
</file>

<file path=ppt/media/f97998.txt>
</file>

<file path=ppt/media/f97999.txt>
</file>

<file path=ppt/media/f98000.txt>
</file>

<file path=ppt/media/f98001.txt>
</file>

<file path=ppt/media/f98002.txt>
</file>

<file path=ppt/media/f98003.txt>
</file>

<file path=ppt/media/f98004.txt>
</file>

<file path=ppt/media/f98005.txt>
</file>

<file path=ppt/media/f98006.txt>
</file>

<file path=ppt/media/f98007.txt>
</file>

<file path=ppt/media/f98008.txt>
</file>

<file path=ppt/media/f98009.txt>
</file>

<file path=ppt/media/f98010.txt>
</file>

<file path=ppt/media/f98011.txt>
</file>

<file path=ppt/media/f98012.txt>
</file>

<file path=ppt/media/f98013.txt>
</file>

<file path=ppt/media/f98014.txt>
</file>

<file path=ppt/media/f98015.txt>
</file>

<file path=ppt/media/f98016.txt>
</file>

<file path=ppt/media/f98017.txt>
</file>

<file path=ppt/media/f98018.txt>
</file>

<file path=ppt/media/f98019.txt>
</file>

<file path=ppt/media/f98020.txt>
</file>

<file path=ppt/media/f98021.txt>
</file>

<file path=ppt/media/f98022.txt>
</file>

<file path=ppt/media/f98023.txt>
</file>

<file path=ppt/media/f98024.txt>
</file>

<file path=ppt/media/f98025.txt>
</file>

<file path=ppt/media/f98026.txt>
</file>

<file path=ppt/media/f98027.txt>
</file>

<file path=ppt/media/f98028.txt>
</file>

<file path=ppt/media/f98029.txt>
</file>

<file path=ppt/media/f98030.txt>
</file>

<file path=ppt/media/f98031.txt>
</file>

<file path=ppt/media/f98032.txt>
</file>

<file path=ppt/media/f98033.txt>
</file>

<file path=ppt/media/f98034.txt>
</file>

<file path=ppt/media/f98035.txt>
</file>

<file path=ppt/media/f98036.txt>
</file>

<file path=ppt/media/f98037.txt>
</file>

<file path=ppt/media/f98038.txt>
</file>

<file path=ppt/media/f98039.txt>
</file>

<file path=ppt/media/f98040.txt>
</file>

<file path=ppt/media/f98041.txt>
</file>

<file path=ppt/media/f98042.txt>
</file>

<file path=ppt/media/f98043.txt>
</file>

<file path=ppt/media/f98044.txt>
</file>

<file path=ppt/media/f98045.txt>
</file>

<file path=ppt/media/f98046.txt>
</file>

<file path=ppt/media/f98047.txt>
</file>

<file path=ppt/media/f98048.txt>
</file>

<file path=ppt/media/f98049.txt>
</file>

<file path=ppt/media/f98050.txt>
</file>

<file path=ppt/media/f98051.txt>
</file>

<file path=ppt/media/f98052.txt>
</file>

<file path=ppt/media/f98053.txt>
</file>

<file path=ppt/media/f98054.txt>
</file>

<file path=ppt/media/f98055.txt>
</file>

<file path=ppt/media/f98056.txt>
</file>

<file path=ppt/media/f98057.txt>
</file>

<file path=ppt/media/f98058.txt>
</file>

<file path=ppt/media/f98059.txt>
</file>

<file path=ppt/media/f98060.txt>
</file>

<file path=ppt/media/f98061.txt>
</file>

<file path=ppt/media/f98062.txt>
</file>

<file path=ppt/media/f98063.txt>
</file>

<file path=ppt/media/f98064.txt>
</file>

<file path=ppt/media/f98065.txt>
</file>

<file path=ppt/media/f98066.txt>
</file>

<file path=ppt/media/f98067.txt>
</file>

<file path=ppt/media/f98068.txt>
</file>

<file path=ppt/media/f98069.txt>
</file>

<file path=ppt/media/f98070.txt>
</file>

<file path=ppt/media/f98071.txt>
</file>

<file path=ppt/media/f98072.txt>
</file>

<file path=ppt/media/f98073.txt>
</file>

<file path=ppt/media/f98074.txt>
</file>

<file path=ppt/media/f98075.txt>
</file>

<file path=ppt/media/f98076.txt>
</file>

<file path=ppt/media/f98077.txt>
</file>

<file path=ppt/media/f98078.txt>
</file>

<file path=ppt/media/f98079.txt>
</file>

<file path=ppt/media/f98080.txt>
</file>

<file path=ppt/media/f98081.txt>
</file>

<file path=ppt/media/f98082.txt>
</file>

<file path=ppt/media/f98083.txt>
</file>

<file path=ppt/media/f98084.txt>
</file>

<file path=ppt/media/f98085.txt>
</file>

<file path=ppt/media/f98086.txt>
</file>

<file path=ppt/media/f98087.txt>
</file>

<file path=ppt/media/f98088.txt>
</file>

<file path=ppt/media/f98089.txt>
</file>

<file path=ppt/media/f98090.txt>
</file>

<file path=ppt/media/f98091.txt>
</file>

<file path=ppt/media/f98092.txt>
</file>

<file path=ppt/media/f98093.txt>
</file>

<file path=ppt/media/f98094.txt>
</file>

<file path=ppt/media/f98095.txt>
</file>

<file path=ppt/media/f98096.txt>
</file>

<file path=ppt/media/f98097.txt>
</file>

<file path=ppt/media/f98098.txt>
</file>

<file path=ppt/media/f98099.txt>
</file>

<file path=ppt/media/f98100.txt>
</file>

<file path=ppt/media/f98101.txt>
</file>

<file path=ppt/media/f98102.txt>
</file>

<file path=ppt/media/f98103.txt>
</file>

<file path=ppt/media/f98104.txt>
</file>

<file path=ppt/media/f98105.txt>
</file>

<file path=ppt/media/f98106.txt>
</file>

<file path=ppt/media/f98107.txt>
</file>

<file path=ppt/media/f98108.txt>
</file>

<file path=ppt/media/f98109.txt>
</file>

<file path=ppt/media/f98110.txt>
</file>

<file path=ppt/media/f98111.txt>
</file>

<file path=ppt/media/f98112.txt>
</file>

<file path=ppt/media/f98113.txt>
</file>

<file path=ppt/media/f98114.txt>
</file>

<file path=ppt/media/f98115.txt>
</file>

<file path=ppt/media/f98116.txt>
</file>

<file path=ppt/media/f98117.txt>
</file>

<file path=ppt/media/f98118.txt>
</file>

<file path=ppt/media/f98119.txt>
</file>

<file path=ppt/media/f98120.txt>
</file>

<file path=ppt/media/f98121.txt>
</file>

<file path=ppt/media/f98122.txt>
</file>

<file path=ppt/media/f98123.txt>
</file>

<file path=ppt/media/f98124.txt>
</file>

<file path=ppt/media/f98125.txt>
</file>

<file path=ppt/media/f98126.txt>
</file>

<file path=ppt/media/f98127.txt>
</file>

<file path=ppt/media/f98128.txt>
</file>

<file path=ppt/media/f98129.txt>
</file>

<file path=ppt/media/f98130.txt>
</file>

<file path=ppt/media/f98131.txt>
</file>

<file path=ppt/media/f98132.txt>
</file>

<file path=ppt/media/f98133.txt>
</file>

<file path=ppt/media/f98134.txt>
</file>

<file path=ppt/media/f98135.txt>
</file>

<file path=ppt/media/f98136.txt>
</file>

<file path=ppt/media/f98137.txt>
</file>

<file path=ppt/media/f98138.txt>
</file>

<file path=ppt/media/f98139.txt>
</file>

<file path=ppt/media/f98140.txt>
</file>

<file path=ppt/media/f98141.txt>
</file>

<file path=ppt/media/f98142.txt>
</file>

<file path=ppt/media/f98143.txt>
</file>

<file path=ppt/media/f98144.txt>
</file>

<file path=ppt/media/f98145.txt>
</file>

<file path=ppt/media/f98146.txt>
</file>

<file path=ppt/media/f98147.txt>
</file>

<file path=ppt/media/f98148.txt>
</file>

<file path=ppt/media/f98149.txt>
</file>

<file path=ppt/media/f98150.txt>
</file>

<file path=ppt/media/f98151.txt>
</file>

<file path=ppt/media/f98152.txt>
</file>

<file path=ppt/media/f98153.txt>
</file>

<file path=ppt/media/f98154.txt>
</file>

<file path=ppt/media/f98155.txt>
</file>

<file path=ppt/media/f98156.txt>
</file>

<file path=ppt/media/f98157.txt>
</file>

<file path=ppt/media/f98158.txt>
</file>

<file path=ppt/media/f98159.txt>
</file>

<file path=ppt/media/f98160.txt>
</file>

<file path=ppt/media/f98161.txt>
</file>

<file path=ppt/media/f98162.txt>
</file>

<file path=ppt/media/f98163.txt>
</file>

<file path=ppt/media/f98164.txt>
</file>

<file path=ppt/media/f98165.txt>
</file>

<file path=ppt/media/f98166.txt>
</file>

<file path=ppt/media/f98167.txt>
</file>

<file path=ppt/media/f98168.txt>
</file>

<file path=ppt/media/f98169.txt>
</file>

<file path=ppt/media/f98170.txt>
</file>

<file path=ppt/media/f98171.txt>
</file>

<file path=ppt/media/f98172.txt>
</file>

<file path=ppt/media/f98173.txt>
</file>

<file path=ppt/media/f98174.txt>
</file>

<file path=ppt/media/f98175.txt>
</file>

<file path=ppt/media/f98176.txt>
</file>

<file path=ppt/media/f98177.txt>
</file>

<file path=ppt/media/f98178.txt>
</file>

<file path=ppt/media/f98179.txt>
</file>

<file path=ppt/media/f98180.txt>
</file>

<file path=ppt/media/f98181.txt>
</file>

<file path=ppt/media/f98182.txt>
</file>

<file path=ppt/media/f98183.txt>
</file>

<file path=ppt/media/f98184.txt>
</file>

<file path=ppt/media/f98185.txt>
</file>

<file path=ppt/media/f98186.txt>
</file>

<file path=ppt/media/f98187.txt>
</file>

<file path=ppt/media/f98188.txt>
</file>

<file path=ppt/media/f98189.txt>
</file>

<file path=ppt/media/f98190.txt>
</file>

<file path=ppt/media/f98191.txt>
</file>

<file path=ppt/media/f98192.txt>
</file>

<file path=ppt/media/f98193.txt>
</file>

<file path=ppt/media/f98194.txt>
</file>

<file path=ppt/media/f98195.txt>
</file>

<file path=ppt/media/f98196.txt>
</file>

<file path=ppt/media/f98197.txt>
</file>

<file path=ppt/media/f98198.txt>
</file>

<file path=ppt/media/f98199.txt>
</file>

<file path=ppt/media/f98200.txt>
</file>

<file path=ppt/media/f98201.txt>
</file>

<file path=ppt/media/f98202.txt>
</file>

<file path=ppt/media/f98203.txt>
</file>

<file path=ppt/media/f98204.txt>
</file>

<file path=ppt/media/f98205.txt>
</file>

<file path=ppt/media/f98206.txt>
</file>

<file path=ppt/media/f98207.txt>
</file>

<file path=ppt/media/f98208.txt>
</file>

<file path=ppt/media/f98209.txt>
</file>

<file path=ppt/media/f98210.txt>
</file>

<file path=ppt/media/f98211.txt>
</file>

<file path=ppt/media/f98212.txt>
</file>

<file path=ppt/media/f98213.txt>
</file>

<file path=ppt/media/f98214.txt>
</file>

<file path=ppt/media/f98215.txt>
</file>

<file path=ppt/media/f98216.txt>
</file>

<file path=ppt/media/f98217.txt>
</file>

<file path=ppt/media/f98218.txt>
</file>

<file path=ppt/media/f98219.txt>
</file>

<file path=ppt/media/f98220.txt>
</file>

<file path=ppt/media/f98221.txt>
</file>

<file path=ppt/media/f98222.txt>
</file>

<file path=ppt/media/f98223.txt>
</file>

<file path=ppt/media/f98224.txt>
</file>

<file path=ppt/media/f98225.txt>
</file>

<file path=ppt/media/f98226.txt>
</file>

<file path=ppt/media/f98227.txt>
</file>

<file path=ppt/media/f98228.txt>
</file>

<file path=ppt/media/f98229.txt>
</file>

<file path=ppt/media/f98230.txt>
</file>

<file path=ppt/media/f98231.txt>
</file>

<file path=ppt/media/f98232.txt>
</file>

<file path=ppt/media/f98233.txt>
</file>

<file path=ppt/media/f98234.txt>
</file>

<file path=ppt/media/f98235.txt>
</file>

<file path=ppt/media/f98236.txt>
</file>

<file path=ppt/media/f98237.txt>
</file>

<file path=ppt/media/f98238.txt>
</file>

<file path=ppt/media/f98239.txt>
</file>

<file path=ppt/media/f98240.txt>
</file>

<file path=ppt/media/f98241.txt>
</file>

<file path=ppt/media/f98242.txt>
</file>

<file path=ppt/media/f98243.txt>
</file>

<file path=ppt/media/f98244.txt>
</file>

<file path=ppt/media/f98245.txt>
</file>

<file path=ppt/media/f98246.txt>
</file>

<file path=ppt/media/f98247.txt>
</file>

<file path=ppt/media/f98248.txt>
</file>

<file path=ppt/media/f98249.txt>
</file>

<file path=ppt/media/f98250.txt>
</file>

<file path=ppt/media/f98251.txt>
</file>

<file path=ppt/media/f98252.txt>
</file>

<file path=ppt/media/f98253.txt>
</file>

<file path=ppt/media/f98254.txt>
</file>

<file path=ppt/media/f98255.txt>
</file>

<file path=ppt/media/f98256.txt>
</file>

<file path=ppt/media/f98257.txt>
</file>

<file path=ppt/media/f98258.txt>
</file>

<file path=ppt/media/f98259.txt>
</file>

<file path=ppt/media/f98260.txt>
</file>

<file path=ppt/media/f98261.txt>
</file>

<file path=ppt/media/f98262.txt>
</file>

<file path=ppt/media/f98263.txt>
</file>

<file path=ppt/media/f98264.txt>
</file>

<file path=ppt/media/f98265.txt>
</file>

<file path=ppt/media/f98266.txt>
</file>

<file path=ppt/media/f98267.txt>
</file>

<file path=ppt/media/f98268.txt>
</file>

<file path=ppt/media/f98269.txt>
</file>

<file path=ppt/media/f98270.txt>
</file>

<file path=ppt/media/f98271.txt>
</file>

<file path=ppt/media/f98272.txt>
</file>

<file path=ppt/media/f98273.txt>
</file>

<file path=ppt/media/f98274.txt>
</file>

<file path=ppt/media/f98275.txt>
</file>

<file path=ppt/media/f98276.txt>
</file>

<file path=ppt/media/f98277.txt>
</file>

<file path=ppt/media/f98278.txt>
</file>

<file path=ppt/media/f98279.txt>
</file>

<file path=ppt/media/f98280.txt>
</file>

<file path=ppt/media/f98281.txt>
</file>

<file path=ppt/media/f98282.txt>
</file>

<file path=ppt/media/f98283.txt>
</file>

<file path=ppt/media/f98284.txt>
</file>

<file path=ppt/media/f98285.txt>
</file>

<file path=ppt/media/f98286.txt>
</file>

<file path=ppt/media/f98287.txt>
</file>

<file path=ppt/media/f98288.txt>
</file>

<file path=ppt/media/f98289.txt>
</file>

<file path=ppt/media/f98290.txt>
</file>

<file path=ppt/media/f98291.txt>
</file>

<file path=ppt/media/f98292.txt>
</file>

<file path=ppt/media/f98293.txt>
</file>

<file path=ppt/media/f98294.txt>
</file>

<file path=ppt/media/f98295.txt>
</file>

<file path=ppt/media/f98296.txt>
</file>

<file path=ppt/media/f98297.txt>
</file>

<file path=ppt/media/f98298.txt>
</file>

<file path=ppt/media/f98299.txt>
</file>

<file path=ppt/media/f98300.txt>
</file>

<file path=ppt/media/f98301.txt>
</file>

<file path=ppt/media/f98302.txt>
</file>

<file path=ppt/media/f98303.txt>
</file>

<file path=ppt/media/f98304.txt>
</file>

<file path=ppt/media/f98305.txt>
</file>

<file path=ppt/media/f98306.txt>
</file>

<file path=ppt/media/f98307.txt>
</file>

<file path=ppt/media/f98308.txt>
</file>

<file path=ppt/media/f98309.txt>
</file>

<file path=ppt/media/f98310.txt>
</file>

<file path=ppt/media/f98311.txt>
</file>

<file path=ppt/media/f98312.txt>
</file>

<file path=ppt/media/f98313.txt>
</file>

<file path=ppt/media/f98314.txt>
</file>

<file path=ppt/media/f98315.txt>
</file>

<file path=ppt/media/f98316.txt>
</file>

<file path=ppt/media/f98317.txt>
</file>

<file path=ppt/media/f98318.txt>
</file>

<file path=ppt/media/f98319.txt>
</file>

<file path=ppt/media/f98320.txt>
</file>

<file path=ppt/media/f98321.txt>
</file>

<file path=ppt/media/f98322.txt>
</file>

<file path=ppt/media/f98323.txt>
</file>

<file path=ppt/media/f98324.txt>
</file>

<file path=ppt/media/f98325.txt>
</file>

<file path=ppt/media/f98326.txt>
</file>

<file path=ppt/media/f98327.txt>
</file>

<file path=ppt/media/f98328.txt>
</file>

<file path=ppt/media/f98329.txt>
</file>

<file path=ppt/media/f98330.txt>
</file>

<file path=ppt/media/f98331.txt>
</file>

<file path=ppt/media/f98332.txt>
</file>

<file path=ppt/media/f98333.txt>
</file>

<file path=ppt/media/f98334.txt>
</file>

<file path=ppt/media/f98335.txt>
</file>

<file path=ppt/media/f98336.txt>
</file>

<file path=ppt/media/f98337.txt>
</file>

<file path=ppt/media/f98338.txt>
</file>

<file path=ppt/media/f98339.txt>
</file>

<file path=ppt/media/f98340.txt>
</file>

<file path=ppt/media/f98341.txt>
</file>

<file path=ppt/media/f98342.txt>
</file>

<file path=ppt/media/f98343.txt>
</file>

<file path=ppt/media/f98344.txt>
</file>

<file path=ppt/media/f98345.txt>
</file>

<file path=ppt/media/f98346.txt>
</file>

<file path=ppt/media/f98347.txt>
</file>

<file path=ppt/media/f98348.txt>
</file>

<file path=ppt/media/f98349.txt>
</file>

<file path=ppt/media/f98350.txt>
</file>

<file path=ppt/media/f98351.txt>
</file>

<file path=ppt/media/f98352.txt>
</file>

<file path=ppt/media/f98353.txt>
</file>

<file path=ppt/media/f98354.txt>
</file>

<file path=ppt/media/f98355.txt>
</file>

<file path=ppt/media/f98356.txt>
</file>

<file path=ppt/media/f98357.txt>
</file>

<file path=ppt/media/f98358.txt>
</file>

<file path=ppt/media/f98359.txt>
</file>

<file path=ppt/media/f98360.txt>
</file>

<file path=ppt/media/f98361.txt>
</file>

<file path=ppt/media/f98362.txt>
</file>

<file path=ppt/media/f98363.txt>
</file>

<file path=ppt/media/f98364.txt>
</file>

<file path=ppt/media/f98365.txt>
</file>

<file path=ppt/media/f98366.txt>
</file>

<file path=ppt/media/f98367.txt>
</file>

<file path=ppt/media/f98368.txt>
</file>

<file path=ppt/media/f98369.txt>
</file>

<file path=ppt/media/f98370.txt>
</file>

<file path=ppt/media/f98371.txt>
</file>

<file path=ppt/media/f98372.txt>
</file>

<file path=ppt/media/f98373.txt>
</file>

<file path=ppt/media/f98374.txt>
</file>

<file path=ppt/media/f98375.txt>
</file>

<file path=ppt/media/f98376.txt>
</file>

<file path=ppt/media/f98377.txt>
</file>

<file path=ppt/media/f98378.txt>
</file>

<file path=ppt/media/f98379.txt>
</file>

<file path=ppt/media/f98380.txt>
</file>

<file path=ppt/media/f98381.txt>
</file>

<file path=ppt/media/f98382.txt>
</file>

<file path=ppt/media/f98383.txt>
</file>

<file path=ppt/media/f98384.txt>
</file>

<file path=ppt/media/f98385.txt>
</file>

<file path=ppt/media/f98386.txt>
</file>

<file path=ppt/media/f98387.txt>
</file>

<file path=ppt/media/f98388.txt>
</file>

<file path=ppt/media/f98389.txt>
</file>

<file path=ppt/media/f98390.txt>
</file>

<file path=ppt/media/f98391.txt>
</file>

<file path=ppt/media/f98392.txt>
</file>

<file path=ppt/media/f98393.txt>
</file>

<file path=ppt/media/f98394.txt>
</file>

<file path=ppt/media/f98395.txt>
</file>

<file path=ppt/media/f98396.txt>
</file>

<file path=ppt/media/f98397.txt>
</file>

<file path=ppt/media/f98398.txt>
</file>

<file path=ppt/media/f98399.txt>
</file>

<file path=ppt/media/f98400.txt>
</file>

<file path=ppt/media/f98401.txt>
</file>

<file path=ppt/media/f98402.txt>
</file>

<file path=ppt/media/f98403.txt>
</file>

<file path=ppt/media/f98404.txt>
</file>

<file path=ppt/media/f98405.txt>
</file>

<file path=ppt/media/f98406.txt>
</file>

<file path=ppt/media/f98407.txt>
</file>

<file path=ppt/media/f98408.txt>
</file>

<file path=ppt/media/f98409.txt>
</file>

<file path=ppt/media/f98410.txt>
</file>

<file path=ppt/media/f98411.txt>
</file>

<file path=ppt/media/f98412.txt>
</file>

<file path=ppt/media/f98413.txt>
</file>

<file path=ppt/media/f98414.txt>
</file>

<file path=ppt/media/f98415.txt>
</file>

<file path=ppt/media/f98416.txt>
</file>

<file path=ppt/media/f98417.txt>
</file>

<file path=ppt/media/f98418.txt>
</file>

<file path=ppt/media/f98419.txt>
</file>

<file path=ppt/media/f98420.txt>
</file>

<file path=ppt/media/f98421.txt>
</file>

<file path=ppt/media/f98422.txt>
</file>

<file path=ppt/media/f98423.txt>
</file>

<file path=ppt/media/f98424.txt>
</file>

<file path=ppt/media/f98425.txt>
</file>

<file path=ppt/media/f98426.txt>
</file>

<file path=ppt/media/f98427.txt>
</file>

<file path=ppt/media/f98428.txt>
</file>

<file path=ppt/media/f98429.txt>
</file>

<file path=ppt/media/f98430.txt>
</file>

<file path=ppt/media/f98431.txt>
</file>

<file path=ppt/media/f98432.txt>
</file>

<file path=ppt/media/f98433.txt>
</file>

<file path=ppt/media/f98434.txt>
</file>

<file path=ppt/media/f98435.txt>
</file>

<file path=ppt/media/f98436.txt>
</file>

<file path=ppt/media/f98437.txt>
</file>

<file path=ppt/media/f98438.txt>
</file>

<file path=ppt/media/f98439.txt>
</file>

<file path=ppt/media/f98440.txt>
</file>

<file path=ppt/media/f98441.txt>
</file>

<file path=ppt/media/f98442.txt>
</file>

<file path=ppt/media/f98443.txt>
</file>

<file path=ppt/media/f98444.txt>
</file>

<file path=ppt/media/f98445.txt>
</file>

<file path=ppt/media/f98446.txt>
</file>

<file path=ppt/media/f98447.txt>
</file>

<file path=ppt/media/f98448.txt>
</file>

<file path=ppt/media/f98449.txt>
</file>

<file path=ppt/media/f98450.txt>
</file>

<file path=ppt/media/f98451.txt>
</file>

<file path=ppt/media/f98452.txt>
</file>

<file path=ppt/media/f98453.txt>
</file>

<file path=ppt/media/f98454.txt>
</file>

<file path=ppt/media/f98455.txt>
</file>

<file path=ppt/media/f98456.txt>
</file>

<file path=ppt/media/f98457.txt>
</file>

<file path=ppt/media/f98458.txt>
</file>

<file path=ppt/media/f98459.txt>
</file>

<file path=ppt/media/f98460.txt>
</file>

<file path=ppt/media/f98461.txt>
</file>

<file path=ppt/media/f98462.txt>
</file>

<file path=ppt/media/f98463.txt>
</file>

<file path=ppt/media/f98464.txt>
</file>

<file path=ppt/media/f98465.txt>
</file>

<file path=ppt/media/f98466.txt>
</file>

<file path=ppt/media/f98467.txt>
</file>

<file path=ppt/media/f98468.txt>
</file>

<file path=ppt/media/f98469.txt>
</file>

<file path=ppt/media/f98470.txt>
</file>

<file path=ppt/media/f98471.txt>
</file>

<file path=ppt/media/f98472.txt>
</file>

<file path=ppt/media/f98473.txt>
</file>

<file path=ppt/media/f98474.txt>
</file>

<file path=ppt/media/f98475.txt>
</file>

<file path=ppt/media/f98476.txt>
</file>

<file path=ppt/media/f98477.txt>
</file>

<file path=ppt/media/f98478.txt>
</file>

<file path=ppt/media/f98479.txt>
</file>

<file path=ppt/media/f98480.txt>
</file>

<file path=ppt/media/f98481.txt>
</file>

<file path=ppt/media/f98482.txt>
</file>

<file path=ppt/media/f98483.txt>
</file>

<file path=ppt/media/f98484.txt>
</file>

<file path=ppt/media/f98485.txt>
</file>

<file path=ppt/media/f98486.txt>
</file>

<file path=ppt/media/f98487.txt>
</file>

<file path=ppt/media/f98488.txt>
</file>

<file path=ppt/media/f98489.txt>
</file>

<file path=ppt/media/f98490.txt>
</file>

<file path=ppt/media/f98491.txt>
</file>

<file path=ppt/media/f98492.txt>
</file>

<file path=ppt/media/f98493.txt>
</file>

<file path=ppt/media/f98494.txt>
</file>

<file path=ppt/media/f98495.txt>
</file>

<file path=ppt/media/f98496.txt>
</file>

<file path=ppt/media/f98497.txt>
</file>

<file path=ppt/media/f98498.txt>
</file>

<file path=ppt/media/f98499.txt>
</file>

<file path=ppt/media/f98500.txt>
</file>

<file path=ppt/media/f98501.txt>
</file>

<file path=ppt/media/f98502.txt>
</file>

<file path=ppt/media/f98503.txt>
</file>

<file path=ppt/media/f98504.txt>
</file>

<file path=ppt/media/f98505.txt>
</file>

<file path=ppt/media/f98506.txt>
</file>

<file path=ppt/media/f98507.txt>
</file>

<file path=ppt/media/f98508.txt>
</file>

<file path=ppt/media/f98509.txt>
</file>

<file path=ppt/media/f98510.txt>
</file>

<file path=ppt/media/f98511.txt>
</file>

<file path=ppt/media/f98512.txt>
</file>

<file path=ppt/media/f98513.txt>
</file>

<file path=ppt/media/f98514.txt>
</file>

<file path=ppt/media/f98515.txt>
</file>

<file path=ppt/media/f98516.txt>
</file>

<file path=ppt/media/f98517.txt>
</file>

<file path=ppt/media/f98518.txt>
</file>

<file path=ppt/media/f98519.txt>
</file>

<file path=ppt/media/f98520.txt>
</file>

<file path=ppt/media/f98521.txt>
</file>

<file path=ppt/media/f98522.txt>
</file>

<file path=ppt/media/f98523.txt>
</file>

<file path=ppt/media/f98524.txt>
</file>

<file path=ppt/media/f98525.txt>
</file>

<file path=ppt/media/f98526.txt>
</file>

<file path=ppt/media/f98527.txt>
</file>

<file path=ppt/media/f98528.txt>
</file>

<file path=ppt/media/f98529.txt>
</file>

<file path=ppt/media/f98530.txt>
</file>

<file path=ppt/media/f98531.txt>
</file>

<file path=ppt/media/f98532.txt>
</file>

<file path=ppt/media/f98533.txt>
</file>

<file path=ppt/media/f98534.txt>
</file>

<file path=ppt/media/f98535.txt>
</file>

<file path=ppt/media/f98536.txt>
</file>

<file path=ppt/media/f98537.txt>
</file>

<file path=ppt/media/f98538.txt>
</file>

<file path=ppt/media/f98539.txt>
</file>

<file path=ppt/media/f98540.txt>
</file>

<file path=ppt/media/f98541.txt>
</file>

<file path=ppt/media/f98542.txt>
</file>

<file path=ppt/media/f98543.txt>
</file>

<file path=ppt/media/f98544.txt>
</file>

<file path=ppt/media/f98545.txt>
</file>

<file path=ppt/media/f98546.txt>
</file>

<file path=ppt/media/f98547.txt>
</file>

<file path=ppt/media/f98548.txt>
</file>

<file path=ppt/media/f98549.txt>
</file>

<file path=ppt/media/f98550.txt>
</file>

<file path=ppt/media/f98551.txt>
</file>

<file path=ppt/media/f98552.txt>
</file>

<file path=ppt/media/f98553.txt>
</file>

<file path=ppt/media/f98554.txt>
</file>

<file path=ppt/media/f98555.txt>
</file>

<file path=ppt/media/f98556.txt>
</file>

<file path=ppt/media/f98557.txt>
</file>

<file path=ppt/media/f98558.txt>
</file>

<file path=ppt/media/f98559.txt>
</file>

<file path=ppt/media/f98560.txt>
</file>

<file path=ppt/media/f98561.txt>
</file>

<file path=ppt/media/f98562.txt>
</file>

<file path=ppt/media/f98563.txt>
</file>

<file path=ppt/media/f98564.txt>
</file>

<file path=ppt/media/f98565.txt>
</file>

<file path=ppt/media/f98566.txt>
</file>

<file path=ppt/media/f98567.txt>
</file>

<file path=ppt/media/f98568.txt>
</file>

<file path=ppt/media/f98569.txt>
</file>

<file path=ppt/media/f98570.txt>
</file>

<file path=ppt/media/f98571.txt>
</file>

<file path=ppt/media/f98572.txt>
</file>

<file path=ppt/media/f98573.txt>
</file>

<file path=ppt/media/f98574.txt>
</file>

<file path=ppt/media/f98575.txt>
</file>

<file path=ppt/media/f98576.txt>
</file>

<file path=ppt/media/f98577.txt>
</file>

<file path=ppt/media/f98578.txt>
</file>

<file path=ppt/media/f98579.txt>
</file>

<file path=ppt/media/f98580.txt>
</file>

<file path=ppt/media/f98581.txt>
</file>

<file path=ppt/media/f98582.txt>
</file>

<file path=ppt/media/f98583.txt>
</file>

<file path=ppt/media/f98584.txt>
</file>

<file path=ppt/media/f98585.txt>
</file>

<file path=ppt/media/f98586.txt>
</file>

<file path=ppt/media/f98587.txt>
</file>

<file path=ppt/media/f98588.txt>
</file>

<file path=ppt/media/f98589.txt>
</file>

<file path=ppt/media/f98590.txt>
</file>

<file path=ppt/media/f98591.txt>
</file>

<file path=ppt/media/f98592.txt>
</file>

<file path=ppt/media/f98593.txt>
</file>

<file path=ppt/media/f98594.txt>
</file>

<file path=ppt/media/f98595.txt>
</file>

<file path=ppt/media/f98596.txt>
</file>

<file path=ppt/media/f98597.txt>
</file>

<file path=ppt/media/f98598.txt>
</file>

<file path=ppt/media/f98599.txt>
</file>

<file path=ppt/media/f98600.txt>
</file>

<file path=ppt/media/f98601.txt>
</file>

<file path=ppt/media/f98602.txt>
</file>

<file path=ppt/media/f98603.txt>
</file>

<file path=ppt/media/f98604.txt>
</file>

<file path=ppt/media/f98605.txt>
</file>

<file path=ppt/media/f98606.txt>
</file>

<file path=ppt/media/f98607.txt>
</file>

<file path=ppt/media/f98608.txt>
</file>

<file path=ppt/media/f98609.txt>
</file>

<file path=ppt/media/f98610.txt>
</file>

<file path=ppt/media/f98611.txt>
</file>

<file path=ppt/media/f98612.txt>
</file>

<file path=ppt/media/f98613.txt>
</file>

<file path=ppt/media/f98614.txt>
</file>

<file path=ppt/media/f98615.txt>
</file>

<file path=ppt/media/f98616.txt>
</file>

<file path=ppt/media/f98617.txt>
</file>

<file path=ppt/media/f98618.txt>
</file>

<file path=ppt/media/f98619.txt>
</file>

<file path=ppt/media/f98620.txt>
</file>

<file path=ppt/media/f98621.txt>
</file>

<file path=ppt/media/f98622.txt>
</file>

<file path=ppt/media/f98623.txt>
</file>

<file path=ppt/media/f98624.txt>
</file>

<file path=ppt/media/f98625.txt>
</file>

<file path=ppt/media/f98626.txt>
</file>

<file path=ppt/media/f98627.txt>
</file>

<file path=ppt/media/f98628.txt>
</file>

<file path=ppt/media/f98629.txt>
</file>

<file path=ppt/media/f98630.txt>
</file>

<file path=ppt/media/f98631.txt>
</file>

<file path=ppt/media/f98632.txt>
</file>

<file path=ppt/media/f98633.txt>
</file>

<file path=ppt/media/f98634.txt>
</file>

<file path=ppt/media/f98635.txt>
</file>

<file path=ppt/media/f98636.txt>
</file>

<file path=ppt/media/f98637.txt>
</file>

<file path=ppt/media/f98638.txt>
</file>

<file path=ppt/media/f98639.txt>
</file>

<file path=ppt/media/f98640.txt>
</file>

<file path=ppt/media/f98641.txt>
</file>

<file path=ppt/media/f98642.txt>
</file>

<file path=ppt/media/f98643.txt>
</file>

<file path=ppt/media/f98644.txt>
</file>

<file path=ppt/media/f98645.txt>
</file>

<file path=ppt/media/f98646.txt>
</file>

<file path=ppt/media/f98647.txt>
</file>

<file path=ppt/media/f98648.txt>
</file>

<file path=ppt/media/f98649.txt>
</file>

<file path=ppt/media/f98650.txt>
</file>

<file path=ppt/media/f98651.txt>
</file>

<file path=ppt/media/f98652.txt>
</file>

<file path=ppt/media/f98653.txt>
</file>

<file path=ppt/media/f98654.txt>
</file>

<file path=ppt/media/f98655.txt>
</file>

<file path=ppt/media/f98656.txt>
</file>

<file path=ppt/media/f98657.txt>
</file>

<file path=ppt/media/f98658.txt>
</file>

<file path=ppt/media/f98659.txt>
</file>

<file path=ppt/media/f98660.txt>
</file>

<file path=ppt/media/f98661.txt>
</file>

<file path=ppt/media/f98662.txt>
</file>

<file path=ppt/media/f98663.txt>
</file>

<file path=ppt/media/f98664.txt>
</file>

<file path=ppt/media/f98665.txt>
</file>

<file path=ppt/media/f98666.txt>
</file>

<file path=ppt/media/f98667.txt>
</file>

<file path=ppt/media/f98668.txt>
</file>

<file path=ppt/media/f98669.txt>
</file>

<file path=ppt/media/f98670.txt>
</file>

<file path=ppt/media/f98671.txt>
</file>

<file path=ppt/media/f98672.txt>
</file>

<file path=ppt/media/f98673.txt>
</file>

<file path=ppt/media/f98674.txt>
</file>

<file path=ppt/media/f98675.txt>
</file>

<file path=ppt/media/f98676.txt>
</file>

<file path=ppt/media/f98677.txt>
</file>

<file path=ppt/media/f98678.txt>
</file>

<file path=ppt/media/f98679.txt>
</file>

<file path=ppt/media/f98680.txt>
</file>

<file path=ppt/media/f98681.txt>
</file>

<file path=ppt/media/f98682.txt>
</file>

<file path=ppt/media/f98683.txt>
</file>

<file path=ppt/media/f98684.txt>
</file>

<file path=ppt/media/f98685.txt>
</file>

<file path=ppt/media/f98686.txt>
</file>

<file path=ppt/media/f98687.txt>
</file>

<file path=ppt/media/f98688.txt>
</file>

<file path=ppt/media/f98689.txt>
</file>

<file path=ppt/media/f98690.txt>
</file>

<file path=ppt/media/f98691.txt>
</file>

<file path=ppt/media/f98692.txt>
</file>

<file path=ppt/media/f98693.txt>
</file>

<file path=ppt/media/f98694.txt>
</file>

<file path=ppt/media/f98695.txt>
</file>

<file path=ppt/media/f98696.txt>
</file>

<file path=ppt/media/f98697.txt>
</file>

<file path=ppt/media/f98698.txt>
</file>

<file path=ppt/media/f98699.txt>
</file>

<file path=ppt/media/f98700.txt>
</file>

<file path=ppt/media/f98701.txt>
</file>

<file path=ppt/media/f98702.txt>
</file>

<file path=ppt/media/f98703.txt>
</file>

<file path=ppt/media/f98704.txt>
</file>

<file path=ppt/media/f98705.txt>
</file>

<file path=ppt/media/f98706.txt>
</file>

<file path=ppt/media/f98707.txt>
</file>

<file path=ppt/media/f98708.txt>
</file>

<file path=ppt/media/f98709.txt>
</file>

<file path=ppt/media/f98710.txt>
</file>

<file path=ppt/media/f98711.txt>
</file>

<file path=ppt/media/f98712.txt>
</file>

<file path=ppt/media/f98713.txt>
</file>

<file path=ppt/media/f98714.txt>
</file>

<file path=ppt/media/f98715.txt>
</file>

<file path=ppt/media/f98716.txt>
</file>

<file path=ppt/media/f98717.txt>
</file>

<file path=ppt/media/f98718.txt>
</file>

<file path=ppt/media/f98719.txt>
</file>

<file path=ppt/media/f98720.txt>
</file>

<file path=ppt/media/f98721.txt>
</file>

<file path=ppt/media/f98722.txt>
</file>

<file path=ppt/media/f98723.txt>
</file>

<file path=ppt/media/f98724.txt>
</file>

<file path=ppt/media/f98725.txt>
</file>

<file path=ppt/media/f98726.txt>
</file>

<file path=ppt/media/f98727.txt>
</file>

<file path=ppt/media/f98728.txt>
</file>

<file path=ppt/media/f98729.txt>
</file>

<file path=ppt/media/f98730.txt>
</file>

<file path=ppt/media/f98731.txt>
</file>

<file path=ppt/media/f98732.txt>
</file>

<file path=ppt/media/f98733.txt>
</file>

<file path=ppt/media/f98734.txt>
</file>

<file path=ppt/media/f98735.txt>
</file>

<file path=ppt/media/f98736.txt>
</file>

<file path=ppt/media/f98737.txt>
</file>

<file path=ppt/media/f98738.txt>
</file>

<file path=ppt/media/f98739.txt>
</file>

<file path=ppt/media/f98740.txt>
</file>

<file path=ppt/media/f98741.txt>
</file>

<file path=ppt/media/f98742.txt>
</file>

<file path=ppt/media/f98743.txt>
</file>

<file path=ppt/media/f98744.txt>
</file>

<file path=ppt/media/f98745.txt>
</file>

<file path=ppt/media/f98746.txt>
</file>

<file path=ppt/media/f98747.txt>
</file>

<file path=ppt/media/f98748.txt>
</file>

<file path=ppt/media/f98749.txt>
</file>

<file path=ppt/media/f98750.txt>
</file>

<file path=ppt/media/f98751.txt>
</file>

<file path=ppt/media/f98752.txt>
</file>

<file path=ppt/media/f98753.txt>
</file>

<file path=ppt/media/f98754.txt>
</file>

<file path=ppt/media/f98755.txt>
</file>

<file path=ppt/media/f98756.txt>
</file>

<file path=ppt/media/f98757.txt>
</file>

<file path=ppt/media/f98758.txt>
</file>

<file path=ppt/media/f98759.txt>
</file>

<file path=ppt/media/f98760.txt>
</file>

<file path=ppt/media/f98761.txt>
</file>

<file path=ppt/media/f98762.txt>
</file>

<file path=ppt/media/f98763.txt>
</file>

<file path=ppt/media/f98764.txt>
</file>

<file path=ppt/media/f98765.txt>
</file>

<file path=ppt/media/f98766.txt>
</file>

<file path=ppt/media/f98767.txt>
</file>

<file path=ppt/media/f98768.txt>
</file>

<file path=ppt/media/f98769.txt>
</file>

<file path=ppt/media/f98770.txt>
</file>

<file path=ppt/media/f98771.txt>
</file>

<file path=ppt/media/f98772.txt>
</file>

<file path=ppt/media/f98773.txt>
</file>

<file path=ppt/media/f98774.txt>
</file>

<file path=ppt/media/f98775.txt>
</file>

<file path=ppt/media/f98776.txt>
</file>

<file path=ppt/media/f98777.txt>
</file>

<file path=ppt/media/f98778.txt>
</file>

<file path=ppt/media/f98779.txt>
</file>

<file path=ppt/media/f98780.txt>
</file>

<file path=ppt/media/f98781.txt>
</file>

<file path=ppt/media/f98782.txt>
</file>

<file path=ppt/media/f98783.txt>
</file>

<file path=ppt/media/f98784.txt>
</file>

<file path=ppt/media/f98785.txt>
</file>

<file path=ppt/media/f98786.txt>
</file>

<file path=ppt/media/f98787.txt>
</file>

<file path=ppt/media/f98788.txt>
</file>

<file path=ppt/media/f98789.txt>
</file>

<file path=ppt/media/f98790.txt>
</file>

<file path=ppt/media/f98791.txt>
</file>

<file path=ppt/media/f98792.txt>
</file>

<file path=ppt/media/f98793.txt>
</file>

<file path=ppt/media/f98794.txt>
</file>

<file path=ppt/media/f98795.txt>
</file>

<file path=ppt/media/f98796.txt>
</file>

<file path=ppt/media/f98797.txt>
</file>

<file path=ppt/media/f98798.txt>
</file>

<file path=ppt/media/f98799.txt>
</file>

<file path=ppt/media/f98800.txt>
</file>

<file path=ppt/media/f98801.txt>
</file>

<file path=ppt/media/f98802.txt>
</file>

<file path=ppt/media/f98803.txt>
</file>

<file path=ppt/media/f98804.txt>
</file>

<file path=ppt/media/f98805.txt>
</file>

<file path=ppt/media/f98806.txt>
</file>

<file path=ppt/media/f98807.txt>
</file>

<file path=ppt/media/f98808.txt>
</file>

<file path=ppt/media/f98809.txt>
</file>

<file path=ppt/media/f98810.txt>
</file>

<file path=ppt/media/f98811.txt>
</file>

<file path=ppt/media/f98812.txt>
</file>

<file path=ppt/media/f98813.txt>
</file>

<file path=ppt/media/f98814.txt>
</file>

<file path=ppt/media/f98815.txt>
</file>

<file path=ppt/media/f98816.txt>
</file>

<file path=ppt/media/f98817.txt>
</file>

<file path=ppt/media/f98818.txt>
</file>

<file path=ppt/media/f98819.txt>
</file>

<file path=ppt/media/f98820.txt>
</file>

<file path=ppt/media/f98821.txt>
</file>

<file path=ppt/media/f98822.txt>
</file>

<file path=ppt/media/f98823.txt>
</file>

<file path=ppt/media/f98824.txt>
</file>

<file path=ppt/media/f98825.txt>
</file>

<file path=ppt/media/f98826.txt>
</file>

<file path=ppt/media/f98827.txt>
</file>

<file path=ppt/media/f98828.txt>
</file>

<file path=ppt/media/f98829.txt>
</file>

<file path=ppt/media/f98830.txt>
</file>

<file path=ppt/media/f98831.txt>
</file>

<file path=ppt/media/f98832.txt>
</file>

<file path=ppt/media/f98833.txt>
</file>

<file path=ppt/media/f98834.txt>
</file>

<file path=ppt/media/f98835.txt>
</file>

<file path=ppt/media/f98836.txt>
</file>

<file path=ppt/media/f98837.txt>
</file>

<file path=ppt/media/f98838.txt>
</file>

<file path=ppt/media/f98839.txt>
</file>

<file path=ppt/media/f98840.txt>
</file>

<file path=ppt/media/f98841.txt>
</file>

<file path=ppt/media/f98842.txt>
</file>

<file path=ppt/media/f98843.txt>
</file>

<file path=ppt/media/f98844.txt>
</file>

<file path=ppt/media/f98845.txt>
</file>

<file path=ppt/media/f98846.txt>
</file>

<file path=ppt/media/f98847.txt>
</file>

<file path=ppt/media/f98848.txt>
</file>

<file path=ppt/media/f98849.txt>
</file>

<file path=ppt/media/f98850.txt>
</file>

<file path=ppt/media/f98851.txt>
</file>

<file path=ppt/media/f98852.txt>
</file>

<file path=ppt/media/f98853.txt>
</file>

<file path=ppt/media/f98854.txt>
</file>

<file path=ppt/media/f98855.txt>
</file>

<file path=ppt/media/f98856.txt>
</file>

<file path=ppt/media/f98857.txt>
</file>

<file path=ppt/media/f98858.txt>
</file>

<file path=ppt/media/f98859.txt>
</file>

<file path=ppt/media/f98860.txt>
</file>

<file path=ppt/media/f98861.txt>
</file>

<file path=ppt/media/f98862.txt>
</file>

<file path=ppt/media/f98863.txt>
</file>

<file path=ppt/media/f98864.txt>
</file>

<file path=ppt/media/f98865.txt>
</file>

<file path=ppt/media/f98866.txt>
</file>

<file path=ppt/media/f98867.txt>
</file>

<file path=ppt/media/f98868.txt>
</file>

<file path=ppt/media/f98869.txt>
</file>

<file path=ppt/media/f98870.txt>
</file>

<file path=ppt/media/f98871.txt>
</file>

<file path=ppt/media/f98872.txt>
</file>

<file path=ppt/media/f98873.txt>
</file>

<file path=ppt/media/f98874.txt>
</file>

<file path=ppt/media/f98875.txt>
</file>

<file path=ppt/media/f98876.txt>
</file>

<file path=ppt/media/f98877.txt>
</file>

<file path=ppt/media/f98878.txt>
</file>

<file path=ppt/media/f98879.txt>
</file>

<file path=ppt/media/f98880.txt>
</file>

<file path=ppt/media/f98881.txt>
</file>

<file path=ppt/media/f98882.txt>
</file>

<file path=ppt/media/f98883.txt>
</file>

<file path=ppt/media/f98884.txt>
</file>

<file path=ppt/media/f98885.txt>
</file>

<file path=ppt/media/f98886.txt>
</file>

<file path=ppt/media/f98887.txt>
</file>

<file path=ppt/media/f98888.txt>
</file>

<file path=ppt/media/f98889.txt>
</file>

<file path=ppt/media/f98890.txt>
</file>

<file path=ppt/media/f98891.txt>
</file>

<file path=ppt/media/f98892.txt>
</file>

<file path=ppt/media/f98893.txt>
</file>

<file path=ppt/media/f98894.txt>
</file>

<file path=ppt/media/f98895.txt>
</file>

<file path=ppt/media/f98896.txt>
</file>

<file path=ppt/media/f98897.txt>
</file>

<file path=ppt/media/f98898.txt>
</file>

<file path=ppt/media/f98899.txt>
</file>

<file path=ppt/media/f98900.txt>
</file>

<file path=ppt/media/f98901.txt>
</file>

<file path=ppt/media/f98902.txt>
</file>

<file path=ppt/media/f98903.txt>
</file>

<file path=ppt/media/f98904.txt>
</file>

<file path=ppt/media/f98905.txt>
</file>

<file path=ppt/media/f98906.txt>
</file>

<file path=ppt/media/f98907.txt>
</file>

<file path=ppt/media/f98908.txt>
</file>

<file path=ppt/media/f98909.txt>
</file>

<file path=ppt/media/f98910.txt>
</file>

<file path=ppt/media/f98911.txt>
</file>

<file path=ppt/media/f98912.txt>
</file>

<file path=ppt/media/f98913.txt>
</file>

<file path=ppt/media/f98914.txt>
</file>

<file path=ppt/media/f98915.txt>
</file>

<file path=ppt/media/f98916.txt>
</file>

<file path=ppt/media/f98917.txt>
</file>

<file path=ppt/media/f98918.txt>
</file>

<file path=ppt/media/f98919.txt>
</file>

<file path=ppt/media/f98920.txt>
</file>

<file path=ppt/media/f98921.txt>
</file>

<file path=ppt/media/f98922.txt>
</file>

<file path=ppt/media/f98923.txt>
</file>

<file path=ppt/media/f98924.txt>
</file>

<file path=ppt/media/f98925.txt>
</file>

<file path=ppt/media/f98926.txt>
</file>

<file path=ppt/media/f98927.txt>
</file>

<file path=ppt/media/f98928.txt>
</file>

<file path=ppt/media/f98929.txt>
</file>

<file path=ppt/media/f98930.txt>
</file>

<file path=ppt/media/f98931.txt>
</file>

<file path=ppt/media/f98932.txt>
</file>

<file path=ppt/media/f98933.txt>
</file>

<file path=ppt/media/f98934.txt>
</file>

<file path=ppt/media/f98935.txt>
</file>

<file path=ppt/media/f98936.txt>
</file>

<file path=ppt/media/f98937.txt>
</file>

<file path=ppt/media/f98938.txt>
</file>

<file path=ppt/media/f98939.txt>
</file>

<file path=ppt/media/f98940.txt>
</file>

<file path=ppt/media/f98941.txt>
</file>

<file path=ppt/media/f98942.txt>
</file>

<file path=ppt/media/f98943.txt>
</file>

<file path=ppt/media/f98944.txt>
</file>

<file path=ppt/media/f98945.txt>
</file>

<file path=ppt/media/f98946.txt>
</file>

<file path=ppt/media/f98947.txt>
</file>

<file path=ppt/media/f98948.txt>
</file>

<file path=ppt/media/f98949.txt>
</file>

<file path=ppt/media/f98950.txt>
</file>

<file path=ppt/media/f98951.txt>
</file>

<file path=ppt/media/f98952.txt>
</file>

<file path=ppt/media/f98953.txt>
</file>

<file path=ppt/media/f98954.txt>
</file>

<file path=ppt/media/f98955.txt>
</file>

<file path=ppt/media/f98956.txt>
</file>

<file path=ppt/media/f98957.txt>
</file>

<file path=ppt/media/f98958.txt>
</file>

<file path=ppt/media/f98959.txt>
</file>

<file path=ppt/media/f98960.txt>
</file>

<file path=ppt/media/f98961.txt>
</file>

<file path=ppt/media/f98962.txt>
</file>

<file path=ppt/media/f98963.txt>
</file>

<file path=ppt/media/f98964.txt>
</file>

<file path=ppt/media/f98965.txt>
</file>

<file path=ppt/media/f98966.txt>
</file>

<file path=ppt/media/f98967.txt>
</file>

<file path=ppt/media/f98968.txt>
</file>

<file path=ppt/media/f98969.txt>
</file>

<file path=ppt/media/f98970.txt>
</file>

<file path=ppt/media/f98971.txt>
</file>

<file path=ppt/media/f98972.txt>
</file>

<file path=ppt/media/f98973.txt>
</file>

<file path=ppt/media/f98974.txt>
</file>

<file path=ppt/media/f98975.txt>
</file>

<file path=ppt/media/f98976.txt>
</file>

<file path=ppt/media/f98977.txt>
</file>

<file path=ppt/media/f98978.txt>
</file>

<file path=ppt/media/f98979.txt>
</file>

<file path=ppt/media/f98980.txt>
</file>

<file path=ppt/media/f98981.txt>
</file>

<file path=ppt/media/f98982.txt>
</file>

<file path=ppt/media/f98983.txt>
</file>

<file path=ppt/media/f98984.txt>
</file>

<file path=ppt/media/f98985.txt>
</file>

<file path=ppt/media/f98986.txt>
</file>

<file path=ppt/media/f98987.txt>
</file>

<file path=ppt/media/f98988.txt>
</file>

<file path=ppt/media/f98989.txt>
</file>

<file path=ppt/media/f98990.txt>
</file>

<file path=ppt/media/f98991.txt>
</file>

<file path=ppt/media/f98992.txt>
</file>

<file path=ppt/media/f98993.txt>
</file>

<file path=ppt/media/f98994.txt>
</file>

<file path=ppt/media/f98995.txt>
</file>

<file path=ppt/media/f98996.txt>
</file>

<file path=ppt/media/f98997.txt>
</file>

<file path=ppt/media/f98998.txt>
</file>

<file path=ppt/media/f98999.txt>
</file>

<file path=ppt/media/f99000.txt>
</file>

<file path=ppt/media/f99001.txt>
</file>

<file path=ppt/media/f99002.txt>
</file>

<file path=ppt/media/f99003.txt>
</file>

<file path=ppt/media/f99004.txt>
</file>

<file path=ppt/media/f99005.txt>
</file>

<file path=ppt/media/f99006.txt>
</file>

<file path=ppt/media/f99007.txt>
</file>

<file path=ppt/media/f99008.txt>
</file>

<file path=ppt/media/f99009.txt>
</file>

<file path=ppt/media/f99010.txt>
</file>

<file path=ppt/media/f99011.txt>
</file>

<file path=ppt/media/f99012.txt>
</file>

<file path=ppt/media/f99013.txt>
</file>

<file path=ppt/media/f99014.txt>
</file>

<file path=ppt/media/f99015.txt>
</file>

<file path=ppt/media/f99016.txt>
</file>

<file path=ppt/media/f99017.txt>
</file>

<file path=ppt/media/f99018.txt>
</file>

<file path=ppt/media/f99019.txt>
</file>

<file path=ppt/media/f99020.txt>
</file>

<file path=ppt/media/f99021.txt>
</file>

<file path=ppt/media/f99022.txt>
</file>

<file path=ppt/media/f99023.txt>
</file>

<file path=ppt/media/f99024.txt>
</file>

<file path=ppt/media/f99025.txt>
</file>

<file path=ppt/media/f99026.txt>
</file>

<file path=ppt/media/f99027.txt>
</file>

<file path=ppt/media/f99028.txt>
</file>

<file path=ppt/media/f99029.txt>
</file>

<file path=ppt/media/f99030.txt>
</file>

<file path=ppt/media/f99031.txt>
</file>

<file path=ppt/media/f99032.txt>
</file>

<file path=ppt/media/f99033.txt>
</file>

<file path=ppt/media/f99034.txt>
</file>

<file path=ppt/media/f99035.txt>
</file>

<file path=ppt/media/f99036.txt>
</file>

<file path=ppt/media/f99037.txt>
</file>

<file path=ppt/media/f99038.txt>
</file>

<file path=ppt/media/f99039.txt>
</file>

<file path=ppt/media/f99040.txt>
</file>

<file path=ppt/media/f99041.txt>
</file>

<file path=ppt/media/f99042.txt>
</file>

<file path=ppt/media/f99043.txt>
</file>

<file path=ppt/media/f99044.txt>
</file>

<file path=ppt/media/f99045.txt>
</file>

<file path=ppt/media/f99046.txt>
</file>

<file path=ppt/media/f99047.txt>
</file>

<file path=ppt/media/f99048.txt>
</file>

<file path=ppt/media/f99049.txt>
</file>

<file path=ppt/media/f99050.txt>
</file>

<file path=ppt/media/f99051.txt>
</file>

<file path=ppt/media/f99052.txt>
</file>

<file path=ppt/media/f99053.txt>
</file>

<file path=ppt/media/f99054.txt>
</file>

<file path=ppt/media/f99055.txt>
</file>

<file path=ppt/media/f99056.txt>
</file>

<file path=ppt/media/f99057.txt>
</file>

<file path=ppt/media/f99058.txt>
</file>

<file path=ppt/media/f99059.txt>
</file>

<file path=ppt/media/f99060.txt>
</file>

<file path=ppt/media/f99061.txt>
</file>

<file path=ppt/media/f99062.txt>
</file>

<file path=ppt/media/f99063.txt>
</file>

<file path=ppt/media/f99064.txt>
</file>

<file path=ppt/media/f99065.txt>
</file>

<file path=ppt/media/f99066.txt>
</file>

<file path=ppt/media/f99067.txt>
</file>

<file path=ppt/media/f99068.txt>
</file>

<file path=ppt/media/f99069.txt>
</file>

<file path=ppt/media/f99070.txt>
</file>

<file path=ppt/media/f99071.txt>
</file>

<file path=ppt/media/f99072.txt>
</file>

<file path=ppt/media/f99073.txt>
</file>

<file path=ppt/media/f99074.txt>
</file>

<file path=ppt/media/f99075.txt>
</file>

<file path=ppt/media/f99076.txt>
</file>

<file path=ppt/media/f99077.txt>
</file>

<file path=ppt/media/f99078.txt>
</file>

<file path=ppt/media/f99079.txt>
</file>

<file path=ppt/media/f99080.txt>
</file>

<file path=ppt/media/f99081.txt>
</file>

<file path=ppt/media/f99082.txt>
</file>

<file path=ppt/media/f99083.txt>
</file>

<file path=ppt/media/f99084.txt>
</file>

<file path=ppt/media/f99085.txt>
</file>

<file path=ppt/media/f99086.txt>
</file>

<file path=ppt/media/f99087.txt>
</file>

<file path=ppt/media/f99088.txt>
</file>

<file path=ppt/media/f99089.txt>
</file>

<file path=ppt/media/f99090.txt>
</file>

<file path=ppt/media/f99091.txt>
</file>

<file path=ppt/media/f99092.txt>
</file>

<file path=ppt/media/f99093.txt>
</file>

<file path=ppt/media/f99094.txt>
</file>

<file path=ppt/media/f99095.txt>
</file>

<file path=ppt/media/f99096.txt>
</file>

<file path=ppt/media/f99097.txt>
</file>

<file path=ppt/media/f99098.txt>
</file>

<file path=ppt/media/f99099.txt>
</file>

<file path=ppt/media/f99100.txt>
</file>

<file path=ppt/media/f99101.txt>
</file>

<file path=ppt/media/f99102.txt>
</file>

<file path=ppt/media/f99103.txt>
</file>

<file path=ppt/media/f99104.txt>
</file>

<file path=ppt/media/f99105.txt>
</file>

<file path=ppt/media/f99106.txt>
</file>

<file path=ppt/media/f99107.txt>
</file>

<file path=ppt/media/f99108.txt>
</file>

<file path=ppt/media/f99109.txt>
</file>

<file path=ppt/media/f99110.txt>
</file>

<file path=ppt/media/f99111.txt>
</file>

<file path=ppt/media/f99112.txt>
</file>

<file path=ppt/media/f99113.txt>
</file>

<file path=ppt/media/f99114.txt>
</file>

<file path=ppt/media/f99115.txt>
</file>

<file path=ppt/media/f99116.txt>
</file>

<file path=ppt/media/f99117.txt>
</file>

<file path=ppt/media/f99118.txt>
</file>

<file path=ppt/media/f99119.txt>
</file>

<file path=ppt/media/f99120.txt>
</file>

<file path=ppt/media/f99121.txt>
</file>

<file path=ppt/media/f99122.txt>
</file>

<file path=ppt/media/f99123.txt>
</file>

<file path=ppt/media/f99124.txt>
</file>

<file path=ppt/media/f99125.txt>
</file>

<file path=ppt/media/f99126.txt>
</file>

<file path=ppt/media/f99127.txt>
</file>

<file path=ppt/media/f99128.txt>
</file>

<file path=ppt/media/f99129.txt>
</file>

<file path=ppt/media/f99130.txt>
</file>

<file path=ppt/media/f99131.txt>
</file>

<file path=ppt/media/f99132.txt>
</file>

<file path=ppt/media/f99133.txt>
</file>

<file path=ppt/media/f99134.txt>
</file>

<file path=ppt/media/f99135.txt>
</file>

<file path=ppt/media/f99136.txt>
</file>

<file path=ppt/media/f99137.txt>
</file>

<file path=ppt/media/f99138.txt>
</file>

<file path=ppt/media/f99139.txt>
</file>

<file path=ppt/media/f99140.txt>
</file>

<file path=ppt/media/f99141.txt>
</file>

<file path=ppt/media/f99142.txt>
</file>

<file path=ppt/media/f99143.txt>
</file>

<file path=ppt/media/f99144.txt>
</file>

<file path=ppt/media/f99145.txt>
</file>

<file path=ppt/media/f99146.txt>
</file>

<file path=ppt/media/f99147.txt>
</file>

<file path=ppt/media/f99148.txt>
</file>

<file path=ppt/media/f99149.txt>
</file>

<file path=ppt/media/f99150.txt>
</file>

<file path=ppt/media/f99151.txt>
</file>

<file path=ppt/media/f99152.txt>
</file>

<file path=ppt/media/f99153.txt>
</file>

<file path=ppt/media/f99154.txt>
</file>

<file path=ppt/media/f99155.txt>
</file>

<file path=ppt/media/f99156.txt>
</file>

<file path=ppt/media/f99157.txt>
</file>

<file path=ppt/media/f99158.txt>
</file>

<file path=ppt/media/f99159.txt>
</file>

<file path=ppt/media/f99160.txt>
</file>

<file path=ppt/media/f99161.txt>
</file>

<file path=ppt/media/f99162.txt>
</file>

<file path=ppt/media/f99163.txt>
</file>

<file path=ppt/media/f99164.txt>
</file>

<file path=ppt/media/f99165.txt>
</file>

<file path=ppt/media/f99166.txt>
</file>

<file path=ppt/media/f99167.txt>
</file>

<file path=ppt/media/f99168.txt>
</file>

<file path=ppt/media/f99169.txt>
</file>

<file path=ppt/media/f99170.txt>
</file>

<file path=ppt/media/f99171.txt>
</file>

<file path=ppt/media/f99172.txt>
</file>

<file path=ppt/media/f99173.txt>
</file>

<file path=ppt/media/f99174.txt>
</file>

<file path=ppt/media/f99175.txt>
</file>

<file path=ppt/media/f99176.txt>
</file>

<file path=ppt/media/f99177.txt>
</file>

<file path=ppt/media/f99178.txt>
</file>

<file path=ppt/media/f99179.txt>
</file>

<file path=ppt/media/f99180.txt>
</file>

<file path=ppt/media/f99181.txt>
</file>

<file path=ppt/media/f99182.txt>
</file>

<file path=ppt/media/f99183.txt>
</file>

<file path=ppt/media/f99184.txt>
</file>

<file path=ppt/media/f99185.txt>
</file>

<file path=ppt/media/f99186.txt>
</file>

<file path=ppt/media/f99187.txt>
</file>

<file path=ppt/media/f99188.txt>
</file>

<file path=ppt/media/f99189.txt>
</file>

<file path=ppt/media/f99190.txt>
</file>

<file path=ppt/media/f99191.txt>
</file>

<file path=ppt/media/f99192.txt>
</file>

<file path=ppt/media/f99193.txt>
</file>

<file path=ppt/media/f99194.txt>
</file>

<file path=ppt/media/f99195.txt>
</file>

<file path=ppt/media/f99196.txt>
</file>

<file path=ppt/media/f99197.txt>
</file>

<file path=ppt/media/f99198.txt>
</file>

<file path=ppt/media/f99199.txt>
</file>

<file path=ppt/media/f99200.txt>
</file>

<file path=ppt/media/f99201.txt>
</file>

<file path=ppt/media/f99202.txt>
</file>

<file path=ppt/media/f99203.txt>
</file>

<file path=ppt/media/f99204.txt>
</file>

<file path=ppt/media/f99205.txt>
</file>

<file path=ppt/media/f99206.txt>
</file>

<file path=ppt/media/f99207.txt>
</file>

<file path=ppt/media/f99208.txt>
</file>

<file path=ppt/media/f99209.txt>
</file>

<file path=ppt/media/f99210.txt>
</file>

<file path=ppt/media/f99211.txt>
</file>

<file path=ppt/media/f99212.txt>
</file>

<file path=ppt/media/f99213.txt>
</file>

<file path=ppt/media/f99214.txt>
</file>

<file path=ppt/media/f99215.txt>
</file>

<file path=ppt/media/f99216.txt>
</file>

<file path=ppt/media/f99217.txt>
</file>

<file path=ppt/media/f99218.txt>
</file>

<file path=ppt/media/f99219.txt>
</file>

<file path=ppt/media/f99220.txt>
</file>

<file path=ppt/media/f99221.txt>
</file>

<file path=ppt/media/f99222.txt>
</file>

<file path=ppt/media/f99223.txt>
</file>

<file path=ppt/media/f99224.txt>
</file>

<file path=ppt/media/f99225.txt>
</file>

<file path=ppt/media/f99226.txt>
</file>

<file path=ppt/media/f99227.txt>
</file>

<file path=ppt/media/f99228.txt>
</file>

<file path=ppt/media/f99229.txt>
</file>

<file path=ppt/media/f99230.txt>
</file>

<file path=ppt/media/f99231.txt>
</file>

<file path=ppt/media/f99232.txt>
</file>

<file path=ppt/media/f99233.txt>
</file>

<file path=ppt/media/f99234.txt>
</file>

<file path=ppt/media/f99235.txt>
</file>

<file path=ppt/media/f99236.txt>
</file>

<file path=ppt/media/f99237.txt>
</file>

<file path=ppt/media/f99238.txt>
</file>

<file path=ppt/media/f99239.txt>
</file>

<file path=ppt/media/f99240.txt>
</file>

<file path=ppt/media/f99241.txt>
</file>

<file path=ppt/media/f99242.txt>
</file>

<file path=ppt/media/f99243.txt>
</file>

<file path=ppt/media/f99244.txt>
</file>

<file path=ppt/media/f99245.txt>
</file>

<file path=ppt/media/f99246.txt>
</file>

<file path=ppt/media/f99247.txt>
</file>

<file path=ppt/media/f99248.txt>
</file>

<file path=ppt/media/f99249.txt>
</file>

<file path=ppt/media/f99250.txt>
</file>

<file path=ppt/media/f99251.txt>
</file>

<file path=ppt/media/f99252.txt>
</file>

<file path=ppt/media/f99253.txt>
</file>

<file path=ppt/media/f99254.txt>
</file>

<file path=ppt/media/f99255.txt>
</file>

<file path=ppt/media/f99256.txt>
</file>

<file path=ppt/media/f99257.txt>
</file>

<file path=ppt/media/f99258.txt>
</file>

<file path=ppt/media/f99259.txt>
</file>

<file path=ppt/media/f99260.txt>
</file>

<file path=ppt/media/f99261.txt>
</file>

<file path=ppt/media/f99262.txt>
</file>

<file path=ppt/media/f99263.txt>
</file>

<file path=ppt/media/f99264.txt>
</file>

<file path=ppt/media/f99265.txt>
</file>

<file path=ppt/media/f99266.txt>
</file>

<file path=ppt/media/f99267.txt>
</file>

<file path=ppt/media/f99268.txt>
</file>

<file path=ppt/media/f99269.txt>
</file>

<file path=ppt/media/f99270.txt>
</file>

<file path=ppt/media/f99271.txt>
</file>

<file path=ppt/media/f99272.txt>
</file>

<file path=ppt/media/f99273.txt>
</file>

<file path=ppt/media/f99274.txt>
</file>

<file path=ppt/media/f99275.txt>
</file>

<file path=ppt/media/f99276.txt>
</file>

<file path=ppt/media/f99277.txt>
</file>

<file path=ppt/media/f99278.txt>
</file>

<file path=ppt/media/f99279.txt>
</file>

<file path=ppt/media/f99280.txt>
</file>

<file path=ppt/media/f99281.txt>
</file>

<file path=ppt/media/f99282.txt>
</file>

<file path=ppt/media/f99283.txt>
</file>

<file path=ppt/media/f99284.txt>
</file>

<file path=ppt/media/f99285.txt>
</file>

<file path=ppt/media/f99286.txt>
</file>

<file path=ppt/media/f99287.txt>
</file>

<file path=ppt/media/f99288.txt>
</file>

<file path=ppt/media/f99289.txt>
</file>

<file path=ppt/media/f99290.txt>
</file>

<file path=ppt/media/f99291.txt>
</file>

<file path=ppt/media/f99292.txt>
</file>

<file path=ppt/media/f99293.txt>
</file>

<file path=ppt/media/f99294.txt>
</file>

<file path=ppt/media/f99295.txt>
</file>

<file path=ppt/media/f99296.txt>
</file>

<file path=ppt/media/f99297.txt>
</file>

<file path=ppt/media/f99298.txt>
</file>

<file path=ppt/media/f99299.txt>
</file>

<file path=ppt/media/f99300.txt>
</file>

<file path=ppt/media/f99301.txt>
</file>

<file path=ppt/media/f99302.txt>
</file>

<file path=ppt/media/f99303.txt>
</file>

<file path=ppt/media/f99304.txt>
</file>

<file path=ppt/media/f99305.txt>
</file>

<file path=ppt/media/f99306.txt>
</file>

<file path=ppt/media/f99307.txt>
</file>

<file path=ppt/media/f99308.txt>
</file>

<file path=ppt/media/f99309.txt>
</file>

<file path=ppt/media/f99310.txt>
</file>

<file path=ppt/media/f99311.txt>
</file>

<file path=ppt/media/f99312.txt>
</file>

<file path=ppt/media/f99313.txt>
</file>

<file path=ppt/media/f99314.txt>
</file>

<file path=ppt/media/f99315.txt>
</file>

<file path=ppt/media/f99316.txt>
</file>

<file path=ppt/media/f99317.txt>
</file>

<file path=ppt/media/f99318.txt>
</file>

<file path=ppt/media/f99319.txt>
</file>

<file path=ppt/media/f99320.txt>
</file>

<file path=ppt/media/f99321.txt>
</file>

<file path=ppt/media/f99322.txt>
</file>

<file path=ppt/media/f99323.txt>
</file>

<file path=ppt/media/f99324.txt>
</file>

<file path=ppt/media/f99325.txt>
</file>

<file path=ppt/media/f99326.txt>
</file>

<file path=ppt/media/f99327.txt>
</file>

<file path=ppt/media/f99328.txt>
</file>

<file path=ppt/media/f99329.txt>
</file>

<file path=ppt/media/f99330.txt>
</file>

<file path=ppt/media/f99331.txt>
</file>

<file path=ppt/media/f99332.txt>
</file>

<file path=ppt/media/f99333.txt>
</file>

<file path=ppt/media/f99334.txt>
</file>

<file path=ppt/media/f99335.txt>
</file>

<file path=ppt/media/f99336.txt>
</file>

<file path=ppt/media/f99337.txt>
</file>

<file path=ppt/media/f99338.txt>
</file>

<file path=ppt/media/f99339.txt>
</file>

<file path=ppt/media/f99340.txt>
</file>

<file path=ppt/media/f99341.txt>
</file>

<file path=ppt/media/f99342.txt>
</file>

<file path=ppt/media/f99343.txt>
</file>

<file path=ppt/media/f99344.txt>
</file>

<file path=ppt/media/f99345.txt>
</file>

<file path=ppt/media/f99346.txt>
</file>

<file path=ppt/media/f99347.txt>
</file>

<file path=ppt/media/f99348.txt>
</file>

<file path=ppt/media/f99349.txt>
</file>

<file path=ppt/media/f99350.txt>
</file>

<file path=ppt/media/f99351.txt>
</file>

<file path=ppt/media/f99352.txt>
</file>

<file path=ppt/media/f99353.txt>
</file>

<file path=ppt/media/f99354.txt>
</file>

<file path=ppt/media/f99355.txt>
</file>

<file path=ppt/media/f99356.txt>
</file>

<file path=ppt/media/f99357.txt>
</file>

<file path=ppt/media/f99358.txt>
</file>

<file path=ppt/media/f99359.txt>
</file>

<file path=ppt/media/f99360.txt>
</file>

<file path=ppt/media/f99361.txt>
</file>

<file path=ppt/media/f99362.txt>
</file>

<file path=ppt/media/f99363.txt>
</file>

<file path=ppt/media/f99364.txt>
</file>

<file path=ppt/media/f99365.txt>
</file>

<file path=ppt/media/f99366.txt>
</file>

<file path=ppt/media/f99367.txt>
</file>

<file path=ppt/media/f99368.txt>
</file>

<file path=ppt/media/f99369.txt>
</file>

<file path=ppt/media/f99370.txt>
</file>

<file path=ppt/media/f99371.txt>
</file>

<file path=ppt/media/f99372.txt>
</file>

<file path=ppt/media/f99373.txt>
</file>

<file path=ppt/media/f99374.txt>
</file>

<file path=ppt/media/f99375.txt>
</file>

<file path=ppt/media/f99376.txt>
</file>

<file path=ppt/media/f99377.txt>
</file>

<file path=ppt/media/f99378.txt>
</file>

<file path=ppt/media/f99379.txt>
</file>

<file path=ppt/media/f99380.txt>
</file>

<file path=ppt/media/f99381.txt>
</file>

<file path=ppt/media/f99382.txt>
</file>

<file path=ppt/media/f99383.txt>
</file>

<file path=ppt/media/f99384.txt>
</file>

<file path=ppt/media/f99385.txt>
</file>

<file path=ppt/media/f99386.txt>
</file>

<file path=ppt/media/f99387.txt>
</file>

<file path=ppt/media/f99388.txt>
</file>

<file path=ppt/media/f99389.txt>
</file>

<file path=ppt/media/f99390.txt>
</file>

<file path=ppt/media/f99391.txt>
</file>

<file path=ppt/media/f99392.txt>
</file>

<file path=ppt/media/f99393.txt>
</file>

<file path=ppt/media/f99394.txt>
</file>

<file path=ppt/media/f99395.txt>
</file>

<file path=ppt/media/f99396.txt>
</file>

<file path=ppt/media/f99397.txt>
</file>

<file path=ppt/media/f99398.txt>
</file>

<file path=ppt/media/f99399.txt>
</file>

<file path=ppt/media/f99400.txt>
</file>

<file path=ppt/media/f99401.txt>
</file>

<file path=ppt/media/f99402.txt>
</file>

<file path=ppt/media/f99403.txt>
</file>

<file path=ppt/media/f99404.txt>
</file>

<file path=ppt/media/f99405.txt>
</file>

<file path=ppt/media/f99406.txt>
</file>

<file path=ppt/media/f99407.txt>
</file>

<file path=ppt/media/f99408.txt>
</file>

<file path=ppt/media/f99409.txt>
</file>

<file path=ppt/media/f99410.txt>
</file>

<file path=ppt/media/f99411.txt>
</file>

<file path=ppt/media/f99412.txt>
</file>

<file path=ppt/media/f99413.txt>
</file>

<file path=ppt/media/f99414.txt>
</file>

<file path=ppt/media/f99415.txt>
</file>

<file path=ppt/media/f99416.txt>
</file>

<file path=ppt/media/f99417.txt>
</file>

<file path=ppt/media/f99418.txt>
</file>

<file path=ppt/media/f99419.txt>
</file>

<file path=ppt/media/f99420.txt>
</file>

<file path=ppt/media/f99421.txt>
</file>

<file path=ppt/media/f99422.txt>
</file>

<file path=ppt/media/f99423.txt>
</file>

<file path=ppt/media/f99424.txt>
</file>

<file path=ppt/media/f99425.txt>
</file>

<file path=ppt/media/f99426.txt>
</file>

<file path=ppt/media/f99427.txt>
</file>

<file path=ppt/media/f99428.txt>
</file>

<file path=ppt/media/f99429.txt>
</file>

<file path=ppt/media/f99430.txt>
</file>

<file path=ppt/media/f99431.txt>
</file>

<file path=ppt/media/f99432.txt>
</file>

<file path=ppt/media/f99433.txt>
</file>

<file path=ppt/media/f99434.txt>
</file>

<file path=ppt/media/f99435.txt>
</file>

<file path=ppt/media/f99436.txt>
</file>

<file path=ppt/media/f99437.txt>
</file>

<file path=ppt/media/f99438.txt>
</file>

<file path=ppt/media/f99439.txt>
</file>

<file path=ppt/media/f99440.txt>
</file>

<file path=ppt/media/f99441.txt>
</file>

<file path=ppt/media/f99442.txt>
</file>

<file path=ppt/media/f99443.txt>
</file>

<file path=ppt/media/f99444.txt>
</file>

<file path=ppt/media/f99445.txt>
</file>

<file path=ppt/media/f99446.txt>
</file>

<file path=ppt/media/f99447.txt>
</file>

<file path=ppt/media/f99448.txt>
</file>

<file path=ppt/media/f99449.txt>
</file>

<file path=ppt/media/f99450.txt>
</file>

<file path=ppt/media/f99451.txt>
</file>

<file path=ppt/media/f99452.txt>
</file>

<file path=ppt/media/f99453.txt>
</file>

<file path=ppt/media/f99454.txt>
</file>

<file path=ppt/media/f99455.txt>
</file>

<file path=ppt/media/f99456.txt>
</file>

<file path=ppt/media/f99457.txt>
</file>

<file path=ppt/media/f99458.txt>
</file>

<file path=ppt/media/f99459.txt>
</file>

<file path=ppt/media/f99460.txt>
</file>

<file path=ppt/media/f99461.txt>
</file>

<file path=ppt/media/f99462.txt>
</file>

<file path=ppt/media/f99463.txt>
</file>

<file path=ppt/media/f99464.txt>
</file>

<file path=ppt/media/f99465.txt>
</file>

<file path=ppt/media/f99466.txt>
</file>

<file path=ppt/media/f99467.txt>
</file>

<file path=ppt/media/f99468.txt>
</file>

<file path=ppt/media/f99469.txt>
</file>

<file path=ppt/media/f99470.txt>
</file>

<file path=ppt/media/f99471.txt>
</file>

<file path=ppt/media/f99472.txt>
</file>

<file path=ppt/media/f99473.txt>
</file>

<file path=ppt/media/f99474.txt>
</file>

<file path=ppt/media/f99475.txt>
</file>

<file path=ppt/media/f99476.txt>
</file>

<file path=ppt/media/f99477.txt>
</file>

<file path=ppt/media/f99478.txt>
</file>

<file path=ppt/media/f99479.txt>
</file>

<file path=ppt/media/f99480.txt>
</file>

<file path=ppt/media/f99481.txt>
</file>

<file path=ppt/media/f99482.txt>
</file>

<file path=ppt/media/f99483.txt>
</file>

<file path=ppt/media/f99484.txt>
</file>

<file path=ppt/media/f99485.txt>
</file>

<file path=ppt/media/f99486.txt>
</file>

<file path=ppt/media/f99487.txt>
</file>

<file path=ppt/media/f99488.txt>
</file>

<file path=ppt/media/f99489.txt>
</file>

<file path=ppt/media/f99490.txt>
</file>

<file path=ppt/media/f99491.txt>
</file>

<file path=ppt/media/f99492.txt>
</file>

<file path=ppt/media/f99493.txt>
</file>

<file path=ppt/media/f99494.txt>
</file>

<file path=ppt/media/f99495.txt>
</file>

<file path=ppt/media/f99496.txt>
</file>

<file path=ppt/media/f99497.txt>
</file>

<file path=ppt/media/f99498.txt>
</file>

<file path=ppt/media/f99499.txt>
</file>

<file path=ppt/media/f99500.txt>
</file>

<file path=ppt/media/f99501.txt>
</file>

<file path=ppt/media/f99502.txt>
</file>

<file path=ppt/media/f99503.txt>
</file>

<file path=ppt/media/f99504.txt>
</file>

<file path=ppt/media/f99505.txt>
</file>

<file path=ppt/media/f99506.txt>
</file>

<file path=ppt/media/f99507.txt>
</file>

<file path=ppt/media/f99508.txt>
</file>

<file path=ppt/media/f99509.txt>
</file>

<file path=ppt/media/f99510.txt>
</file>

<file path=ppt/media/f99511.txt>
</file>

<file path=ppt/media/f99512.txt>
</file>

<file path=ppt/media/f99513.txt>
</file>

<file path=ppt/media/f99514.txt>
</file>

<file path=ppt/media/f99515.txt>
</file>

<file path=ppt/media/f99516.txt>
</file>

<file path=ppt/media/f99517.txt>
</file>

<file path=ppt/media/f99518.txt>
</file>

<file path=ppt/media/f99519.txt>
</file>

<file path=ppt/media/f99520.txt>
</file>

<file path=ppt/media/f99521.txt>
</file>

<file path=ppt/media/f99522.txt>
</file>

<file path=ppt/media/f99523.txt>
</file>

<file path=ppt/media/f99524.txt>
</file>

<file path=ppt/media/f99525.txt>
</file>

<file path=ppt/media/f99526.txt>
</file>

<file path=ppt/media/f99527.txt>
</file>

<file path=ppt/media/f99528.txt>
</file>

<file path=ppt/media/f99529.txt>
</file>

<file path=ppt/media/f99530.txt>
</file>

<file path=ppt/media/f99531.txt>
</file>

<file path=ppt/media/f99532.txt>
</file>

<file path=ppt/media/f99533.txt>
</file>

<file path=ppt/media/f99534.txt>
</file>

<file path=ppt/media/f99535.txt>
</file>

<file path=ppt/media/f99536.txt>
</file>

<file path=ppt/media/f99537.txt>
</file>

<file path=ppt/media/f99538.txt>
</file>

<file path=ppt/media/f99539.txt>
</file>

<file path=ppt/media/f99540.txt>
</file>

<file path=ppt/media/f99541.txt>
</file>

<file path=ppt/media/f99542.txt>
</file>

<file path=ppt/media/f99543.txt>
</file>

<file path=ppt/media/f99544.txt>
</file>

<file path=ppt/media/f99545.txt>
</file>

<file path=ppt/media/f99546.txt>
</file>

<file path=ppt/media/f99547.txt>
</file>

<file path=ppt/media/f99548.txt>
</file>

<file path=ppt/media/f99549.txt>
</file>

<file path=ppt/media/f99550.txt>
</file>

<file path=ppt/media/f99551.txt>
</file>

<file path=ppt/media/f99552.txt>
</file>

<file path=ppt/media/f99553.txt>
</file>

<file path=ppt/media/f99554.txt>
</file>

<file path=ppt/media/f99555.txt>
</file>

<file path=ppt/media/f99556.txt>
</file>

<file path=ppt/media/f99557.txt>
</file>

<file path=ppt/media/f99558.txt>
</file>

<file path=ppt/media/f99559.txt>
</file>

<file path=ppt/media/f99560.txt>
</file>

<file path=ppt/media/f99561.txt>
</file>

<file path=ppt/media/f99562.txt>
</file>

<file path=ppt/media/f99563.txt>
</file>

<file path=ppt/media/f99564.txt>
</file>

<file path=ppt/media/f99565.txt>
</file>

<file path=ppt/media/f99566.txt>
</file>

<file path=ppt/media/f99567.txt>
</file>

<file path=ppt/media/f99568.txt>
</file>

<file path=ppt/media/f99569.txt>
</file>

<file path=ppt/media/f99570.txt>
</file>

<file path=ppt/media/f99571.txt>
</file>

<file path=ppt/media/f99572.txt>
</file>

<file path=ppt/media/f99573.txt>
</file>

<file path=ppt/media/f99574.txt>
</file>

<file path=ppt/media/f99575.txt>
</file>

<file path=ppt/media/f99576.txt>
</file>

<file path=ppt/media/f99577.txt>
</file>

<file path=ppt/media/f99578.txt>
</file>

<file path=ppt/media/f99579.txt>
</file>

<file path=ppt/media/f99580.txt>
</file>

<file path=ppt/media/f99581.txt>
</file>

<file path=ppt/media/f99582.txt>
</file>

<file path=ppt/media/f99583.txt>
</file>

<file path=ppt/media/f99584.txt>
</file>

<file path=ppt/media/f99585.txt>
</file>

<file path=ppt/media/f99586.txt>
</file>

<file path=ppt/media/f99587.txt>
</file>

<file path=ppt/media/f99588.txt>
</file>

<file path=ppt/media/f99589.txt>
</file>

<file path=ppt/media/f99590.txt>
</file>

<file path=ppt/media/f99591.txt>
</file>

<file path=ppt/media/f99592.txt>
</file>

<file path=ppt/media/f99593.txt>
</file>

<file path=ppt/media/f99594.txt>
</file>

<file path=ppt/media/f99595.txt>
</file>

<file path=ppt/media/f99596.txt>
</file>

<file path=ppt/media/f99597.txt>
</file>

<file path=ppt/media/f99598.txt>
</file>

<file path=ppt/media/f99599.txt>
</file>

<file path=ppt/media/f99600.txt>
</file>

<file path=ppt/media/f99601.txt>
</file>

<file path=ppt/media/f99602.txt>
</file>

<file path=ppt/media/f99603.txt>
</file>

<file path=ppt/media/f99604.txt>
</file>

<file path=ppt/media/f99605.txt>
</file>

<file path=ppt/media/f99606.txt>
</file>

<file path=ppt/media/f99607.txt>
</file>

<file path=ppt/media/f99608.txt>
</file>

<file path=ppt/media/f99609.txt>
</file>

<file path=ppt/media/f99610.txt>
</file>

<file path=ppt/media/f99611.txt>
</file>

<file path=ppt/media/f99612.txt>
</file>

<file path=ppt/media/f99613.txt>
</file>

<file path=ppt/media/f99614.txt>
</file>

<file path=ppt/media/f99615.txt>
</file>

<file path=ppt/media/f99616.txt>
</file>

<file path=ppt/media/f99617.txt>
</file>

<file path=ppt/media/f99618.txt>
</file>

<file path=ppt/media/f99619.txt>
</file>

<file path=ppt/media/f99620.txt>
</file>

<file path=ppt/media/f99621.txt>
</file>

<file path=ppt/media/f99622.txt>
</file>

<file path=ppt/media/f99623.txt>
</file>

<file path=ppt/media/f99624.txt>
</file>

<file path=ppt/media/f99625.txt>
</file>

<file path=ppt/media/f99626.txt>
</file>

<file path=ppt/media/f99627.txt>
</file>

<file path=ppt/media/f99628.txt>
</file>

<file path=ppt/media/f99629.txt>
</file>

<file path=ppt/media/f99630.txt>
</file>

<file path=ppt/media/f99631.txt>
</file>

<file path=ppt/media/f99632.txt>
</file>

<file path=ppt/media/f99633.txt>
</file>

<file path=ppt/media/f99634.txt>
</file>

<file path=ppt/media/f99635.txt>
</file>

<file path=ppt/media/f99636.txt>
</file>

<file path=ppt/media/f99637.txt>
</file>

<file path=ppt/media/f99638.txt>
</file>

<file path=ppt/media/f99639.txt>
</file>

<file path=ppt/media/f99640.txt>
</file>

<file path=ppt/media/f99641.txt>
</file>

<file path=ppt/media/f99642.txt>
</file>

<file path=ppt/media/f99643.txt>
</file>

<file path=ppt/media/f99644.txt>
</file>

<file path=ppt/media/f99645.txt>
</file>

<file path=ppt/media/f99646.txt>
</file>

<file path=ppt/media/f99647.txt>
</file>

<file path=ppt/media/f99648.txt>
</file>

<file path=ppt/media/f99649.txt>
</file>

<file path=ppt/media/f99650.txt>
</file>

<file path=ppt/media/f99651.txt>
</file>

<file path=ppt/media/f99652.txt>
</file>

<file path=ppt/media/f99653.txt>
</file>

<file path=ppt/media/f99654.txt>
</file>

<file path=ppt/media/f99655.txt>
</file>

<file path=ppt/media/f99656.txt>
</file>

<file path=ppt/media/f99657.txt>
</file>

<file path=ppt/media/f99658.txt>
</file>

<file path=ppt/media/f99659.txt>
</file>

<file path=ppt/media/f99660.txt>
</file>

<file path=ppt/media/f99661.txt>
</file>

<file path=ppt/media/f99662.txt>
</file>

<file path=ppt/media/f99663.txt>
</file>

<file path=ppt/media/f99664.txt>
</file>

<file path=ppt/media/f99665.txt>
</file>

<file path=ppt/media/f99666.txt>
</file>

<file path=ppt/media/f99667.txt>
</file>

<file path=ppt/media/f99668.txt>
</file>

<file path=ppt/media/f99669.txt>
</file>

<file path=ppt/media/f99670.txt>
</file>

<file path=ppt/media/f99671.txt>
</file>

<file path=ppt/media/f99672.txt>
</file>

<file path=ppt/media/f99673.txt>
</file>

<file path=ppt/media/f99674.txt>
</file>

<file path=ppt/media/f99675.txt>
</file>

<file path=ppt/media/f99676.txt>
</file>

<file path=ppt/media/f99677.txt>
</file>

<file path=ppt/media/f99678.txt>
</file>

<file path=ppt/media/f99679.txt>
</file>

<file path=ppt/media/f99680.txt>
</file>

<file path=ppt/media/f99681.txt>
</file>

<file path=ppt/media/f99682.txt>
</file>

<file path=ppt/media/f99683.txt>
</file>

<file path=ppt/media/f99684.txt>
</file>

<file path=ppt/media/f99685.txt>
</file>

<file path=ppt/media/f99686.txt>
</file>

<file path=ppt/media/f99687.txt>
</file>

<file path=ppt/media/f99688.txt>
</file>

<file path=ppt/media/f99689.txt>
</file>

<file path=ppt/media/f99690.txt>
</file>

<file path=ppt/media/f99691.txt>
</file>

<file path=ppt/media/f99692.txt>
</file>

<file path=ppt/media/f99693.txt>
</file>

<file path=ppt/media/f99694.txt>
</file>

<file path=ppt/media/f99695.txt>
</file>

<file path=ppt/media/f99696.txt>
</file>

<file path=ppt/media/f99697.txt>
</file>

<file path=ppt/media/f99698.txt>
</file>

<file path=ppt/media/f99699.txt>
</file>

<file path=ppt/media/f99700.txt>
</file>

<file path=ppt/media/f99701.txt>
</file>

<file path=ppt/media/f99702.txt>
</file>

<file path=ppt/media/f99703.txt>
</file>

<file path=ppt/media/f99704.txt>
</file>

<file path=ppt/media/f99705.txt>
</file>

<file path=ppt/media/f99706.txt>
</file>

<file path=ppt/media/f99707.txt>
</file>

<file path=ppt/media/f99708.txt>
</file>

<file path=ppt/media/f99709.txt>
</file>

<file path=ppt/media/f99710.txt>
</file>

<file path=ppt/media/f99711.txt>
</file>

<file path=ppt/media/f99712.txt>
</file>

<file path=ppt/media/f99713.txt>
</file>

<file path=ppt/media/f99714.txt>
</file>

<file path=ppt/media/f99715.txt>
</file>

<file path=ppt/media/f99716.txt>
</file>

<file path=ppt/media/f99717.txt>
</file>

<file path=ppt/media/f99718.txt>
</file>

<file path=ppt/media/f99719.txt>
</file>

<file path=ppt/media/f99720.txt>
</file>

<file path=ppt/media/f99721.txt>
</file>

<file path=ppt/media/f99722.txt>
</file>

<file path=ppt/media/f99723.txt>
</file>

<file path=ppt/media/f99724.txt>
</file>

<file path=ppt/media/f99725.txt>
</file>

<file path=ppt/media/f99726.txt>
</file>

<file path=ppt/media/f99727.txt>
</file>

<file path=ppt/media/f99728.txt>
</file>

<file path=ppt/media/f99729.txt>
</file>

<file path=ppt/media/f99730.txt>
</file>

<file path=ppt/media/f99731.txt>
</file>

<file path=ppt/media/f99732.txt>
</file>

<file path=ppt/media/f99733.txt>
</file>

<file path=ppt/media/f99734.txt>
</file>

<file path=ppt/media/f99735.txt>
</file>

<file path=ppt/media/f99736.txt>
</file>

<file path=ppt/media/f99737.txt>
</file>

<file path=ppt/media/f99738.txt>
</file>

<file path=ppt/media/f99739.txt>
</file>

<file path=ppt/media/f99740.txt>
</file>

<file path=ppt/media/f99741.txt>
</file>

<file path=ppt/media/f99742.txt>
</file>

<file path=ppt/media/f99743.txt>
</file>

<file path=ppt/media/f99744.txt>
</file>

<file path=ppt/media/f99745.txt>
</file>

<file path=ppt/media/f99746.txt>
</file>

<file path=ppt/media/f99747.txt>
</file>

<file path=ppt/media/f99748.txt>
</file>

<file path=ppt/media/f99749.txt>
</file>

<file path=ppt/media/f99750.txt>
</file>

<file path=ppt/media/f99751.txt>
</file>

<file path=ppt/media/f99752.txt>
</file>

<file path=ppt/media/f99753.txt>
</file>

<file path=ppt/media/f99754.txt>
</file>

<file path=ppt/media/f99755.txt>
</file>

<file path=ppt/media/f99756.txt>
</file>

<file path=ppt/media/f99757.txt>
</file>

<file path=ppt/media/f99758.txt>
</file>

<file path=ppt/media/f99759.txt>
</file>

<file path=ppt/media/f99760.txt>
</file>

<file path=ppt/media/f99761.txt>
</file>

<file path=ppt/media/f99762.txt>
</file>

<file path=ppt/media/f99763.txt>
</file>

<file path=ppt/media/f99764.txt>
</file>

<file path=ppt/media/f99765.txt>
</file>

<file path=ppt/media/f99766.txt>
</file>

<file path=ppt/media/f99767.txt>
</file>

<file path=ppt/media/f99768.txt>
</file>

<file path=ppt/media/f99769.txt>
</file>

<file path=ppt/media/f99770.txt>
</file>

<file path=ppt/media/f99771.txt>
</file>

<file path=ppt/media/f99772.txt>
</file>

<file path=ppt/media/f99773.txt>
</file>

<file path=ppt/media/f99774.txt>
</file>

<file path=ppt/media/f99775.txt>
</file>

<file path=ppt/media/f99776.txt>
</file>

<file path=ppt/media/f99777.txt>
</file>

<file path=ppt/media/f99778.txt>
</file>

<file path=ppt/media/f99779.txt>
</file>

<file path=ppt/media/f99780.txt>
</file>

<file path=ppt/media/f99781.txt>
</file>

<file path=ppt/media/f99782.txt>
</file>

<file path=ppt/media/f99783.txt>
</file>

<file path=ppt/media/f99784.txt>
</file>

<file path=ppt/media/f99785.txt>
</file>

<file path=ppt/media/f99786.txt>
</file>

<file path=ppt/media/f99787.txt>
</file>

<file path=ppt/media/f99788.txt>
</file>

<file path=ppt/media/f99789.txt>
</file>

<file path=ppt/media/f99790.txt>
</file>

<file path=ppt/media/f99791.txt>
</file>

<file path=ppt/media/f99792.txt>
</file>

<file path=ppt/media/f99793.txt>
</file>

<file path=ppt/media/f99794.txt>
</file>

<file path=ppt/media/f99795.txt>
</file>

<file path=ppt/media/f99796.txt>
</file>

<file path=ppt/media/f99797.txt>
</file>

<file path=ppt/media/f99798.txt>
</file>

<file path=ppt/media/f99799.txt>
</file>

<file path=ppt/media/f99800.txt>
</file>

<file path=ppt/media/f99801.txt>
</file>

<file path=ppt/media/f99802.txt>
</file>

<file path=ppt/media/f99803.txt>
</file>

<file path=ppt/media/f99804.txt>
</file>

<file path=ppt/media/f99805.txt>
</file>

<file path=ppt/media/f99806.txt>
</file>

<file path=ppt/media/f99807.txt>
</file>

<file path=ppt/media/f99808.txt>
</file>

<file path=ppt/media/f99809.txt>
</file>

<file path=ppt/media/f99810.txt>
</file>

<file path=ppt/media/f99811.txt>
</file>

<file path=ppt/media/f99812.txt>
</file>

<file path=ppt/media/f99813.txt>
</file>

<file path=ppt/media/f99814.txt>
</file>

<file path=ppt/media/f99815.txt>
</file>

<file path=ppt/media/f99816.txt>
</file>

<file path=ppt/media/f99817.txt>
</file>

<file path=ppt/media/f99818.txt>
</file>

<file path=ppt/media/f99819.txt>
</file>

<file path=ppt/media/f99820.txt>
</file>

<file path=ppt/media/f99821.txt>
</file>

<file path=ppt/media/f99822.txt>
</file>

<file path=ppt/media/f99823.txt>
</file>

<file path=ppt/media/f99824.txt>
</file>

<file path=ppt/media/f99825.txt>
</file>

<file path=ppt/media/f99826.txt>
</file>

<file path=ppt/media/f99827.txt>
</file>

<file path=ppt/media/f99828.txt>
</file>

<file path=ppt/media/f99829.txt>
</file>

<file path=ppt/media/f99830.txt>
</file>

<file path=ppt/media/f99831.txt>
</file>

<file path=ppt/media/f99832.txt>
</file>

<file path=ppt/media/f99833.txt>
</file>

<file path=ppt/media/f99834.txt>
</file>

<file path=ppt/media/f99835.txt>
</file>

<file path=ppt/media/f99836.txt>
</file>

<file path=ppt/media/f99837.txt>
</file>

<file path=ppt/media/f99838.txt>
</file>

<file path=ppt/media/f99839.txt>
</file>

<file path=ppt/media/f99840.txt>
</file>

<file path=ppt/media/f99841.txt>
</file>

<file path=ppt/media/f99842.txt>
</file>

<file path=ppt/media/f99843.txt>
</file>

<file path=ppt/media/f99844.txt>
</file>

<file path=ppt/media/f99845.txt>
</file>

<file path=ppt/media/f99846.txt>
</file>

<file path=ppt/media/f99847.txt>
</file>

<file path=ppt/media/f99848.txt>
</file>

<file path=ppt/media/f99849.txt>
</file>

<file path=ppt/media/f99850.txt>
</file>

<file path=ppt/media/f99851.txt>
</file>

<file path=ppt/media/f99852.txt>
</file>

<file path=ppt/media/f99853.txt>
</file>

<file path=ppt/media/f99854.txt>
</file>

<file path=ppt/media/f99855.txt>
</file>

<file path=ppt/media/f99856.txt>
</file>

<file path=ppt/media/f99857.txt>
</file>

<file path=ppt/media/f99858.txt>
</file>

<file path=ppt/media/f99859.txt>
</file>

<file path=ppt/media/f99860.txt>
</file>

<file path=ppt/media/f99861.txt>
</file>

<file path=ppt/media/f99862.txt>
</file>

<file path=ppt/media/f99863.txt>
</file>

<file path=ppt/media/f99864.txt>
</file>

<file path=ppt/media/f99865.txt>
</file>

<file path=ppt/media/f99866.txt>
</file>

<file path=ppt/media/f99867.txt>
</file>

<file path=ppt/media/f99868.txt>
</file>

<file path=ppt/media/f99869.txt>
</file>

<file path=ppt/media/f99870.txt>
</file>

<file path=ppt/media/f99871.txt>
</file>

<file path=ppt/media/f99872.txt>
</file>

<file path=ppt/media/f99873.txt>
</file>

<file path=ppt/media/f99874.txt>
</file>

<file path=ppt/media/f99875.txt>
</file>

<file path=ppt/media/f99876.txt>
</file>

<file path=ppt/media/f99877.txt>
</file>

<file path=ppt/media/f99878.txt>
</file>

<file path=ppt/media/f99879.txt>
</file>

<file path=ppt/media/f99880.txt>
</file>

<file path=ppt/media/f99881.txt>
</file>

<file path=ppt/media/f99882.txt>
</file>

<file path=ppt/media/f99883.txt>
</file>

<file path=ppt/media/f99884.txt>
</file>

<file path=ppt/media/f99885.txt>
</file>

<file path=ppt/media/f99886.txt>
</file>

<file path=ppt/media/f99887.txt>
</file>

<file path=ppt/media/f99888.txt>
</file>

<file path=ppt/media/f99889.txt>
</file>

<file path=ppt/media/f99890.txt>
</file>

<file path=ppt/media/f99891.txt>
</file>

<file path=ppt/media/f99892.txt>
</file>

<file path=ppt/media/f99893.txt>
</file>

<file path=ppt/media/f99894.txt>
</file>

<file path=ppt/media/f99895.txt>
</file>

<file path=ppt/media/f99896.txt>
</file>

<file path=ppt/media/f99897.txt>
</file>

<file path=ppt/media/f99898.txt>
</file>

<file path=ppt/media/f99899.txt>
</file>

<file path=ppt/media/f99900.txt>
</file>

<file path=ppt/media/f99901.txt>
</file>

<file path=ppt/media/f99902.txt>
</file>

<file path=ppt/media/f99903.txt>
</file>

<file path=ppt/media/f99904.txt>
</file>

<file path=ppt/media/f99905.txt>
</file>

<file path=ppt/media/f99906.txt>
</file>

<file path=ppt/media/f99907.txt>
</file>

<file path=ppt/media/f99908.txt>
</file>

<file path=ppt/media/f99909.txt>
</file>

<file path=ppt/media/f99910.txt>
</file>

<file path=ppt/media/f99911.txt>
</file>

<file path=ppt/media/f99912.txt>
</file>

<file path=ppt/media/f99913.txt>
</file>

<file path=ppt/media/f99914.txt>
</file>

<file path=ppt/media/f99915.txt>
</file>

<file path=ppt/media/f99916.txt>
</file>

<file path=ppt/media/f99917.txt>
</file>

<file path=ppt/media/f99918.txt>
</file>

<file path=ppt/media/f99919.txt>
</file>

<file path=ppt/media/f99920.txt>
</file>

<file path=ppt/media/f99921.txt>
</file>

<file path=ppt/media/f99922.txt>
</file>

<file path=ppt/media/f99923.txt>
</file>

<file path=ppt/media/f99924.txt>
</file>

<file path=ppt/media/f99925.txt>
</file>

<file path=ppt/media/f99926.txt>
</file>

<file path=ppt/media/f99927.txt>
</file>

<file path=ppt/media/f99928.txt>
</file>

<file path=ppt/media/f99929.txt>
</file>

<file path=ppt/media/f99930.txt>
</file>

<file path=ppt/media/f99931.txt>
</file>

<file path=ppt/media/f99932.txt>
</file>

<file path=ppt/media/f99933.txt>
</file>

<file path=ppt/media/f99934.txt>
</file>

<file path=ppt/media/f99935.txt>
</file>

<file path=ppt/media/f99936.txt>
</file>

<file path=ppt/media/f99937.txt>
</file>

<file path=ppt/media/f99938.txt>
</file>

<file path=ppt/media/f99939.txt>
</file>

<file path=ppt/media/f99940.txt>
</file>

<file path=ppt/media/f99941.txt>
</file>

<file path=ppt/media/f99942.txt>
</file>

<file path=ppt/media/f99943.txt>
</file>

<file path=ppt/media/f99944.txt>
</file>

<file path=ppt/media/f99945.txt>
</file>

<file path=ppt/media/f99946.txt>
</file>

<file path=ppt/media/f99947.txt>
</file>

<file path=ppt/media/f99948.txt>
</file>

<file path=ppt/media/f99949.txt>
</file>

<file path=ppt/media/f99950.txt>
</file>

<file path=ppt/media/f99951.txt>
</file>

<file path=ppt/media/f99952.txt>
</file>

<file path=ppt/media/f99953.txt>
</file>

<file path=ppt/media/f99954.txt>
</file>

<file path=ppt/media/f99955.txt>
</file>

<file path=ppt/media/f99956.txt>
</file>

<file path=ppt/media/f99957.txt>
</file>

<file path=ppt/media/f99958.txt>
</file>

<file path=ppt/media/f99959.txt>
</file>

<file path=ppt/media/f99960.txt>
</file>

<file path=ppt/media/f99961.txt>
</file>

<file path=ppt/media/f99962.txt>
</file>

<file path=ppt/media/f99963.txt>
</file>

<file path=ppt/media/f99964.txt>
</file>

<file path=ppt/media/f99965.txt>
</file>

<file path=ppt/media/f99966.txt>
</file>

<file path=ppt/media/f99967.txt>
</file>

<file path=ppt/media/f99968.txt>
</file>

<file path=ppt/media/f99969.txt>
</file>

<file path=ppt/media/f99970.txt>
</file>

<file path=ppt/media/f99971.txt>
</file>

<file path=ppt/media/f99972.txt>
</file>

<file path=ppt/media/f99973.txt>
</file>

<file path=ppt/media/f99974.txt>
</file>

<file path=ppt/media/f99975.txt>
</file>

<file path=ppt/media/f99976.txt>
</file>

<file path=ppt/media/f99977.txt>
</file>

<file path=ppt/media/f99978.txt>
</file>

<file path=ppt/media/f99979.txt>
</file>

<file path=ppt/media/f99980.txt>
</file>

<file path=ppt/media/f99981.txt>
</file>

<file path=ppt/media/f99982.txt>
</file>

<file path=ppt/media/f99983.txt>
</file>

<file path=ppt/media/f99984.txt>
</file>

<file path=ppt/media/f99985.txt>
</file>

<file path=ppt/media/f99986.txt>
</file>

<file path=ppt/media/f99987.txt>
</file>

<file path=ppt/media/f99988.txt>
</file>

<file path=ppt/media/f99989.txt>
</file>

<file path=ppt/media/f99990.txt>
</file>

<file path=ppt/media/f99991.txt>
</file>

<file path=ppt/media/f99992.txt>
</file>

<file path=ppt/media/f99993.txt>
</file>

<file path=ppt/media/f99994.txt>
</file>

<file path=ppt/media/f99995.txt>
</file>

<file path=ppt/media/f99996.txt>
</file>

<file path=ppt/media/f99997.txt>
</file>

<file path=ppt/media/f99998.txt>
</file>

<file path=ppt/media/f99999.txt>
</file>