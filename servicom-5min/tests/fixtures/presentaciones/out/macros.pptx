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webp" ContentType="image/webp"/>
  <Default Extension="svg" ContentType="image/svg+xml"/>
  <Default Extension="emf" ContentType="image/x-em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GT" dirty="0"/>
              <a:t>Con macros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hola</a:t>
            </a:r>
          </a:p>
        </p:txBody>
      </p:sp>
      <p:sp>
        <p:nvSpPr>
          <p:cNvPr id="4" name="Num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s-GT"/>
              <a:t>1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Presentación</dc:title>
  <dc:creator>Servicom pruebas</dc:creator>
  <dcterms:created xsi:type="dcterms:W3CDTF">2026-01-01T00:00:00Z</dcterms:created>
</cp:coreProperties>
</file>