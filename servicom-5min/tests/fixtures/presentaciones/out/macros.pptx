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jpeg" ContentType="image/jpeg"/>
  <Default Extension="jpg" ContentType="image/jpeg"/>
  <Default Extension="png" ContentType="image/png"/>
  <Default Extension="webp" ContentType="image/webp"/>
  <Default Extension="svg" ContentType="image/svg+xml"/>
  <Default Extension="emf" ContentType="image/x-em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theme/theme1.xml" ContentType="application/vnd.openxmlformats-officedocument.theme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"/>
  </p:notesMasterIdLst>
  <p:sldIdLst>
    <p:sldId id="256" r:id="rId11"/>
  </p:sldIdLst>
  <p:sldSz cx="12192000" cy="6858000"/>
  <p:notesSz cx="6858000" cy="9144000"/>
</p:presentation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notesMaster" Target="notesMasters/notesMaster1.xml"/><Relationship Id="rId3" Type="http://schemas.openxmlformats.org/officeDocument/2006/relationships/theme" Target="theme/theme1.xml"/><Relationship Id="rId11" Type="http://schemas.openxmlformats.org/officeDocument/2006/relationships/slide" Target="slides/slide1.xml"/></Relationships>
</file>

<file path=ppt/notesMasters/_rels/notesMaster1.xml.rels><?xml version="1.0" encoding="UTF-8" standalone="yes"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</p:notesMaster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s-GT" dirty="0"/>
              <a:t>Con macros</a:t>
            </a:r>
          </a:p>
        </p:txBody>
      </p:sp>
      <p:sp>
        <p:nvSpPr>
          <p:cNvPr id="3" name="Content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GT" dirty="0"/>
              <a:t>hola</a:t>
            </a:r>
          </a:p>
        </p:txBody>
      </p:sp>
      <p:sp>
        <p:nvSpPr>
          <p:cNvPr id="4" name="Num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s-GT"/>
              <a:t>1</a:t>
            </a:fld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>
          <a:solidFill>
            <a:schemeClr val="phClr"/>
          </a:solidFill>
        </a:ln>
        <a:ln w="25400">
          <a:solidFill>
            <a:schemeClr val="phClr"/>
          </a:solidFill>
        </a:ln>
        <a:ln w="3810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>
          <a:solidFill>
            <a:schemeClr val="phClr"/>
          </a:solidFill>
        </a:ln>
        <a:ln w="25400">
          <a:solidFill>
            <a:schemeClr val="phClr"/>
          </a:solidFill>
        </a:ln>
        <a:ln w="3810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>
  <Application>Microsoft Office PowerPoint</Application>
  <Slides>1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Presentación</dc:title>
  <dc:creator>Servicom pruebas</dc:creator>
  <dcterms:created xsi:type="dcterms:W3CDTF">2026-01-01T00:00:00Z</dcterms:created>
</cp:coreProperties>
</file>