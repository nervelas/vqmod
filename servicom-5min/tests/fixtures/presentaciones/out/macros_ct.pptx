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webp" ContentType="image/webp"/>
  <Default Extension="svg" ContentType="image/svg+xml"/>
  <Default Extension="emf" ContentType="image/x-emf"/>
  <Override PartName="/ppt/presentation.xml" ContentType="application/vnd.ms-powerpoint.presentation.macroEnabled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1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11" Type="http://schemas.openxmlformats.org/officeDocument/2006/relationships/slide" Target="slides/slid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GT" dirty="0"/>
              <a:t>Con macros declaradas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hola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1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Presentación</dc:title>
  <dc:creator>Servicom pruebas</dc:creator>
  <dcterms:created xsi:type="dcterms:W3CDTF">2026-01-01T00:00:00Z</dcterms:created>
</cp:coreProperties>
</file>