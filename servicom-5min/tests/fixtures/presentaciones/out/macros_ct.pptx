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ms-powerpoint.presentation.macroEnabled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Con macros declaradas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hola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