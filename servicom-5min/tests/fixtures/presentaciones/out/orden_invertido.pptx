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webp" ContentType="image/webp"/>
  <Default Extension="svg" ContentType="image/svg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7" r:id="rId12"/>
    <p:sldId id="256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dirty="0"/>
              <a:t>SEGUNDA en archivo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Va segunda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PRIMERA en archivo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Va primera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Presentación</dc:title>
  <dc:creator>Servicom pruebas</dc:creator>
  <dcterms:created xsi:type="dcterms:W3CDTF">2026-01-01T00:00:00Z</dcterms:created>
</cp:coreProperties>
</file>