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7" r:id="rId12"/>
    <p:sldId id="256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SEGUNDA en archivo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Va segunda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PRIMERA en archivo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Va primera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