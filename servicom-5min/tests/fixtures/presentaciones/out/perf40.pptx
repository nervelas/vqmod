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jpg" ContentType="image/jpeg"/>
  <Default Extension="png" ContentType="image/png"/>
  <Default Extension="webp" ContentType="image/webp"/>
  <Default Extension="svg" ContentType="image/svg+xml"/>
  <Default Extension="emf" ContentType="image/x-em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85" r:id="rId40"/>
    <p:sldId id="286" r:id="rId41"/>
    <p:sldId id="287" r:id="rId42"/>
    <p:sldId id="288" r:id="rId43"/>
    <p:sldId id="289" r:id="rId44"/>
    <p:sldId id="290" r:id="rId45"/>
    <p:sldId id="291" r:id="rId46"/>
    <p:sldId id="292" r:id="rId47"/>
    <p:sldId id="293" r:id="rId48"/>
    <p:sldId id="294" r:id="rId49"/>
    <p:sldId id="295" r:id="rId50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GT" dirty="0"/>
              <a:t>Nota 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GT" dirty="0"/>
              <a:t>Nota 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GT" dirty="0"/>
              <a:t>Nota 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GT" dirty="0"/>
              <a:t>Nota 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GT" dirty="0"/>
              <a:t>Nota 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GT" dirty="0"/>
              <a:t>Nota 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GT" dirty="0"/>
              <a:t>Nota 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GT" dirty="0"/>
              <a:t>Nota 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GT" dirty="0"/>
              <a:t>Nota 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GT" dirty="0"/>
              <a:t>Nota 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GT" dirty="0"/>
              <a:t>Nota 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GT" dirty="0"/>
              <a:t>Nota 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GT" dirty="0"/>
              <a:t>Nota 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GT" dirty="0"/>
              <a:t>Nota 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GT" dirty="0"/>
              <a:t>Nota 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GT" dirty="0"/>
              <a:t>Nota 16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GT" dirty="0"/>
              <a:t>Nota 17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GT" dirty="0"/>
              <a:t>Nota 18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GT" dirty="0"/>
              <a:t>Nota 19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GT" dirty="0"/>
              <a:t>Nota 20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GT" dirty="0"/>
              <a:t>Nota 21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GT" dirty="0"/>
              <a:t>Nota 22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GT" dirty="0"/>
              <a:t>Nota 23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GT" dirty="0"/>
              <a:t>Nota 24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GT" dirty="0"/>
              <a:t>Nota 25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GT" dirty="0"/>
              <a:t>Nota 26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GT" dirty="0"/>
              <a:t>Nota 27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GT" dirty="0"/>
              <a:t>Nota 28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GT" dirty="0"/>
              <a:t>Nota 29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GT" dirty="0"/>
              <a:t>Nota 30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GT" dirty="0"/>
              <a:t>Nota 31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GT" dirty="0"/>
              <a:t>Nota 32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GT" dirty="0"/>
              <a:t>Nota 33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GT" dirty="0"/>
              <a:t>Nota 34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GT" dirty="0"/>
              <a:t>Nota 35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GT" dirty="0"/>
              <a:t>Nota 36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GT" dirty="0"/>
              <a:t>Nota 37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GT" dirty="0"/>
              <a:t>Nota 38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GT" dirty="0"/>
              <a:t>Nota 39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GT" dirty="0"/>
              <a:t>Nota 40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foto1.jpeg"/><Relationship Id="rId3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foto2.jpeg"/><Relationship Id="rId3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foto3.jpeg"/><Relationship Id="rId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foto4.jpeg"/><Relationship Id="rId3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foto5.jpeg"/><Relationship Id="rId3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foto6.jpeg"/><Relationship Id="rId3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foto7.jpeg"/><Relationship Id="rId3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foto8.jpeg"/><Relationship Id="rId3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foto9.jpeg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foto10.jpeg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foto11.jpeg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foto12.jpeg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foto13.jpeg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foto14.jpeg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foto15.jpeg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foto16.jpeg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foto17.jpeg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foto18.jpeg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foto19.jpeg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foto20.jpeg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foto21.jpeg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foto22.jpeg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foto23.jpeg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foto24.jpeg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foto25.jpeg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foto26.jpeg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foto27.jpeg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foto28.jpeg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foto29.jpeg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foto30.jpeg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foto31.jpeg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foto32.jpeg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foto33.jpeg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foto34.jpeg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foto35.jpeg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foto36.jpeg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foto37.jpeg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foto38.jpeg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foto39.jpeg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foto40.jpeg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GT" dirty="0"/>
              <a:t>Producto 1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GT" dirty="0"/>
              <a:t>Descripción del producto 1 con bastante texto para simular una presentación real.</a:t>
            </a:r>
          </a:p>
          <a:p>
            <a:r>
              <a:rPr lang="es-GT" dirty="0"/>
              <a:t>Precio: Q 101.00</a:t>
            </a:r>
          </a:p>
        </p:txBody>
      </p:sp>
      <p:sp>
        <p:nvSpPr>
          <p:cNvPr id="4" name="Num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GT"/>
              <a:t>1</a:t>
            </a:fld>
          </a:p>
        </p:txBody>
      </p:sp>
      <p:pic>
        <p:nvPicPr>
          <p:cNvPr id="5" name="Imagen 2" descr="fo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0" y="500000"/>
            <a:ext cx="4000000" cy="30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Producto 2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GT" dirty="0"/>
              <a:t>Descripción del producto 2 con bastante texto para simular una presentación real.</a:t>
            </a:r>
          </a:p>
          <a:p>
            <a:r>
              <a:rPr lang="es-GT" dirty="0"/>
              <a:t>Precio: Q 102.00</a:t>
            </a:r>
          </a:p>
        </p:txBody>
      </p:sp>
      <p:sp>
        <p:nvSpPr>
          <p:cNvPr id="4" name="Num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GT"/>
              <a:t>2</a:t>
            </a:fld>
          </a:p>
        </p:txBody>
      </p:sp>
      <p:pic>
        <p:nvPicPr>
          <p:cNvPr id="5" name="Imagen 2" descr="fo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0" y="500000"/>
            <a:ext cx="4000000" cy="3000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Producto 3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GT" dirty="0"/>
              <a:t>Descripción del producto 3 con bastante texto para simular una presentación real.</a:t>
            </a:r>
          </a:p>
          <a:p>
            <a:r>
              <a:rPr lang="es-GT" dirty="0"/>
              <a:t>Precio: Q 103.00</a:t>
            </a:r>
          </a:p>
        </p:txBody>
      </p:sp>
      <p:sp>
        <p:nvSpPr>
          <p:cNvPr id="4" name="Num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GT"/>
              <a:t>3</a:t>
            </a:fld>
          </a:p>
        </p:txBody>
      </p:sp>
      <p:pic>
        <p:nvPicPr>
          <p:cNvPr id="5" name="Imagen 2" descr="fo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0" y="500000"/>
            <a:ext cx="4000000" cy="300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Producto 4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GT" dirty="0"/>
              <a:t>Descripción del producto 4 con bastante texto para simular una presentación real.</a:t>
            </a:r>
          </a:p>
          <a:p>
            <a:r>
              <a:rPr lang="es-GT" dirty="0"/>
              <a:t>Precio: Q 104.00</a:t>
            </a:r>
          </a:p>
        </p:txBody>
      </p:sp>
      <p:sp>
        <p:nvSpPr>
          <p:cNvPr id="4" name="Num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GT"/>
              <a:t>4</a:t>
            </a:fld>
          </a:p>
        </p:txBody>
      </p:sp>
      <p:pic>
        <p:nvPicPr>
          <p:cNvPr id="5" name="Imagen 2" descr="fo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0" y="500000"/>
            <a:ext cx="4000000" cy="300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Producto 5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GT" dirty="0"/>
              <a:t>Descripción del producto 5 con bastante texto para simular una presentación real.</a:t>
            </a:r>
          </a:p>
          <a:p>
            <a:r>
              <a:rPr lang="es-GT" dirty="0"/>
              <a:t>Precio: Q 105.00</a:t>
            </a:r>
          </a:p>
        </p:txBody>
      </p:sp>
      <p:sp>
        <p:nvSpPr>
          <p:cNvPr id="4" name="Num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GT"/>
              <a:t>5</a:t>
            </a:fld>
          </a:p>
        </p:txBody>
      </p:sp>
      <p:pic>
        <p:nvPicPr>
          <p:cNvPr id="5" name="Imagen 2" descr="fo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0" y="500000"/>
            <a:ext cx="4000000" cy="300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Producto 6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GT" dirty="0"/>
              <a:t>Descripción del producto 6 con bastante texto para simular una presentación real.</a:t>
            </a:r>
          </a:p>
          <a:p>
            <a:r>
              <a:rPr lang="es-GT" dirty="0"/>
              <a:t>Precio: Q 106.00</a:t>
            </a:r>
          </a:p>
        </p:txBody>
      </p:sp>
      <p:sp>
        <p:nvSpPr>
          <p:cNvPr id="4" name="Num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GT"/>
              <a:t>6</a:t>
            </a:fld>
          </a:p>
        </p:txBody>
      </p:sp>
      <p:pic>
        <p:nvPicPr>
          <p:cNvPr id="5" name="Imagen 2" descr="fo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0" y="500000"/>
            <a:ext cx="4000000" cy="300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Producto 7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GT" dirty="0"/>
              <a:t>Descripción del producto 7 con bastante texto para simular una presentación real.</a:t>
            </a:r>
          </a:p>
          <a:p>
            <a:r>
              <a:rPr lang="es-GT" dirty="0"/>
              <a:t>Precio: Q 107.00</a:t>
            </a:r>
          </a:p>
        </p:txBody>
      </p:sp>
      <p:sp>
        <p:nvSpPr>
          <p:cNvPr id="4" name="Num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GT"/>
              <a:t>7</a:t>
            </a:fld>
          </a:p>
        </p:txBody>
      </p:sp>
      <p:pic>
        <p:nvPicPr>
          <p:cNvPr id="5" name="Imagen 2" descr="fo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0" y="500000"/>
            <a:ext cx="4000000" cy="300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Producto 8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GT" dirty="0"/>
              <a:t>Descripción del producto 8 con bastante texto para simular una presentación real.</a:t>
            </a:r>
          </a:p>
          <a:p>
            <a:r>
              <a:rPr lang="es-GT" dirty="0"/>
              <a:t>Precio: Q 108.00</a:t>
            </a:r>
          </a:p>
        </p:txBody>
      </p:sp>
      <p:sp>
        <p:nvSpPr>
          <p:cNvPr id="4" name="Num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GT"/>
              <a:t>8</a:t>
            </a:fld>
          </a:p>
        </p:txBody>
      </p:sp>
      <p:pic>
        <p:nvPicPr>
          <p:cNvPr id="5" name="Imagen 2" descr="fo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0" y="500000"/>
            <a:ext cx="4000000" cy="3000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Producto 9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GT" dirty="0"/>
              <a:t>Descripción del producto 9 con bastante texto para simular una presentación real.</a:t>
            </a:r>
          </a:p>
          <a:p>
            <a:r>
              <a:rPr lang="es-GT" dirty="0"/>
              <a:t>Precio: Q 109.00</a:t>
            </a:r>
          </a:p>
        </p:txBody>
      </p:sp>
      <p:sp>
        <p:nvSpPr>
          <p:cNvPr id="4" name="Num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GT"/>
              <a:t>9</a:t>
            </a:fld>
          </a:p>
        </p:txBody>
      </p:sp>
      <p:pic>
        <p:nvPicPr>
          <p:cNvPr id="5" name="Imagen 2" descr="fo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0" y="500000"/>
            <a:ext cx="4000000" cy="3000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Producto 10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GT" dirty="0"/>
              <a:t>Descripción del producto 10 con bastante texto para simular una presentación real.</a:t>
            </a:r>
          </a:p>
          <a:p>
            <a:r>
              <a:rPr lang="es-GT" dirty="0"/>
              <a:t>Precio: Q 110.00</a:t>
            </a:r>
          </a:p>
        </p:txBody>
      </p:sp>
      <p:sp>
        <p:nvSpPr>
          <p:cNvPr id="4" name="Num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GT"/>
              <a:t>10</a:t>
            </a:fld>
          </a:p>
        </p:txBody>
      </p:sp>
      <p:pic>
        <p:nvPicPr>
          <p:cNvPr id="5" name="Imagen 2" descr="fo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0" y="500000"/>
            <a:ext cx="4000000" cy="300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Producto 11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GT" dirty="0"/>
              <a:t>Descripción del producto 11 con bastante texto para simular una presentación real.</a:t>
            </a:r>
          </a:p>
          <a:p>
            <a:r>
              <a:rPr lang="es-GT" dirty="0"/>
              <a:t>Precio: Q 111.00</a:t>
            </a:r>
          </a:p>
        </p:txBody>
      </p:sp>
      <p:sp>
        <p:nvSpPr>
          <p:cNvPr id="4" name="Num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GT"/>
              <a:t>11</a:t>
            </a:fld>
          </a:p>
        </p:txBody>
      </p:sp>
      <p:pic>
        <p:nvPicPr>
          <p:cNvPr id="5" name="Imagen 2" descr="fo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0" y="500000"/>
            <a:ext cx="4000000" cy="300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Producto 12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GT" dirty="0"/>
              <a:t>Descripción del producto 12 con bastante texto para simular una presentación real.</a:t>
            </a:r>
          </a:p>
          <a:p>
            <a:r>
              <a:rPr lang="es-GT" dirty="0"/>
              <a:t>Precio: Q 112.00</a:t>
            </a:r>
          </a:p>
        </p:txBody>
      </p:sp>
      <p:sp>
        <p:nvSpPr>
          <p:cNvPr id="4" name="Num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GT"/>
              <a:t>12</a:t>
            </a:fld>
          </a:p>
        </p:txBody>
      </p:sp>
      <p:pic>
        <p:nvPicPr>
          <p:cNvPr id="5" name="Imagen 2" descr="fo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0" y="500000"/>
            <a:ext cx="4000000" cy="3000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Producto 13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GT" dirty="0"/>
              <a:t>Descripción del producto 13 con bastante texto para simular una presentación real.</a:t>
            </a:r>
          </a:p>
          <a:p>
            <a:r>
              <a:rPr lang="es-GT" dirty="0"/>
              <a:t>Precio: Q 113.00</a:t>
            </a:r>
          </a:p>
        </p:txBody>
      </p:sp>
      <p:sp>
        <p:nvSpPr>
          <p:cNvPr id="4" name="Num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GT"/>
              <a:t>13</a:t>
            </a:fld>
          </a:p>
        </p:txBody>
      </p:sp>
      <p:pic>
        <p:nvPicPr>
          <p:cNvPr id="5" name="Imagen 2" descr="fo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0" y="500000"/>
            <a:ext cx="4000000" cy="3000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Producto 14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GT" dirty="0"/>
              <a:t>Descripción del producto 14 con bastante texto para simular una presentación real.</a:t>
            </a:r>
          </a:p>
          <a:p>
            <a:r>
              <a:rPr lang="es-GT" dirty="0"/>
              <a:t>Precio: Q 114.00</a:t>
            </a:r>
          </a:p>
        </p:txBody>
      </p:sp>
      <p:sp>
        <p:nvSpPr>
          <p:cNvPr id="4" name="Num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GT"/>
              <a:t>14</a:t>
            </a:fld>
          </a:p>
        </p:txBody>
      </p:sp>
      <p:pic>
        <p:nvPicPr>
          <p:cNvPr id="5" name="Imagen 2" descr="fo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0" y="500000"/>
            <a:ext cx="4000000" cy="3000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Producto 15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GT" dirty="0"/>
              <a:t>Descripción del producto 15 con bastante texto para simular una presentación real.</a:t>
            </a:r>
          </a:p>
          <a:p>
            <a:r>
              <a:rPr lang="es-GT" dirty="0"/>
              <a:t>Precio: Q 115.00</a:t>
            </a:r>
          </a:p>
        </p:txBody>
      </p:sp>
      <p:sp>
        <p:nvSpPr>
          <p:cNvPr id="4" name="Num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GT"/>
              <a:t>15</a:t>
            </a:fld>
          </a:p>
        </p:txBody>
      </p:sp>
      <p:pic>
        <p:nvPicPr>
          <p:cNvPr id="5" name="Imagen 2" descr="fo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0" y="500000"/>
            <a:ext cx="4000000" cy="300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Producto 16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GT" dirty="0"/>
              <a:t>Descripción del producto 16 con bastante texto para simular una presentación real.</a:t>
            </a:r>
          </a:p>
          <a:p>
            <a:r>
              <a:rPr lang="es-GT" dirty="0"/>
              <a:t>Precio: Q 116.00</a:t>
            </a:r>
          </a:p>
        </p:txBody>
      </p:sp>
      <p:sp>
        <p:nvSpPr>
          <p:cNvPr id="4" name="Num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GT"/>
              <a:t>16</a:t>
            </a:fld>
          </a:p>
        </p:txBody>
      </p:sp>
      <p:pic>
        <p:nvPicPr>
          <p:cNvPr id="5" name="Imagen 2" descr="fo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0" y="500000"/>
            <a:ext cx="4000000" cy="3000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Producto 17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GT" dirty="0"/>
              <a:t>Descripción del producto 17 con bastante texto para simular una presentación real.</a:t>
            </a:r>
          </a:p>
          <a:p>
            <a:r>
              <a:rPr lang="es-GT" dirty="0"/>
              <a:t>Precio: Q 117.00</a:t>
            </a:r>
          </a:p>
        </p:txBody>
      </p:sp>
      <p:sp>
        <p:nvSpPr>
          <p:cNvPr id="4" name="Num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GT"/>
              <a:t>17</a:t>
            </a:fld>
          </a:p>
        </p:txBody>
      </p:sp>
      <p:pic>
        <p:nvPicPr>
          <p:cNvPr id="5" name="Imagen 2" descr="fo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0" y="500000"/>
            <a:ext cx="4000000" cy="3000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Producto 18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GT" dirty="0"/>
              <a:t>Descripción del producto 18 con bastante texto para simular una presentación real.</a:t>
            </a:r>
          </a:p>
          <a:p>
            <a:r>
              <a:rPr lang="es-GT" dirty="0"/>
              <a:t>Precio: Q 118.00</a:t>
            </a:r>
          </a:p>
        </p:txBody>
      </p:sp>
      <p:sp>
        <p:nvSpPr>
          <p:cNvPr id="4" name="Num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GT"/>
              <a:t>18</a:t>
            </a:fld>
          </a:p>
        </p:txBody>
      </p:sp>
      <p:pic>
        <p:nvPicPr>
          <p:cNvPr id="5" name="Imagen 2" descr="fo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0" y="500000"/>
            <a:ext cx="4000000" cy="3000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Producto 19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GT" dirty="0"/>
              <a:t>Descripción del producto 19 con bastante texto para simular una presentación real.</a:t>
            </a:r>
          </a:p>
          <a:p>
            <a:r>
              <a:rPr lang="es-GT" dirty="0"/>
              <a:t>Precio: Q 119.00</a:t>
            </a:r>
          </a:p>
        </p:txBody>
      </p:sp>
      <p:sp>
        <p:nvSpPr>
          <p:cNvPr id="4" name="Num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GT"/>
              <a:t>19</a:t>
            </a:fld>
          </a:p>
        </p:txBody>
      </p:sp>
      <p:pic>
        <p:nvPicPr>
          <p:cNvPr id="5" name="Imagen 2" descr="fo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0" y="500000"/>
            <a:ext cx="4000000" cy="3000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Producto 20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GT" dirty="0"/>
              <a:t>Descripción del producto 20 con bastante texto para simular una presentación real.</a:t>
            </a:r>
          </a:p>
          <a:p>
            <a:r>
              <a:rPr lang="es-GT" dirty="0"/>
              <a:t>Precio: Q 120.00</a:t>
            </a:r>
          </a:p>
        </p:txBody>
      </p:sp>
      <p:sp>
        <p:nvSpPr>
          <p:cNvPr id="4" name="Num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GT"/>
              <a:t>20</a:t>
            </a:fld>
          </a:p>
        </p:txBody>
      </p:sp>
      <p:pic>
        <p:nvPicPr>
          <p:cNvPr id="5" name="Imagen 2" descr="fo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0" y="500000"/>
            <a:ext cx="4000000" cy="3000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Producto 21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GT" dirty="0"/>
              <a:t>Descripción del producto 21 con bastante texto para simular una presentación real.</a:t>
            </a:r>
          </a:p>
          <a:p>
            <a:r>
              <a:rPr lang="es-GT" dirty="0"/>
              <a:t>Precio: Q 121.00</a:t>
            </a:r>
          </a:p>
        </p:txBody>
      </p:sp>
      <p:sp>
        <p:nvSpPr>
          <p:cNvPr id="4" name="Num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GT"/>
              <a:t>21</a:t>
            </a:fld>
          </a:p>
        </p:txBody>
      </p:sp>
      <p:pic>
        <p:nvPicPr>
          <p:cNvPr id="5" name="Imagen 2" descr="fo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0" y="500000"/>
            <a:ext cx="4000000" cy="3000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Producto 22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GT" dirty="0"/>
              <a:t>Descripción del producto 22 con bastante texto para simular una presentación real.</a:t>
            </a:r>
          </a:p>
          <a:p>
            <a:r>
              <a:rPr lang="es-GT" dirty="0"/>
              <a:t>Precio: Q 122.00</a:t>
            </a:r>
          </a:p>
        </p:txBody>
      </p:sp>
      <p:sp>
        <p:nvSpPr>
          <p:cNvPr id="4" name="Num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GT"/>
              <a:t>22</a:t>
            </a:fld>
          </a:p>
        </p:txBody>
      </p:sp>
      <p:pic>
        <p:nvPicPr>
          <p:cNvPr id="5" name="Imagen 2" descr="fo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0" y="500000"/>
            <a:ext cx="4000000" cy="3000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Producto 23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GT" dirty="0"/>
              <a:t>Descripción del producto 23 con bastante texto para simular una presentación real.</a:t>
            </a:r>
          </a:p>
          <a:p>
            <a:r>
              <a:rPr lang="es-GT" dirty="0"/>
              <a:t>Precio: Q 123.00</a:t>
            </a:r>
          </a:p>
        </p:txBody>
      </p:sp>
      <p:sp>
        <p:nvSpPr>
          <p:cNvPr id="4" name="Num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GT"/>
              <a:t>23</a:t>
            </a:fld>
          </a:p>
        </p:txBody>
      </p:sp>
      <p:pic>
        <p:nvPicPr>
          <p:cNvPr id="5" name="Imagen 2" descr="fo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0" y="500000"/>
            <a:ext cx="4000000" cy="3000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Producto 24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GT" dirty="0"/>
              <a:t>Descripción del producto 24 con bastante texto para simular una presentación real.</a:t>
            </a:r>
          </a:p>
          <a:p>
            <a:r>
              <a:rPr lang="es-GT" dirty="0"/>
              <a:t>Precio: Q 124.00</a:t>
            </a:r>
          </a:p>
        </p:txBody>
      </p:sp>
      <p:sp>
        <p:nvSpPr>
          <p:cNvPr id="4" name="Num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GT"/>
              <a:t>24</a:t>
            </a:fld>
          </a:p>
        </p:txBody>
      </p:sp>
      <p:pic>
        <p:nvPicPr>
          <p:cNvPr id="5" name="Imagen 2" descr="fo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0" y="500000"/>
            <a:ext cx="4000000" cy="3000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Producto 25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GT" dirty="0"/>
              <a:t>Descripción del producto 25 con bastante texto para simular una presentación real.</a:t>
            </a:r>
          </a:p>
          <a:p>
            <a:r>
              <a:rPr lang="es-GT" dirty="0"/>
              <a:t>Precio: Q 125.00</a:t>
            </a:r>
          </a:p>
        </p:txBody>
      </p:sp>
      <p:sp>
        <p:nvSpPr>
          <p:cNvPr id="4" name="Num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GT"/>
              <a:t>25</a:t>
            </a:fld>
          </a:p>
        </p:txBody>
      </p:sp>
      <p:pic>
        <p:nvPicPr>
          <p:cNvPr id="5" name="Imagen 2" descr="fo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0" y="500000"/>
            <a:ext cx="4000000" cy="3000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Producto 26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GT" dirty="0"/>
              <a:t>Descripción del producto 26 con bastante texto para simular una presentación real.</a:t>
            </a:r>
          </a:p>
          <a:p>
            <a:r>
              <a:rPr lang="es-GT" dirty="0"/>
              <a:t>Precio: Q 126.00</a:t>
            </a:r>
          </a:p>
        </p:txBody>
      </p:sp>
      <p:sp>
        <p:nvSpPr>
          <p:cNvPr id="4" name="Num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GT"/>
              <a:t>26</a:t>
            </a:fld>
          </a:p>
        </p:txBody>
      </p:sp>
      <p:pic>
        <p:nvPicPr>
          <p:cNvPr id="5" name="Imagen 2" descr="fo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0" y="500000"/>
            <a:ext cx="4000000" cy="3000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Producto 27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GT" dirty="0"/>
              <a:t>Descripción del producto 27 con bastante texto para simular una presentación real.</a:t>
            </a:r>
          </a:p>
          <a:p>
            <a:r>
              <a:rPr lang="es-GT" dirty="0"/>
              <a:t>Precio: Q 127.00</a:t>
            </a:r>
          </a:p>
        </p:txBody>
      </p:sp>
      <p:sp>
        <p:nvSpPr>
          <p:cNvPr id="4" name="Num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GT"/>
              <a:t>27</a:t>
            </a:fld>
          </a:p>
        </p:txBody>
      </p:sp>
      <p:pic>
        <p:nvPicPr>
          <p:cNvPr id="5" name="Imagen 2" descr="fo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0" y="500000"/>
            <a:ext cx="4000000" cy="3000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Producto 28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GT" dirty="0"/>
              <a:t>Descripción del producto 28 con bastante texto para simular una presentación real.</a:t>
            </a:r>
          </a:p>
          <a:p>
            <a:r>
              <a:rPr lang="es-GT" dirty="0"/>
              <a:t>Precio: Q 128.00</a:t>
            </a:r>
          </a:p>
        </p:txBody>
      </p:sp>
      <p:sp>
        <p:nvSpPr>
          <p:cNvPr id="4" name="Num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GT"/>
              <a:t>28</a:t>
            </a:fld>
          </a:p>
        </p:txBody>
      </p:sp>
      <p:pic>
        <p:nvPicPr>
          <p:cNvPr id="5" name="Imagen 2" descr="fo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0" y="500000"/>
            <a:ext cx="4000000" cy="3000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Producto 29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GT" dirty="0"/>
              <a:t>Descripción del producto 29 con bastante texto para simular una presentación real.</a:t>
            </a:r>
          </a:p>
          <a:p>
            <a:r>
              <a:rPr lang="es-GT" dirty="0"/>
              <a:t>Precio: Q 129.00</a:t>
            </a:r>
          </a:p>
        </p:txBody>
      </p:sp>
      <p:sp>
        <p:nvSpPr>
          <p:cNvPr id="4" name="Num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GT"/>
              <a:t>29</a:t>
            </a:fld>
          </a:p>
        </p:txBody>
      </p:sp>
      <p:pic>
        <p:nvPicPr>
          <p:cNvPr id="5" name="Imagen 2" descr="fo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0" y="500000"/>
            <a:ext cx="4000000" cy="3000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Producto 30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GT" dirty="0"/>
              <a:t>Descripción del producto 30 con bastante texto para simular una presentación real.</a:t>
            </a:r>
          </a:p>
          <a:p>
            <a:r>
              <a:rPr lang="es-GT" dirty="0"/>
              <a:t>Precio: Q 130.00</a:t>
            </a:r>
          </a:p>
        </p:txBody>
      </p:sp>
      <p:sp>
        <p:nvSpPr>
          <p:cNvPr id="4" name="Num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GT"/>
              <a:t>30</a:t>
            </a:fld>
          </a:p>
        </p:txBody>
      </p:sp>
      <p:pic>
        <p:nvPicPr>
          <p:cNvPr id="5" name="Imagen 2" descr="fo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0" y="500000"/>
            <a:ext cx="4000000" cy="3000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Producto 31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GT" dirty="0"/>
              <a:t>Descripción del producto 31 con bastante texto para simular una presentación real.</a:t>
            </a:r>
          </a:p>
          <a:p>
            <a:r>
              <a:rPr lang="es-GT" dirty="0"/>
              <a:t>Precio: Q 131.00</a:t>
            </a:r>
          </a:p>
        </p:txBody>
      </p:sp>
      <p:sp>
        <p:nvSpPr>
          <p:cNvPr id="4" name="Num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GT"/>
              <a:t>31</a:t>
            </a:fld>
          </a:p>
        </p:txBody>
      </p:sp>
      <p:pic>
        <p:nvPicPr>
          <p:cNvPr id="5" name="Imagen 2" descr="fo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0" y="500000"/>
            <a:ext cx="4000000" cy="3000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Producto 32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GT" dirty="0"/>
              <a:t>Descripción del producto 32 con bastante texto para simular una presentación real.</a:t>
            </a:r>
          </a:p>
          <a:p>
            <a:r>
              <a:rPr lang="es-GT" dirty="0"/>
              <a:t>Precio: Q 132.00</a:t>
            </a:r>
          </a:p>
        </p:txBody>
      </p:sp>
      <p:sp>
        <p:nvSpPr>
          <p:cNvPr id="4" name="Num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GT"/>
              <a:t>32</a:t>
            </a:fld>
          </a:p>
        </p:txBody>
      </p:sp>
      <p:pic>
        <p:nvPicPr>
          <p:cNvPr id="5" name="Imagen 2" descr="fo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0" y="500000"/>
            <a:ext cx="4000000" cy="3000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Producto 33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GT" dirty="0"/>
              <a:t>Descripción del producto 33 con bastante texto para simular una presentación real.</a:t>
            </a:r>
          </a:p>
          <a:p>
            <a:r>
              <a:rPr lang="es-GT" dirty="0"/>
              <a:t>Precio: Q 133.00</a:t>
            </a:r>
          </a:p>
        </p:txBody>
      </p:sp>
      <p:sp>
        <p:nvSpPr>
          <p:cNvPr id="4" name="Num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GT"/>
              <a:t>33</a:t>
            </a:fld>
          </a:p>
        </p:txBody>
      </p:sp>
      <p:pic>
        <p:nvPicPr>
          <p:cNvPr id="5" name="Imagen 2" descr="fo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0" y="500000"/>
            <a:ext cx="4000000" cy="3000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Producto 34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GT" dirty="0"/>
              <a:t>Descripción del producto 34 con bastante texto para simular una presentación real.</a:t>
            </a:r>
          </a:p>
          <a:p>
            <a:r>
              <a:rPr lang="es-GT" dirty="0"/>
              <a:t>Precio: Q 134.00</a:t>
            </a:r>
          </a:p>
        </p:txBody>
      </p:sp>
      <p:sp>
        <p:nvSpPr>
          <p:cNvPr id="4" name="Num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GT"/>
              <a:t>34</a:t>
            </a:fld>
          </a:p>
        </p:txBody>
      </p:sp>
      <p:pic>
        <p:nvPicPr>
          <p:cNvPr id="5" name="Imagen 2" descr="fo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0" y="500000"/>
            <a:ext cx="4000000" cy="3000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Producto 35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GT" dirty="0"/>
              <a:t>Descripción del producto 35 con bastante texto para simular una presentación real.</a:t>
            </a:r>
          </a:p>
          <a:p>
            <a:r>
              <a:rPr lang="es-GT" dirty="0"/>
              <a:t>Precio: Q 135.00</a:t>
            </a:r>
          </a:p>
        </p:txBody>
      </p:sp>
      <p:sp>
        <p:nvSpPr>
          <p:cNvPr id="4" name="Num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GT"/>
              <a:t>35</a:t>
            </a:fld>
          </a:p>
        </p:txBody>
      </p:sp>
      <p:pic>
        <p:nvPicPr>
          <p:cNvPr id="5" name="Imagen 2" descr="fo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0" y="500000"/>
            <a:ext cx="4000000" cy="3000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Producto 36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GT" dirty="0"/>
              <a:t>Descripción del producto 36 con bastante texto para simular una presentación real.</a:t>
            </a:r>
          </a:p>
          <a:p>
            <a:r>
              <a:rPr lang="es-GT" dirty="0"/>
              <a:t>Precio: Q 136.00</a:t>
            </a:r>
          </a:p>
        </p:txBody>
      </p:sp>
      <p:sp>
        <p:nvSpPr>
          <p:cNvPr id="4" name="Num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GT"/>
              <a:t>36</a:t>
            </a:fld>
          </a:p>
        </p:txBody>
      </p:sp>
      <p:pic>
        <p:nvPicPr>
          <p:cNvPr id="5" name="Imagen 2" descr="fo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0" y="500000"/>
            <a:ext cx="4000000" cy="3000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Producto 37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GT" dirty="0"/>
              <a:t>Descripción del producto 37 con bastante texto para simular una presentación real.</a:t>
            </a:r>
          </a:p>
          <a:p>
            <a:r>
              <a:rPr lang="es-GT" dirty="0"/>
              <a:t>Precio: Q 137.00</a:t>
            </a:r>
          </a:p>
        </p:txBody>
      </p:sp>
      <p:sp>
        <p:nvSpPr>
          <p:cNvPr id="4" name="Num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GT"/>
              <a:t>37</a:t>
            </a:fld>
          </a:p>
        </p:txBody>
      </p:sp>
      <p:pic>
        <p:nvPicPr>
          <p:cNvPr id="5" name="Imagen 2" descr="fo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0" y="500000"/>
            <a:ext cx="4000000" cy="3000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Producto 38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GT" dirty="0"/>
              <a:t>Descripción del producto 38 con bastante texto para simular una presentación real.</a:t>
            </a:r>
          </a:p>
          <a:p>
            <a:r>
              <a:rPr lang="es-GT" dirty="0"/>
              <a:t>Precio: Q 138.00</a:t>
            </a:r>
          </a:p>
        </p:txBody>
      </p:sp>
      <p:sp>
        <p:nvSpPr>
          <p:cNvPr id="4" name="Num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GT"/>
              <a:t>38</a:t>
            </a:fld>
          </a:p>
        </p:txBody>
      </p:sp>
      <p:pic>
        <p:nvPicPr>
          <p:cNvPr id="5" name="Imagen 2" descr="fo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0" y="500000"/>
            <a:ext cx="4000000" cy="3000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Producto 39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GT" dirty="0"/>
              <a:t>Descripción del producto 39 con bastante texto para simular una presentación real.</a:t>
            </a:r>
          </a:p>
          <a:p>
            <a:r>
              <a:rPr lang="es-GT" dirty="0"/>
              <a:t>Precio: Q 139.00</a:t>
            </a:r>
          </a:p>
        </p:txBody>
      </p:sp>
      <p:sp>
        <p:nvSpPr>
          <p:cNvPr id="4" name="Num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GT"/>
              <a:t>39</a:t>
            </a:fld>
          </a:p>
        </p:txBody>
      </p:sp>
      <p:pic>
        <p:nvPicPr>
          <p:cNvPr id="5" name="Imagen 2" descr="fo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0" y="500000"/>
            <a:ext cx="4000000" cy="3000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Producto 40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GT" dirty="0"/>
              <a:t>Descripción del producto 40 con bastante texto para simular una presentación real.</a:t>
            </a:r>
          </a:p>
          <a:p>
            <a:r>
              <a:rPr lang="es-GT" dirty="0"/>
              <a:t>Precio: Q 140.00</a:t>
            </a:r>
          </a:p>
        </p:txBody>
      </p:sp>
      <p:sp>
        <p:nvSpPr>
          <p:cNvPr id="4" name="Num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GT"/>
              <a:t>40</a:t>
            </a:fld>
          </a:p>
        </p:txBody>
      </p:sp>
      <p:pic>
        <p:nvPicPr>
          <p:cNvPr id="5" name="Imagen 2" descr="fo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0" y="500000"/>
            <a:ext cx="4000000" cy="300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Office PowerPoint</Application>
  <Slides>40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Presentación</dc:title>
  <dc:creator>Servicom pruebas</dc:creator>
  <dcterms:created xsi:type="dcterms:W3CDTF">2026-01-01T00:00:00Z</dcterms:created>
</cp:coreProperties>
</file>