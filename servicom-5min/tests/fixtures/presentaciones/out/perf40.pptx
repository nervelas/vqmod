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ebp" ContentType="image/webp"/>
  <Default Extension="svg" ContentType="image/svg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13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14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15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16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17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18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19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20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21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22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23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24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25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26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27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28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29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30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31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32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33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34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35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36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37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38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39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Nota 40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1.jpe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2.jpe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3.jpe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4.jpe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5.jpe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6.jpe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7.jpe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8.jpe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9.jpe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10.jpe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11.jpe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12.jpeg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13.jpeg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14.jpeg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15.jpeg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16.jpeg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17.jpeg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18.jpeg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19.jpeg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20.jpeg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21.jpeg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22.jpeg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23.jpeg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24.jpeg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25.jpeg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26.jpeg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27.jpeg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28.jpeg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29.jpeg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30.jpeg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31.jpeg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32.jpeg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33.jpeg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34.jpeg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35.jpeg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36.jpeg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37.jpeg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38.jpeg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39.jpeg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to40.jpeg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Producto 1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1 con bastante texto para simular una presentación real.</a:t>
            </a:r>
          </a:p>
          <a:p>
            <a:r>
              <a:rPr lang="es-GT" dirty="0"/>
              <a:t>Precio: Q 101.00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2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2 con bastante texto para simular una presentación real.</a:t>
            </a:r>
          </a:p>
          <a:p>
            <a:r>
              <a:rPr lang="es-GT" dirty="0"/>
              <a:t>Precio: Q 102.00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3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3 con bastante texto para simular una presentación real.</a:t>
            </a:r>
          </a:p>
          <a:p>
            <a:r>
              <a:rPr lang="es-GT" dirty="0"/>
              <a:t>Precio: Q 103.00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4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4 con bastante texto para simular una presentación real.</a:t>
            </a:r>
          </a:p>
          <a:p>
            <a:r>
              <a:rPr lang="es-GT" dirty="0"/>
              <a:t>Precio: Q 104.00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4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5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5 con bastante texto para simular una presentación real.</a:t>
            </a:r>
          </a:p>
          <a:p>
            <a:r>
              <a:rPr lang="es-GT" dirty="0"/>
              <a:t>Precio: Q 105.00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5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6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6 con bastante texto para simular una presentación real.</a:t>
            </a:r>
          </a:p>
          <a:p>
            <a:r>
              <a:rPr lang="es-GT" dirty="0"/>
              <a:t>Precio: Q 106.00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6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7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7 con bastante texto para simular una presentación real.</a:t>
            </a:r>
          </a:p>
          <a:p>
            <a:r>
              <a:rPr lang="es-GT" dirty="0"/>
              <a:t>Precio: Q 107.00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7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8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8 con bastante texto para simular una presentación real.</a:t>
            </a:r>
          </a:p>
          <a:p>
            <a:r>
              <a:rPr lang="es-GT" dirty="0"/>
              <a:t>Precio: Q 108.00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8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9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9 con bastante texto para simular una presentación real.</a:t>
            </a:r>
          </a:p>
          <a:p>
            <a:r>
              <a:rPr lang="es-GT" dirty="0"/>
              <a:t>Precio: Q 109.00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9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10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10 con bastante texto para simular una presentación real.</a:t>
            </a:r>
          </a:p>
          <a:p>
            <a:r>
              <a:rPr lang="es-GT" dirty="0"/>
              <a:t>Precio: Q 110.00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10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11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11 con bastante texto para simular una presentación real.</a:t>
            </a:r>
          </a:p>
          <a:p>
            <a:r>
              <a:rPr lang="es-GT" dirty="0"/>
              <a:t>Precio: Q 111.00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11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12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12 con bastante texto para simular una presentación real.</a:t>
            </a:r>
          </a:p>
          <a:p>
            <a:r>
              <a:rPr lang="es-GT" dirty="0"/>
              <a:t>Precio: Q 112.00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12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13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13 con bastante texto para simular una presentación real.</a:t>
            </a:r>
          </a:p>
          <a:p>
            <a:r>
              <a:rPr lang="es-GT" dirty="0"/>
              <a:t>Precio: Q 113.00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13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14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14 con bastante texto para simular una presentación real.</a:t>
            </a:r>
          </a:p>
          <a:p>
            <a:r>
              <a:rPr lang="es-GT" dirty="0"/>
              <a:t>Precio: Q 114.00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14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15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15 con bastante texto para simular una presentación real.</a:t>
            </a:r>
          </a:p>
          <a:p>
            <a:r>
              <a:rPr lang="es-GT" dirty="0"/>
              <a:t>Precio: Q 115.00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15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16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16 con bastante texto para simular una presentación real.</a:t>
            </a:r>
          </a:p>
          <a:p>
            <a:r>
              <a:rPr lang="es-GT" dirty="0"/>
              <a:t>Precio: Q 116.00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16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17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17 con bastante texto para simular una presentación real.</a:t>
            </a:r>
          </a:p>
          <a:p>
            <a:r>
              <a:rPr lang="es-GT" dirty="0"/>
              <a:t>Precio: Q 117.00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17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18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18 con bastante texto para simular una presentación real.</a:t>
            </a:r>
          </a:p>
          <a:p>
            <a:r>
              <a:rPr lang="es-GT" dirty="0"/>
              <a:t>Precio: Q 118.00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18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19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19 con bastante texto para simular una presentación real.</a:t>
            </a:r>
          </a:p>
          <a:p>
            <a:r>
              <a:rPr lang="es-GT" dirty="0"/>
              <a:t>Precio: Q 119.00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19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20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20 con bastante texto para simular una presentación real.</a:t>
            </a:r>
          </a:p>
          <a:p>
            <a:r>
              <a:rPr lang="es-GT" dirty="0"/>
              <a:t>Precio: Q 120.00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20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21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21 con bastante texto para simular una presentación real.</a:t>
            </a:r>
          </a:p>
          <a:p>
            <a:r>
              <a:rPr lang="es-GT" dirty="0"/>
              <a:t>Precio: Q 121.00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21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22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22 con bastante texto para simular una presentación real.</a:t>
            </a:r>
          </a:p>
          <a:p>
            <a:r>
              <a:rPr lang="es-GT" dirty="0"/>
              <a:t>Precio: Q 122.00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22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23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23 con bastante texto para simular una presentación real.</a:t>
            </a:r>
          </a:p>
          <a:p>
            <a:r>
              <a:rPr lang="es-GT" dirty="0"/>
              <a:t>Precio: Q 123.00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23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24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24 con bastante texto para simular una presentación real.</a:t>
            </a:r>
          </a:p>
          <a:p>
            <a:r>
              <a:rPr lang="es-GT" dirty="0"/>
              <a:t>Precio: Q 124.00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24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25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25 con bastante texto para simular una presentación real.</a:t>
            </a:r>
          </a:p>
          <a:p>
            <a:r>
              <a:rPr lang="es-GT" dirty="0"/>
              <a:t>Precio: Q 125.00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25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26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26 con bastante texto para simular una presentación real.</a:t>
            </a:r>
          </a:p>
          <a:p>
            <a:r>
              <a:rPr lang="es-GT" dirty="0"/>
              <a:t>Precio: Q 126.00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26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27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27 con bastante texto para simular una presentación real.</a:t>
            </a:r>
          </a:p>
          <a:p>
            <a:r>
              <a:rPr lang="es-GT" dirty="0"/>
              <a:t>Precio: Q 127.00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27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28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28 con bastante texto para simular una presentación real.</a:t>
            </a:r>
          </a:p>
          <a:p>
            <a:r>
              <a:rPr lang="es-GT" dirty="0"/>
              <a:t>Precio: Q 128.00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28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29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29 con bastante texto para simular una presentación real.</a:t>
            </a:r>
          </a:p>
          <a:p>
            <a:r>
              <a:rPr lang="es-GT" dirty="0"/>
              <a:t>Precio: Q 129.00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29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30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30 con bastante texto para simular una presentación real.</a:t>
            </a:r>
          </a:p>
          <a:p>
            <a:r>
              <a:rPr lang="es-GT" dirty="0"/>
              <a:t>Precio: Q 130.00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30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31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31 con bastante texto para simular una presentación real.</a:t>
            </a:r>
          </a:p>
          <a:p>
            <a:r>
              <a:rPr lang="es-GT" dirty="0"/>
              <a:t>Precio: Q 131.00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31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32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32 con bastante texto para simular una presentación real.</a:t>
            </a:r>
          </a:p>
          <a:p>
            <a:r>
              <a:rPr lang="es-GT" dirty="0"/>
              <a:t>Precio: Q 132.00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32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33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33 con bastante texto para simular una presentación real.</a:t>
            </a:r>
          </a:p>
          <a:p>
            <a:r>
              <a:rPr lang="es-GT" dirty="0"/>
              <a:t>Precio: Q 133.00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33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34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34 con bastante texto para simular una presentación real.</a:t>
            </a:r>
          </a:p>
          <a:p>
            <a:r>
              <a:rPr lang="es-GT" dirty="0"/>
              <a:t>Precio: Q 134.00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34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35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35 con bastante texto para simular una presentación real.</a:t>
            </a:r>
          </a:p>
          <a:p>
            <a:r>
              <a:rPr lang="es-GT" dirty="0"/>
              <a:t>Precio: Q 135.00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35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36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36 con bastante texto para simular una presentación real.</a:t>
            </a:r>
          </a:p>
          <a:p>
            <a:r>
              <a:rPr lang="es-GT" dirty="0"/>
              <a:t>Precio: Q 136.00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36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37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37 con bastante texto para simular una presentación real.</a:t>
            </a:r>
          </a:p>
          <a:p>
            <a:r>
              <a:rPr lang="es-GT" dirty="0"/>
              <a:t>Precio: Q 137.00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37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38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38 con bastante texto para simular una presentación real.</a:t>
            </a:r>
          </a:p>
          <a:p>
            <a:r>
              <a:rPr lang="es-GT" dirty="0"/>
              <a:t>Precio: Q 138.00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38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39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39 con bastante texto para simular una presentación real.</a:t>
            </a:r>
          </a:p>
          <a:p>
            <a:r>
              <a:rPr lang="es-GT" dirty="0"/>
              <a:t>Precio: Q 139.00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39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Producto 40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Descripción del producto 40 con bastante texto para simular una presentación real.</a:t>
            </a:r>
          </a:p>
          <a:p>
            <a:r>
              <a:rPr lang="es-GT" dirty="0"/>
              <a:t>Precio: Q 140.00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40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40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Presentación</dc:title>
  <dc:creator>Servicom pruebas</dc:creator>
  <dcterms:created xsi:type="dcterms:W3CDTF">2026-01-01T00:00:00Z</dcterms:created>
</cp:coreProperties>
</file>