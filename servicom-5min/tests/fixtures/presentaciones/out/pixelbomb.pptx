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ebp" ContentType="image/webp"/>
  <Default Extension="svg" ContentType="image/svg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11" Type="http://schemas.openxmlformats.org/officeDocument/2006/relationships/slide" Target="slides/slid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gigante.png"/><Relationship Id="rId3" Type="http://schemas.openxmlformats.org/officeDocument/2006/relationships/image" Target="../media/normal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Pixel bomb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Texto normal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  <p:pic>
        <p:nvPicPr>
          <p:cNvPr id="6" name="Imagen 3" descr="f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Presentación</dc:title>
  <dc:creator>Servicom pruebas</dc:creator>
  <dcterms:created xsi:type="dcterms:W3CDTF">2026-01-01T00:00:00Z</dcterms:created>
</cp:coreProperties>
</file>