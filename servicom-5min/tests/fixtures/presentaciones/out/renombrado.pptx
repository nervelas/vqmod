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Override PartName="/word/document.xml" ContentType="application/vnd.openxmlformats-officedocument.wordprocessingml.document.main+xml"/>
  <Override PartName="/word/styles.xml" ContentType="application/vnd.openxmlformats-officedocument.wordprocessingml.styles+xml"/>
  <Override PartName="/word/numbering.xml" ContentType="application/vnd.openxmlformats-officedocument.wordprocessingml.numbering+xml"/>
  <Override PartName="/docProps/core.xml" ContentType="application/vnd.openxmlformats-package.core-properties+xml"/>
  <Override PartName="/docProps/app.xml" ContentType="application/vnd.openxmlformats-officedocument.extended-properties+xml"/>
  <Override PartName="/word/header1.xml" ContentType="application/vnd.openxmlformats-officedocument.wordprocessingml.header+xml"/>
  <Override PartName="/word/footer1.xml" ContentType="application/vnd.openxmlformats-officedocument.wordprocessingml.footer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word/document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word/document.xml><?xml version="1.0" encoding="utf-8"?>
<w:document xmlns:w="http://schemas.openxmlformats.org/wordprocessingml/2006/main" xmlns:r="http://schemas.openxmlformats.org/officeDocument/2006/relationships" xmlns:wp="http://schemas.openxmlformats.org/drawingml/2006/wordprocessingDrawing" xmlns:a="http://schemas.openxmlformats.org/drawingml/2006/main" xmlns:pic="http://schemas.openxmlformats.org/drawingml/2006/picture">
  <w:body>
    <w:p>
      <w:pPr>
        <w:pStyle w:val="Title"/>
      </w:pPr>
      <w:r>
        <w:t>Clínica Dental Sonrisa</w:t>
      </w:r>
    </w:p>
    <w:p>
      <w:r>
        <w:t xml:space="preserve">Cuidamos la salud bucal de toda la familia.</w:t>
      </w:r>
    </w:p>
    <w:p>
      <w:pPr>
        <w:pStyle w:val="Heading1"/>
      </w:pPr>
      <w:r>
        <w:t>Servicios</w:t>
      </w:r>
    </w:p>
    <w:p>
      <w:pPr>
        <w:pStyle w:val="Prrafodelista"/>
        <w:numPr>
          <w:ilvl w:val="0"/>
          <w:numId w:val="1"/>
        </w:numPr>
      </w:pPr>
      <w:r>
        <w:t>Limpieza dental</w:t>
      </w:r>
    </w:p>
    <w:p>
      <w:pPr>
        <w:pStyle w:val="Prrafodelista"/>
        <w:numPr>
          <w:ilvl w:val="0"/>
          <w:numId w:val="1"/>
        </w:numPr>
      </w:pPr>
      <w:r>
        <w:t>Ortodoncia</w:t>
      </w:r>
    </w:p>
    <w:p>
      <w:pPr>
        <w:pStyle w:val="Prrafodelista"/>
        <w:numPr>
          <w:ilvl w:val="0"/>
          <w:numId w:val="1"/>
        </w:numPr>
      </w:pPr>
      <w:r>
        <w:t>Blanqueamiento</w:t>
      </w:r>
    </w:p>
    <w:tbl>
      <w:tblPr>
        <w:tblW w:w="0" w:type="auto"/>
      </w:tblPr>
      <w:tblGrid>
        <w:gridCol w:w="3000"/>
        <w:gridCol w:w="3000"/>
      </w:tblGrid>
      <w:tr>
        <w:tc>
          <w:tcPr>
            <w:tcW w:w="3000" w:type="dxa"/>
          </w:tcPr>
          <w:p>
            <w:r>
              <w:t>Servicio</w:t>
            </w:r>
          </w:p>
        </w:tc>
        <w:tc>
          <w:tcPr>
            <w:tcW w:w="3000" w:type="dxa"/>
          </w:tcPr>
          <w:p>
            <w:r>
              <w:t>Descripción</w:t>
            </w:r>
          </w:p>
        </w:tc>
      </w:tr>
      <w:tr>
        <w:tc>
          <w:tcPr>
            <w:tcW w:w="3000" w:type="dxa"/>
          </w:tcPr>
          <w:p>
            <w:r>
              <w:t>Limpieza dental</w:t>
            </w:r>
          </w:p>
        </w:tc>
        <w:tc>
          <w:tcPr>
            <w:tcW w:w="3000" w:type="dxa"/>
          </w:tcPr>
          <w:p>
            <w:r>
              <w:t>Profilaxis y revisión general</w:t>
            </w:r>
          </w:p>
        </w:tc>
      </w:tr>
      <w:tr>
        <w:tc>
          <w:tcPr>
            <w:tcW w:w="3000" w:type="dxa"/>
          </w:tcPr>
          <w:p>
            <w:r>
              <w:t>Ortodoncia</w:t>
            </w:r>
          </w:p>
        </w:tc>
        <w:tc>
          <w:tcPr>
            <w:tcW w:w="3000" w:type="dxa"/>
          </w:tcPr>
          <w:p>
            <w:r>
              <w:t>Brackets metálicos y estéticos</w:t>
            </w:r>
          </w:p>
        </w:tc>
      </w:tr>
    </w:tbl>
    <w:p/>
    <w:p>
      <w:r>
        <w:drawing>
          <wp:inline distT="0" distB="0" distL="0" distR="0">
            <wp:extent cx="3600000" cy="2400000"/>
            <wp:docPr id="1" name="Imagen"/>
            <a:graphic>
              <a:graphicData uri="http://schemas.openxmlformats.org/drawingml/2006/picture">
                <pic:pic>
                  <pic:nvPicPr>
                    <pic:cNvPr id="0" name="foto1.jpeg"/>
                    <pic:cNvPicPr/>
                  </pic:nvPicPr>
                  <pic:blipFill>
                    <a:blip r:embed="rId10"/>
                    <a:stretch>
                      <a:fillRect/>
                    </a:stretch>
                  </pic:blipFill>
                  <pic:spPr>
                    <a:xfrm>
                      <a:off x="0" y="0"/>
                      <a:ext cx="3600000" cy="2400000"/>
                    </a:xfrm>
                    <a:prstGeom prst="rect">
                      <a:avLst/>
                    </a:prstGeom>
                  </pic:spPr>
                </pic:pic>
              </a:graphicData>
            </a:graphic>
          </wp:inline>
        </w:drawing>
      </w:r>
    </w:p>
    <w:p>
      <w:r>
        <w:drawing>
          <wp:inline distT="0" distB="0" distL="0" distR="0">
            <wp:extent cx="3600000" cy="2400000"/>
            <wp:docPr id="2" name="Imagen"/>
            <a:graphic>
              <a:graphicData uri="http://schemas.openxmlformats.org/drawingml/2006/picture">
                <pic:pic>
                  <pic:nvPicPr>
                    <pic:cNvPr id="0" name="foto2.jpeg"/>
                    <pic:cNvPicPr/>
                  </pic:nvPicPr>
                  <pic:blipFill>
                    <a:blip r:embed="rId11"/>
                    <a:stretch>
                      <a:fillRect/>
                    </a:stretch>
                  </pic:blipFill>
                  <pic:spPr>
                    <a:xfrm>
                      <a:off x="0" y="0"/>
                      <a:ext cx="3600000" cy="2400000"/>
                    </a:xfrm>
                    <a:prstGeom prst="rect">
                      <a:avLst/>
                    </a:prstGeom>
                  </pic:spPr>
                </pic:pic>
              </a:graphicData>
            </a:graphic>
          </wp:inline>
        </w:drawing>
      </w:r>
    </w:p>
    <w:p>
      <w:r>
        <w:drawing>
          <wp:inline distT="0" distB="0" distL="0" distR="0">
            <wp:extent cx="3600000" cy="2400000"/>
            <wp:docPr id="3" name="Imagen"/>
            <a:graphic>
              <a:graphicData uri="http://schemas.openxmlformats.org/drawingml/2006/picture">
                <pic:pic>
                  <pic:nvPicPr>
                    <pic:cNvPr id="0" name="icono.png"/>
                    <pic:cNvPicPr/>
                  </pic:nvPicPr>
                  <pic:blipFill>
                    <a:blip r:embed="rId12"/>
                    <a:stretch>
                      <a:fillRect/>
                    </a:stretch>
                  </pic:blipFill>
                  <pic:spPr>
                    <a:xfrm>
                      <a:off x="0" y="0"/>
                      <a:ext cx="3600000" cy="2400000"/>
                    </a:xfrm>
                    <a:prstGeom prst="rect">
                      <a:avLst/>
                    </a:prstGeom>
                  </pic:spPr>
                </pic:pic>
              </a:graphicData>
            </a:graphic>
          </wp:inline>
        </w:drawing>
      </w:r>
    </w:p>
    <w:p>
      <w:pPr>
        <w:pStyle w:val="Heading1"/>
      </w:pPr>
      <w:r>
        <w:t>Sobre nosotros</w:t>
      </w:r>
    </w:p>
    <w:p>
      <w:r>
        <w:t xml:space="preserve">La Clínica Dental Sonrisa atiende con cita previa.</w:t>
      </w:r>
    </w:p>
    <w:p>
      <w:pPr>
        <w:pStyle w:val="Heading2"/>
      </w:pPr>
      <w:r>
        <w:t>Contacto</w:t>
      </w:r>
    </w:p>
    <w:p>
      <w:r>
        <w:t xml:space="preserve">Teléfono 2456-7890, correo citas@dentalsonrisa.com</w:t>
      </w:r>
    </w:p>
    <w:p>
      <w:r>
        <w:drawing>
          <wp:inline distT="0" distB="0" distL="0" distR="0">
            <wp:extent cx="3600000" cy="2400000"/>
            <wp:docPr id="4" name="Imagen"/>
            <a:graphic>
              <a:graphicData uri="http://schemas.openxmlformats.org/drawingml/2006/picture">
                <pic:pic>
                  <pic:nvPicPr>
                    <pic:cNvPr id="0" name="foto3.jpeg"/>
                    <pic:cNvPicPr/>
                  </pic:nvPicPr>
                  <pic:blipFill>
                    <a:blip r:embed="rId13"/>
                    <a:stretch>
                      <a:fillRect/>
                    </a:stretch>
                  </pic:blipFill>
                  <pic:spPr>
                    <a:xfrm>
                      <a:off x="0" y="0"/>
                      <a:ext cx="3600000" cy="2400000"/>
                    </a:xfrm>
                    <a:prstGeom prst="rect">
                      <a:avLst/>
                    </a:prstGeom>
                  </pic:spPr>
                </pic:pic>
              </a:graphicData>
            </a:graphic>
          </wp:inline>
        </w:drawing>
      </w:r>
    </w:p>
    <w:sectPr>
      <w:headerReference w:type="default" r:id="rId3"/>
      <w:footerReference w:type="default" r:id="rId4"/>
      <w:pgSz w:w="12240" w:h="15840"/>
      <w:pgMar w:top="1440" w:right="1440" w:bottom="1440" w:left="1440" w:header="720" w:footer="720" w:gutter="0"/>
    </w:sectPr>
  </w:body>
</w:document>
</file>

<file path=word/footer1.xml><?xml version="1.0" encoding="utf-8"?>
<w:ftr xmlns:w="http://schemas.openxmlformats.org/wordprocessingml/2006/main" xmlns:r="http://schemas.openxmlformats.org/officeDocument/2006/relationships">
  <w:p>
    <w:r>
      <w:t>12 calle 5-67 zona 10, Ciudad de Guatemala</w:t>
    </w:r>
  </w:p>
</w:ftr>
</file>

<file path=word/header1.xml><?xml version="1.0" encoding="utf-8"?>
<w:hdr xmlns:w="http://schemas.openxmlformats.org/wordprocessingml/2006/main" xmlns:r="http://schemas.openxmlformats.org/officeDocument/2006/relationships">
  <w:p>
    <w:r>
      <w:t>Clínica Dental Sonrisa - Tel. 2456-7890</w:t>
    </w:r>
  </w:p>
</w:hdr>
</file>

<file path=word/numbering.xml><?xml version="1.0" encoding="utf-8"?>
<w:numbering xmlns:w="http://schemas.openxmlformats.org/wordprocessingml/2006/main" xmlns:r="http://schemas.openxmlformats.org/officeDocument/2006/relationships">
  <w:abstractNum w:abstractNumId="0">
    <w:multiLevelType w:val="hybridMultilevel"/>
    <w:lvl w:ilvl="0">
      <w:start w:val="1"/>
      <w:numFmt w:val="bullet"/>
      <w:lvlText w:val="-"/>
      <w:lvlJc w:val="left"/>
    </w:lvl>
  </w:abstractNum>
  <w:num w:numId="1">
    <w:abstractNumId w:val="0"/>
  </w:num>
</w:numbering>
</file>

<file path=word/styles.xml><?xml version="1.0" encoding="utf-8"?>
<w:styles xmlns:w="http://schemas.openxmlformats.org/wordprocessingml/2006/main" xmlns:r="http://schemas.openxmlformats.org/officeDocument/2006/relationships">
  <w:docDefaults>
    <w:rPrDefault>
      <w:rPr>
        <w:sz w:val="22"/>
      </w:rPr>
    </w:rPrDefault>
  </w:docDefaults>
  <w:style w:type="paragraph" w:default="1" w:styleId="Normal">
    <w:name w:val="Normal"/>
  </w:style>
  <w:style w:type="paragraph" w:styleId="Title">
    <w:name w:val="Title"/>
    <w:basedOn w:val="Normal"/>
    <w:rPr>
      <w:sz w:val="52"/>
    </w:rPr>
  </w:style>
  <w:style w:type="paragraph" w:styleId="Heading1">
    <w:name w:val="heading 1"/>
    <w:basedOn w:val="Normal"/>
    <w:rPr>
      <w:b/>
      <w:sz w:val="32"/>
    </w:rPr>
  </w:style>
  <w:style w:type="paragraph" w:styleId="Heading2">
    <w:name w:val="heading 2"/>
    <w:basedOn w:val="Normal"/>
    <w:rPr>
      <w:b/>
      <w:sz w:val="26"/>
    </w:rPr>
  </w:style>
  <w:style w:type="paragraph" w:styleId="Prrafodelista">
    <w:name w:val="List Paragraph"/>
    <w:basedOn w:val="Normal"/>
  </w:style>
</w:styles>
</file>

<file path=word/_rels/document.xml.rels><?xml version="1.0" encoding="UTF-8" standalone="yes"?>
<Relationships xmlns="http://schemas.openxmlformats.org/package/2006/relationships"><Relationship Id="rId1" Type="http://schemas.openxmlformats.org/officeDocument/2006/relationships/styles" Target="styles.xml"/><Relationship Id="rId2" Type="http://schemas.openxmlformats.org/officeDocument/2006/relationships/numbering" Target="numbering.xml"/><Relationship Id="rId10" Type="http://schemas.openxmlformats.org/officeDocument/2006/relationships/image" Target="media/foto1.jpeg"/><Relationship Id="rId11" Type="http://schemas.openxmlformats.org/officeDocument/2006/relationships/image" Target="media/foto2.jpeg"/><Relationship Id="rId12" Type="http://schemas.openxmlformats.org/officeDocument/2006/relationships/image" Target="media/icono.png"/><Relationship Id="rId13" Type="http://schemas.openxmlformats.org/officeDocument/2006/relationships/image" Target="media/foto3.jpeg"/><Relationship Id="rId3" Type="http://schemas.openxmlformats.org/officeDocument/2006/relationships/header" Target="header1.xml"/><Relationship Id="rId4" Type="http://schemas.openxmlformats.org/officeDocument/2006/relationships/footer" Target="footer1.xml"/></Relationships>
</file>

<file path=docProps/app.xml><?xml version="1.0" encoding="utf-8"?>
<Properties xmlns="http://schemas.openxmlformats.org/officeDocument/2006/extended-properties">
  <Application>Microsoft Office Word</Application>
  <Pages>2</Pag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Documento</dc:title>
  <dc:creator>Servicom pruebas</dc:creator>
</cp:coreProperties>
</file>