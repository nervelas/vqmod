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Casa Antigua Grill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Fresh grilled meals in Antigua Guatemala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Menu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Grilled chicken</a:t>
            </a:r>
          </a:p>
          <a:p>
            <a:r>
              <a:rPr lang="es-GT" dirty="0"/>
              <a:t>Beef steak</a:t>
            </a:r>
          </a:p>
          <a:p>
            <a:r>
              <a:rPr lang="es-GT" dirty="0"/>
              <a:t>Vegetarian plate</a:t>
            </a:r>
          </a:p>
        </p:txBody>
      </p:sp>
      <p:graphicFrame>
        <p:nvGraphicFramePr>
          <p:cNvPr id="4" name="Tabla"/>
          <p:cNvGraphicFramePr>
            <a:graphicFrameLocks noGrp="1"/>
          </p:cNvGraphicFramePr>
          <p:nvPr/>
        </p:nvGraphicFramePr>
        <p:xfrm>
          <a:off x="600000" y="3600000"/>
          <a:ext cx="9000000" cy="15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Dish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Price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Grilled chicken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Q85.00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Beef steak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Q 120.50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Vegetarian 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Q 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Contact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Phone: +502 7832-1000</a:t>
            </a:r>
          </a:p>
          <a:p>
            <a:r>
              <a:rPr lang="es-GT" dirty="0"/>
              <a:t>Email: hello@casaantigua.example</a:t>
            </a:r>
          </a:p>
          <a:p>
            <a:r>
              <a:rPr lang="es-GT" dirty="0"/>
              <a:t>Address: 4th Street West 12, Antigua Guatemala</a:t>
            </a:r>
          </a:p>
          <a:p>
            <a:r>
              <a:rPr lang="es-GT" dirty="0"/>
              <a:t>Instagram: https://instagram.com/casaantiguagrill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