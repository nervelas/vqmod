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jpg" ContentType="image/jpeg"/>
  <Default Extension="png" ContentType="image/png"/>
  <Default Extension="webp" ContentType="image/webp"/>
  <Default Extension="svg" ContentType="image/svg+xml"/>
  <Default Extension="emf" ContentType="image/x-em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notesMaster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m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GT" dirty="0"/>
              <a:t>Casa Antigua Grill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GT" dirty="0"/>
              <a:t>Fresh grilled meals in Antigua Guatemala</a:t>
            </a:r>
          </a:p>
        </p:txBody>
      </p:sp>
      <p:sp>
        <p:nvSpPr>
          <p:cNvPr id="4" name="Num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GT"/>
              <a:t>1</a:t>
            </a:fld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Menu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GT" dirty="0"/>
              <a:t>Grilled chicken</a:t>
            </a:r>
          </a:p>
          <a:p>
            <a:r>
              <a:rPr lang="es-GT" dirty="0"/>
              <a:t>Beef steak</a:t>
            </a:r>
          </a:p>
          <a:p>
            <a:r>
              <a:rPr lang="es-GT" dirty="0"/>
              <a:t>Vegetarian plate</a:t>
            </a:r>
          </a:p>
        </p:txBody>
      </p:sp>
      <p:graphicFrame>
        <p:nvGraphicFramePr>
          <p:cNvPr id="4" name="Tabla"/>
          <p:cNvGraphicFramePr>
            <a:graphicFrameLocks noGrp="1"/>
          </p:cNvGraphicFramePr>
          <p:nvPr/>
        </p:nvGraphicFramePr>
        <p:xfrm>
          <a:off x="600000" y="3600000"/>
          <a:ext cx="9000000" cy="1500000"/>
        </p:xfrm>
        <a:graphic>
          <a:graphicData uri="http://schemas.openxmlformats.org/drawingml/2006/table">
            <a:tbl>
              <a:tblPr firstRow="1"/>
              <a:tblGrid>
                <a:gridCol w="3000000"/>
                <a:gridCol w="3000000"/>
              </a:tblGrid>
              <a:tr h="370840">
                <a:tc>
                  <a:txBody>
                    <a:bodyPr/>
                    <a:lstStyle/>
                    <a:p>
                      <a:r>
                        <a:rPr lang="es-GT" dirty="0"/>
                        <a:t>Dish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GT" dirty="0"/>
                        <a:t>Price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s-GT" dirty="0"/>
                        <a:t>Grilled chicken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GT" dirty="0"/>
                        <a:t>Q85.00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s-GT" dirty="0"/>
                        <a:t>Beef steak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GT" dirty="0"/>
                        <a:t>Q 120.50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s-GT" dirty="0"/>
                        <a:t>Vegetarian plate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GT" dirty="0"/>
                        <a:t>Q 70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Num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GT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Contact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GT" dirty="0"/>
              <a:t>Phone: +502 7832-1000</a:t>
            </a:r>
          </a:p>
          <a:p>
            <a:r>
              <a:rPr lang="es-GT" dirty="0"/>
              <a:t>Email: hello@casaantigua.example</a:t>
            </a:r>
          </a:p>
          <a:p>
            <a:r>
              <a:rPr lang="es-GT" dirty="0"/>
              <a:t>Address: 4th Street West 12, Antigua Guatemala</a:t>
            </a:r>
          </a:p>
          <a:p>
            <a:r>
              <a:rPr lang="es-GT" dirty="0"/>
              <a:t>Instagram: https://instagram.com/casaantiguagrill</a:t>
            </a:r>
          </a:p>
        </p:txBody>
      </p:sp>
      <p:sp>
        <p:nvSpPr>
          <p:cNvPr id="4" name="Num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GT"/>
              <a:t>3</a:t>
            </a:fld>
          </a:p>
        </p:txBody>
      </p:sp>
      <p:pic>
        <p:nvPicPr>
          <p:cNvPr id="5" name="Imagen 2" descr="fo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0" y="500000"/>
            <a:ext cx="4000000" cy="300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Office PowerPoint</Application>
  <Slides>3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Presentación</dc:title>
  <dc:creator>Servicom pruebas</dc:creator>
  <dcterms:created xsi:type="dcterms:W3CDTF">2026-01-01T00:00:00Z</dcterms:created>
</cp:coreProperties>
</file>