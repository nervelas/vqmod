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eg"/>
  <Default Extension="png" ContentType="image/png"/>
  <Default Extension="webp" ContentType="image/webp"/>
  <Default Extension="svg" ContentType="image/svg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a.jpe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.jpeg"/><Relationship Id="rId3" Type="http://schemas.openxmlformats.org/officeDocument/2006/relationships/image" Target="../media/c.jpe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d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GT" dirty="0"/>
              <a:t>Taller Mecánico El Pistón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Mecánica general y electricidad automotriz</a:t>
            </a:r>
          </a:p>
        </p:txBody>
      </p:sp>
      <p:sp>
        <p:nvSpPr>
          <p:cNvPr id="4" name="Num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GT"/>
              <a:t>1</a:t>
            </a:fld>
          </a:p>
        </p:txBody>
      </p:sp>
      <p:pic>
        <p:nvPicPr>
          <p:cNvPr id="5" name="Imagen 2" descr="f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0" y="500000"/>
            <a:ext cx="4000000" cy="300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Servicios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Cambio de aceite</a:t>
            </a:r>
          </a:p>
          <a:p>
            <a:r>
              <a:rPr lang="es-GT" dirty="0"/>
              <a:t>Frenos</a:t>
            </a:r>
          </a:p>
          <a:p>
            <a:r>
              <a:rPr lang="es-GT" dirty="0"/>
              <a:t>Suspensión</a:t>
            </a:r>
          </a:p>
          <a:p>
            <a:r>
              <a:rPr lang="es-GT" dirty="0"/>
              <a:t>Afinamiento</a:t>
            </a:r>
          </a:p>
        </p:txBody>
      </p:sp>
      <p:sp>
        <p:nvSpPr>
          <p:cNvPr id="4" name="Num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GT"/>
              <a:t>2</a:t>
            </a:fld>
          </a:p>
        </p:txBody>
      </p:sp>
      <p:pic>
        <p:nvPicPr>
          <p:cNvPr id="5" name="Imagen 2" descr="f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0" y="500000"/>
            <a:ext cx="4000000" cy="3000000"/>
          </a:xfrm>
          <a:prstGeom prst="rect">
            <a:avLst/>
          </a:prstGeom>
        </p:spPr>
      </p:pic>
      <p:pic>
        <p:nvPicPr>
          <p:cNvPr id="6" name="Imagen 3" descr="fo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000" y="500000"/>
            <a:ext cx="4000000" cy="300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Contacto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WhatsApp 5512-3456</a:t>
            </a:r>
          </a:p>
          <a:p>
            <a:r>
              <a:rPr lang="es-GT" dirty="0"/>
              <a:t>Km 15 carretera a El Salvador</a:t>
            </a:r>
          </a:p>
        </p:txBody>
      </p:sp>
      <p:sp>
        <p:nvSpPr>
          <p:cNvPr id="4" name="Num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GT"/>
              <a:t>3</a:t>
            </a:fld>
          </a:p>
        </p:txBody>
      </p:sp>
      <p:pic>
        <p:nvPicPr>
          <p:cNvPr id="5" name="Imagen 2" descr="f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0" y="500000"/>
            <a:ext cx="4000000" cy="30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Presentación</dc:title>
  <dc:creator>Servicom pruebas</dc:creator>
  <dcterms:created xsi:type="dcterms:W3CDTF">2026-01-01T00:00:00Z</dcterms:created>
</cp:coreProperties>
</file>