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a.jpe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b.jpeg"/><Relationship Id="rId3" Type="http://schemas.openxmlformats.org/officeDocument/2006/relationships/image" Target="../media/c.jpe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Taller Mecánico El Pistón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Mecánica general y electricidad automotriz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Servicios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Cambio de aceite</a:t>
            </a:r>
          </a:p>
          <a:p>
            <a:r>
              <a:rPr lang="es-GT" dirty="0"/>
              <a:t>Frenos</a:t>
            </a:r>
          </a:p>
          <a:p>
            <a:r>
              <a:rPr lang="es-GT" dirty="0"/>
              <a:t>Suspensión</a:t>
            </a:r>
          </a:p>
          <a:p>
            <a:r>
              <a:rPr lang="es-GT" dirty="0"/>
              <a:t>Afinamiento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  <p:pic>
        <p:nvPicPr>
          <p:cNvPr id="6" name="Imagen 3" descr="f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Contacto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WhatsApp 5512-3456</a:t>
            </a:r>
          </a:p>
          <a:p>
            <a:r>
              <a:rPr lang="es-GT" dirty="0"/>
              <a:t>Km 15 carretera a El Salvador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