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webp" ContentType="image/webp"/>
  <Default Extension="svg" ContentType="image/svg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11"/>
    <p:sldId id="257" r:id="rId1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11" Type="http://schemas.openxmlformats.org/officeDocument/2006/relationships/slide" Target="slides/slide1.xml"/><Relationship Id="rId12" Type="http://schemas.openxmlformats.org/officeDocument/2006/relationships/slide" Target="slides/slid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GT" dirty="0"/>
              <a:t>Importadora Vista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Importamos repuestos y accesorios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Contacto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Teléfono: 2222-3333</a:t>
            </a:r>
          </a:p>
          <a:p>
            <a:r>
              <a:rPr lang="es-GT" dirty="0"/>
              <a:t>WhatsApp: +502 4444-5555</a:t>
            </a:r>
          </a:p>
          <a:p>
            <a:r>
              <a:rPr lang="es-GT" dirty="0"/>
              <a:t>Correo: ventas@importadoravista.example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Presentación</dc:title>
  <dc:creator>Servicom pruebas</dc:creator>
  <dcterms:created xsi:type="dcterms:W3CDTF">2026-01-01T00:00:00Z</dcterms:created>
</cp:coreProperties>
</file>